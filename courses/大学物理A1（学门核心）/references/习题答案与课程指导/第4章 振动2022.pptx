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gif" ContentType="image/gif"/>
  <Default Extension="wmf" ContentType="image/x-wmf"/>
  <Default Extension="png" ContentType="image/png"/>
  <Default Extension="emf" ContentType="image/x-emf"/>
  <Default Extension="avi" ContentType="video/avi"/>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handoutMasterIdLst>
    <p:handoutMasterId r:id="rId90"/>
  </p:handoutMasterIdLst>
  <p:sldIdLst>
    <p:sldId id="562" r:id="rId5"/>
    <p:sldId id="563" r:id="rId7"/>
    <p:sldId id="342" r:id="rId8"/>
    <p:sldId id="564" r:id="rId9"/>
    <p:sldId id="565" r:id="rId10"/>
    <p:sldId id="566" r:id="rId11"/>
    <p:sldId id="567" r:id="rId12"/>
    <p:sldId id="568" r:id="rId13"/>
    <p:sldId id="569" r:id="rId14"/>
    <p:sldId id="570" r:id="rId15"/>
    <p:sldId id="571" r:id="rId16"/>
    <p:sldId id="572" r:id="rId17"/>
    <p:sldId id="573" r:id="rId18"/>
    <p:sldId id="574" r:id="rId19"/>
    <p:sldId id="575" r:id="rId20"/>
    <p:sldId id="576" r:id="rId21"/>
    <p:sldId id="577" r:id="rId22"/>
    <p:sldId id="581" r:id="rId23"/>
    <p:sldId id="582" r:id="rId24"/>
    <p:sldId id="650" r:id="rId25"/>
    <p:sldId id="584" r:id="rId26"/>
    <p:sldId id="651" r:id="rId27"/>
    <p:sldId id="587" r:id="rId28"/>
    <p:sldId id="588" r:id="rId29"/>
    <p:sldId id="652" r:id="rId30"/>
    <p:sldId id="590" r:id="rId31"/>
    <p:sldId id="591" r:id="rId32"/>
    <p:sldId id="592" r:id="rId33"/>
    <p:sldId id="593" r:id="rId34"/>
    <p:sldId id="594" r:id="rId35"/>
    <p:sldId id="595" r:id="rId36"/>
    <p:sldId id="596" r:id="rId37"/>
    <p:sldId id="597" r:id="rId38"/>
    <p:sldId id="598" r:id="rId39"/>
    <p:sldId id="599" r:id="rId40"/>
    <p:sldId id="600" r:id="rId41"/>
    <p:sldId id="601" r:id="rId42"/>
    <p:sldId id="602" r:id="rId43"/>
    <p:sldId id="603" r:id="rId44"/>
    <p:sldId id="604" r:id="rId45"/>
    <p:sldId id="605" r:id="rId46"/>
    <p:sldId id="656" r:id="rId47"/>
    <p:sldId id="606" r:id="rId48"/>
    <p:sldId id="607" r:id="rId49"/>
    <p:sldId id="608" r:id="rId50"/>
    <p:sldId id="609" r:id="rId51"/>
    <p:sldId id="610" r:id="rId52"/>
    <p:sldId id="611" r:id="rId53"/>
    <p:sldId id="612" r:id="rId54"/>
    <p:sldId id="613" r:id="rId55"/>
    <p:sldId id="614" r:id="rId56"/>
    <p:sldId id="615" r:id="rId57"/>
    <p:sldId id="616" r:id="rId58"/>
    <p:sldId id="617" r:id="rId59"/>
    <p:sldId id="618" r:id="rId60"/>
    <p:sldId id="619" r:id="rId61"/>
    <p:sldId id="653" r:id="rId62"/>
    <p:sldId id="621" r:id="rId63"/>
    <p:sldId id="655" r:id="rId64"/>
    <p:sldId id="654" r:id="rId65"/>
    <p:sldId id="622" r:id="rId66"/>
    <p:sldId id="624" r:id="rId67"/>
    <p:sldId id="625" r:id="rId68"/>
    <p:sldId id="626" r:id="rId69"/>
    <p:sldId id="627" r:id="rId70"/>
    <p:sldId id="628" r:id="rId71"/>
    <p:sldId id="630" r:id="rId72"/>
    <p:sldId id="631" r:id="rId73"/>
    <p:sldId id="632" r:id="rId74"/>
    <p:sldId id="633" r:id="rId75"/>
    <p:sldId id="634" r:id="rId76"/>
    <p:sldId id="635" r:id="rId77"/>
    <p:sldId id="636" r:id="rId78"/>
    <p:sldId id="637" r:id="rId79"/>
    <p:sldId id="638" r:id="rId80"/>
    <p:sldId id="639" r:id="rId81"/>
    <p:sldId id="640" r:id="rId82"/>
    <p:sldId id="641" r:id="rId83"/>
    <p:sldId id="642" r:id="rId84"/>
    <p:sldId id="643" r:id="rId85"/>
    <p:sldId id="644" r:id="rId86"/>
    <p:sldId id="645" r:id="rId87"/>
    <p:sldId id="657" r:id="rId88"/>
    <p:sldId id="648" r:id="rId89"/>
  </p:sldIdLst>
  <p:sldSz cx="9144000" cy="6858000" type="screen4x3"/>
  <p:notesSz cx="6858000" cy="9144000"/>
  <p:custDataLst>
    <p:tags r:id="rId95"/>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H" initials="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0000"/>
    <a:srgbClr val="666699"/>
    <a:srgbClr val="FF33CC"/>
    <a:srgbClr val="CC33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0" d="100"/>
          <a:sy n="80" d="100"/>
        </p:scale>
        <p:origin x="1522" y="62"/>
      </p:cViewPr>
      <p:guideLst>
        <p:guide orient="horz" pos="2318"/>
        <p:guide pos="283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22"/>
    </p:cViewPr>
  </p:sorterViewPr>
  <p:gridSpacing cx="72008" cy="72008"/>
</p:viewPr>
</file>

<file path=ppt/_rels/presentation.xml.rels><?xml version="1.0" encoding="UTF-8" standalone="yes"?>
<Relationships xmlns="http://schemas.openxmlformats.org/package/2006/relationships"><Relationship Id="rId95" Type="http://schemas.openxmlformats.org/officeDocument/2006/relationships/tags" Target="tags/tag21.xml"/><Relationship Id="rId94" Type="http://schemas.openxmlformats.org/officeDocument/2006/relationships/commentAuthors" Target="commentAuthors.xml"/><Relationship Id="rId93" Type="http://schemas.openxmlformats.org/officeDocument/2006/relationships/tableStyles" Target="tableStyles.xml"/><Relationship Id="rId92" Type="http://schemas.openxmlformats.org/officeDocument/2006/relationships/viewProps" Target="viewProps.xml"/><Relationship Id="rId91" Type="http://schemas.openxmlformats.org/officeDocument/2006/relationships/presProps" Target="presProps.xml"/><Relationship Id="rId90" Type="http://schemas.openxmlformats.org/officeDocument/2006/relationships/handoutMaster" Target="handoutMasters/handoutMaster1.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comments/comment1.xml><?xml version="1.0" encoding="utf-8"?>
<p:cmLst xmlns:a="http://schemas.openxmlformats.org/drawingml/2006/main" xmlns:r="http://schemas.openxmlformats.org/officeDocument/2006/relationships" xmlns:p="http://schemas.openxmlformats.org/presentationml/2006/main">
  <p:cm authorId="1" dt="2022-03-23T17:55:24.247" idx="1">
    <p:pos x="10" y="10"/>
    <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7" Type="http://schemas.openxmlformats.org/officeDocument/2006/relationships/image" Target="../media/image14.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2.wmf"/><Relationship Id="rId7" Type="http://schemas.openxmlformats.org/officeDocument/2006/relationships/image" Target="../media/image21.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31.wmf"/><Relationship Id="rId8" Type="http://schemas.openxmlformats.org/officeDocument/2006/relationships/image" Target="../media/image30.wmf"/><Relationship Id="rId7" Type="http://schemas.openxmlformats.org/officeDocument/2006/relationships/image" Target="../media/image29.emf"/><Relationship Id="rId6" Type="http://schemas.openxmlformats.org/officeDocument/2006/relationships/image" Target="../media/image28.emf"/><Relationship Id="rId5" Type="http://schemas.openxmlformats.org/officeDocument/2006/relationships/image" Target="../media/image27.wmf"/><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1" Type="http://schemas.openxmlformats.org/officeDocument/2006/relationships/image" Target="../media/image33.wmf"/><Relationship Id="rId10" Type="http://schemas.openxmlformats.org/officeDocument/2006/relationships/image" Target="../media/image32.wmf"/><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image" Target="../media/image41.wmf"/><Relationship Id="rId7" Type="http://schemas.openxmlformats.org/officeDocument/2006/relationships/image" Target="../media/image40.wmf"/><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0" Type="http://schemas.openxmlformats.org/officeDocument/2006/relationships/image" Target="../media/image43.wmf"/><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52.emf"/><Relationship Id="rId8" Type="http://schemas.openxmlformats.org/officeDocument/2006/relationships/image" Target="../media/image51.wmf"/><Relationship Id="rId7" Type="http://schemas.openxmlformats.org/officeDocument/2006/relationships/image" Target="../media/image50.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25.wmf"/><Relationship Id="rId12" Type="http://schemas.openxmlformats.org/officeDocument/2006/relationships/image" Target="../media/image55.wmf"/><Relationship Id="rId11" Type="http://schemas.openxmlformats.org/officeDocument/2006/relationships/image" Target="../media/image54.wmf"/><Relationship Id="rId10" Type="http://schemas.openxmlformats.org/officeDocument/2006/relationships/image" Target="../media/image53.emf"/><Relationship Id="rId1" Type="http://schemas.openxmlformats.org/officeDocument/2006/relationships/image" Target="../media/image45.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64.wmf"/><Relationship Id="rId8" Type="http://schemas.openxmlformats.org/officeDocument/2006/relationships/image" Target="../media/image63.wmf"/><Relationship Id="rId7" Type="http://schemas.openxmlformats.org/officeDocument/2006/relationships/image" Target="../media/image62.wmf"/><Relationship Id="rId6" Type="http://schemas.openxmlformats.org/officeDocument/2006/relationships/image" Target="../media/image61.wmf"/><Relationship Id="rId5" Type="http://schemas.openxmlformats.org/officeDocument/2006/relationships/image" Target="../media/image60.wmf"/><Relationship Id="rId4" Type="http://schemas.openxmlformats.org/officeDocument/2006/relationships/image" Target="../media/image59.wmf"/><Relationship Id="rId3" Type="http://schemas.openxmlformats.org/officeDocument/2006/relationships/image" Target="../media/image58.wmf"/><Relationship Id="rId22" Type="http://schemas.openxmlformats.org/officeDocument/2006/relationships/image" Target="../media/image45.wmf"/><Relationship Id="rId21" Type="http://schemas.openxmlformats.org/officeDocument/2006/relationships/image" Target="../media/image72.wmf"/><Relationship Id="rId20" Type="http://schemas.openxmlformats.org/officeDocument/2006/relationships/image" Target="../media/image71.emf"/><Relationship Id="rId2" Type="http://schemas.openxmlformats.org/officeDocument/2006/relationships/image" Target="../media/image57.wmf"/><Relationship Id="rId19" Type="http://schemas.openxmlformats.org/officeDocument/2006/relationships/image" Target="../media/image70.emf"/><Relationship Id="rId18" Type="http://schemas.openxmlformats.org/officeDocument/2006/relationships/image" Target="../media/image69.emf"/><Relationship Id="rId17" Type="http://schemas.openxmlformats.org/officeDocument/2006/relationships/image" Target="../media/image51.wmf"/><Relationship Id="rId16" Type="http://schemas.openxmlformats.org/officeDocument/2006/relationships/image" Target="../media/image49.wmf"/><Relationship Id="rId15" Type="http://schemas.openxmlformats.org/officeDocument/2006/relationships/image" Target="../media/image48.wmf"/><Relationship Id="rId14" Type="http://schemas.openxmlformats.org/officeDocument/2006/relationships/image" Target="../media/image25.wmf"/><Relationship Id="rId13" Type="http://schemas.openxmlformats.org/officeDocument/2006/relationships/image" Target="../media/image68.wmf"/><Relationship Id="rId12" Type="http://schemas.openxmlformats.org/officeDocument/2006/relationships/image" Target="../media/image67.wmf"/><Relationship Id="rId11" Type="http://schemas.openxmlformats.org/officeDocument/2006/relationships/image" Target="../media/image66.wmf"/><Relationship Id="rId10" Type="http://schemas.openxmlformats.org/officeDocument/2006/relationships/image" Target="../media/image65.wmf"/><Relationship Id="rId1" Type="http://schemas.openxmlformats.org/officeDocument/2006/relationships/image" Target="../media/image56.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80.wmf"/><Relationship Id="rId8" Type="http://schemas.openxmlformats.org/officeDocument/2006/relationships/image" Target="../media/image79.wmf"/><Relationship Id="rId7" Type="http://schemas.openxmlformats.org/officeDocument/2006/relationships/image" Target="../media/image62.wmf"/><Relationship Id="rId6" Type="http://schemas.openxmlformats.org/officeDocument/2006/relationships/image" Target="../media/image78.wmf"/><Relationship Id="rId5" Type="http://schemas.openxmlformats.org/officeDocument/2006/relationships/image" Target="../media/image77.wmf"/><Relationship Id="rId4" Type="http://schemas.openxmlformats.org/officeDocument/2006/relationships/image" Target="../media/image76.wmf"/><Relationship Id="rId3" Type="http://schemas.openxmlformats.org/officeDocument/2006/relationships/image" Target="../media/image75.wmf"/><Relationship Id="rId21" Type="http://schemas.openxmlformats.org/officeDocument/2006/relationships/image" Target="../media/image90.wmf"/><Relationship Id="rId20" Type="http://schemas.openxmlformats.org/officeDocument/2006/relationships/image" Target="../media/image89.wmf"/><Relationship Id="rId2" Type="http://schemas.openxmlformats.org/officeDocument/2006/relationships/image" Target="../media/image74.wmf"/><Relationship Id="rId19" Type="http://schemas.openxmlformats.org/officeDocument/2006/relationships/image" Target="../media/image88.wmf"/><Relationship Id="rId18" Type="http://schemas.openxmlformats.org/officeDocument/2006/relationships/image" Target="../media/image87.wmf"/><Relationship Id="rId17" Type="http://schemas.openxmlformats.org/officeDocument/2006/relationships/image" Target="../media/image86.wmf"/><Relationship Id="rId16" Type="http://schemas.openxmlformats.org/officeDocument/2006/relationships/image" Target="../media/image85.emf"/><Relationship Id="rId15" Type="http://schemas.openxmlformats.org/officeDocument/2006/relationships/image" Target="../media/image84.emf"/><Relationship Id="rId14" Type="http://schemas.openxmlformats.org/officeDocument/2006/relationships/image" Target="../media/image83.emf"/><Relationship Id="rId13" Type="http://schemas.openxmlformats.org/officeDocument/2006/relationships/image" Target="../media/image51.wmf"/><Relationship Id="rId12" Type="http://schemas.openxmlformats.org/officeDocument/2006/relationships/image" Target="../media/image25.wmf"/><Relationship Id="rId11" Type="http://schemas.openxmlformats.org/officeDocument/2006/relationships/image" Target="../media/image82.wmf"/><Relationship Id="rId10" Type="http://schemas.openxmlformats.org/officeDocument/2006/relationships/image" Target="../media/image81.wmf"/><Relationship Id="rId1" Type="http://schemas.openxmlformats.org/officeDocument/2006/relationships/image" Target="../media/image73.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99.wmf"/><Relationship Id="rId8" Type="http://schemas.openxmlformats.org/officeDocument/2006/relationships/image" Target="../media/image98.wmf"/><Relationship Id="rId7" Type="http://schemas.openxmlformats.org/officeDocument/2006/relationships/image" Target="../media/image97.emf"/><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114.wmf"/><Relationship Id="rId8" Type="http://schemas.openxmlformats.org/officeDocument/2006/relationships/image" Target="../media/image113.wmf"/><Relationship Id="rId7" Type="http://schemas.openxmlformats.org/officeDocument/2006/relationships/image" Target="../media/image112.wmf"/><Relationship Id="rId6" Type="http://schemas.openxmlformats.org/officeDocument/2006/relationships/image" Target="../media/image111.wmf"/><Relationship Id="rId5" Type="http://schemas.openxmlformats.org/officeDocument/2006/relationships/image" Target="../media/image110.wmf"/><Relationship Id="rId4" Type="http://schemas.openxmlformats.org/officeDocument/2006/relationships/image" Target="../media/image109.wmf"/><Relationship Id="rId3" Type="http://schemas.openxmlformats.org/officeDocument/2006/relationships/image" Target="../media/image108.emf"/><Relationship Id="rId2" Type="http://schemas.openxmlformats.org/officeDocument/2006/relationships/image" Target="../media/image107.wmf"/><Relationship Id="rId1" Type="http://schemas.openxmlformats.org/officeDocument/2006/relationships/image" Target="../media/image10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16.wmf"/><Relationship Id="rId1" Type="http://schemas.openxmlformats.org/officeDocument/2006/relationships/image" Target="../media/image115.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128.wmf"/><Relationship Id="rId8" Type="http://schemas.openxmlformats.org/officeDocument/2006/relationships/image" Target="../media/image127.wmf"/><Relationship Id="rId7" Type="http://schemas.openxmlformats.org/officeDocument/2006/relationships/image" Target="../media/image126.wmf"/><Relationship Id="rId6" Type="http://schemas.openxmlformats.org/officeDocument/2006/relationships/image" Target="../media/image125.wmf"/><Relationship Id="rId5" Type="http://schemas.openxmlformats.org/officeDocument/2006/relationships/image" Target="../media/image123.wmf"/><Relationship Id="rId4" Type="http://schemas.openxmlformats.org/officeDocument/2006/relationships/image" Target="../media/image122.wmf"/><Relationship Id="rId3" Type="http://schemas.openxmlformats.org/officeDocument/2006/relationships/image" Target="../media/image121.emf"/><Relationship Id="rId2" Type="http://schemas.openxmlformats.org/officeDocument/2006/relationships/image" Target="../media/image120.wmf"/><Relationship Id="rId10" Type="http://schemas.openxmlformats.org/officeDocument/2006/relationships/image" Target="../media/image129.wmf"/><Relationship Id="rId1" Type="http://schemas.openxmlformats.org/officeDocument/2006/relationships/image" Target="../media/image119.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135.wmf"/><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s>
</file>

<file path=ppt/drawings/_rels/vmlDrawing15.vml.rels><?xml version="1.0" encoding="UTF-8" standalone="yes"?>
<Relationships xmlns="http://schemas.openxmlformats.org/package/2006/relationships"><Relationship Id="rId7" Type="http://schemas.openxmlformats.org/officeDocument/2006/relationships/image" Target="../media/image142.emf"/><Relationship Id="rId6" Type="http://schemas.openxmlformats.org/officeDocument/2006/relationships/image" Target="../media/image141.emf"/><Relationship Id="rId5" Type="http://schemas.openxmlformats.org/officeDocument/2006/relationships/image" Target="../media/image140.wmf"/><Relationship Id="rId4" Type="http://schemas.openxmlformats.org/officeDocument/2006/relationships/image" Target="../media/image139.wmf"/><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151.wmf"/><Relationship Id="rId8" Type="http://schemas.openxmlformats.org/officeDocument/2006/relationships/image" Target="../media/image150.wmf"/><Relationship Id="rId7" Type="http://schemas.openxmlformats.org/officeDocument/2006/relationships/image" Target="../media/image149.emf"/><Relationship Id="rId6" Type="http://schemas.openxmlformats.org/officeDocument/2006/relationships/image" Target="../media/image148.wmf"/><Relationship Id="rId5" Type="http://schemas.openxmlformats.org/officeDocument/2006/relationships/image" Target="../media/image147.wmf"/><Relationship Id="rId4" Type="http://schemas.openxmlformats.org/officeDocument/2006/relationships/image" Target="../media/image146.wmf"/><Relationship Id="rId3" Type="http://schemas.openxmlformats.org/officeDocument/2006/relationships/image" Target="../media/image145.wmf"/><Relationship Id="rId2" Type="http://schemas.openxmlformats.org/officeDocument/2006/relationships/image" Target="../media/image144.wmf"/><Relationship Id="rId10" Type="http://schemas.openxmlformats.org/officeDocument/2006/relationships/image" Target="../media/image152.emf"/><Relationship Id="rId1" Type="http://schemas.openxmlformats.org/officeDocument/2006/relationships/image" Target="../media/image14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55.wmf"/><Relationship Id="rId1" Type="http://schemas.openxmlformats.org/officeDocument/2006/relationships/image" Target="../media/image154.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164.wmf"/><Relationship Id="rId8" Type="http://schemas.openxmlformats.org/officeDocument/2006/relationships/image" Target="../media/image163.wmf"/><Relationship Id="rId7" Type="http://schemas.openxmlformats.org/officeDocument/2006/relationships/image" Target="../media/image162.wmf"/><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 Id="rId3" Type="http://schemas.openxmlformats.org/officeDocument/2006/relationships/image" Target="../media/image158.wmf"/><Relationship Id="rId2" Type="http://schemas.openxmlformats.org/officeDocument/2006/relationships/image" Target="../media/image157.wmf"/><Relationship Id="rId11" Type="http://schemas.openxmlformats.org/officeDocument/2006/relationships/image" Target="../media/image166.wmf"/><Relationship Id="rId10" Type="http://schemas.openxmlformats.org/officeDocument/2006/relationships/image" Target="../media/image165.wmf"/><Relationship Id="rId1" Type="http://schemas.openxmlformats.org/officeDocument/2006/relationships/image" Target="../media/image156.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62.wmf"/><Relationship Id="rId8" Type="http://schemas.openxmlformats.org/officeDocument/2006/relationships/image" Target="../media/image161.wmf"/><Relationship Id="rId7" Type="http://schemas.openxmlformats.org/officeDocument/2006/relationships/image" Target="../media/image160.wmf"/><Relationship Id="rId6" Type="http://schemas.openxmlformats.org/officeDocument/2006/relationships/image" Target="../media/image159.wmf"/><Relationship Id="rId5" Type="http://schemas.openxmlformats.org/officeDocument/2006/relationships/image" Target="../media/image158.wmf"/><Relationship Id="rId4" Type="http://schemas.openxmlformats.org/officeDocument/2006/relationships/image" Target="../media/image157.wmf"/><Relationship Id="rId3" Type="http://schemas.openxmlformats.org/officeDocument/2006/relationships/image" Target="../media/image156.wmf"/><Relationship Id="rId2" Type="http://schemas.openxmlformats.org/officeDocument/2006/relationships/image" Target="../media/image167.wmf"/><Relationship Id="rId1" Type="http://schemas.openxmlformats.org/officeDocument/2006/relationships/image" Target="../media/image166.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169.wmf"/><Relationship Id="rId8" Type="http://schemas.openxmlformats.org/officeDocument/2006/relationships/image" Target="../media/image162.wmf"/><Relationship Id="rId7" Type="http://schemas.openxmlformats.org/officeDocument/2006/relationships/image" Target="../media/image168.wmf"/><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 Id="rId3" Type="http://schemas.openxmlformats.org/officeDocument/2006/relationships/image" Target="../media/image158.wmf"/><Relationship Id="rId2" Type="http://schemas.openxmlformats.org/officeDocument/2006/relationships/image" Target="../media/image157.wmf"/><Relationship Id="rId1" Type="http://schemas.openxmlformats.org/officeDocument/2006/relationships/image" Target="../media/image156.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171.wmf"/><Relationship Id="rId8" Type="http://schemas.openxmlformats.org/officeDocument/2006/relationships/image" Target="../media/image170.wmf"/><Relationship Id="rId7" Type="http://schemas.openxmlformats.org/officeDocument/2006/relationships/image" Target="../media/image162.wmf"/><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 Id="rId3" Type="http://schemas.openxmlformats.org/officeDocument/2006/relationships/image" Target="../media/image158.wmf"/><Relationship Id="rId2" Type="http://schemas.openxmlformats.org/officeDocument/2006/relationships/image" Target="../media/image157.wmf"/><Relationship Id="rId10" Type="http://schemas.openxmlformats.org/officeDocument/2006/relationships/image" Target="../media/image172.wmf"/><Relationship Id="rId1" Type="http://schemas.openxmlformats.org/officeDocument/2006/relationships/image" Target="../media/image156.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170.wmf"/><Relationship Id="rId4" Type="http://schemas.openxmlformats.org/officeDocument/2006/relationships/image" Target="../media/image176.wmf"/><Relationship Id="rId3" Type="http://schemas.openxmlformats.org/officeDocument/2006/relationships/image" Target="../media/image175.wmf"/><Relationship Id="rId2" Type="http://schemas.openxmlformats.org/officeDocument/2006/relationships/image" Target="../media/image174.wmf"/><Relationship Id="rId1" Type="http://schemas.openxmlformats.org/officeDocument/2006/relationships/image" Target="../media/image173.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185.wmf"/><Relationship Id="rId8" Type="http://schemas.openxmlformats.org/officeDocument/2006/relationships/image" Target="../media/image184.wmf"/><Relationship Id="rId7" Type="http://schemas.openxmlformats.org/officeDocument/2006/relationships/image" Target="../media/image183.wmf"/><Relationship Id="rId6" Type="http://schemas.openxmlformats.org/officeDocument/2006/relationships/image" Target="../media/image182.wmf"/><Relationship Id="rId5" Type="http://schemas.openxmlformats.org/officeDocument/2006/relationships/image" Target="../media/image181.wmf"/><Relationship Id="rId4" Type="http://schemas.openxmlformats.org/officeDocument/2006/relationships/image" Target="../media/image180.wmf"/><Relationship Id="rId3" Type="http://schemas.openxmlformats.org/officeDocument/2006/relationships/image" Target="../media/image179.wmf"/><Relationship Id="rId2" Type="http://schemas.openxmlformats.org/officeDocument/2006/relationships/image" Target="../media/image178.wmf"/><Relationship Id="rId12" Type="http://schemas.openxmlformats.org/officeDocument/2006/relationships/image" Target="../media/image188.emf"/><Relationship Id="rId11" Type="http://schemas.openxmlformats.org/officeDocument/2006/relationships/image" Target="../media/image187.wmf"/><Relationship Id="rId10" Type="http://schemas.openxmlformats.org/officeDocument/2006/relationships/image" Target="../media/image186.wmf"/><Relationship Id="rId1" Type="http://schemas.openxmlformats.org/officeDocument/2006/relationships/image" Target="../media/image177.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89.wmf"/></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197.wmf"/><Relationship Id="rId8" Type="http://schemas.openxmlformats.org/officeDocument/2006/relationships/image" Target="../media/image196.wmf"/><Relationship Id="rId7" Type="http://schemas.openxmlformats.org/officeDocument/2006/relationships/image" Target="../media/image195.wmf"/><Relationship Id="rId6" Type="http://schemas.openxmlformats.org/officeDocument/2006/relationships/image" Target="../media/image194.wmf"/><Relationship Id="rId5" Type="http://schemas.openxmlformats.org/officeDocument/2006/relationships/image" Target="../media/image189.wmf"/><Relationship Id="rId4" Type="http://schemas.openxmlformats.org/officeDocument/2006/relationships/image" Target="../media/image193.wmf"/><Relationship Id="rId3" Type="http://schemas.openxmlformats.org/officeDocument/2006/relationships/image" Target="../media/image192.wmf"/><Relationship Id="rId2" Type="http://schemas.openxmlformats.org/officeDocument/2006/relationships/image" Target="../media/image191.wmf"/><Relationship Id="rId16" Type="http://schemas.openxmlformats.org/officeDocument/2006/relationships/image" Target="../media/image201.wmf"/><Relationship Id="rId15" Type="http://schemas.openxmlformats.org/officeDocument/2006/relationships/image" Target="../media/image200.wmf"/><Relationship Id="rId14" Type="http://schemas.openxmlformats.org/officeDocument/2006/relationships/image" Target="../media/image186.wmf"/><Relationship Id="rId13" Type="http://schemas.openxmlformats.org/officeDocument/2006/relationships/image" Target="../media/image185.wmf"/><Relationship Id="rId12" Type="http://schemas.openxmlformats.org/officeDocument/2006/relationships/image" Target="../media/image184.wmf"/><Relationship Id="rId11" Type="http://schemas.openxmlformats.org/officeDocument/2006/relationships/image" Target="../media/image199.wmf"/><Relationship Id="rId10" Type="http://schemas.openxmlformats.org/officeDocument/2006/relationships/image" Target="../media/image198.wmf"/><Relationship Id="rId1" Type="http://schemas.openxmlformats.org/officeDocument/2006/relationships/image" Target="../media/image190.w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209.wmf"/><Relationship Id="rId8" Type="http://schemas.openxmlformats.org/officeDocument/2006/relationships/image" Target="../media/image208.wmf"/><Relationship Id="rId7" Type="http://schemas.openxmlformats.org/officeDocument/2006/relationships/image" Target="../media/image207.wmf"/><Relationship Id="rId6" Type="http://schemas.openxmlformats.org/officeDocument/2006/relationships/image" Target="../media/image206.wmf"/><Relationship Id="rId5" Type="http://schemas.openxmlformats.org/officeDocument/2006/relationships/image" Target="../media/image205.wmf"/><Relationship Id="rId4" Type="http://schemas.openxmlformats.org/officeDocument/2006/relationships/image" Target="../media/image204.wmf"/><Relationship Id="rId3" Type="http://schemas.openxmlformats.org/officeDocument/2006/relationships/image" Target="../media/image40.wmf"/><Relationship Id="rId2" Type="http://schemas.openxmlformats.org/officeDocument/2006/relationships/image" Target="../media/image203.emf"/><Relationship Id="rId12" Type="http://schemas.openxmlformats.org/officeDocument/2006/relationships/image" Target="../media/image212.wmf"/><Relationship Id="rId11" Type="http://schemas.openxmlformats.org/officeDocument/2006/relationships/image" Target="../media/image211.wmf"/><Relationship Id="rId10" Type="http://schemas.openxmlformats.org/officeDocument/2006/relationships/image" Target="../media/image210.wmf"/><Relationship Id="rId1" Type="http://schemas.openxmlformats.org/officeDocument/2006/relationships/image" Target="../media/image202.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w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222.wmf"/><Relationship Id="rId5" Type="http://schemas.openxmlformats.org/officeDocument/2006/relationships/image" Target="../media/image221.wmf"/><Relationship Id="rId4" Type="http://schemas.openxmlformats.org/officeDocument/2006/relationships/image" Target="../media/image220.wmf"/><Relationship Id="rId3" Type="http://schemas.openxmlformats.org/officeDocument/2006/relationships/image" Target="../media/image219.wmf"/><Relationship Id="rId2" Type="http://schemas.openxmlformats.org/officeDocument/2006/relationships/image" Target="../media/image218.wmf"/><Relationship Id="rId1" Type="http://schemas.openxmlformats.org/officeDocument/2006/relationships/image" Target="../media/image217.wmf"/></Relationships>
</file>

<file path=ppt/drawings/_rels/vmlDrawing29.vml.rels><?xml version="1.0" encoding="UTF-8" standalone="yes"?>
<Relationships xmlns="http://schemas.openxmlformats.org/package/2006/relationships"><Relationship Id="rId4" Type="http://schemas.openxmlformats.org/officeDocument/2006/relationships/image" Target="../media/image227.wmf"/><Relationship Id="rId3" Type="http://schemas.openxmlformats.org/officeDocument/2006/relationships/image" Target="../media/image226.wmf"/><Relationship Id="rId2" Type="http://schemas.openxmlformats.org/officeDocument/2006/relationships/image" Target="../media/image225.wmf"/><Relationship Id="rId1" Type="http://schemas.openxmlformats.org/officeDocument/2006/relationships/image" Target="../media/image224.wmf"/></Relationships>
</file>

<file path=ppt/drawings/_rels/vmlDrawing30.vml.rels><?xml version="1.0" encoding="UTF-8" standalone="yes"?>
<Relationships xmlns="http://schemas.openxmlformats.org/package/2006/relationships"><Relationship Id="rId4" Type="http://schemas.openxmlformats.org/officeDocument/2006/relationships/image" Target="../media/image231.wmf"/><Relationship Id="rId3" Type="http://schemas.openxmlformats.org/officeDocument/2006/relationships/image" Target="../media/image230.wmf"/><Relationship Id="rId2" Type="http://schemas.openxmlformats.org/officeDocument/2006/relationships/image" Target="../media/image229.wmf"/><Relationship Id="rId1" Type="http://schemas.openxmlformats.org/officeDocument/2006/relationships/image" Target="../media/image228.wmf"/></Relationships>
</file>

<file path=ppt/drawings/_rels/vmlDrawing31.vml.rels><?xml version="1.0" encoding="UTF-8" standalone="yes"?>
<Relationships xmlns="http://schemas.openxmlformats.org/package/2006/relationships"><Relationship Id="rId5" Type="http://schemas.openxmlformats.org/officeDocument/2006/relationships/image" Target="../media/image236.wmf"/><Relationship Id="rId4" Type="http://schemas.openxmlformats.org/officeDocument/2006/relationships/image" Target="../media/image235.wmf"/><Relationship Id="rId3" Type="http://schemas.openxmlformats.org/officeDocument/2006/relationships/image" Target="../media/image234.wmf"/><Relationship Id="rId2" Type="http://schemas.openxmlformats.org/officeDocument/2006/relationships/image" Target="../media/image233.wmf"/><Relationship Id="rId1" Type="http://schemas.openxmlformats.org/officeDocument/2006/relationships/image" Target="../media/image232.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239.wmf"/><Relationship Id="rId1" Type="http://schemas.openxmlformats.org/officeDocument/2006/relationships/image" Target="../media/image238.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241.wmf"/></Relationships>
</file>

<file path=ppt/drawings/_rels/vmlDrawing34.vml.rels><?xml version="1.0" encoding="UTF-8" standalone="yes"?>
<Relationships xmlns="http://schemas.openxmlformats.org/package/2006/relationships"><Relationship Id="rId6" Type="http://schemas.openxmlformats.org/officeDocument/2006/relationships/image" Target="../media/image247.wmf"/><Relationship Id="rId5" Type="http://schemas.openxmlformats.org/officeDocument/2006/relationships/image" Target="../media/image246.wmf"/><Relationship Id="rId4" Type="http://schemas.openxmlformats.org/officeDocument/2006/relationships/image" Target="../media/image245.wmf"/><Relationship Id="rId3" Type="http://schemas.openxmlformats.org/officeDocument/2006/relationships/image" Target="../media/image244.wmf"/><Relationship Id="rId2" Type="http://schemas.openxmlformats.org/officeDocument/2006/relationships/image" Target="../media/image243.wmf"/><Relationship Id="rId1" Type="http://schemas.openxmlformats.org/officeDocument/2006/relationships/image" Target="../media/image242.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251.wmf"/><Relationship Id="rId3" Type="http://schemas.openxmlformats.org/officeDocument/2006/relationships/image" Target="../media/image250.wmf"/><Relationship Id="rId2" Type="http://schemas.openxmlformats.org/officeDocument/2006/relationships/image" Target="../media/image249.wmf"/><Relationship Id="rId1" Type="http://schemas.openxmlformats.org/officeDocument/2006/relationships/image" Target="../media/image248.w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256.wmf"/><Relationship Id="rId8" Type="http://schemas.openxmlformats.org/officeDocument/2006/relationships/image" Target="../media/image255.wmf"/><Relationship Id="rId7" Type="http://schemas.openxmlformats.org/officeDocument/2006/relationships/image" Target="../media/image254.wmf"/><Relationship Id="rId6" Type="http://schemas.openxmlformats.org/officeDocument/2006/relationships/image" Target="../media/image253.wmf"/><Relationship Id="rId5" Type="http://schemas.openxmlformats.org/officeDocument/2006/relationships/image" Target="../media/image251.wmf"/><Relationship Id="rId4" Type="http://schemas.openxmlformats.org/officeDocument/2006/relationships/image" Target="../media/image250.wmf"/><Relationship Id="rId3" Type="http://schemas.openxmlformats.org/officeDocument/2006/relationships/image" Target="../media/image249.wmf"/><Relationship Id="rId23" Type="http://schemas.openxmlformats.org/officeDocument/2006/relationships/image" Target="../media/image270.emf"/><Relationship Id="rId22" Type="http://schemas.openxmlformats.org/officeDocument/2006/relationships/image" Target="../media/image269.wmf"/><Relationship Id="rId21" Type="http://schemas.openxmlformats.org/officeDocument/2006/relationships/image" Target="../media/image268.wmf"/><Relationship Id="rId20" Type="http://schemas.openxmlformats.org/officeDocument/2006/relationships/image" Target="../media/image267.wmf"/><Relationship Id="rId2" Type="http://schemas.openxmlformats.org/officeDocument/2006/relationships/image" Target="../media/image248.wmf"/><Relationship Id="rId19" Type="http://schemas.openxmlformats.org/officeDocument/2006/relationships/image" Target="../media/image266.wmf"/><Relationship Id="rId18" Type="http://schemas.openxmlformats.org/officeDocument/2006/relationships/image" Target="../media/image265.emf"/><Relationship Id="rId17" Type="http://schemas.openxmlformats.org/officeDocument/2006/relationships/image" Target="../media/image264.wmf"/><Relationship Id="rId16" Type="http://schemas.openxmlformats.org/officeDocument/2006/relationships/image" Target="../media/image263.emf"/><Relationship Id="rId15" Type="http://schemas.openxmlformats.org/officeDocument/2006/relationships/image" Target="../media/image262.emf"/><Relationship Id="rId14" Type="http://schemas.openxmlformats.org/officeDocument/2006/relationships/image" Target="../media/image261.emf"/><Relationship Id="rId13" Type="http://schemas.openxmlformats.org/officeDocument/2006/relationships/image" Target="../media/image260.emf"/><Relationship Id="rId12" Type="http://schemas.openxmlformats.org/officeDocument/2006/relationships/image" Target="../media/image259.wmf"/><Relationship Id="rId11" Type="http://schemas.openxmlformats.org/officeDocument/2006/relationships/image" Target="../media/image258.wmf"/><Relationship Id="rId10" Type="http://schemas.openxmlformats.org/officeDocument/2006/relationships/image" Target="../media/image257.wmf"/><Relationship Id="rId1" Type="http://schemas.openxmlformats.org/officeDocument/2006/relationships/image" Target="../media/image252.emf"/></Relationships>
</file>

<file path=ppt/drawings/_rels/vmlDrawing37.vml.rels><?xml version="1.0" encoding="UTF-8" standalone="yes"?>
<Relationships xmlns="http://schemas.openxmlformats.org/package/2006/relationships"><Relationship Id="rId9" Type="http://schemas.openxmlformats.org/officeDocument/2006/relationships/image" Target="../media/image261.emf"/><Relationship Id="rId8" Type="http://schemas.openxmlformats.org/officeDocument/2006/relationships/image" Target="../media/image260.emf"/><Relationship Id="rId7" Type="http://schemas.openxmlformats.org/officeDocument/2006/relationships/image" Target="../media/image259.wmf"/><Relationship Id="rId6" Type="http://schemas.openxmlformats.org/officeDocument/2006/relationships/image" Target="../media/image258.wmf"/><Relationship Id="rId5" Type="http://schemas.openxmlformats.org/officeDocument/2006/relationships/image" Target="../media/image257.wmf"/><Relationship Id="rId4" Type="http://schemas.openxmlformats.org/officeDocument/2006/relationships/image" Target="../media/image256.wmf"/><Relationship Id="rId3" Type="http://schemas.openxmlformats.org/officeDocument/2006/relationships/image" Target="../media/image255.wmf"/><Relationship Id="rId23" Type="http://schemas.openxmlformats.org/officeDocument/2006/relationships/image" Target="../media/image277.wmf"/><Relationship Id="rId22" Type="http://schemas.openxmlformats.org/officeDocument/2006/relationships/image" Target="../media/image276.wmf"/><Relationship Id="rId21" Type="http://schemas.openxmlformats.org/officeDocument/2006/relationships/image" Target="../media/image275.wmf"/><Relationship Id="rId20" Type="http://schemas.openxmlformats.org/officeDocument/2006/relationships/image" Target="../media/image274.wmf"/><Relationship Id="rId2" Type="http://schemas.openxmlformats.org/officeDocument/2006/relationships/image" Target="../media/image254.wmf"/><Relationship Id="rId19" Type="http://schemas.openxmlformats.org/officeDocument/2006/relationships/image" Target="../media/image273.wmf"/><Relationship Id="rId18" Type="http://schemas.openxmlformats.org/officeDocument/2006/relationships/image" Target="../media/image272.wmf"/><Relationship Id="rId17" Type="http://schemas.openxmlformats.org/officeDocument/2006/relationships/image" Target="../media/image270.emf"/><Relationship Id="rId16" Type="http://schemas.openxmlformats.org/officeDocument/2006/relationships/image" Target="../media/image271.wmf"/><Relationship Id="rId15" Type="http://schemas.openxmlformats.org/officeDocument/2006/relationships/image" Target="../media/image268.wmf"/><Relationship Id="rId14" Type="http://schemas.openxmlformats.org/officeDocument/2006/relationships/image" Target="../media/image266.wmf"/><Relationship Id="rId13" Type="http://schemas.openxmlformats.org/officeDocument/2006/relationships/image" Target="../media/image265.emf"/><Relationship Id="rId12" Type="http://schemas.openxmlformats.org/officeDocument/2006/relationships/image" Target="../media/image264.wmf"/><Relationship Id="rId11" Type="http://schemas.openxmlformats.org/officeDocument/2006/relationships/image" Target="../media/image263.emf"/><Relationship Id="rId10" Type="http://schemas.openxmlformats.org/officeDocument/2006/relationships/image" Target="../media/image262.emf"/><Relationship Id="rId1" Type="http://schemas.openxmlformats.org/officeDocument/2006/relationships/image" Target="../media/image253.wmf"/></Relationships>
</file>

<file path=ppt/drawings/_rels/vmlDrawing38.vml.rels><?xml version="1.0" encoding="UTF-8" standalone="yes"?>
<Relationships xmlns="http://schemas.openxmlformats.org/package/2006/relationships"><Relationship Id="rId9" Type="http://schemas.openxmlformats.org/officeDocument/2006/relationships/image" Target="../media/image286.wmf"/><Relationship Id="rId8" Type="http://schemas.openxmlformats.org/officeDocument/2006/relationships/image" Target="../media/image285.wmf"/><Relationship Id="rId7" Type="http://schemas.openxmlformats.org/officeDocument/2006/relationships/image" Target="../media/image284.wmf"/><Relationship Id="rId6" Type="http://schemas.openxmlformats.org/officeDocument/2006/relationships/image" Target="../media/image283.wmf"/><Relationship Id="rId5" Type="http://schemas.openxmlformats.org/officeDocument/2006/relationships/image" Target="../media/image282.wmf"/><Relationship Id="rId4" Type="http://schemas.openxmlformats.org/officeDocument/2006/relationships/image" Target="../media/image281.wmf"/><Relationship Id="rId3" Type="http://schemas.openxmlformats.org/officeDocument/2006/relationships/image" Target="../media/image280.wmf"/><Relationship Id="rId2" Type="http://schemas.openxmlformats.org/officeDocument/2006/relationships/image" Target="../media/image279.wmf"/><Relationship Id="rId11" Type="http://schemas.openxmlformats.org/officeDocument/2006/relationships/image" Target="../media/image288.wmf"/><Relationship Id="rId10" Type="http://schemas.openxmlformats.org/officeDocument/2006/relationships/image" Target="../media/image287.wmf"/><Relationship Id="rId1" Type="http://schemas.openxmlformats.org/officeDocument/2006/relationships/image" Target="../media/image278.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91.wmf"/><Relationship Id="rId2" Type="http://schemas.openxmlformats.org/officeDocument/2006/relationships/image" Target="../media/image290.wmf"/><Relationship Id="rId1" Type="http://schemas.openxmlformats.org/officeDocument/2006/relationships/image" Target="../media/image289.wmf"/></Relationships>
</file>

<file path=ppt/drawings/_rels/vmlDrawing40.vml.rels><?xml version="1.0" encoding="UTF-8" standalone="yes"?>
<Relationships xmlns="http://schemas.openxmlformats.org/package/2006/relationships"><Relationship Id="rId4" Type="http://schemas.openxmlformats.org/officeDocument/2006/relationships/image" Target="../media/image295.wmf"/><Relationship Id="rId3" Type="http://schemas.openxmlformats.org/officeDocument/2006/relationships/image" Target="../media/image294.wmf"/><Relationship Id="rId2" Type="http://schemas.openxmlformats.org/officeDocument/2006/relationships/image" Target="../media/image293.wmf"/><Relationship Id="rId1" Type="http://schemas.openxmlformats.org/officeDocument/2006/relationships/image" Target="../media/image292.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300.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303.emf"/><Relationship Id="rId2" Type="http://schemas.openxmlformats.org/officeDocument/2006/relationships/image" Target="../media/image302.emf"/><Relationship Id="rId1" Type="http://schemas.openxmlformats.org/officeDocument/2006/relationships/image" Target="../media/image301.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306.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308.wmf"/></Relationships>
</file>

<file path=ppt/drawings/_rels/vmlDrawing45.vml.rels><?xml version="1.0" encoding="UTF-8" standalone="yes"?>
<Relationships xmlns="http://schemas.openxmlformats.org/package/2006/relationships"><Relationship Id="rId4" Type="http://schemas.openxmlformats.org/officeDocument/2006/relationships/image" Target="../media/image313.wmf"/><Relationship Id="rId3" Type="http://schemas.openxmlformats.org/officeDocument/2006/relationships/image" Target="../media/image312.wmf"/><Relationship Id="rId2" Type="http://schemas.openxmlformats.org/officeDocument/2006/relationships/image" Target="../media/image311.wmf"/><Relationship Id="rId1" Type="http://schemas.openxmlformats.org/officeDocument/2006/relationships/image" Target="../media/image310.wmf"/></Relationships>
</file>

<file path=ppt/drawings/_rels/vmlDrawing46.vml.rels><?xml version="1.0" encoding="UTF-8" standalone="yes"?>
<Relationships xmlns="http://schemas.openxmlformats.org/package/2006/relationships"><Relationship Id="rId9" Type="http://schemas.openxmlformats.org/officeDocument/2006/relationships/image" Target="../media/image125.wmf"/><Relationship Id="rId8" Type="http://schemas.openxmlformats.org/officeDocument/2006/relationships/image" Target="../media/image321.wmf"/><Relationship Id="rId7" Type="http://schemas.openxmlformats.org/officeDocument/2006/relationships/image" Target="../media/image320.wmf"/><Relationship Id="rId6" Type="http://schemas.openxmlformats.org/officeDocument/2006/relationships/image" Target="../media/image319.wmf"/><Relationship Id="rId5" Type="http://schemas.openxmlformats.org/officeDocument/2006/relationships/image" Target="../media/image318.wmf"/><Relationship Id="rId4" Type="http://schemas.openxmlformats.org/officeDocument/2006/relationships/image" Target="../media/image317.wmf"/><Relationship Id="rId3" Type="http://schemas.openxmlformats.org/officeDocument/2006/relationships/image" Target="../media/image316.wmf"/><Relationship Id="rId2" Type="http://schemas.openxmlformats.org/officeDocument/2006/relationships/image" Target="../media/image315.wmf"/><Relationship Id="rId15" Type="http://schemas.openxmlformats.org/officeDocument/2006/relationships/image" Target="../media/image323.wmf"/><Relationship Id="rId14" Type="http://schemas.openxmlformats.org/officeDocument/2006/relationships/image" Target="../media/image322.wmf"/><Relationship Id="rId13" Type="http://schemas.openxmlformats.org/officeDocument/2006/relationships/image" Target="../media/image129.wmf"/><Relationship Id="rId12" Type="http://schemas.openxmlformats.org/officeDocument/2006/relationships/image" Target="../media/image128.wmf"/><Relationship Id="rId11" Type="http://schemas.openxmlformats.org/officeDocument/2006/relationships/image" Target="../media/image127.wmf"/><Relationship Id="rId10" Type="http://schemas.openxmlformats.org/officeDocument/2006/relationships/image" Target="../media/image126.wmf"/><Relationship Id="rId1" Type="http://schemas.openxmlformats.org/officeDocument/2006/relationships/image" Target="../media/image314.wmf"/></Relationships>
</file>

<file path=ppt/drawings/_rels/vmlDrawing47.vml.rels><?xml version="1.0" encoding="UTF-8" standalone="yes"?>
<Relationships xmlns="http://schemas.openxmlformats.org/package/2006/relationships"><Relationship Id="rId4" Type="http://schemas.openxmlformats.org/officeDocument/2006/relationships/image" Target="../media/image320.wmf"/><Relationship Id="rId3" Type="http://schemas.openxmlformats.org/officeDocument/2006/relationships/image" Target="../media/image326.emf"/><Relationship Id="rId2" Type="http://schemas.openxmlformats.org/officeDocument/2006/relationships/image" Target="../media/image325.emf"/><Relationship Id="rId1" Type="http://schemas.openxmlformats.org/officeDocument/2006/relationships/image" Target="../media/image324.emf"/></Relationships>
</file>

<file path=ppt/drawings/_rels/vmlDrawing48.vml.rels><?xml version="1.0" encoding="UTF-8" standalone="yes"?>
<Relationships xmlns="http://schemas.openxmlformats.org/package/2006/relationships"><Relationship Id="rId7" Type="http://schemas.openxmlformats.org/officeDocument/2006/relationships/image" Target="../media/image334.wmf"/><Relationship Id="rId6" Type="http://schemas.openxmlformats.org/officeDocument/2006/relationships/image" Target="../media/image333.wmf"/><Relationship Id="rId5" Type="http://schemas.openxmlformats.org/officeDocument/2006/relationships/image" Target="../media/image332.wmf"/><Relationship Id="rId4" Type="http://schemas.openxmlformats.org/officeDocument/2006/relationships/image" Target="../media/image331.wmf"/><Relationship Id="rId3" Type="http://schemas.openxmlformats.org/officeDocument/2006/relationships/image" Target="../media/image330.wmf"/><Relationship Id="rId2" Type="http://schemas.openxmlformats.org/officeDocument/2006/relationships/image" Target="../media/image329.wmf"/><Relationship Id="rId1" Type="http://schemas.openxmlformats.org/officeDocument/2006/relationships/image" Target="../media/image328.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335.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337.wmf"/></Relationships>
</file>

<file path=ppt/drawings/_rels/vmlDrawing51.vml.rels><?xml version="1.0" encoding="UTF-8" standalone="yes"?>
<Relationships xmlns="http://schemas.openxmlformats.org/package/2006/relationships"><Relationship Id="rId5" Type="http://schemas.openxmlformats.org/officeDocument/2006/relationships/image" Target="../media/image342.wmf"/><Relationship Id="rId4" Type="http://schemas.openxmlformats.org/officeDocument/2006/relationships/image" Target="../media/image341.emf"/><Relationship Id="rId3" Type="http://schemas.openxmlformats.org/officeDocument/2006/relationships/image" Target="../media/image317.wmf"/><Relationship Id="rId2" Type="http://schemas.openxmlformats.org/officeDocument/2006/relationships/image" Target="../media/image316.wmf"/><Relationship Id="rId1" Type="http://schemas.openxmlformats.org/officeDocument/2006/relationships/image" Target="../media/image340.emf"/></Relationships>
</file>

<file path=ppt/drawings/_rels/vmlDrawing52.vml.rels><?xml version="1.0" encoding="UTF-8" standalone="yes"?>
<Relationships xmlns="http://schemas.openxmlformats.org/package/2006/relationships"><Relationship Id="rId4" Type="http://schemas.openxmlformats.org/officeDocument/2006/relationships/image" Target="../media/image346.wmf"/><Relationship Id="rId3" Type="http://schemas.openxmlformats.org/officeDocument/2006/relationships/image" Target="../media/image345.wmf"/><Relationship Id="rId2" Type="http://schemas.openxmlformats.org/officeDocument/2006/relationships/image" Target="../media/image344.wmf"/><Relationship Id="rId1" Type="http://schemas.openxmlformats.org/officeDocument/2006/relationships/image" Target="../media/image343.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348.wmf"/><Relationship Id="rId1" Type="http://schemas.openxmlformats.org/officeDocument/2006/relationships/image" Target="../media/image347.wmf"/></Relationships>
</file>

<file path=ppt/drawings/_rels/vmlDrawing54.vml.rels><?xml version="1.0" encoding="UTF-8" standalone="yes"?>
<Relationships xmlns="http://schemas.openxmlformats.org/package/2006/relationships"><Relationship Id="rId7" Type="http://schemas.openxmlformats.org/officeDocument/2006/relationships/image" Target="../media/image354.wmf"/><Relationship Id="rId6" Type="http://schemas.openxmlformats.org/officeDocument/2006/relationships/image" Target="../media/image353.wmf"/><Relationship Id="rId5" Type="http://schemas.openxmlformats.org/officeDocument/2006/relationships/image" Target="../media/image352.wmf"/><Relationship Id="rId4" Type="http://schemas.openxmlformats.org/officeDocument/2006/relationships/image" Target="../media/image351.wmf"/><Relationship Id="rId3" Type="http://schemas.openxmlformats.org/officeDocument/2006/relationships/image" Target="../media/image350.wmf"/><Relationship Id="rId2" Type="http://schemas.openxmlformats.org/officeDocument/2006/relationships/image" Target="../media/image349.wmf"/><Relationship Id="rId1" Type="http://schemas.openxmlformats.org/officeDocument/2006/relationships/image" Target="../media/image345.wmf"/></Relationships>
</file>

<file path=ppt/drawings/_rels/vmlDrawing55.vml.rels><?xml version="1.0" encoding="UTF-8" standalone="yes"?>
<Relationships xmlns="http://schemas.openxmlformats.org/package/2006/relationships"><Relationship Id="rId7" Type="http://schemas.openxmlformats.org/officeDocument/2006/relationships/image" Target="../media/image354.wmf"/><Relationship Id="rId6" Type="http://schemas.openxmlformats.org/officeDocument/2006/relationships/image" Target="../media/image353.wmf"/><Relationship Id="rId5" Type="http://schemas.openxmlformats.org/officeDocument/2006/relationships/image" Target="../media/image352.wmf"/><Relationship Id="rId4" Type="http://schemas.openxmlformats.org/officeDocument/2006/relationships/image" Target="../media/image357.wmf"/><Relationship Id="rId3" Type="http://schemas.openxmlformats.org/officeDocument/2006/relationships/image" Target="../media/image356.wmf"/><Relationship Id="rId2" Type="http://schemas.openxmlformats.org/officeDocument/2006/relationships/image" Target="../media/image355.wmf"/><Relationship Id="rId1" Type="http://schemas.openxmlformats.org/officeDocument/2006/relationships/image" Target="../media/image348.wmf"/></Relationships>
</file>

<file path=ppt/drawings/_rels/vmlDrawing56.vml.rels><?xml version="1.0" encoding="UTF-8" standalone="yes"?>
<Relationships xmlns="http://schemas.openxmlformats.org/package/2006/relationships"><Relationship Id="rId9" Type="http://schemas.openxmlformats.org/officeDocument/2006/relationships/image" Target="../media/image374.wmf"/><Relationship Id="rId8" Type="http://schemas.openxmlformats.org/officeDocument/2006/relationships/image" Target="../media/image373.wmf"/><Relationship Id="rId7" Type="http://schemas.openxmlformats.org/officeDocument/2006/relationships/image" Target="../media/image372.wmf"/><Relationship Id="rId6" Type="http://schemas.openxmlformats.org/officeDocument/2006/relationships/image" Target="../media/image371.wmf"/><Relationship Id="rId5" Type="http://schemas.openxmlformats.org/officeDocument/2006/relationships/image" Target="../media/image370.wmf"/><Relationship Id="rId4" Type="http://schemas.openxmlformats.org/officeDocument/2006/relationships/image" Target="../media/image369.wmf"/><Relationship Id="rId3" Type="http://schemas.openxmlformats.org/officeDocument/2006/relationships/image" Target="../media/image368.wmf"/><Relationship Id="rId2" Type="http://schemas.openxmlformats.org/officeDocument/2006/relationships/image" Target="../media/image367.wmf"/><Relationship Id="rId13" Type="http://schemas.openxmlformats.org/officeDocument/2006/relationships/image" Target="../media/image378.wmf"/><Relationship Id="rId12" Type="http://schemas.openxmlformats.org/officeDocument/2006/relationships/image" Target="../media/image377.wmf"/><Relationship Id="rId11" Type="http://schemas.openxmlformats.org/officeDocument/2006/relationships/image" Target="../media/image376.wmf"/><Relationship Id="rId10" Type="http://schemas.openxmlformats.org/officeDocument/2006/relationships/image" Target="../media/image375.wmf"/><Relationship Id="rId1" Type="http://schemas.openxmlformats.org/officeDocument/2006/relationships/image" Target="../media/image36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01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1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1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1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8BD6668E-9BFB-42E1-B518-BB1C0A4D0D6E}"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D1BC35C1-EA37-45FC-BA8C-8E17A21AC981}"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幻灯片图像占位符 1"/>
          <p:cNvSpPr>
            <a:spLocks noGrp="1" noRot="1" noChangeAspect="1" noTextEdit="1"/>
          </p:cNvSpPr>
          <p:nvPr>
            <p:ph type="sldImg"/>
          </p:nvPr>
        </p:nvSpPr>
        <p:spPr>
          <a:ln/>
        </p:spPr>
      </p:sp>
      <p:sp>
        <p:nvSpPr>
          <p:cNvPr id="7170" name="文本占位符 2"/>
          <p:cNvSpPr>
            <a:spLocks noGrp="1"/>
          </p:cNvSpPr>
          <p:nvPr>
            <p:ph type="body"/>
          </p:nvPr>
        </p:nvSpPr>
        <p:spPr>
          <a:ln/>
        </p:spPr>
        <p:txBody>
          <a:bodyPr wrap="square" lIns="91440" tIns="45720" rIns="91440" bIns="45720" anchor="t" anchorCtr="0"/>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14338" name="Rectangle 2"/>
          <p:cNvSpPr>
            <a:spLocks noGrp="1" noRot="1" noChangeAspect="1" noTextEdit="1"/>
          </p:cNvSpPr>
          <p:nvPr>
            <p:ph type="sldImg"/>
          </p:nvPr>
        </p:nvSpPr>
        <p:spPr>
          <a:ln/>
        </p:spPr>
      </p:sp>
      <p:sp>
        <p:nvSpPr>
          <p:cNvPr id="14339" name="Rectangle 3"/>
          <p:cNvSpPr>
            <a:spLocks noGrp="1"/>
          </p:cNvSpPr>
          <p:nvPr>
            <p:ph type="body"/>
          </p:nvPr>
        </p:nvSpPr>
        <p:spPr>
          <a:xfrm>
            <a:off x="914400" y="4343400"/>
            <a:ext cx="5029200" cy="4114800"/>
          </a:xfrm>
          <a:ln/>
        </p:spPr>
        <p:txBody>
          <a:bodyPr wrap="square" lIns="91440" tIns="45720" rIns="91440" bIns="45720" anchor="t" anchorCtr="0"/>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16386" name="Rectangle 2"/>
          <p:cNvSpPr>
            <a:spLocks noGrp="1" noRot="1" noChangeAspect="1" noTextEdit="1"/>
          </p:cNvSpPr>
          <p:nvPr>
            <p:ph type="sldImg"/>
          </p:nvPr>
        </p:nvSpPr>
        <p:spPr>
          <a:ln/>
        </p:spPr>
      </p:sp>
      <p:sp>
        <p:nvSpPr>
          <p:cNvPr id="16387" name="Rectangle 3"/>
          <p:cNvSpPr>
            <a:spLocks noGrp="1"/>
          </p:cNvSpPr>
          <p:nvPr>
            <p:ph type="body"/>
          </p:nvPr>
        </p:nvSpPr>
        <p:spPr>
          <a:xfrm>
            <a:off x="914400" y="4343400"/>
            <a:ext cx="5029200" cy="4114800"/>
          </a:xfrm>
          <a:ln/>
        </p:spPr>
        <p:txBody>
          <a:bodyPr wrap="square" lIns="91440" tIns="45720" rIns="91440" bIns="45720" anchor="t" anchorCtr="0"/>
          <a:p>
            <a:pPr lvl="0"/>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幻灯片图像占位符 1"/>
          <p:cNvSpPr>
            <a:spLocks noGrp="1" noRot="1" noChangeAspect="1" noTextEdit="1"/>
          </p:cNvSpPr>
          <p:nvPr>
            <p:ph type="sldImg"/>
          </p:nvPr>
        </p:nvSpPr>
        <p:spPr>
          <a:ln/>
        </p:spPr>
      </p:sp>
      <p:sp>
        <p:nvSpPr>
          <p:cNvPr id="21506" name="备注占位符 2"/>
          <p:cNvSpPr>
            <a:spLocks noGrp="1"/>
          </p:cNvSpPr>
          <p:nvPr>
            <p:ph type="body"/>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28674" name="Rectangle 2"/>
          <p:cNvSpPr>
            <a:spLocks noGrp="1" noRot="1" noChangeAspect="1" noTextEdit="1"/>
          </p:cNvSpPr>
          <p:nvPr>
            <p:ph type="sldImg"/>
          </p:nvPr>
        </p:nvSpPr>
        <p:spPr>
          <a:ln/>
        </p:spPr>
      </p:sp>
      <p:sp>
        <p:nvSpPr>
          <p:cNvPr id="28675" name="Rectangle 3"/>
          <p:cNvSpPr>
            <a:spLocks noGrp="1"/>
          </p:cNvSpPr>
          <p:nvPr>
            <p:ph type="body"/>
          </p:nvPr>
        </p:nvSpPr>
        <p:spPr>
          <a:xfrm>
            <a:off x="914400" y="4343400"/>
            <a:ext cx="5029200" cy="4114800"/>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30722" name="Rectangle 2"/>
          <p:cNvSpPr>
            <a:spLocks noGrp="1" noRot="1" noChangeAspect="1" noTextEdit="1"/>
          </p:cNvSpPr>
          <p:nvPr>
            <p:ph type="sldImg"/>
          </p:nvPr>
        </p:nvSpPr>
        <p:spPr>
          <a:ln/>
        </p:spPr>
      </p:sp>
      <p:sp>
        <p:nvSpPr>
          <p:cNvPr id="30723" name="Rectangle 3"/>
          <p:cNvSpPr>
            <a:spLocks noGrp="1"/>
          </p:cNvSpPr>
          <p:nvPr>
            <p:ph type="body"/>
          </p:nvPr>
        </p:nvSpPr>
        <p:spPr>
          <a:xfrm>
            <a:off x="914400" y="4343400"/>
            <a:ext cx="5029200" cy="4114800"/>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46082" name="Rectangle 2"/>
          <p:cNvSpPr>
            <a:spLocks noGrp="1" noRot="1" noChangeAspect="1" noTextEdit="1"/>
          </p:cNvSpPr>
          <p:nvPr>
            <p:ph type="sldImg"/>
          </p:nvPr>
        </p:nvSpPr>
        <p:spPr>
          <a:ln/>
        </p:spPr>
      </p:sp>
      <p:sp>
        <p:nvSpPr>
          <p:cNvPr id="46083" name="Rectangle 3"/>
          <p:cNvSpPr>
            <a:spLocks noGrp="1"/>
          </p:cNvSpPr>
          <p:nvPr>
            <p:ph type="body"/>
          </p:nvPr>
        </p:nvSpPr>
        <p:spPr>
          <a:xfrm>
            <a:off x="914400" y="4343400"/>
            <a:ext cx="5029200" cy="4114800"/>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51202" name="Rectangle 2"/>
          <p:cNvSpPr>
            <a:spLocks noGrp="1" noRot="1" noChangeAspect="1" noTextEdit="1"/>
          </p:cNvSpPr>
          <p:nvPr>
            <p:ph type="sldImg"/>
          </p:nvPr>
        </p:nvSpPr>
        <p:spPr>
          <a:ln/>
        </p:spPr>
      </p:sp>
      <p:sp>
        <p:nvSpPr>
          <p:cNvPr id="51203" name="Rectangle 3"/>
          <p:cNvSpPr>
            <a:spLocks noGrp="1"/>
          </p:cNvSpPr>
          <p:nvPr>
            <p:ph type="body"/>
          </p:nvPr>
        </p:nvSpPr>
        <p:spPr>
          <a:xfrm>
            <a:off x="914400" y="4343400"/>
            <a:ext cx="5029200" cy="4114800"/>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幻灯片图像占位符 1"/>
          <p:cNvSpPr>
            <a:spLocks noGrp="1" noRot="1" noChangeAspect="1" noTextEdit="1"/>
          </p:cNvSpPr>
          <p:nvPr>
            <p:ph type="sldImg"/>
          </p:nvPr>
        </p:nvSpPr>
        <p:spPr>
          <a:ln/>
        </p:spPr>
      </p:sp>
      <p:sp>
        <p:nvSpPr>
          <p:cNvPr id="57346" name="备注占位符 2"/>
          <p:cNvSpPr>
            <a:spLocks noGrp="1"/>
          </p:cNvSpPr>
          <p:nvPr>
            <p:ph type="body"/>
          </p:nvPr>
        </p:nvSpPr>
        <p:spPr>
          <a:ln/>
        </p:spPr>
        <p:txBody>
          <a:bodyPr wrap="square" lIns="91440" tIns="45720" rIns="91440" bIns="45720" anchor="t" anchorCtr="0"/>
          <a:p>
            <a:pPr lvl="0"/>
            <a:r>
              <a:rPr lang="zh-CN" altLang="en-US" b="1" dirty="0">
                <a:solidFill>
                  <a:srgbClr val="000000"/>
                </a:solidFill>
                <a:latin typeface="Times New Roman" panose="02020603050405020304" pitchFamily="18" charset="0"/>
                <a:ea typeface="楷体_GB2312" pitchFamily="49" charset="-122"/>
              </a:rPr>
              <a:t>因为弹簧振子的周期决定于系统的惯性和弹性，惯性越大则周期越大。因此可以定性地说，在考虑了弹簧的质量之后，弹簧振子的周期肯定会变大。</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83970" name="Rectangle 2"/>
          <p:cNvSpPr>
            <a:spLocks noGrp="1" noRot="1" noChangeAspect="1" noTextEdit="1"/>
          </p:cNvSpPr>
          <p:nvPr>
            <p:ph type="sldImg"/>
          </p:nvPr>
        </p:nvSpPr>
        <p:spPr>
          <a:ln/>
        </p:spPr>
      </p:sp>
      <p:sp>
        <p:nvSpPr>
          <p:cNvPr id="83971" name="Rectangle 3"/>
          <p:cNvSpPr>
            <a:spLocks noGrp="1"/>
          </p:cNvSpPr>
          <p:nvPr>
            <p:ph type="body"/>
          </p:nvPr>
        </p:nvSpPr>
        <p:spPr>
          <a:xfrm>
            <a:off x="914400" y="4343400"/>
            <a:ext cx="5029200" cy="4114800"/>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日期占位符 1"/>
          <p:cNvSpPr txBox="1">
            <a:spLocks noGrp="1"/>
          </p:cNvSpPr>
          <p:nvPr>
            <p:ph type="dt" sz="half"/>
          </p:nvPr>
        </p:nvSpPr>
        <p:spPr>
          <a:xfrm>
            <a:off x="3884613" y="0"/>
            <a:ext cx="2971800" cy="458788"/>
          </a:xfrm>
          <a:prstGeom prst="rect">
            <a:avLst/>
          </a:prstGeom>
          <a:noFill/>
          <a:ln w="9525">
            <a:noFill/>
          </a:ln>
        </p:spPr>
        <p:txBody>
          <a:bodyPr vert="horz" wrap="square" lIns="91440" tIns="45720" rIns="91440" bIns="45720" anchor="t" anchorCtr="0"/>
          <a:p>
            <a:pPr lvl="0" algn="r"/>
            <a:r>
              <a:rPr lang="en-US" altLang="en-US" sz="1200" dirty="0">
                <a:latin typeface="Calibri" panose="020F0502020204030204" charset="0"/>
              </a:rPr>
              <a:t>郑采星《大学物理》教案</a:t>
            </a:r>
            <a:endParaRPr lang="en-US" altLang="en-US" sz="1200" dirty="0">
              <a:latin typeface="Calibri" panose="020F0502020204030204" charset="0"/>
            </a:endParaRPr>
          </a:p>
        </p:txBody>
      </p:sp>
      <p:sp>
        <p:nvSpPr>
          <p:cNvPr id="87042" name="灯片编号占位符 2"/>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en-US" altLang="en-US" sz="1200" dirty="0">
                <a:latin typeface="Calibri" panose="020F0502020204030204" charset="0"/>
              </a:rPr>
            </a:fld>
            <a:endParaRPr lang="en-US" altLang="en-US" sz="1200" dirty="0">
              <a:latin typeface="Calibri" panose="020F0502020204030204" charset="0"/>
            </a:endParaRPr>
          </a:p>
        </p:txBody>
      </p:sp>
      <p:sp>
        <p:nvSpPr>
          <p:cNvPr id="87043" name="幻灯片图像占位符 242689"/>
          <p:cNvSpPr>
            <a:spLocks noGrp="1" noRot="1" noChangeAspect="1" noTextEdit="1"/>
          </p:cNvSpPr>
          <p:nvPr>
            <p:ph type="sldImg"/>
          </p:nvPr>
        </p:nvSpPr>
        <p:spPr>
          <a:ln/>
        </p:spPr>
      </p:sp>
      <p:sp>
        <p:nvSpPr>
          <p:cNvPr id="87044" name="文本占位符 242690"/>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3075" name="Rectangle 3"/>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3075" name="Rectangle 3"/>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44AC15FA-C40F-4864-8926-FD78DEACB617}"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4.GIF"/><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8.xml"/><Relationship Id="rId3" Type="http://schemas.openxmlformats.org/officeDocument/2006/relationships/image" Target="../media/image7.GIF"/><Relationship Id="rId2" Type="http://schemas.openxmlformats.org/officeDocument/2006/relationships/image" Target="../media/image6.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11.wmf"/><Relationship Id="rId7" Type="http://schemas.openxmlformats.org/officeDocument/2006/relationships/oleObject" Target="../embeddings/oleObject5.bin"/><Relationship Id="rId6" Type="http://schemas.openxmlformats.org/officeDocument/2006/relationships/image" Target="../media/image10.wmf"/><Relationship Id="rId5" Type="http://schemas.openxmlformats.org/officeDocument/2006/relationships/oleObject" Target="../embeddings/oleObject4.bin"/><Relationship Id="rId4" Type="http://schemas.openxmlformats.org/officeDocument/2006/relationships/image" Target="../media/image9.wmf"/><Relationship Id="rId3" Type="http://schemas.openxmlformats.org/officeDocument/2006/relationships/oleObject" Target="../embeddings/oleObject3.bin"/><Relationship Id="rId2" Type="http://schemas.openxmlformats.org/officeDocument/2006/relationships/image" Target="../media/image8.wmf"/><Relationship Id="rId16" Type="http://schemas.openxmlformats.org/officeDocument/2006/relationships/vmlDrawing" Target="../drawings/vmlDrawing2.vml"/><Relationship Id="rId15" Type="http://schemas.openxmlformats.org/officeDocument/2006/relationships/slideLayout" Target="../slideLayouts/slideLayout18.xml"/><Relationship Id="rId14" Type="http://schemas.openxmlformats.org/officeDocument/2006/relationships/image" Target="../media/image14.wmf"/><Relationship Id="rId13" Type="http://schemas.openxmlformats.org/officeDocument/2006/relationships/oleObject" Target="../embeddings/oleObject8.bin"/><Relationship Id="rId12" Type="http://schemas.openxmlformats.org/officeDocument/2006/relationships/image" Target="../media/image13.wmf"/><Relationship Id="rId11" Type="http://schemas.openxmlformats.org/officeDocument/2006/relationships/oleObject" Target="../embeddings/oleObject7.bin"/><Relationship Id="rId10" Type="http://schemas.openxmlformats.org/officeDocument/2006/relationships/image" Target="../media/image12.w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8.wmf"/><Relationship Id="rId7" Type="http://schemas.openxmlformats.org/officeDocument/2006/relationships/oleObject" Target="../embeddings/oleObject12.bin"/><Relationship Id="rId6" Type="http://schemas.openxmlformats.org/officeDocument/2006/relationships/image" Target="../media/image17.wmf"/><Relationship Id="rId5" Type="http://schemas.openxmlformats.org/officeDocument/2006/relationships/oleObject" Target="../embeddings/oleObject11.bin"/><Relationship Id="rId4" Type="http://schemas.openxmlformats.org/officeDocument/2006/relationships/image" Target="../media/image16.wmf"/><Relationship Id="rId3" Type="http://schemas.openxmlformats.org/officeDocument/2006/relationships/oleObject" Target="../embeddings/oleObject10.bin"/><Relationship Id="rId2" Type="http://schemas.openxmlformats.org/officeDocument/2006/relationships/image" Target="../media/image15.wmf"/><Relationship Id="rId19" Type="http://schemas.openxmlformats.org/officeDocument/2006/relationships/notesSlide" Target="../notesSlides/notesSlide2.xml"/><Relationship Id="rId18" Type="http://schemas.openxmlformats.org/officeDocument/2006/relationships/vmlDrawing" Target="../drawings/vmlDrawing3.vml"/><Relationship Id="rId17" Type="http://schemas.openxmlformats.org/officeDocument/2006/relationships/slideLayout" Target="../slideLayouts/slideLayout18.xml"/><Relationship Id="rId16" Type="http://schemas.openxmlformats.org/officeDocument/2006/relationships/image" Target="../media/image22.wmf"/><Relationship Id="rId15" Type="http://schemas.openxmlformats.org/officeDocument/2006/relationships/oleObject" Target="../embeddings/oleObject16.bin"/><Relationship Id="rId14" Type="http://schemas.openxmlformats.org/officeDocument/2006/relationships/image" Target="../media/image21.wmf"/><Relationship Id="rId13" Type="http://schemas.openxmlformats.org/officeDocument/2006/relationships/oleObject" Target="../embeddings/oleObject15.bin"/><Relationship Id="rId12" Type="http://schemas.openxmlformats.org/officeDocument/2006/relationships/image" Target="../media/image20.wmf"/><Relationship Id="rId11" Type="http://schemas.openxmlformats.org/officeDocument/2006/relationships/oleObject" Target="../embeddings/oleObject14.bin"/><Relationship Id="rId10" Type="http://schemas.openxmlformats.org/officeDocument/2006/relationships/image" Target="../media/image19.wmf"/><Relationship Id="rId1"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26.wmf"/><Relationship Id="rId7" Type="http://schemas.openxmlformats.org/officeDocument/2006/relationships/oleObject" Target="../embeddings/oleObject20.bin"/><Relationship Id="rId6" Type="http://schemas.openxmlformats.org/officeDocument/2006/relationships/image" Target="../media/image25.wmf"/><Relationship Id="rId5" Type="http://schemas.openxmlformats.org/officeDocument/2006/relationships/oleObject" Target="../embeddings/oleObject19.bin"/><Relationship Id="rId4" Type="http://schemas.openxmlformats.org/officeDocument/2006/relationships/image" Target="../media/image24.wmf"/><Relationship Id="rId3" Type="http://schemas.openxmlformats.org/officeDocument/2006/relationships/oleObject" Target="../embeddings/oleObject18.bin"/><Relationship Id="rId25" Type="http://schemas.openxmlformats.org/officeDocument/2006/relationships/notesSlide" Target="../notesSlides/notesSlide3.xml"/><Relationship Id="rId24" Type="http://schemas.openxmlformats.org/officeDocument/2006/relationships/vmlDrawing" Target="../drawings/vmlDrawing4.vml"/><Relationship Id="rId23" Type="http://schemas.openxmlformats.org/officeDocument/2006/relationships/slideLayout" Target="../slideLayouts/slideLayout18.xml"/><Relationship Id="rId22" Type="http://schemas.openxmlformats.org/officeDocument/2006/relationships/image" Target="../media/image33.wmf"/><Relationship Id="rId21" Type="http://schemas.openxmlformats.org/officeDocument/2006/relationships/oleObject" Target="../embeddings/oleObject27.bin"/><Relationship Id="rId20" Type="http://schemas.openxmlformats.org/officeDocument/2006/relationships/image" Target="../media/image32.wmf"/><Relationship Id="rId2" Type="http://schemas.openxmlformats.org/officeDocument/2006/relationships/image" Target="../media/image23.wmf"/><Relationship Id="rId19" Type="http://schemas.openxmlformats.org/officeDocument/2006/relationships/oleObject" Target="../embeddings/oleObject26.bin"/><Relationship Id="rId18" Type="http://schemas.openxmlformats.org/officeDocument/2006/relationships/image" Target="../media/image31.wmf"/><Relationship Id="rId17" Type="http://schemas.openxmlformats.org/officeDocument/2006/relationships/oleObject" Target="../embeddings/oleObject25.bin"/><Relationship Id="rId16" Type="http://schemas.openxmlformats.org/officeDocument/2006/relationships/image" Target="../media/image30.wmf"/><Relationship Id="rId15" Type="http://schemas.openxmlformats.org/officeDocument/2006/relationships/oleObject" Target="../embeddings/oleObject24.bin"/><Relationship Id="rId14" Type="http://schemas.openxmlformats.org/officeDocument/2006/relationships/image" Target="../media/image29.emf"/><Relationship Id="rId13" Type="http://schemas.openxmlformats.org/officeDocument/2006/relationships/oleObject" Target="../embeddings/oleObject23.bin"/><Relationship Id="rId12" Type="http://schemas.openxmlformats.org/officeDocument/2006/relationships/image" Target="../media/image28.emf"/><Relationship Id="rId11" Type="http://schemas.openxmlformats.org/officeDocument/2006/relationships/oleObject" Target="../embeddings/oleObject22.bin"/><Relationship Id="rId10" Type="http://schemas.openxmlformats.org/officeDocument/2006/relationships/image" Target="../media/image27.wmf"/><Relationship Id="rId1" Type="http://schemas.openxmlformats.org/officeDocument/2006/relationships/oleObject" Target="../embeddings/oleObject17.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image" Target="../media/image37.wmf"/><Relationship Id="rId7" Type="http://schemas.openxmlformats.org/officeDocument/2006/relationships/oleObject" Target="../embeddings/oleObject31.bin"/><Relationship Id="rId6" Type="http://schemas.openxmlformats.org/officeDocument/2006/relationships/image" Target="../media/image36.wmf"/><Relationship Id="rId5" Type="http://schemas.openxmlformats.org/officeDocument/2006/relationships/oleObject" Target="../embeddings/oleObject30.bin"/><Relationship Id="rId4" Type="http://schemas.openxmlformats.org/officeDocument/2006/relationships/image" Target="../media/image35.wmf"/><Relationship Id="rId3" Type="http://schemas.openxmlformats.org/officeDocument/2006/relationships/oleObject" Target="../embeddings/oleObject29.bin"/><Relationship Id="rId26" Type="http://schemas.openxmlformats.org/officeDocument/2006/relationships/vmlDrawing" Target="../drawings/vmlDrawing5.vml"/><Relationship Id="rId25" Type="http://schemas.openxmlformats.org/officeDocument/2006/relationships/slideLayout" Target="../slideLayouts/slideLayout18.xml"/><Relationship Id="rId24" Type="http://schemas.openxmlformats.org/officeDocument/2006/relationships/image" Target="../media/image44.GIF"/><Relationship Id="rId23" Type="http://schemas.openxmlformats.org/officeDocument/2006/relationships/oleObject" Target="../embeddings/oleObject40.bin"/><Relationship Id="rId22" Type="http://schemas.openxmlformats.org/officeDocument/2006/relationships/oleObject" Target="../embeddings/oleObject39.bin"/><Relationship Id="rId21" Type="http://schemas.openxmlformats.org/officeDocument/2006/relationships/oleObject" Target="../embeddings/oleObject38.bin"/><Relationship Id="rId20" Type="http://schemas.openxmlformats.org/officeDocument/2006/relationships/image" Target="../media/image43.wmf"/><Relationship Id="rId2" Type="http://schemas.openxmlformats.org/officeDocument/2006/relationships/image" Target="../media/image34.wmf"/><Relationship Id="rId19" Type="http://schemas.openxmlformats.org/officeDocument/2006/relationships/oleObject" Target="../embeddings/oleObject37.bin"/><Relationship Id="rId18" Type="http://schemas.openxmlformats.org/officeDocument/2006/relationships/image" Target="../media/image42.wmf"/><Relationship Id="rId17" Type="http://schemas.openxmlformats.org/officeDocument/2006/relationships/oleObject" Target="../embeddings/oleObject36.bin"/><Relationship Id="rId16" Type="http://schemas.openxmlformats.org/officeDocument/2006/relationships/image" Target="../media/image41.wmf"/><Relationship Id="rId15" Type="http://schemas.openxmlformats.org/officeDocument/2006/relationships/oleObject" Target="../embeddings/oleObject35.bin"/><Relationship Id="rId14" Type="http://schemas.openxmlformats.org/officeDocument/2006/relationships/image" Target="../media/image40.wmf"/><Relationship Id="rId13" Type="http://schemas.openxmlformats.org/officeDocument/2006/relationships/oleObject" Target="../embeddings/oleObject34.bin"/><Relationship Id="rId12" Type="http://schemas.openxmlformats.org/officeDocument/2006/relationships/image" Target="../media/image39.wmf"/><Relationship Id="rId11" Type="http://schemas.openxmlformats.org/officeDocument/2006/relationships/oleObject" Target="../embeddings/oleObject33.bin"/><Relationship Id="rId10" Type="http://schemas.openxmlformats.org/officeDocument/2006/relationships/image" Target="../media/image38.wmf"/><Relationship Id="rId1" Type="http://schemas.openxmlformats.org/officeDocument/2006/relationships/oleObject" Target="../embeddings/oleObject28.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45.bin"/><Relationship Id="rId8" Type="http://schemas.openxmlformats.org/officeDocument/2006/relationships/image" Target="../media/image47.wmf"/><Relationship Id="rId7" Type="http://schemas.openxmlformats.org/officeDocument/2006/relationships/oleObject" Target="../embeddings/oleObject44.bin"/><Relationship Id="rId6" Type="http://schemas.openxmlformats.org/officeDocument/2006/relationships/image" Target="../media/image46.wmf"/><Relationship Id="rId5" Type="http://schemas.openxmlformats.org/officeDocument/2006/relationships/oleObject" Target="../embeddings/oleObject43.bin"/><Relationship Id="rId4" Type="http://schemas.openxmlformats.org/officeDocument/2006/relationships/image" Target="../media/image25.wmf"/><Relationship Id="rId3" Type="http://schemas.openxmlformats.org/officeDocument/2006/relationships/oleObject" Target="../embeddings/oleObject42.bin"/><Relationship Id="rId27" Type="http://schemas.openxmlformats.org/officeDocument/2006/relationships/vmlDrawing" Target="../drawings/vmlDrawing6.vml"/><Relationship Id="rId26" Type="http://schemas.openxmlformats.org/officeDocument/2006/relationships/slideLayout" Target="../slideLayouts/slideLayout18.xml"/><Relationship Id="rId25" Type="http://schemas.openxmlformats.org/officeDocument/2006/relationships/image" Target="../media/image55.wmf"/><Relationship Id="rId24" Type="http://schemas.openxmlformats.org/officeDocument/2006/relationships/oleObject" Target="../embeddings/oleObject53.bin"/><Relationship Id="rId23" Type="http://schemas.openxmlformats.org/officeDocument/2006/relationships/image" Target="../media/image54.wmf"/><Relationship Id="rId22" Type="http://schemas.openxmlformats.org/officeDocument/2006/relationships/oleObject" Target="../embeddings/oleObject52.bin"/><Relationship Id="rId21" Type="http://schemas.openxmlformats.org/officeDocument/2006/relationships/image" Target="../media/image53.emf"/><Relationship Id="rId20" Type="http://schemas.openxmlformats.org/officeDocument/2006/relationships/oleObject" Target="../embeddings/oleObject51.bin"/><Relationship Id="rId2" Type="http://schemas.openxmlformats.org/officeDocument/2006/relationships/image" Target="../media/image45.wmf"/><Relationship Id="rId19" Type="http://schemas.openxmlformats.org/officeDocument/2006/relationships/image" Target="../media/image52.emf"/><Relationship Id="rId18" Type="http://schemas.openxmlformats.org/officeDocument/2006/relationships/oleObject" Target="../embeddings/oleObject50.bin"/><Relationship Id="rId17" Type="http://schemas.openxmlformats.org/officeDocument/2006/relationships/image" Target="../media/image51.wmf"/><Relationship Id="rId16" Type="http://schemas.openxmlformats.org/officeDocument/2006/relationships/oleObject" Target="../embeddings/oleObject49.bin"/><Relationship Id="rId15" Type="http://schemas.openxmlformats.org/officeDocument/2006/relationships/oleObject" Target="../embeddings/oleObject48.bin"/><Relationship Id="rId14" Type="http://schemas.openxmlformats.org/officeDocument/2006/relationships/image" Target="../media/image50.wmf"/><Relationship Id="rId13" Type="http://schemas.openxmlformats.org/officeDocument/2006/relationships/oleObject" Target="../embeddings/oleObject47.bin"/><Relationship Id="rId12" Type="http://schemas.openxmlformats.org/officeDocument/2006/relationships/image" Target="../media/image49.wmf"/><Relationship Id="rId11" Type="http://schemas.openxmlformats.org/officeDocument/2006/relationships/oleObject" Target="../embeddings/oleObject46.bin"/><Relationship Id="rId10" Type="http://schemas.openxmlformats.org/officeDocument/2006/relationships/image" Target="../media/image48.wmf"/><Relationship Id="rId1" Type="http://schemas.openxmlformats.org/officeDocument/2006/relationships/oleObject" Target="../embeddings/oleObject41.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59.wmf"/><Relationship Id="rId7" Type="http://schemas.openxmlformats.org/officeDocument/2006/relationships/oleObject" Target="../embeddings/oleObject57.bin"/><Relationship Id="rId6" Type="http://schemas.openxmlformats.org/officeDocument/2006/relationships/image" Target="../media/image58.wmf"/><Relationship Id="rId5" Type="http://schemas.openxmlformats.org/officeDocument/2006/relationships/oleObject" Target="../embeddings/oleObject56.bin"/><Relationship Id="rId47" Type="http://schemas.openxmlformats.org/officeDocument/2006/relationships/vmlDrawing" Target="../drawings/vmlDrawing7.vml"/><Relationship Id="rId46" Type="http://schemas.openxmlformats.org/officeDocument/2006/relationships/slideLayout" Target="../slideLayouts/slideLayout18.xml"/><Relationship Id="rId45" Type="http://schemas.openxmlformats.org/officeDocument/2006/relationships/image" Target="../media/image45.wmf"/><Relationship Id="rId44" Type="http://schemas.openxmlformats.org/officeDocument/2006/relationships/oleObject" Target="../embeddings/oleObject76.bin"/><Relationship Id="rId43" Type="http://schemas.openxmlformats.org/officeDocument/2006/relationships/image" Target="../media/image72.wmf"/><Relationship Id="rId42" Type="http://schemas.openxmlformats.org/officeDocument/2006/relationships/oleObject" Target="../embeddings/oleObject75.bin"/><Relationship Id="rId41" Type="http://schemas.openxmlformats.org/officeDocument/2006/relationships/image" Target="../media/image71.emf"/><Relationship Id="rId40" Type="http://schemas.openxmlformats.org/officeDocument/2006/relationships/oleObject" Target="../embeddings/oleObject74.bin"/><Relationship Id="rId4" Type="http://schemas.openxmlformats.org/officeDocument/2006/relationships/image" Target="../media/image57.wmf"/><Relationship Id="rId39" Type="http://schemas.openxmlformats.org/officeDocument/2006/relationships/image" Target="../media/image70.emf"/><Relationship Id="rId38" Type="http://schemas.openxmlformats.org/officeDocument/2006/relationships/oleObject" Target="../embeddings/oleObject73.bin"/><Relationship Id="rId37" Type="http://schemas.openxmlformats.org/officeDocument/2006/relationships/image" Target="../media/image69.emf"/><Relationship Id="rId36" Type="http://schemas.openxmlformats.org/officeDocument/2006/relationships/oleObject" Target="../embeddings/oleObject72.bin"/><Relationship Id="rId35" Type="http://schemas.openxmlformats.org/officeDocument/2006/relationships/image" Target="../media/image51.wmf"/><Relationship Id="rId34" Type="http://schemas.openxmlformats.org/officeDocument/2006/relationships/oleObject" Target="../embeddings/oleObject71.bin"/><Relationship Id="rId33" Type="http://schemas.openxmlformats.org/officeDocument/2006/relationships/oleObject" Target="../embeddings/oleObject70.bin"/><Relationship Id="rId32" Type="http://schemas.openxmlformats.org/officeDocument/2006/relationships/image" Target="../media/image49.wmf"/><Relationship Id="rId31" Type="http://schemas.openxmlformats.org/officeDocument/2006/relationships/oleObject" Target="../embeddings/oleObject69.bin"/><Relationship Id="rId30" Type="http://schemas.openxmlformats.org/officeDocument/2006/relationships/image" Target="../media/image48.wmf"/><Relationship Id="rId3" Type="http://schemas.openxmlformats.org/officeDocument/2006/relationships/oleObject" Target="../embeddings/oleObject55.bin"/><Relationship Id="rId29" Type="http://schemas.openxmlformats.org/officeDocument/2006/relationships/oleObject" Target="../embeddings/oleObject68.bin"/><Relationship Id="rId28" Type="http://schemas.openxmlformats.org/officeDocument/2006/relationships/image" Target="../media/image25.wmf"/><Relationship Id="rId27" Type="http://schemas.openxmlformats.org/officeDocument/2006/relationships/oleObject" Target="../embeddings/oleObject67.bin"/><Relationship Id="rId26" Type="http://schemas.openxmlformats.org/officeDocument/2006/relationships/image" Target="../media/image68.wmf"/><Relationship Id="rId25" Type="http://schemas.openxmlformats.org/officeDocument/2006/relationships/oleObject" Target="../embeddings/oleObject66.bin"/><Relationship Id="rId24" Type="http://schemas.openxmlformats.org/officeDocument/2006/relationships/image" Target="../media/image67.wmf"/><Relationship Id="rId23" Type="http://schemas.openxmlformats.org/officeDocument/2006/relationships/oleObject" Target="../embeddings/oleObject65.bin"/><Relationship Id="rId22" Type="http://schemas.openxmlformats.org/officeDocument/2006/relationships/image" Target="../media/image66.wmf"/><Relationship Id="rId21" Type="http://schemas.openxmlformats.org/officeDocument/2006/relationships/oleObject" Target="../embeddings/oleObject64.bin"/><Relationship Id="rId20" Type="http://schemas.openxmlformats.org/officeDocument/2006/relationships/image" Target="../media/image65.wmf"/><Relationship Id="rId2" Type="http://schemas.openxmlformats.org/officeDocument/2006/relationships/image" Target="../media/image56.wmf"/><Relationship Id="rId19" Type="http://schemas.openxmlformats.org/officeDocument/2006/relationships/oleObject" Target="../embeddings/oleObject63.bin"/><Relationship Id="rId18" Type="http://schemas.openxmlformats.org/officeDocument/2006/relationships/image" Target="../media/image64.wmf"/><Relationship Id="rId17" Type="http://schemas.openxmlformats.org/officeDocument/2006/relationships/oleObject" Target="../embeddings/oleObject62.bin"/><Relationship Id="rId16" Type="http://schemas.openxmlformats.org/officeDocument/2006/relationships/image" Target="../media/image63.wmf"/><Relationship Id="rId15" Type="http://schemas.openxmlformats.org/officeDocument/2006/relationships/oleObject" Target="../embeddings/oleObject61.bin"/><Relationship Id="rId14" Type="http://schemas.openxmlformats.org/officeDocument/2006/relationships/image" Target="../media/image62.wmf"/><Relationship Id="rId13" Type="http://schemas.openxmlformats.org/officeDocument/2006/relationships/oleObject" Target="../embeddings/oleObject60.bin"/><Relationship Id="rId12" Type="http://schemas.openxmlformats.org/officeDocument/2006/relationships/image" Target="../media/image61.wmf"/><Relationship Id="rId11" Type="http://schemas.openxmlformats.org/officeDocument/2006/relationships/oleObject" Target="../embeddings/oleObject59.bin"/><Relationship Id="rId10" Type="http://schemas.openxmlformats.org/officeDocument/2006/relationships/image" Target="../media/image60.wmf"/><Relationship Id="rId1" Type="http://schemas.openxmlformats.org/officeDocument/2006/relationships/oleObject" Target="../embeddings/oleObject54.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81.bin"/><Relationship Id="rId8" Type="http://schemas.openxmlformats.org/officeDocument/2006/relationships/image" Target="../media/image76.wmf"/><Relationship Id="rId7" Type="http://schemas.openxmlformats.org/officeDocument/2006/relationships/oleObject" Target="../embeddings/oleObject80.bin"/><Relationship Id="rId6" Type="http://schemas.openxmlformats.org/officeDocument/2006/relationships/image" Target="../media/image75.wmf"/><Relationship Id="rId5" Type="http://schemas.openxmlformats.org/officeDocument/2006/relationships/oleObject" Target="../embeddings/oleObject79.bin"/><Relationship Id="rId46" Type="http://schemas.openxmlformats.org/officeDocument/2006/relationships/notesSlide" Target="../notesSlides/notesSlide4.xml"/><Relationship Id="rId45" Type="http://schemas.openxmlformats.org/officeDocument/2006/relationships/vmlDrawing" Target="../drawings/vmlDrawing8.vml"/><Relationship Id="rId44" Type="http://schemas.openxmlformats.org/officeDocument/2006/relationships/slideLayout" Target="../slideLayouts/slideLayout18.xml"/><Relationship Id="rId43" Type="http://schemas.openxmlformats.org/officeDocument/2006/relationships/image" Target="../media/image90.wmf"/><Relationship Id="rId42" Type="http://schemas.openxmlformats.org/officeDocument/2006/relationships/oleObject" Target="../embeddings/oleObject98.bin"/><Relationship Id="rId41" Type="http://schemas.openxmlformats.org/officeDocument/2006/relationships/image" Target="../media/image89.wmf"/><Relationship Id="rId40" Type="http://schemas.openxmlformats.org/officeDocument/2006/relationships/oleObject" Target="../embeddings/oleObject97.bin"/><Relationship Id="rId4" Type="http://schemas.openxmlformats.org/officeDocument/2006/relationships/image" Target="../media/image74.wmf"/><Relationship Id="rId39" Type="http://schemas.openxmlformats.org/officeDocument/2006/relationships/image" Target="../media/image88.wmf"/><Relationship Id="rId38" Type="http://schemas.openxmlformats.org/officeDocument/2006/relationships/oleObject" Target="../embeddings/oleObject96.bin"/><Relationship Id="rId37" Type="http://schemas.openxmlformats.org/officeDocument/2006/relationships/image" Target="../media/image87.wmf"/><Relationship Id="rId36" Type="http://schemas.openxmlformats.org/officeDocument/2006/relationships/oleObject" Target="../embeddings/oleObject95.bin"/><Relationship Id="rId35" Type="http://schemas.openxmlformats.org/officeDocument/2006/relationships/image" Target="../media/image86.wmf"/><Relationship Id="rId34" Type="http://schemas.openxmlformats.org/officeDocument/2006/relationships/oleObject" Target="../embeddings/oleObject94.bin"/><Relationship Id="rId33" Type="http://schemas.openxmlformats.org/officeDocument/2006/relationships/image" Target="../media/image85.emf"/><Relationship Id="rId32" Type="http://schemas.openxmlformats.org/officeDocument/2006/relationships/oleObject" Target="../embeddings/oleObject93.bin"/><Relationship Id="rId31" Type="http://schemas.openxmlformats.org/officeDocument/2006/relationships/image" Target="../media/image84.emf"/><Relationship Id="rId30" Type="http://schemas.openxmlformats.org/officeDocument/2006/relationships/oleObject" Target="../embeddings/oleObject92.bin"/><Relationship Id="rId3" Type="http://schemas.openxmlformats.org/officeDocument/2006/relationships/oleObject" Target="../embeddings/oleObject78.bin"/><Relationship Id="rId29" Type="http://schemas.openxmlformats.org/officeDocument/2006/relationships/image" Target="../media/image83.emf"/><Relationship Id="rId28" Type="http://schemas.openxmlformats.org/officeDocument/2006/relationships/oleObject" Target="../embeddings/oleObject91.bin"/><Relationship Id="rId27" Type="http://schemas.openxmlformats.org/officeDocument/2006/relationships/oleObject" Target="../embeddings/oleObject90.bin"/><Relationship Id="rId26" Type="http://schemas.openxmlformats.org/officeDocument/2006/relationships/image" Target="../media/image51.wmf"/><Relationship Id="rId25" Type="http://schemas.openxmlformats.org/officeDocument/2006/relationships/oleObject" Target="../embeddings/oleObject89.bin"/><Relationship Id="rId24" Type="http://schemas.openxmlformats.org/officeDocument/2006/relationships/image" Target="../media/image25.wmf"/><Relationship Id="rId23" Type="http://schemas.openxmlformats.org/officeDocument/2006/relationships/oleObject" Target="../embeddings/oleObject88.bin"/><Relationship Id="rId22" Type="http://schemas.openxmlformats.org/officeDocument/2006/relationships/image" Target="../media/image82.wmf"/><Relationship Id="rId21" Type="http://schemas.openxmlformats.org/officeDocument/2006/relationships/oleObject" Target="../embeddings/oleObject87.bin"/><Relationship Id="rId20" Type="http://schemas.openxmlformats.org/officeDocument/2006/relationships/image" Target="../media/image81.wmf"/><Relationship Id="rId2" Type="http://schemas.openxmlformats.org/officeDocument/2006/relationships/image" Target="../media/image73.wmf"/><Relationship Id="rId19" Type="http://schemas.openxmlformats.org/officeDocument/2006/relationships/oleObject" Target="../embeddings/oleObject86.bin"/><Relationship Id="rId18" Type="http://schemas.openxmlformats.org/officeDocument/2006/relationships/image" Target="../media/image80.wmf"/><Relationship Id="rId17" Type="http://schemas.openxmlformats.org/officeDocument/2006/relationships/oleObject" Target="../embeddings/oleObject85.bin"/><Relationship Id="rId16" Type="http://schemas.openxmlformats.org/officeDocument/2006/relationships/image" Target="../media/image79.wmf"/><Relationship Id="rId15" Type="http://schemas.openxmlformats.org/officeDocument/2006/relationships/oleObject" Target="../embeddings/oleObject84.bin"/><Relationship Id="rId14" Type="http://schemas.openxmlformats.org/officeDocument/2006/relationships/image" Target="../media/image62.wmf"/><Relationship Id="rId13" Type="http://schemas.openxmlformats.org/officeDocument/2006/relationships/oleObject" Target="../embeddings/oleObject83.bin"/><Relationship Id="rId12" Type="http://schemas.openxmlformats.org/officeDocument/2006/relationships/image" Target="../media/image78.wmf"/><Relationship Id="rId11" Type="http://schemas.openxmlformats.org/officeDocument/2006/relationships/oleObject" Target="../embeddings/oleObject82.bin"/><Relationship Id="rId10" Type="http://schemas.openxmlformats.org/officeDocument/2006/relationships/image" Target="../media/image77.wmf"/><Relationship Id="rId1" Type="http://schemas.openxmlformats.org/officeDocument/2006/relationships/oleObject" Target="../embeddings/oleObject77.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103.bin"/><Relationship Id="rId8" Type="http://schemas.openxmlformats.org/officeDocument/2006/relationships/image" Target="../media/image94.wmf"/><Relationship Id="rId7" Type="http://schemas.openxmlformats.org/officeDocument/2006/relationships/oleObject" Target="../embeddings/oleObject102.bin"/><Relationship Id="rId6" Type="http://schemas.openxmlformats.org/officeDocument/2006/relationships/image" Target="../media/image93.wmf"/><Relationship Id="rId5" Type="http://schemas.openxmlformats.org/officeDocument/2006/relationships/oleObject" Target="../embeddings/oleObject101.bin"/><Relationship Id="rId4" Type="http://schemas.openxmlformats.org/officeDocument/2006/relationships/image" Target="../media/image92.wmf"/><Relationship Id="rId3" Type="http://schemas.openxmlformats.org/officeDocument/2006/relationships/oleObject" Target="../embeddings/oleObject100.bin"/><Relationship Id="rId20" Type="http://schemas.openxmlformats.org/officeDocument/2006/relationships/vmlDrawing" Target="../drawings/vmlDrawing9.vml"/><Relationship Id="rId2" Type="http://schemas.openxmlformats.org/officeDocument/2006/relationships/image" Target="../media/image91.wmf"/><Relationship Id="rId19" Type="http://schemas.openxmlformats.org/officeDocument/2006/relationships/slideLayout" Target="../slideLayouts/slideLayout18.xml"/><Relationship Id="rId18" Type="http://schemas.openxmlformats.org/officeDocument/2006/relationships/image" Target="../media/image99.wmf"/><Relationship Id="rId17" Type="http://schemas.openxmlformats.org/officeDocument/2006/relationships/oleObject" Target="../embeddings/oleObject107.bin"/><Relationship Id="rId16" Type="http://schemas.openxmlformats.org/officeDocument/2006/relationships/image" Target="../media/image98.wmf"/><Relationship Id="rId15" Type="http://schemas.openxmlformats.org/officeDocument/2006/relationships/oleObject" Target="../embeddings/oleObject106.bin"/><Relationship Id="rId14" Type="http://schemas.openxmlformats.org/officeDocument/2006/relationships/image" Target="../media/image97.emf"/><Relationship Id="rId13" Type="http://schemas.openxmlformats.org/officeDocument/2006/relationships/oleObject" Target="../embeddings/oleObject105.bin"/><Relationship Id="rId12" Type="http://schemas.openxmlformats.org/officeDocument/2006/relationships/image" Target="../media/image96.wmf"/><Relationship Id="rId11" Type="http://schemas.openxmlformats.org/officeDocument/2006/relationships/oleObject" Target="../embeddings/oleObject104.bin"/><Relationship Id="rId10" Type="http://schemas.openxmlformats.org/officeDocument/2006/relationships/image" Target="../media/image95.wmf"/><Relationship Id="rId1" Type="http://schemas.openxmlformats.org/officeDocument/2006/relationships/oleObject" Target="../embeddings/oleObject99.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0.GIF"/></Relationships>
</file>

<file path=ppt/slides/_rels/slide1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slideLayout" Target="../slideLayouts/slideLayout18.xml"/><Relationship Id="rId17" Type="http://schemas.openxmlformats.org/officeDocument/2006/relationships/tags" Target="../tags/tag16.xml"/><Relationship Id="rId16" Type="http://schemas.openxmlformats.org/officeDocument/2006/relationships/image" Target="../media/image101.png"/><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44.GIF"/><Relationship Id="rId7" Type="http://schemas.openxmlformats.org/officeDocument/2006/relationships/image" Target="../media/image105.png"/><Relationship Id="rId6" Type="http://schemas.openxmlformats.org/officeDocument/2006/relationships/image" Target="../media/image104.wmf"/><Relationship Id="rId5" Type="http://schemas.openxmlformats.org/officeDocument/2006/relationships/oleObject" Target="../embeddings/oleObject110.bin"/><Relationship Id="rId4" Type="http://schemas.openxmlformats.org/officeDocument/2006/relationships/image" Target="../media/image103.wmf"/><Relationship Id="rId3" Type="http://schemas.openxmlformats.org/officeDocument/2006/relationships/oleObject" Target="../embeddings/oleObject109.bin"/><Relationship Id="rId2" Type="http://schemas.openxmlformats.org/officeDocument/2006/relationships/image" Target="../media/image102.wmf"/><Relationship Id="rId10" Type="http://schemas.openxmlformats.org/officeDocument/2006/relationships/vmlDrawing" Target="../drawings/vmlDrawing10.vml"/><Relationship Id="rId1" Type="http://schemas.openxmlformats.org/officeDocument/2006/relationships/oleObject" Target="../embeddings/oleObject108.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115.bin"/><Relationship Id="rId8" Type="http://schemas.openxmlformats.org/officeDocument/2006/relationships/image" Target="../media/image109.wmf"/><Relationship Id="rId7" Type="http://schemas.openxmlformats.org/officeDocument/2006/relationships/oleObject" Target="../embeddings/oleObject114.bin"/><Relationship Id="rId6" Type="http://schemas.openxmlformats.org/officeDocument/2006/relationships/image" Target="../media/image108.emf"/><Relationship Id="rId5" Type="http://schemas.openxmlformats.org/officeDocument/2006/relationships/oleObject" Target="../embeddings/oleObject113.bin"/><Relationship Id="rId4" Type="http://schemas.openxmlformats.org/officeDocument/2006/relationships/image" Target="../media/image107.wmf"/><Relationship Id="rId3" Type="http://schemas.openxmlformats.org/officeDocument/2006/relationships/oleObject" Target="../embeddings/oleObject112.bin"/><Relationship Id="rId22" Type="http://schemas.openxmlformats.org/officeDocument/2006/relationships/notesSlide" Target="../notesSlides/notesSlide5.xml"/><Relationship Id="rId21" Type="http://schemas.openxmlformats.org/officeDocument/2006/relationships/vmlDrawing" Target="../drawings/vmlDrawing11.vml"/><Relationship Id="rId20" Type="http://schemas.openxmlformats.org/officeDocument/2006/relationships/slideLayout" Target="../slideLayouts/slideLayout18.xml"/><Relationship Id="rId2" Type="http://schemas.openxmlformats.org/officeDocument/2006/relationships/image" Target="../media/image106.wmf"/><Relationship Id="rId19" Type="http://schemas.openxmlformats.org/officeDocument/2006/relationships/image" Target="../media/image44.GIF"/><Relationship Id="rId18" Type="http://schemas.openxmlformats.org/officeDocument/2006/relationships/image" Target="../media/image114.wmf"/><Relationship Id="rId17" Type="http://schemas.openxmlformats.org/officeDocument/2006/relationships/oleObject" Target="../embeddings/oleObject119.bin"/><Relationship Id="rId16" Type="http://schemas.openxmlformats.org/officeDocument/2006/relationships/image" Target="../media/image113.wmf"/><Relationship Id="rId15" Type="http://schemas.openxmlformats.org/officeDocument/2006/relationships/oleObject" Target="../embeddings/oleObject118.bin"/><Relationship Id="rId14" Type="http://schemas.openxmlformats.org/officeDocument/2006/relationships/image" Target="../media/image112.wmf"/><Relationship Id="rId13" Type="http://schemas.openxmlformats.org/officeDocument/2006/relationships/oleObject" Target="../embeddings/oleObject117.bin"/><Relationship Id="rId12" Type="http://schemas.openxmlformats.org/officeDocument/2006/relationships/image" Target="../media/image111.wmf"/><Relationship Id="rId11" Type="http://schemas.openxmlformats.org/officeDocument/2006/relationships/oleObject" Target="../embeddings/oleObject116.bin"/><Relationship Id="rId10" Type="http://schemas.openxmlformats.org/officeDocument/2006/relationships/image" Target="../media/image110.wmf"/><Relationship Id="rId1" Type="http://schemas.openxmlformats.org/officeDocument/2006/relationships/oleObject" Target="../embeddings/oleObject111.bin"/></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12.vml"/><Relationship Id="rId5" Type="http://schemas.openxmlformats.org/officeDocument/2006/relationships/slideLayout" Target="../slideLayouts/slideLayout18.xml"/><Relationship Id="rId4" Type="http://schemas.openxmlformats.org/officeDocument/2006/relationships/image" Target="../media/image116.wmf"/><Relationship Id="rId3" Type="http://schemas.openxmlformats.org/officeDocument/2006/relationships/oleObject" Target="../embeddings/oleObject121.bin"/><Relationship Id="rId2" Type="http://schemas.openxmlformats.org/officeDocument/2006/relationships/image" Target="../media/image115.wmf"/><Relationship Id="rId1" Type="http://schemas.openxmlformats.org/officeDocument/2006/relationships/oleObject" Target="../embeddings/oleObject120.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18.png"/><Relationship Id="rId1" Type="http://schemas.openxmlformats.org/officeDocument/2006/relationships/image" Target="../media/image117.png"/></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126.bin"/><Relationship Id="rId8" Type="http://schemas.openxmlformats.org/officeDocument/2006/relationships/image" Target="../media/image122.wmf"/><Relationship Id="rId7" Type="http://schemas.openxmlformats.org/officeDocument/2006/relationships/oleObject" Target="../embeddings/oleObject125.bin"/><Relationship Id="rId6" Type="http://schemas.openxmlformats.org/officeDocument/2006/relationships/image" Target="../media/image121.emf"/><Relationship Id="rId5" Type="http://schemas.openxmlformats.org/officeDocument/2006/relationships/oleObject" Target="../embeddings/oleObject124.bin"/><Relationship Id="rId4" Type="http://schemas.openxmlformats.org/officeDocument/2006/relationships/image" Target="../media/image120.wmf"/><Relationship Id="rId3" Type="http://schemas.openxmlformats.org/officeDocument/2006/relationships/oleObject" Target="../embeddings/oleObject123.bin"/><Relationship Id="rId23" Type="http://schemas.openxmlformats.org/officeDocument/2006/relationships/vmlDrawing" Target="../drawings/vmlDrawing13.vml"/><Relationship Id="rId22" Type="http://schemas.openxmlformats.org/officeDocument/2006/relationships/slideLayout" Target="../slideLayouts/slideLayout12.xml"/><Relationship Id="rId21" Type="http://schemas.openxmlformats.org/officeDocument/2006/relationships/image" Target="../media/image129.wmf"/><Relationship Id="rId20" Type="http://schemas.openxmlformats.org/officeDocument/2006/relationships/oleObject" Target="../embeddings/oleObject131.bin"/><Relationship Id="rId2" Type="http://schemas.openxmlformats.org/officeDocument/2006/relationships/image" Target="../media/image119.wmf"/><Relationship Id="rId19" Type="http://schemas.openxmlformats.org/officeDocument/2006/relationships/image" Target="../media/image128.wmf"/><Relationship Id="rId18" Type="http://schemas.openxmlformats.org/officeDocument/2006/relationships/oleObject" Target="../embeddings/oleObject130.bin"/><Relationship Id="rId17" Type="http://schemas.openxmlformats.org/officeDocument/2006/relationships/image" Target="../media/image127.wmf"/><Relationship Id="rId16" Type="http://schemas.openxmlformats.org/officeDocument/2006/relationships/oleObject" Target="../embeddings/oleObject129.bin"/><Relationship Id="rId15" Type="http://schemas.openxmlformats.org/officeDocument/2006/relationships/image" Target="../media/image126.wmf"/><Relationship Id="rId14" Type="http://schemas.openxmlformats.org/officeDocument/2006/relationships/oleObject" Target="../embeddings/oleObject128.bin"/><Relationship Id="rId13" Type="http://schemas.openxmlformats.org/officeDocument/2006/relationships/image" Target="../media/image125.wmf"/><Relationship Id="rId12" Type="http://schemas.openxmlformats.org/officeDocument/2006/relationships/oleObject" Target="../embeddings/oleObject127.bin"/><Relationship Id="rId11" Type="http://schemas.openxmlformats.org/officeDocument/2006/relationships/image" Target="../media/image124.GIF"/><Relationship Id="rId10" Type="http://schemas.openxmlformats.org/officeDocument/2006/relationships/image" Target="../media/image123.wmf"/><Relationship Id="rId1" Type="http://schemas.openxmlformats.org/officeDocument/2006/relationships/oleObject" Target="../embeddings/oleObject122.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135.bin"/><Relationship Id="rId8" Type="http://schemas.openxmlformats.org/officeDocument/2006/relationships/image" Target="../media/image134.wmf"/><Relationship Id="rId7" Type="http://schemas.openxmlformats.org/officeDocument/2006/relationships/oleObject" Target="../embeddings/oleObject134.bin"/><Relationship Id="rId6" Type="http://schemas.openxmlformats.org/officeDocument/2006/relationships/image" Target="../media/image133.wmf"/><Relationship Id="rId5" Type="http://schemas.openxmlformats.org/officeDocument/2006/relationships/oleObject" Target="../embeddings/oleObject133.bin"/><Relationship Id="rId4" Type="http://schemas.openxmlformats.org/officeDocument/2006/relationships/image" Target="../media/image132.wmf"/><Relationship Id="rId3" Type="http://schemas.openxmlformats.org/officeDocument/2006/relationships/oleObject" Target="../embeddings/oleObject132.bin"/><Relationship Id="rId2" Type="http://schemas.openxmlformats.org/officeDocument/2006/relationships/image" Target="../media/image131.png"/><Relationship Id="rId12" Type="http://schemas.openxmlformats.org/officeDocument/2006/relationships/vmlDrawing" Target="../drawings/vmlDrawing14.vml"/><Relationship Id="rId11" Type="http://schemas.openxmlformats.org/officeDocument/2006/relationships/slideLayout" Target="../slideLayouts/slideLayout13.xml"/><Relationship Id="rId10" Type="http://schemas.openxmlformats.org/officeDocument/2006/relationships/image" Target="../media/image135.wmf"/><Relationship Id="rId1" Type="http://schemas.openxmlformats.org/officeDocument/2006/relationships/image" Target="../media/image130.png"/></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139.wmf"/><Relationship Id="rId7" Type="http://schemas.openxmlformats.org/officeDocument/2006/relationships/oleObject" Target="../embeddings/oleObject139.bin"/><Relationship Id="rId6" Type="http://schemas.openxmlformats.org/officeDocument/2006/relationships/image" Target="../media/image138.wmf"/><Relationship Id="rId5" Type="http://schemas.openxmlformats.org/officeDocument/2006/relationships/oleObject" Target="../embeddings/oleObject138.bin"/><Relationship Id="rId4" Type="http://schemas.openxmlformats.org/officeDocument/2006/relationships/image" Target="../media/image137.wmf"/><Relationship Id="rId3" Type="http://schemas.openxmlformats.org/officeDocument/2006/relationships/oleObject" Target="../embeddings/oleObject137.bin"/><Relationship Id="rId2" Type="http://schemas.openxmlformats.org/officeDocument/2006/relationships/image" Target="../media/image136.wmf"/><Relationship Id="rId16" Type="http://schemas.openxmlformats.org/officeDocument/2006/relationships/vmlDrawing" Target="../drawings/vmlDrawing15.vml"/><Relationship Id="rId15" Type="http://schemas.openxmlformats.org/officeDocument/2006/relationships/slideLayout" Target="../slideLayouts/slideLayout18.xml"/><Relationship Id="rId14" Type="http://schemas.openxmlformats.org/officeDocument/2006/relationships/image" Target="../media/image142.emf"/><Relationship Id="rId13" Type="http://schemas.openxmlformats.org/officeDocument/2006/relationships/oleObject" Target="../embeddings/oleObject142.bin"/><Relationship Id="rId12" Type="http://schemas.openxmlformats.org/officeDocument/2006/relationships/image" Target="../media/image141.emf"/><Relationship Id="rId11" Type="http://schemas.openxmlformats.org/officeDocument/2006/relationships/oleObject" Target="../embeddings/oleObject141.bin"/><Relationship Id="rId10" Type="http://schemas.openxmlformats.org/officeDocument/2006/relationships/image" Target="../media/image140.wmf"/><Relationship Id="rId1" Type="http://schemas.openxmlformats.org/officeDocument/2006/relationships/oleObject" Target="../embeddings/oleObject136.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47.bin"/><Relationship Id="rId8" Type="http://schemas.openxmlformats.org/officeDocument/2006/relationships/image" Target="../media/image146.wmf"/><Relationship Id="rId7" Type="http://schemas.openxmlformats.org/officeDocument/2006/relationships/oleObject" Target="../embeddings/oleObject146.bin"/><Relationship Id="rId6" Type="http://schemas.openxmlformats.org/officeDocument/2006/relationships/image" Target="../media/image145.wmf"/><Relationship Id="rId5" Type="http://schemas.openxmlformats.org/officeDocument/2006/relationships/oleObject" Target="../embeddings/oleObject145.bin"/><Relationship Id="rId4" Type="http://schemas.openxmlformats.org/officeDocument/2006/relationships/image" Target="../media/image144.wmf"/><Relationship Id="rId3" Type="http://schemas.openxmlformats.org/officeDocument/2006/relationships/oleObject" Target="../embeddings/oleObject144.bin"/><Relationship Id="rId22" Type="http://schemas.openxmlformats.org/officeDocument/2006/relationships/vmlDrawing" Target="../drawings/vmlDrawing16.vml"/><Relationship Id="rId21" Type="http://schemas.openxmlformats.org/officeDocument/2006/relationships/slideLayout" Target="../slideLayouts/slideLayout18.xml"/><Relationship Id="rId20" Type="http://schemas.openxmlformats.org/officeDocument/2006/relationships/image" Target="../media/image152.emf"/><Relationship Id="rId2" Type="http://schemas.openxmlformats.org/officeDocument/2006/relationships/image" Target="../media/image143.wmf"/><Relationship Id="rId19" Type="http://schemas.openxmlformats.org/officeDocument/2006/relationships/oleObject" Target="../embeddings/oleObject152.bin"/><Relationship Id="rId18" Type="http://schemas.openxmlformats.org/officeDocument/2006/relationships/image" Target="../media/image151.wmf"/><Relationship Id="rId17" Type="http://schemas.openxmlformats.org/officeDocument/2006/relationships/oleObject" Target="../embeddings/oleObject151.bin"/><Relationship Id="rId16" Type="http://schemas.openxmlformats.org/officeDocument/2006/relationships/image" Target="../media/image150.wmf"/><Relationship Id="rId15" Type="http://schemas.openxmlformats.org/officeDocument/2006/relationships/oleObject" Target="../embeddings/oleObject150.bin"/><Relationship Id="rId14" Type="http://schemas.openxmlformats.org/officeDocument/2006/relationships/image" Target="../media/image149.emf"/><Relationship Id="rId13" Type="http://schemas.openxmlformats.org/officeDocument/2006/relationships/oleObject" Target="../embeddings/oleObject149.bin"/><Relationship Id="rId12" Type="http://schemas.openxmlformats.org/officeDocument/2006/relationships/image" Target="../media/image148.wmf"/><Relationship Id="rId11" Type="http://schemas.openxmlformats.org/officeDocument/2006/relationships/oleObject" Target="../embeddings/oleObject148.bin"/><Relationship Id="rId10" Type="http://schemas.openxmlformats.org/officeDocument/2006/relationships/image" Target="../media/image147.wmf"/><Relationship Id="rId1" Type="http://schemas.openxmlformats.org/officeDocument/2006/relationships/oleObject" Target="../embeddings/oleObject143.bin"/></Relationships>
</file>

<file path=ppt/slides/_rels/slide25.xml.rels><?xml version="1.0" encoding="UTF-8" standalone="yes"?>
<Relationships xmlns="http://schemas.openxmlformats.org/package/2006/relationships"><Relationship Id="rId7" Type="http://schemas.openxmlformats.org/officeDocument/2006/relationships/vmlDrawing" Target="../drawings/vmlDrawing17.vml"/><Relationship Id="rId6" Type="http://schemas.openxmlformats.org/officeDocument/2006/relationships/slideLayout" Target="../slideLayouts/slideLayout18.xml"/><Relationship Id="rId5" Type="http://schemas.openxmlformats.org/officeDocument/2006/relationships/image" Target="../media/image155.wmf"/><Relationship Id="rId4" Type="http://schemas.openxmlformats.org/officeDocument/2006/relationships/oleObject" Target="../embeddings/oleObject154.bin"/><Relationship Id="rId3" Type="http://schemas.openxmlformats.org/officeDocument/2006/relationships/image" Target="../media/image154.wmf"/><Relationship Id="rId2" Type="http://schemas.openxmlformats.org/officeDocument/2006/relationships/oleObject" Target="../embeddings/oleObject153.bin"/><Relationship Id="rId1" Type="http://schemas.openxmlformats.org/officeDocument/2006/relationships/image" Target="../media/image1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159.bin"/><Relationship Id="rId8" Type="http://schemas.openxmlformats.org/officeDocument/2006/relationships/image" Target="../media/image159.wmf"/><Relationship Id="rId7" Type="http://schemas.openxmlformats.org/officeDocument/2006/relationships/oleObject" Target="../embeddings/oleObject158.bin"/><Relationship Id="rId6" Type="http://schemas.openxmlformats.org/officeDocument/2006/relationships/image" Target="../media/image158.wmf"/><Relationship Id="rId5" Type="http://schemas.openxmlformats.org/officeDocument/2006/relationships/oleObject" Target="../embeddings/oleObject157.bin"/><Relationship Id="rId4" Type="http://schemas.openxmlformats.org/officeDocument/2006/relationships/image" Target="../media/image157.wmf"/><Relationship Id="rId3" Type="http://schemas.openxmlformats.org/officeDocument/2006/relationships/oleObject" Target="../embeddings/oleObject156.bin"/><Relationship Id="rId25" Type="http://schemas.openxmlformats.org/officeDocument/2006/relationships/vmlDrawing" Target="../drawings/vmlDrawing18.vml"/><Relationship Id="rId24" Type="http://schemas.openxmlformats.org/officeDocument/2006/relationships/slideLayout" Target="../slideLayouts/slideLayout18.xml"/><Relationship Id="rId23" Type="http://schemas.openxmlformats.org/officeDocument/2006/relationships/image" Target="../media/image166.wmf"/><Relationship Id="rId22" Type="http://schemas.openxmlformats.org/officeDocument/2006/relationships/oleObject" Target="../embeddings/oleObject166.bin"/><Relationship Id="rId21" Type="http://schemas.openxmlformats.org/officeDocument/2006/relationships/image" Target="../media/image165.wmf"/><Relationship Id="rId20" Type="http://schemas.openxmlformats.org/officeDocument/2006/relationships/oleObject" Target="../embeddings/oleObject165.bin"/><Relationship Id="rId2" Type="http://schemas.openxmlformats.org/officeDocument/2006/relationships/image" Target="../media/image156.wmf"/><Relationship Id="rId19" Type="http://schemas.openxmlformats.org/officeDocument/2006/relationships/image" Target="../media/image164.wmf"/><Relationship Id="rId18" Type="http://schemas.openxmlformats.org/officeDocument/2006/relationships/oleObject" Target="../embeddings/oleObject164.bin"/><Relationship Id="rId17" Type="http://schemas.openxmlformats.org/officeDocument/2006/relationships/image" Target="../media/image163.wmf"/><Relationship Id="rId16" Type="http://schemas.openxmlformats.org/officeDocument/2006/relationships/oleObject" Target="../embeddings/oleObject163.bin"/><Relationship Id="rId15" Type="http://schemas.openxmlformats.org/officeDocument/2006/relationships/image" Target="../media/image162.wmf"/><Relationship Id="rId14" Type="http://schemas.openxmlformats.org/officeDocument/2006/relationships/oleObject" Target="../embeddings/oleObject162.bin"/><Relationship Id="rId13" Type="http://schemas.openxmlformats.org/officeDocument/2006/relationships/image" Target="../media/image161.wmf"/><Relationship Id="rId12" Type="http://schemas.openxmlformats.org/officeDocument/2006/relationships/oleObject" Target="../embeddings/oleObject161.bin"/><Relationship Id="rId11" Type="http://schemas.openxmlformats.org/officeDocument/2006/relationships/image" Target="../media/image160.wmf"/><Relationship Id="rId10" Type="http://schemas.openxmlformats.org/officeDocument/2006/relationships/oleObject" Target="../embeddings/oleObject160.bin"/><Relationship Id="rId1" Type="http://schemas.openxmlformats.org/officeDocument/2006/relationships/oleObject" Target="../embeddings/oleObject155.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171.bin"/><Relationship Id="rId8" Type="http://schemas.openxmlformats.org/officeDocument/2006/relationships/image" Target="../media/image157.wmf"/><Relationship Id="rId7" Type="http://schemas.openxmlformats.org/officeDocument/2006/relationships/oleObject" Target="../embeddings/oleObject170.bin"/><Relationship Id="rId6" Type="http://schemas.openxmlformats.org/officeDocument/2006/relationships/image" Target="../media/image156.wmf"/><Relationship Id="rId5" Type="http://schemas.openxmlformats.org/officeDocument/2006/relationships/oleObject" Target="../embeddings/oleObject169.bin"/><Relationship Id="rId4" Type="http://schemas.openxmlformats.org/officeDocument/2006/relationships/image" Target="../media/image167.wmf"/><Relationship Id="rId3" Type="http://schemas.openxmlformats.org/officeDocument/2006/relationships/oleObject" Target="../embeddings/oleObject168.bin"/><Relationship Id="rId21" Type="http://schemas.openxmlformats.org/officeDocument/2006/relationships/vmlDrawing" Target="../drawings/vmlDrawing19.vml"/><Relationship Id="rId20" Type="http://schemas.openxmlformats.org/officeDocument/2006/relationships/slideLayout" Target="../slideLayouts/slideLayout18.xml"/><Relationship Id="rId2" Type="http://schemas.openxmlformats.org/officeDocument/2006/relationships/image" Target="../media/image166.wmf"/><Relationship Id="rId19" Type="http://schemas.openxmlformats.org/officeDocument/2006/relationships/image" Target="../media/image162.wmf"/><Relationship Id="rId18" Type="http://schemas.openxmlformats.org/officeDocument/2006/relationships/oleObject" Target="../embeddings/oleObject176.bin"/><Relationship Id="rId17" Type="http://schemas.openxmlformats.org/officeDocument/2006/relationships/image" Target="../media/image161.wmf"/><Relationship Id="rId16" Type="http://schemas.openxmlformats.org/officeDocument/2006/relationships/oleObject" Target="../embeddings/oleObject175.bin"/><Relationship Id="rId15" Type="http://schemas.openxmlformats.org/officeDocument/2006/relationships/image" Target="../media/image160.wmf"/><Relationship Id="rId14" Type="http://schemas.openxmlformats.org/officeDocument/2006/relationships/oleObject" Target="../embeddings/oleObject174.bin"/><Relationship Id="rId13" Type="http://schemas.openxmlformats.org/officeDocument/2006/relationships/oleObject" Target="../embeddings/oleObject173.bin"/><Relationship Id="rId12" Type="http://schemas.openxmlformats.org/officeDocument/2006/relationships/image" Target="../media/image159.wmf"/><Relationship Id="rId11" Type="http://schemas.openxmlformats.org/officeDocument/2006/relationships/oleObject" Target="../embeddings/oleObject172.bin"/><Relationship Id="rId10" Type="http://schemas.openxmlformats.org/officeDocument/2006/relationships/image" Target="../media/image158.wmf"/><Relationship Id="rId1" Type="http://schemas.openxmlformats.org/officeDocument/2006/relationships/oleObject" Target="../embeddings/oleObject167.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181.bin"/><Relationship Id="rId8" Type="http://schemas.openxmlformats.org/officeDocument/2006/relationships/image" Target="../media/image159.wmf"/><Relationship Id="rId7" Type="http://schemas.openxmlformats.org/officeDocument/2006/relationships/oleObject" Target="../embeddings/oleObject180.bin"/><Relationship Id="rId6" Type="http://schemas.openxmlformats.org/officeDocument/2006/relationships/image" Target="../media/image158.wmf"/><Relationship Id="rId5" Type="http://schemas.openxmlformats.org/officeDocument/2006/relationships/oleObject" Target="../embeddings/oleObject179.bin"/><Relationship Id="rId4" Type="http://schemas.openxmlformats.org/officeDocument/2006/relationships/image" Target="../media/image157.wmf"/><Relationship Id="rId3" Type="http://schemas.openxmlformats.org/officeDocument/2006/relationships/oleObject" Target="../embeddings/oleObject178.bin"/><Relationship Id="rId21" Type="http://schemas.openxmlformats.org/officeDocument/2006/relationships/vmlDrawing" Target="../drawings/vmlDrawing20.vml"/><Relationship Id="rId20" Type="http://schemas.openxmlformats.org/officeDocument/2006/relationships/slideLayout" Target="../slideLayouts/slideLayout18.xml"/><Relationship Id="rId2" Type="http://schemas.openxmlformats.org/officeDocument/2006/relationships/image" Target="../media/image156.wmf"/><Relationship Id="rId19" Type="http://schemas.openxmlformats.org/officeDocument/2006/relationships/image" Target="../media/image169.wmf"/><Relationship Id="rId18" Type="http://schemas.openxmlformats.org/officeDocument/2006/relationships/oleObject" Target="../embeddings/oleObject186.bin"/><Relationship Id="rId17" Type="http://schemas.openxmlformats.org/officeDocument/2006/relationships/image" Target="../media/image162.wmf"/><Relationship Id="rId16" Type="http://schemas.openxmlformats.org/officeDocument/2006/relationships/oleObject" Target="../embeddings/oleObject185.bin"/><Relationship Id="rId15" Type="http://schemas.openxmlformats.org/officeDocument/2006/relationships/image" Target="../media/image168.wmf"/><Relationship Id="rId14" Type="http://schemas.openxmlformats.org/officeDocument/2006/relationships/oleObject" Target="../embeddings/oleObject184.bin"/><Relationship Id="rId13" Type="http://schemas.openxmlformats.org/officeDocument/2006/relationships/image" Target="../media/image161.wmf"/><Relationship Id="rId12" Type="http://schemas.openxmlformats.org/officeDocument/2006/relationships/oleObject" Target="../embeddings/oleObject183.bin"/><Relationship Id="rId11" Type="http://schemas.openxmlformats.org/officeDocument/2006/relationships/image" Target="../media/image160.wmf"/><Relationship Id="rId10" Type="http://schemas.openxmlformats.org/officeDocument/2006/relationships/oleObject" Target="../embeddings/oleObject182.bin"/><Relationship Id="rId1" Type="http://schemas.openxmlformats.org/officeDocument/2006/relationships/oleObject" Target="../embeddings/oleObject177.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191.bin"/><Relationship Id="rId8" Type="http://schemas.openxmlformats.org/officeDocument/2006/relationships/image" Target="../media/image159.wmf"/><Relationship Id="rId7" Type="http://schemas.openxmlformats.org/officeDocument/2006/relationships/oleObject" Target="../embeddings/oleObject190.bin"/><Relationship Id="rId6" Type="http://schemas.openxmlformats.org/officeDocument/2006/relationships/image" Target="../media/image158.wmf"/><Relationship Id="rId5" Type="http://schemas.openxmlformats.org/officeDocument/2006/relationships/oleObject" Target="../embeddings/oleObject189.bin"/><Relationship Id="rId4" Type="http://schemas.openxmlformats.org/officeDocument/2006/relationships/image" Target="../media/image157.wmf"/><Relationship Id="rId3" Type="http://schemas.openxmlformats.org/officeDocument/2006/relationships/oleObject" Target="../embeddings/oleObject188.bin"/><Relationship Id="rId23" Type="http://schemas.openxmlformats.org/officeDocument/2006/relationships/vmlDrawing" Target="../drawings/vmlDrawing21.vml"/><Relationship Id="rId22" Type="http://schemas.openxmlformats.org/officeDocument/2006/relationships/slideLayout" Target="../slideLayouts/slideLayout18.xml"/><Relationship Id="rId21" Type="http://schemas.openxmlformats.org/officeDocument/2006/relationships/image" Target="../media/image172.wmf"/><Relationship Id="rId20" Type="http://schemas.openxmlformats.org/officeDocument/2006/relationships/oleObject" Target="../embeddings/oleObject197.bin"/><Relationship Id="rId2" Type="http://schemas.openxmlformats.org/officeDocument/2006/relationships/image" Target="../media/image156.wmf"/><Relationship Id="rId19" Type="http://schemas.openxmlformats.org/officeDocument/2006/relationships/image" Target="../media/image171.wmf"/><Relationship Id="rId18" Type="http://schemas.openxmlformats.org/officeDocument/2006/relationships/oleObject" Target="../embeddings/oleObject196.bin"/><Relationship Id="rId17" Type="http://schemas.openxmlformats.org/officeDocument/2006/relationships/image" Target="../media/image170.wmf"/><Relationship Id="rId16" Type="http://schemas.openxmlformats.org/officeDocument/2006/relationships/oleObject" Target="../embeddings/oleObject195.bin"/><Relationship Id="rId15" Type="http://schemas.openxmlformats.org/officeDocument/2006/relationships/image" Target="../media/image162.wmf"/><Relationship Id="rId14" Type="http://schemas.openxmlformats.org/officeDocument/2006/relationships/oleObject" Target="../embeddings/oleObject194.bin"/><Relationship Id="rId13" Type="http://schemas.openxmlformats.org/officeDocument/2006/relationships/image" Target="../media/image161.wmf"/><Relationship Id="rId12" Type="http://schemas.openxmlformats.org/officeDocument/2006/relationships/oleObject" Target="../embeddings/oleObject193.bin"/><Relationship Id="rId11" Type="http://schemas.openxmlformats.org/officeDocument/2006/relationships/image" Target="../media/image160.wmf"/><Relationship Id="rId10" Type="http://schemas.openxmlformats.org/officeDocument/2006/relationships/oleObject" Target="../embeddings/oleObject192.bin"/><Relationship Id="rId1" Type="http://schemas.openxmlformats.org/officeDocument/2006/relationships/oleObject" Target="../embeddings/oleObject187.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202.bin"/><Relationship Id="rId8" Type="http://schemas.openxmlformats.org/officeDocument/2006/relationships/image" Target="../media/image176.wmf"/><Relationship Id="rId7" Type="http://schemas.openxmlformats.org/officeDocument/2006/relationships/oleObject" Target="../embeddings/oleObject201.bin"/><Relationship Id="rId6" Type="http://schemas.openxmlformats.org/officeDocument/2006/relationships/image" Target="../media/image175.wmf"/><Relationship Id="rId5" Type="http://schemas.openxmlformats.org/officeDocument/2006/relationships/oleObject" Target="../embeddings/oleObject200.bin"/><Relationship Id="rId4" Type="http://schemas.openxmlformats.org/officeDocument/2006/relationships/image" Target="../media/image174.wmf"/><Relationship Id="rId3" Type="http://schemas.openxmlformats.org/officeDocument/2006/relationships/oleObject" Target="../embeddings/oleObject199.bin"/><Relationship Id="rId2" Type="http://schemas.openxmlformats.org/officeDocument/2006/relationships/image" Target="../media/image173.wmf"/><Relationship Id="rId13" Type="http://schemas.openxmlformats.org/officeDocument/2006/relationships/vmlDrawing" Target="../drawings/vmlDrawing22.vml"/><Relationship Id="rId12" Type="http://schemas.openxmlformats.org/officeDocument/2006/relationships/slideLayout" Target="../slideLayouts/slideLayout18.xml"/><Relationship Id="rId11" Type="http://schemas.openxmlformats.org/officeDocument/2006/relationships/oleObject" Target="../embeddings/oleObject203.bin"/><Relationship Id="rId10" Type="http://schemas.openxmlformats.org/officeDocument/2006/relationships/image" Target="../media/image170.wmf"/><Relationship Id="rId1" Type="http://schemas.openxmlformats.org/officeDocument/2006/relationships/oleObject" Target="../embeddings/oleObject198.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208.bin"/><Relationship Id="rId8" Type="http://schemas.openxmlformats.org/officeDocument/2006/relationships/image" Target="../media/image180.wmf"/><Relationship Id="rId7" Type="http://schemas.openxmlformats.org/officeDocument/2006/relationships/oleObject" Target="../embeddings/oleObject207.bin"/><Relationship Id="rId6" Type="http://schemas.openxmlformats.org/officeDocument/2006/relationships/image" Target="../media/image179.wmf"/><Relationship Id="rId5" Type="http://schemas.openxmlformats.org/officeDocument/2006/relationships/oleObject" Target="../embeddings/oleObject206.bin"/><Relationship Id="rId4" Type="http://schemas.openxmlformats.org/officeDocument/2006/relationships/image" Target="../media/image178.wmf"/><Relationship Id="rId3" Type="http://schemas.openxmlformats.org/officeDocument/2006/relationships/oleObject" Target="../embeddings/oleObject205.bin"/><Relationship Id="rId27" Type="http://schemas.openxmlformats.org/officeDocument/2006/relationships/notesSlide" Target="../notesSlides/notesSlide7.xml"/><Relationship Id="rId26" Type="http://schemas.openxmlformats.org/officeDocument/2006/relationships/vmlDrawing" Target="../drawings/vmlDrawing23.vml"/><Relationship Id="rId25" Type="http://schemas.openxmlformats.org/officeDocument/2006/relationships/slideLayout" Target="../slideLayouts/slideLayout18.xml"/><Relationship Id="rId24" Type="http://schemas.openxmlformats.org/officeDocument/2006/relationships/image" Target="../media/image188.emf"/><Relationship Id="rId23" Type="http://schemas.openxmlformats.org/officeDocument/2006/relationships/oleObject" Target="../embeddings/oleObject215.bin"/><Relationship Id="rId22" Type="http://schemas.openxmlformats.org/officeDocument/2006/relationships/image" Target="../media/image187.wmf"/><Relationship Id="rId21" Type="http://schemas.openxmlformats.org/officeDocument/2006/relationships/oleObject" Target="../embeddings/oleObject214.bin"/><Relationship Id="rId20" Type="http://schemas.openxmlformats.org/officeDocument/2006/relationships/image" Target="../media/image186.wmf"/><Relationship Id="rId2" Type="http://schemas.openxmlformats.org/officeDocument/2006/relationships/image" Target="../media/image177.wmf"/><Relationship Id="rId19" Type="http://schemas.openxmlformats.org/officeDocument/2006/relationships/oleObject" Target="../embeddings/oleObject213.bin"/><Relationship Id="rId18" Type="http://schemas.openxmlformats.org/officeDocument/2006/relationships/image" Target="../media/image185.wmf"/><Relationship Id="rId17" Type="http://schemas.openxmlformats.org/officeDocument/2006/relationships/oleObject" Target="../embeddings/oleObject212.bin"/><Relationship Id="rId16" Type="http://schemas.openxmlformats.org/officeDocument/2006/relationships/image" Target="../media/image184.wmf"/><Relationship Id="rId15" Type="http://schemas.openxmlformats.org/officeDocument/2006/relationships/oleObject" Target="../embeddings/oleObject211.bin"/><Relationship Id="rId14" Type="http://schemas.openxmlformats.org/officeDocument/2006/relationships/image" Target="../media/image183.wmf"/><Relationship Id="rId13" Type="http://schemas.openxmlformats.org/officeDocument/2006/relationships/oleObject" Target="../embeddings/oleObject210.bin"/><Relationship Id="rId12" Type="http://schemas.openxmlformats.org/officeDocument/2006/relationships/image" Target="../media/image182.wmf"/><Relationship Id="rId11" Type="http://schemas.openxmlformats.org/officeDocument/2006/relationships/oleObject" Target="../embeddings/oleObject209.bin"/><Relationship Id="rId10" Type="http://schemas.openxmlformats.org/officeDocument/2006/relationships/image" Target="../media/image181.wmf"/><Relationship Id="rId1" Type="http://schemas.openxmlformats.org/officeDocument/2006/relationships/oleObject" Target="../embeddings/oleObject204.bin"/></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18.xml"/><Relationship Id="rId2" Type="http://schemas.openxmlformats.org/officeDocument/2006/relationships/image" Target="../media/image189.wmf"/><Relationship Id="rId1" Type="http://schemas.openxmlformats.org/officeDocument/2006/relationships/oleObject" Target="../embeddings/oleObject216.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221.bin"/><Relationship Id="rId8" Type="http://schemas.openxmlformats.org/officeDocument/2006/relationships/image" Target="../media/image193.wmf"/><Relationship Id="rId7" Type="http://schemas.openxmlformats.org/officeDocument/2006/relationships/oleObject" Target="../embeddings/oleObject220.bin"/><Relationship Id="rId6" Type="http://schemas.openxmlformats.org/officeDocument/2006/relationships/image" Target="../media/image192.wmf"/><Relationship Id="rId5" Type="http://schemas.openxmlformats.org/officeDocument/2006/relationships/oleObject" Target="../embeddings/oleObject219.bin"/><Relationship Id="rId4" Type="http://schemas.openxmlformats.org/officeDocument/2006/relationships/image" Target="../media/image191.wmf"/><Relationship Id="rId34" Type="http://schemas.openxmlformats.org/officeDocument/2006/relationships/vmlDrawing" Target="../drawings/vmlDrawing25.vml"/><Relationship Id="rId33" Type="http://schemas.openxmlformats.org/officeDocument/2006/relationships/slideLayout" Target="../slideLayouts/slideLayout18.xml"/><Relationship Id="rId32" Type="http://schemas.openxmlformats.org/officeDocument/2006/relationships/image" Target="../media/image201.wmf"/><Relationship Id="rId31" Type="http://schemas.openxmlformats.org/officeDocument/2006/relationships/oleObject" Target="../embeddings/oleObject232.bin"/><Relationship Id="rId30" Type="http://schemas.openxmlformats.org/officeDocument/2006/relationships/image" Target="../media/image200.wmf"/><Relationship Id="rId3" Type="http://schemas.openxmlformats.org/officeDocument/2006/relationships/oleObject" Target="../embeddings/oleObject218.bin"/><Relationship Id="rId29" Type="http://schemas.openxmlformats.org/officeDocument/2006/relationships/oleObject" Target="../embeddings/oleObject231.bin"/><Relationship Id="rId28" Type="http://schemas.openxmlformats.org/officeDocument/2006/relationships/image" Target="../media/image186.wmf"/><Relationship Id="rId27" Type="http://schemas.openxmlformats.org/officeDocument/2006/relationships/oleObject" Target="../embeddings/oleObject230.bin"/><Relationship Id="rId26" Type="http://schemas.openxmlformats.org/officeDocument/2006/relationships/image" Target="../media/image185.wmf"/><Relationship Id="rId25" Type="http://schemas.openxmlformats.org/officeDocument/2006/relationships/oleObject" Target="../embeddings/oleObject229.bin"/><Relationship Id="rId24" Type="http://schemas.openxmlformats.org/officeDocument/2006/relationships/image" Target="../media/image184.wmf"/><Relationship Id="rId23" Type="http://schemas.openxmlformats.org/officeDocument/2006/relationships/oleObject" Target="../embeddings/oleObject228.bin"/><Relationship Id="rId22" Type="http://schemas.openxmlformats.org/officeDocument/2006/relationships/image" Target="../media/image199.wmf"/><Relationship Id="rId21" Type="http://schemas.openxmlformats.org/officeDocument/2006/relationships/oleObject" Target="../embeddings/oleObject227.bin"/><Relationship Id="rId20" Type="http://schemas.openxmlformats.org/officeDocument/2006/relationships/image" Target="../media/image198.wmf"/><Relationship Id="rId2" Type="http://schemas.openxmlformats.org/officeDocument/2006/relationships/image" Target="../media/image190.wmf"/><Relationship Id="rId19" Type="http://schemas.openxmlformats.org/officeDocument/2006/relationships/oleObject" Target="../embeddings/oleObject226.bin"/><Relationship Id="rId18" Type="http://schemas.openxmlformats.org/officeDocument/2006/relationships/image" Target="../media/image197.wmf"/><Relationship Id="rId17" Type="http://schemas.openxmlformats.org/officeDocument/2006/relationships/oleObject" Target="../embeddings/oleObject225.bin"/><Relationship Id="rId16" Type="http://schemas.openxmlformats.org/officeDocument/2006/relationships/image" Target="../media/image196.wmf"/><Relationship Id="rId15" Type="http://schemas.openxmlformats.org/officeDocument/2006/relationships/oleObject" Target="../embeddings/oleObject224.bin"/><Relationship Id="rId14" Type="http://schemas.openxmlformats.org/officeDocument/2006/relationships/image" Target="../media/image195.wmf"/><Relationship Id="rId13" Type="http://schemas.openxmlformats.org/officeDocument/2006/relationships/oleObject" Target="../embeddings/oleObject223.bin"/><Relationship Id="rId12" Type="http://schemas.openxmlformats.org/officeDocument/2006/relationships/image" Target="../media/image194.wmf"/><Relationship Id="rId11" Type="http://schemas.openxmlformats.org/officeDocument/2006/relationships/oleObject" Target="../embeddings/oleObject222.bin"/><Relationship Id="rId10" Type="http://schemas.openxmlformats.org/officeDocument/2006/relationships/image" Target="../media/image189.wmf"/><Relationship Id="rId1" Type="http://schemas.openxmlformats.org/officeDocument/2006/relationships/oleObject" Target="../embeddings/oleObject217.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237.bin"/><Relationship Id="rId8" Type="http://schemas.openxmlformats.org/officeDocument/2006/relationships/image" Target="../media/image204.wmf"/><Relationship Id="rId7" Type="http://schemas.openxmlformats.org/officeDocument/2006/relationships/oleObject" Target="../embeddings/oleObject236.bin"/><Relationship Id="rId6" Type="http://schemas.openxmlformats.org/officeDocument/2006/relationships/image" Target="../media/image40.wmf"/><Relationship Id="rId5" Type="http://schemas.openxmlformats.org/officeDocument/2006/relationships/oleObject" Target="../embeddings/oleObject235.bin"/><Relationship Id="rId4" Type="http://schemas.openxmlformats.org/officeDocument/2006/relationships/image" Target="../media/image203.emf"/><Relationship Id="rId3" Type="http://schemas.openxmlformats.org/officeDocument/2006/relationships/oleObject" Target="../embeddings/oleObject234.bin"/><Relationship Id="rId27" Type="http://schemas.openxmlformats.org/officeDocument/2006/relationships/vmlDrawing" Target="../drawings/vmlDrawing26.vml"/><Relationship Id="rId26" Type="http://schemas.openxmlformats.org/officeDocument/2006/relationships/slideLayout" Target="../slideLayouts/slideLayout13.xml"/><Relationship Id="rId25" Type="http://schemas.openxmlformats.org/officeDocument/2006/relationships/image" Target="../media/image213.jpeg"/><Relationship Id="rId24" Type="http://schemas.openxmlformats.org/officeDocument/2006/relationships/image" Target="../media/image212.wmf"/><Relationship Id="rId23" Type="http://schemas.openxmlformats.org/officeDocument/2006/relationships/oleObject" Target="../embeddings/oleObject244.bin"/><Relationship Id="rId22" Type="http://schemas.openxmlformats.org/officeDocument/2006/relationships/image" Target="../media/image211.wmf"/><Relationship Id="rId21" Type="http://schemas.openxmlformats.org/officeDocument/2006/relationships/oleObject" Target="../embeddings/oleObject243.bin"/><Relationship Id="rId20" Type="http://schemas.openxmlformats.org/officeDocument/2006/relationships/image" Target="../media/image210.wmf"/><Relationship Id="rId2" Type="http://schemas.openxmlformats.org/officeDocument/2006/relationships/image" Target="../media/image202.wmf"/><Relationship Id="rId19" Type="http://schemas.openxmlformats.org/officeDocument/2006/relationships/oleObject" Target="../embeddings/oleObject242.bin"/><Relationship Id="rId18" Type="http://schemas.openxmlformats.org/officeDocument/2006/relationships/image" Target="../media/image209.wmf"/><Relationship Id="rId17" Type="http://schemas.openxmlformats.org/officeDocument/2006/relationships/oleObject" Target="../embeddings/oleObject241.bin"/><Relationship Id="rId16" Type="http://schemas.openxmlformats.org/officeDocument/2006/relationships/image" Target="../media/image208.wmf"/><Relationship Id="rId15" Type="http://schemas.openxmlformats.org/officeDocument/2006/relationships/oleObject" Target="../embeddings/oleObject240.bin"/><Relationship Id="rId14" Type="http://schemas.openxmlformats.org/officeDocument/2006/relationships/image" Target="../media/image207.wmf"/><Relationship Id="rId13" Type="http://schemas.openxmlformats.org/officeDocument/2006/relationships/oleObject" Target="../embeddings/oleObject239.bin"/><Relationship Id="rId12" Type="http://schemas.openxmlformats.org/officeDocument/2006/relationships/image" Target="../media/image206.wmf"/><Relationship Id="rId11" Type="http://schemas.openxmlformats.org/officeDocument/2006/relationships/oleObject" Target="../embeddings/oleObject238.bin"/><Relationship Id="rId10" Type="http://schemas.openxmlformats.org/officeDocument/2006/relationships/image" Target="../media/image205.wmf"/><Relationship Id="rId1" Type="http://schemas.openxmlformats.org/officeDocument/2006/relationships/oleObject" Target="../embeddings/oleObject233.bin"/></Relationships>
</file>

<file path=ppt/slides/_rels/slide37.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vmlDrawing" Target="../drawings/vmlDrawing27.vml"/><Relationship Id="rId7" Type="http://schemas.openxmlformats.org/officeDocument/2006/relationships/slideLayout" Target="../slideLayouts/slideLayout18.xml"/><Relationship Id="rId6" Type="http://schemas.openxmlformats.org/officeDocument/2006/relationships/image" Target="../media/image216.wmf"/><Relationship Id="rId5" Type="http://schemas.openxmlformats.org/officeDocument/2006/relationships/oleObject" Target="../embeddings/oleObject247.bin"/><Relationship Id="rId4" Type="http://schemas.openxmlformats.org/officeDocument/2006/relationships/image" Target="../media/image215.wmf"/><Relationship Id="rId3" Type="http://schemas.openxmlformats.org/officeDocument/2006/relationships/oleObject" Target="../embeddings/oleObject246.bin"/><Relationship Id="rId2" Type="http://schemas.openxmlformats.org/officeDocument/2006/relationships/image" Target="../media/image214.wmf"/><Relationship Id="rId1" Type="http://schemas.openxmlformats.org/officeDocument/2006/relationships/oleObject" Target="../embeddings/oleObject245.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252.bin"/><Relationship Id="rId8" Type="http://schemas.openxmlformats.org/officeDocument/2006/relationships/image" Target="../media/image220.wmf"/><Relationship Id="rId7" Type="http://schemas.openxmlformats.org/officeDocument/2006/relationships/oleObject" Target="../embeddings/oleObject251.bin"/><Relationship Id="rId6" Type="http://schemas.openxmlformats.org/officeDocument/2006/relationships/image" Target="../media/image219.wmf"/><Relationship Id="rId5" Type="http://schemas.openxmlformats.org/officeDocument/2006/relationships/oleObject" Target="../embeddings/oleObject250.bin"/><Relationship Id="rId4" Type="http://schemas.openxmlformats.org/officeDocument/2006/relationships/image" Target="../media/image218.wmf"/><Relationship Id="rId3" Type="http://schemas.openxmlformats.org/officeDocument/2006/relationships/oleObject" Target="../embeddings/oleObject249.bin"/><Relationship Id="rId2" Type="http://schemas.openxmlformats.org/officeDocument/2006/relationships/image" Target="../media/image217.wmf"/><Relationship Id="rId15" Type="http://schemas.openxmlformats.org/officeDocument/2006/relationships/vmlDrawing" Target="../drawings/vmlDrawing28.vml"/><Relationship Id="rId14" Type="http://schemas.openxmlformats.org/officeDocument/2006/relationships/slideLayout" Target="../slideLayouts/slideLayout18.xml"/><Relationship Id="rId13" Type="http://schemas.openxmlformats.org/officeDocument/2006/relationships/image" Target="../media/image223.png"/><Relationship Id="rId12" Type="http://schemas.openxmlformats.org/officeDocument/2006/relationships/image" Target="../media/image222.wmf"/><Relationship Id="rId11" Type="http://schemas.openxmlformats.org/officeDocument/2006/relationships/oleObject" Target="../embeddings/oleObject253.bin"/><Relationship Id="rId10" Type="http://schemas.openxmlformats.org/officeDocument/2006/relationships/image" Target="../media/image221.wmf"/><Relationship Id="rId1" Type="http://schemas.openxmlformats.org/officeDocument/2006/relationships/oleObject" Target="../embeddings/oleObject248.bin"/></Relationships>
</file>

<file path=ppt/slides/_rels/slide39.xml.rels><?xml version="1.0" encoding="UTF-8" standalone="yes"?>
<Relationships xmlns="http://schemas.openxmlformats.org/package/2006/relationships"><Relationship Id="rId9" Type="http://schemas.openxmlformats.org/officeDocument/2006/relationships/image" Target="../media/image223.png"/><Relationship Id="rId8" Type="http://schemas.openxmlformats.org/officeDocument/2006/relationships/image" Target="../media/image227.wmf"/><Relationship Id="rId7" Type="http://schemas.openxmlformats.org/officeDocument/2006/relationships/oleObject" Target="../embeddings/oleObject257.bin"/><Relationship Id="rId6" Type="http://schemas.openxmlformats.org/officeDocument/2006/relationships/image" Target="../media/image226.wmf"/><Relationship Id="rId5" Type="http://schemas.openxmlformats.org/officeDocument/2006/relationships/oleObject" Target="../embeddings/oleObject256.bin"/><Relationship Id="rId4" Type="http://schemas.openxmlformats.org/officeDocument/2006/relationships/image" Target="../media/image225.wmf"/><Relationship Id="rId3" Type="http://schemas.openxmlformats.org/officeDocument/2006/relationships/oleObject" Target="../embeddings/oleObject255.bin"/><Relationship Id="rId2" Type="http://schemas.openxmlformats.org/officeDocument/2006/relationships/image" Target="../media/image224.wmf"/><Relationship Id="rId11" Type="http://schemas.openxmlformats.org/officeDocument/2006/relationships/vmlDrawing" Target="../drawings/vmlDrawing29.vml"/><Relationship Id="rId10" Type="http://schemas.openxmlformats.org/officeDocument/2006/relationships/slideLayout" Target="../slideLayouts/slideLayout18.xml"/><Relationship Id="rId1" Type="http://schemas.openxmlformats.org/officeDocument/2006/relationships/oleObject" Target="../embeddings/oleObject254.bin"/></Relationships>
</file>

<file path=ppt/slides/_rels/slide40.xml.rels><?xml version="1.0" encoding="UTF-8" standalone="yes"?>
<Relationships xmlns="http://schemas.openxmlformats.org/package/2006/relationships"><Relationship Id="rId9" Type="http://schemas.openxmlformats.org/officeDocument/2006/relationships/image" Target="../media/image223.png"/><Relationship Id="rId8" Type="http://schemas.openxmlformats.org/officeDocument/2006/relationships/image" Target="../media/image231.wmf"/><Relationship Id="rId7" Type="http://schemas.openxmlformats.org/officeDocument/2006/relationships/oleObject" Target="../embeddings/oleObject261.bin"/><Relationship Id="rId6" Type="http://schemas.openxmlformats.org/officeDocument/2006/relationships/image" Target="../media/image230.wmf"/><Relationship Id="rId5" Type="http://schemas.openxmlformats.org/officeDocument/2006/relationships/oleObject" Target="../embeddings/oleObject260.bin"/><Relationship Id="rId4" Type="http://schemas.openxmlformats.org/officeDocument/2006/relationships/image" Target="../media/image229.wmf"/><Relationship Id="rId3" Type="http://schemas.openxmlformats.org/officeDocument/2006/relationships/oleObject" Target="../embeddings/oleObject259.bin"/><Relationship Id="rId2" Type="http://schemas.openxmlformats.org/officeDocument/2006/relationships/image" Target="../media/image228.wmf"/><Relationship Id="rId11" Type="http://schemas.openxmlformats.org/officeDocument/2006/relationships/vmlDrawing" Target="../drawings/vmlDrawing30.vml"/><Relationship Id="rId10" Type="http://schemas.openxmlformats.org/officeDocument/2006/relationships/slideLayout" Target="../slideLayouts/slideLayout18.xml"/><Relationship Id="rId1" Type="http://schemas.openxmlformats.org/officeDocument/2006/relationships/oleObject" Target="../embeddings/oleObject258.bin"/></Relationships>
</file>

<file path=ppt/slides/_rels/slide41.xml.rels><?xml version="1.0" encoding="UTF-8" standalone="yes"?>
<Relationships xmlns="http://schemas.openxmlformats.org/package/2006/relationships"><Relationship Id="rId9" Type="http://schemas.openxmlformats.org/officeDocument/2006/relationships/image" Target="../media/image235.wmf"/><Relationship Id="rId8" Type="http://schemas.openxmlformats.org/officeDocument/2006/relationships/oleObject" Target="../embeddings/oleObject265.bin"/><Relationship Id="rId7" Type="http://schemas.openxmlformats.org/officeDocument/2006/relationships/image" Target="../media/image234.wmf"/><Relationship Id="rId6" Type="http://schemas.openxmlformats.org/officeDocument/2006/relationships/oleObject" Target="../embeddings/oleObject264.bin"/><Relationship Id="rId5" Type="http://schemas.openxmlformats.org/officeDocument/2006/relationships/image" Target="../media/image233.wmf"/><Relationship Id="rId4" Type="http://schemas.openxmlformats.org/officeDocument/2006/relationships/oleObject" Target="../embeddings/oleObject263.bin"/><Relationship Id="rId3" Type="http://schemas.openxmlformats.org/officeDocument/2006/relationships/image" Target="../media/image223.png"/><Relationship Id="rId2" Type="http://schemas.openxmlformats.org/officeDocument/2006/relationships/image" Target="../media/image232.wmf"/><Relationship Id="rId13" Type="http://schemas.openxmlformats.org/officeDocument/2006/relationships/vmlDrawing" Target="../drawings/vmlDrawing31.vml"/><Relationship Id="rId12" Type="http://schemas.openxmlformats.org/officeDocument/2006/relationships/slideLayout" Target="../slideLayouts/slideLayout18.xml"/><Relationship Id="rId11" Type="http://schemas.openxmlformats.org/officeDocument/2006/relationships/image" Target="../media/image236.wmf"/><Relationship Id="rId10" Type="http://schemas.openxmlformats.org/officeDocument/2006/relationships/oleObject" Target="../embeddings/oleObject266.bin"/><Relationship Id="rId1" Type="http://schemas.openxmlformats.org/officeDocument/2006/relationships/oleObject" Target="../embeddings/oleObject262.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23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7" Type="http://schemas.openxmlformats.org/officeDocument/2006/relationships/vmlDrawing" Target="../drawings/vmlDrawing32.vml"/><Relationship Id="rId6" Type="http://schemas.openxmlformats.org/officeDocument/2006/relationships/slideLayout" Target="../slideLayouts/slideLayout18.xml"/><Relationship Id="rId5" Type="http://schemas.openxmlformats.org/officeDocument/2006/relationships/image" Target="../media/image240.GIF"/><Relationship Id="rId4" Type="http://schemas.openxmlformats.org/officeDocument/2006/relationships/image" Target="../media/image239.wmf"/><Relationship Id="rId3" Type="http://schemas.openxmlformats.org/officeDocument/2006/relationships/oleObject" Target="../embeddings/oleObject268.bin"/><Relationship Id="rId2" Type="http://schemas.openxmlformats.org/officeDocument/2006/relationships/image" Target="../media/image238.wmf"/><Relationship Id="rId1" Type="http://schemas.openxmlformats.org/officeDocument/2006/relationships/oleObject" Target="../embeddings/oleObject267.bin"/></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33.vml"/><Relationship Id="rId3" Type="http://schemas.openxmlformats.org/officeDocument/2006/relationships/slideLayout" Target="../slideLayouts/slideLayout18.xml"/><Relationship Id="rId2" Type="http://schemas.openxmlformats.org/officeDocument/2006/relationships/image" Target="../media/image241.wmf"/><Relationship Id="rId1" Type="http://schemas.openxmlformats.org/officeDocument/2006/relationships/oleObject" Target="../embeddings/oleObject269.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274.bin"/><Relationship Id="rId8" Type="http://schemas.openxmlformats.org/officeDocument/2006/relationships/image" Target="../media/image245.wmf"/><Relationship Id="rId7" Type="http://schemas.openxmlformats.org/officeDocument/2006/relationships/oleObject" Target="../embeddings/oleObject273.bin"/><Relationship Id="rId6" Type="http://schemas.openxmlformats.org/officeDocument/2006/relationships/image" Target="../media/image244.wmf"/><Relationship Id="rId5" Type="http://schemas.openxmlformats.org/officeDocument/2006/relationships/oleObject" Target="../embeddings/oleObject272.bin"/><Relationship Id="rId4" Type="http://schemas.openxmlformats.org/officeDocument/2006/relationships/image" Target="../media/image243.wmf"/><Relationship Id="rId3" Type="http://schemas.openxmlformats.org/officeDocument/2006/relationships/oleObject" Target="../embeddings/oleObject271.bin"/><Relationship Id="rId2" Type="http://schemas.openxmlformats.org/officeDocument/2006/relationships/image" Target="../media/image242.wmf"/><Relationship Id="rId15" Type="http://schemas.openxmlformats.org/officeDocument/2006/relationships/vmlDrawing" Target="../drawings/vmlDrawing34.vml"/><Relationship Id="rId14" Type="http://schemas.openxmlformats.org/officeDocument/2006/relationships/slideLayout" Target="../slideLayouts/slideLayout18.xml"/><Relationship Id="rId13" Type="http://schemas.openxmlformats.org/officeDocument/2006/relationships/oleObject" Target="../embeddings/oleObject276.bin"/><Relationship Id="rId12" Type="http://schemas.openxmlformats.org/officeDocument/2006/relationships/image" Target="../media/image247.wmf"/><Relationship Id="rId11" Type="http://schemas.openxmlformats.org/officeDocument/2006/relationships/oleObject" Target="../embeddings/oleObject275.bin"/><Relationship Id="rId10" Type="http://schemas.openxmlformats.org/officeDocument/2006/relationships/image" Target="../media/image246.wmf"/><Relationship Id="rId1" Type="http://schemas.openxmlformats.org/officeDocument/2006/relationships/oleObject" Target="../embeddings/oleObject270.bin"/></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image" Target="../media/image251.wmf"/><Relationship Id="rId7" Type="http://schemas.openxmlformats.org/officeDocument/2006/relationships/oleObject" Target="../embeddings/oleObject280.bin"/><Relationship Id="rId6" Type="http://schemas.openxmlformats.org/officeDocument/2006/relationships/image" Target="../media/image250.wmf"/><Relationship Id="rId5" Type="http://schemas.openxmlformats.org/officeDocument/2006/relationships/oleObject" Target="../embeddings/oleObject279.bin"/><Relationship Id="rId4" Type="http://schemas.openxmlformats.org/officeDocument/2006/relationships/image" Target="../media/image249.wmf"/><Relationship Id="rId3" Type="http://schemas.openxmlformats.org/officeDocument/2006/relationships/oleObject" Target="../embeddings/oleObject278.bin"/><Relationship Id="rId2" Type="http://schemas.openxmlformats.org/officeDocument/2006/relationships/image" Target="../media/image248.wmf"/><Relationship Id="rId10" Type="http://schemas.openxmlformats.org/officeDocument/2006/relationships/vmlDrawing" Target="../drawings/vmlDrawing35.vml"/><Relationship Id="rId1" Type="http://schemas.openxmlformats.org/officeDocument/2006/relationships/oleObject" Target="../embeddings/oleObject277.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285.bin"/><Relationship Id="rId8" Type="http://schemas.openxmlformats.org/officeDocument/2006/relationships/image" Target="../media/image250.wmf"/><Relationship Id="rId7" Type="http://schemas.openxmlformats.org/officeDocument/2006/relationships/oleObject" Target="../embeddings/oleObject284.bin"/><Relationship Id="rId6" Type="http://schemas.openxmlformats.org/officeDocument/2006/relationships/image" Target="../media/image249.wmf"/><Relationship Id="rId5" Type="http://schemas.openxmlformats.org/officeDocument/2006/relationships/oleObject" Target="../embeddings/oleObject283.bin"/><Relationship Id="rId48" Type="http://schemas.openxmlformats.org/officeDocument/2006/relationships/vmlDrawing" Target="../drawings/vmlDrawing36.vml"/><Relationship Id="rId47" Type="http://schemas.openxmlformats.org/officeDocument/2006/relationships/slideLayout" Target="../slideLayouts/slideLayout18.xml"/><Relationship Id="rId46" Type="http://schemas.openxmlformats.org/officeDocument/2006/relationships/image" Target="../media/image270.emf"/><Relationship Id="rId45" Type="http://schemas.openxmlformats.org/officeDocument/2006/relationships/oleObject" Target="../embeddings/oleObject303.bin"/><Relationship Id="rId44" Type="http://schemas.openxmlformats.org/officeDocument/2006/relationships/image" Target="../media/image269.wmf"/><Relationship Id="rId43" Type="http://schemas.openxmlformats.org/officeDocument/2006/relationships/oleObject" Target="../embeddings/oleObject302.bin"/><Relationship Id="rId42" Type="http://schemas.openxmlformats.org/officeDocument/2006/relationships/image" Target="../media/image268.wmf"/><Relationship Id="rId41" Type="http://schemas.openxmlformats.org/officeDocument/2006/relationships/oleObject" Target="../embeddings/oleObject301.bin"/><Relationship Id="rId40" Type="http://schemas.openxmlformats.org/officeDocument/2006/relationships/image" Target="../media/image267.wmf"/><Relationship Id="rId4" Type="http://schemas.openxmlformats.org/officeDocument/2006/relationships/image" Target="../media/image248.wmf"/><Relationship Id="rId39" Type="http://schemas.openxmlformats.org/officeDocument/2006/relationships/oleObject" Target="../embeddings/oleObject300.bin"/><Relationship Id="rId38" Type="http://schemas.openxmlformats.org/officeDocument/2006/relationships/image" Target="../media/image266.wmf"/><Relationship Id="rId37" Type="http://schemas.openxmlformats.org/officeDocument/2006/relationships/oleObject" Target="../embeddings/oleObject299.bin"/><Relationship Id="rId36" Type="http://schemas.openxmlformats.org/officeDocument/2006/relationships/image" Target="../media/image265.emf"/><Relationship Id="rId35" Type="http://schemas.openxmlformats.org/officeDocument/2006/relationships/oleObject" Target="../embeddings/oleObject298.bin"/><Relationship Id="rId34" Type="http://schemas.openxmlformats.org/officeDocument/2006/relationships/image" Target="../media/image264.wmf"/><Relationship Id="rId33" Type="http://schemas.openxmlformats.org/officeDocument/2006/relationships/oleObject" Target="../embeddings/oleObject297.bin"/><Relationship Id="rId32" Type="http://schemas.openxmlformats.org/officeDocument/2006/relationships/image" Target="../media/image263.emf"/><Relationship Id="rId31" Type="http://schemas.openxmlformats.org/officeDocument/2006/relationships/oleObject" Target="../embeddings/oleObject296.bin"/><Relationship Id="rId30" Type="http://schemas.openxmlformats.org/officeDocument/2006/relationships/image" Target="../media/image262.emf"/><Relationship Id="rId3" Type="http://schemas.openxmlformats.org/officeDocument/2006/relationships/oleObject" Target="../embeddings/oleObject282.bin"/><Relationship Id="rId29" Type="http://schemas.openxmlformats.org/officeDocument/2006/relationships/oleObject" Target="../embeddings/oleObject295.bin"/><Relationship Id="rId28" Type="http://schemas.openxmlformats.org/officeDocument/2006/relationships/image" Target="../media/image261.emf"/><Relationship Id="rId27" Type="http://schemas.openxmlformats.org/officeDocument/2006/relationships/oleObject" Target="../embeddings/oleObject294.bin"/><Relationship Id="rId26" Type="http://schemas.openxmlformats.org/officeDocument/2006/relationships/image" Target="../media/image260.emf"/><Relationship Id="rId25" Type="http://schemas.openxmlformats.org/officeDocument/2006/relationships/oleObject" Target="../embeddings/oleObject293.bin"/><Relationship Id="rId24" Type="http://schemas.openxmlformats.org/officeDocument/2006/relationships/image" Target="../media/image259.wmf"/><Relationship Id="rId23" Type="http://schemas.openxmlformats.org/officeDocument/2006/relationships/oleObject" Target="../embeddings/oleObject292.bin"/><Relationship Id="rId22" Type="http://schemas.openxmlformats.org/officeDocument/2006/relationships/image" Target="../media/image258.wmf"/><Relationship Id="rId21" Type="http://schemas.openxmlformats.org/officeDocument/2006/relationships/oleObject" Target="../embeddings/oleObject291.bin"/><Relationship Id="rId20" Type="http://schemas.openxmlformats.org/officeDocument/2006/relationships/image" Target="../media/image257.wmf"/><Relationship Id="rId2" Type="http://schemas.openxmlformats.org/officeDocument/2006/relationships/image" Target="../media/image252.emf"/><Relationship Id="rId19" Type="http://schemas.openxmlformats.org/officeDocument/2006/relationships/oleObject" Target="../embeddings/oleObject290.bin"/><Relationship Id="rId18" Type="http://schemas.openxmlformats.org/officeDocument/2006/relationships/image" Target="../media/image256.wmf"/><Relationship Id="rId17" Type="http://schemas.openxmlformats.org/officeDocument/2006/relationships/oleObject" Target="../embeddings/oleObject289.bin"/><Relationship Id="rId16" Type="http://schemas.openxmlformats.org/officeDocument/2006/relationships/image" Target="../media/image255.wmf"/><Relationship Id="rId15" Type="http://schemas.openxmlformats.org/officeDocument/2006/relationships/oleObject" Target="../embeddings/oleObject288.bin"/><Relationship Id="rId14" Type="http://schemas.openxmlformats.org/officeDocument/2006/relationships/image" Target="../media/image254.wmf"/><Relationship Id="rId13" Type="http://schemas.openxmlformats.org/officeDocument/2006/relationships/oleObject" Target="../embeddings/oleObject287.bin"/><Relationship Id="rId12" Type="http://schemas.openxmlformats.org/officeDocument/2006/relationships/image" Target="../media/image253.wmf"/><Relationship Id="rId11" Type="http://schemas.openxmlformats.org/officeDocument/2006/relationships/oleObject" Target="../embeddings/oleObject286.bin"/><Relationship Id="rId10" Type="http://schemas.openxmlformats.org/officeDocument/2006/relationships/image" Target="../media/image251.wmf"/><Relationship Id="rId1" Type="http://schemas.openxmlformats.org/officeDocument/2006/relationships/oleObject" Target="../embeddings/oleObject281.bin"/></Relationships>
</file>

<file path=ppt/slides/_rels/slide50.xml.rels><?xml version="1.0" encoding="UTF-8" standalone="yes"?>
<Relationships xmlns="http://schemas.openxmlformats.org/package/2006/relationships"><Relationship Id="rId9" Type="http://schemas.openxmlformats.org/officeDocument/2006/relationships/image" Target="../media/image256.wmf"/><Relationship Id="rId8" Type="http://schemas.openxmlformats.org/officeDocument/2006/relationships/oleObject" Target="../embeddings/oleObject308.bin"/><Relationship Id="rId7" Type="http://schemas.openxmlformats.org/officeDocument/2006/relationships/image" Target="../media/image255.wmf"/><Relationship Id="rId6" Type="http://schemas.openxmlformats.org/officeDocument/2006/relationships/oleObject" Target="../embeddings/oleObject307.bin"/><Relationship Id="rId5" Type="http://schemas.openxmlformats.org/officeDocument/2006/relationships/image" Target="../media/image254.wmf"/><Relationship Id="rId49" Type="http://schemas.openxmlformats.org/officeDocument/2006/relationships/vmlDrawing" Target="../drawings/vmlDrawing37.vml"/><Relationship Id="rId48" Type="http://schemas.openxmlformats.org/officeDocument/2006/relationships/slideLayout" Target="../slideLayouts/slideLayout18.xml"/><Relationship Id="rId47" Type="http://schemas.openxmlformats.org/officeDocument/2006/relationships/image" Target="../media/image277.wmf"/><Relationship Id="rId46" Type="http://schemas.openxmlformats.org/officeDocument/2006/relationships/oleObject" Target="../embeddings/oleObject327.bin"/><Relationship Id="rId45" Type="http://schemas.openxmlformats.org/officeDocument/2006/relationships/image" Target="../media/image276.wmf"/><Relationship Id="rId44" Type="http://schemas.openxmlformats.org/officeDocument/2006/relationships/oleObject" Target="../embeddings/oleObject326.bin"/><Relationship Id="rId43" Type="http://schemas.openxmlformats.org/officeDocument/2006/relationships/image" Target="../media/image275.wmf"/><Relationship Id="rId42" Type="http://schemas.openxmlformats.org/officeDocument/2006/relationships/oleObject" Target="../embeddings/oleObject325.bin"/><Relationship Id="rId41" Type="http://schemas.openxmlformats.org/officeDocument/2006/relationships/image" Target="../media/image274.wmf"/><Relationship Id="rId40" Type="http://schemas.openxmlformats.org/officeDocument/2006/relationships/oleObject" Target="../embeddings/oleObject324.bin"/><Relationship Id="rId4" Type="http://schemas.openxmlformats.org/officeDocument/2006/relationships/oleObject" Target="../embeddings/oleObject306.bin"/><Relationship Id="rId39" Type="http://schemas.openxmlformats.org/officeDocument/2006/relationships/image" Target="../media/image273.wmf"/><Relationship Id="rId38" Type="http://schemas.openxmlformats.org/officeDocument/2006/relationships/oleObject" Target="../embeddings/oleObject323.bin"/><Relationship Id="rId37" Type="http://schemas.openxmlformats.org/officeDocument/2006/relationships/image" Target="../media/image272.wmf"/><Relationship Id="rId36" Type="http://schemas.openxmlformats.org/officeDocument/2006/relationships/oleObject" Target="../embeddings/oleObject322.bin"/><Relationship Id="rId35" Type="http://schemas.openxmlformats.org/officeDocument/2006/relationships/image" Target="../media/image270.emf"/><Relationship Id="rId34" Type="http://schemas.openxmlformats.org/officeDocument/2006/relationships/oleObject" Target="../embeddings/oleObject321.bin"/><Relationship Id="rId33" Type="http://schemas.openxmlformats.org/officeDocument/2006/relationships/image" Target="../media/image271.wmf"/><Relationship Id="rId32" Type="http://schemas.openxmlformats.org/officeDocument/2006/relationships/oleObject" Target="../embeddings/oleObject320.bin"/><Relationship Id="rId31" Type="http://schemas.openxmlformats.org/officeDocument/2006/relationships/image" Target="../media/image268.wmf"/><Relationship Id="rId30" Type="http://schemas.openxmlformats.org/officeDocument/2006/relationships/oleObject" Target="../embeddings/oleObject319.bin"/><Relationship Id="rId3" Type="http://schemas.openxmlformats.org/officeDocument/2006/relationships/image" Target="../media/image253.wmf"/><Relationship Id="rId29" Type="http://schemas.openxmlformats.org/officeDocument/2006/relationships/image" Target="../media/image266.wmf"/><Relationship Id="rId28" Type="http://schemas.openxmlformats.org/officeDocument/2006/relationships/oleObject" Target="../embeddings/oleObject318.bin"/><Relationship Id="rId27" Type="http://schemas.openxmlformats.org/officeDocument/2006/relationships/image" Target="../media/image265.emf"/><Relationship Id="rId26" Type="http://schemas.openxmlformats.org/officeDocument/2006/relationships/oleObject" Target="../embeddings/oleObject317.bin"/><Relationship Id="rId25" Type="http://schemas.openxmlformats.org/officeDocument/2006/relationships/image" Target="../media/image264.wmf"/><Relationship Id="rId24" Type="http://schemas.openxmlformats.org/officeDocument/2006/relationships/oleObject" Target="../embeddings/oleObject316.bin"/><Relationship Id="rId23" Type="http://schemas.openxmlformats.org/officeDocument/2006/relationships/image" Target="../media/image263.emf"/><Relationship Id="rId22" Type="http://schemas.openxmlformats.org/officeDocument/2006/relationships/oleObject" Target="../embeddings/oleObject315.bin"/><Relationship Id="rId21" Type="http://schemas.openxmlformats.org/officeDocument/2006/relationships/image" Target="../media/image262.emf"/><Relationship Id="rId20" Type="http://schemas.openxmlformats.org/officeDocument/2006/relationships/oleObject" Target="../embeddings/oleObject314.bin"/><Relationship Id="rId2" Type="http://schemas.openxmlformats.org/officeDocument/2006/relationships/oleObject" Target="../embeddings/oleObject305.bin"/><Relationship Id="rId19" Type="http://schemas.openxmlformats.org/officeDocument/2006/relationships/image" Target="../media/image261.emf"/><Relationship Id="rId18" Type="http://schemas.openxmlformats.org/officeDocument/2006/relationships/oleObject" Target="../embeddings/oleObject313.bin"/><Relationship Id="rId17" Type="http://schemas.openxmlformats.org/officeDocument/2006/relationships/image" Target="../media/image260.emf"/><Relationship Id="rId16" Type="http://schemas.openxmlformats.org/officeDocument/2006/relationships/oleObject" Target="../embeddings/oleObject312.bin"/><Relationship Id="rId15" Type="http://schemas.openxmlformats.org/officeDocument/2006/relationships/image" Target="../media/image259.wmf"/><Relationship Id="rId14" Type="http://schemas.openxmlformats.org/officeDocument/2006/relationships/oleObject" Target="../embeddings/oleObject311.bin"/><Relationship Id="rId13" Type="http://schemas.openxmlformats.org/officeDocument/2006/relationships/image" Target="../media/image258.wmf"/><Relationship Id="rId12" Type="http://schemas.openxmlformats.org/officeDocument/2006/relationships/oleObject" Target="../embeddings/oleObject310.bin"/><Relationship Id="rId11" Type="http://schemas.openxmlformats.org/officeDocument/2006/relationships/image" Target="../media/image257.wmf"/><Relationship Id="rId10" Type="http://schemas.openxmlformats.org/officeDocument/2006/relationships/oleObject" Target="../embeddings/oleObject309.bin"/><Relationship Id="rId1" Type="http://schemas.openxmlformats.org/officeDocument/2006/relationships/oleObject" Target="../embeddings/oleObject304.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332.bin"/><Relationship Id="rId8" Type="http://schemas.openxmlformats.org/officeDocument/2006/relationships/image" Target="../media/image281.wmf"/><Relationship Id="rId7" Type="http://schemas.openxmlformats.org/officeDocument/2006/relationships/oleObject" Target="../embeddings/oleObject331.bin"/><Relationship Id="rId6" Type="http://schemas.openxmlformats.org/officeDocument/2006/relationships/image" Target="../media/image280.wmf"/><Relationship Id="rId5" Type="http://schemas.openxmlformats.org/officeDocument/2006/relationships/oleObject" Target="../embeddings/oleObject330.bin"/><Relationship Id="rId4" Type="http://schemas.openxmlformats.org/officeDocument/2006/relationships/image" Target="../media/image279.wmf"/><Relationship Id="rId3" Type="http://schemas.openxmlformats.org/officeDocument/2006/relationships/oleObject" Target="../embeddings/oleObject329.bin"/><Relationship Id="rId24" Type="http://schemas.openxmlformats.org/officeDocument/2006/relationships/vmlDrawing" Target="../drawings/vmlDrawing38.vml"/><Relationship Id="rId23" Type="http://schemas.openxmlformats.org/officeDocument/2006/relationships/slideLayout" Target="../slideLayouts/slideLayout18.xml"/><Relationship Id="rId22" Type="http://schemas.openxmlformats.org/officeDocument/2006/relationships/image" Target="../media/image288.wmf"/><Relationship Id="rId21" Type="http://schemas.openxmlformats.org/officeDocument/2006/relationships/oleObject" Target="../embeddings/oleObject338.bin"/><Relationship Id="rId20" Type="http://schemas.openxmlformats.org/officeDocument/2006/relationships/image" Target="../media/image287.wmf"/><Relationship Id="rId2" Type="http://schemas.openxmlformats.org/officeDocument/2006/relationships/image" Target="../media/image278.wmf"/><Relationship Id="rId19" Type="http://schemas.openxmlformats.org/officeDocument/2006/relationships/oleObject" Target="../embeddings/oleObject337.bin"/><Relationship Id="rId18" Type="http://schemas.openxmlformats.org/officeDocument/2006/relationships/image" Target="../media/image286.wmf"/><Relationship Id="rId17" Type="http://schemas.openxmlformats.org/officeDocument/2006/relationships/oleObject" Target="../embeddings/oleObject336.bin"/><Relationship Id="rId16" Type="http://schemas.openxmlformats.org/officeDocument/2006/relationships/image" Target="../media/image285.wmf"/><Relationship Id="rId15" Type="http://schemas.openxmlformats.org/officeDocument/2006/relationships/oleObject" Target="../embeddings/oleObject335.bin"/><Relationship Id="rId14" Type="http://schemas.openxmlformats.org/officeDocument/2006/relationships/image" Target="../media/image284.wmf"/><Relationship Id="rId13" Type="http://schemas.openxmlformats.org/officeDocument/2006/relationships/oleObject" Target="../embeddings/oleObject334.bin"/><Relationship Id="rId12" Type="http://schemas.openxmlformats.org/officeDocument/2006/relationships/image" Target="../media/image283.wmf"/><Relationship Id="rId11" Type="http://schemas.openxmlformats.org/officeDocument/2006/relationships/oleObject" Target="../embeddings/oleObject333.bin"/><Relationship Id="rId10" Type="http://schemas.openxmlformats.org/officeDocument/2006/relationships/image" Target="../media/image282.wmf"/><Relationship Id="rId1" Type="http://schemas.openxmlformats.org/officeDocument/2006/relationships/oleObject" Target="../embeddings/oleObject328.bin"/></Relationships>
</file>

<file path=ppt/slides/_rels/slide53.xml.rels><?xml version="1.0" encoding="UTF-8" standalone="yes"?>
<Relationships xmlns="http://schemas.openxmlformats.org/package/2006/relationships"><Relationship Id="rId8" Type="http://schemas.openxmlformats.org/officeDocument/2006/relationships/vmlDrawing" Target="../drawings/vmlDrawing39.vml"/><Relationship Id="rId7" Type="http://schemas.openxmlformats.org/officeDocument/2006/relationships/slideLayout" Target="../slideLayouts/slideLayout18.xml"/><Relationship Id="rId6" Type="http://schemas.openxmlformats.org/officeDocument/2006/relationships/image" Target="../media/image291.wmf"/><Relationship Id="rId5" Type="http://schemas.openxmlformats.org/officeDocument/2006/relationships/oleObject" Target="../embeddings/oleObject341.bin"/><Relationship Id="rId4" Type="http://schemas.openxmlformats.org/officeDocument/2006/relationships/image" Target="../media/image290.wmf"/><Relationship Id="rId3" Type="http://schemas.openxmlformats.org/officeDocument/2006/relationships/oleObject" Target="../embeddings/oleObject340.bin"/><Relationship Id="rId2" Type="http://schemas.openxmlformats.org/officeDocument/2006/relationships/image" Target="../media/image289.wmf"/><Relationship Id="rId1" Type="http://schemas.openxmlformats.org/officeDocument/2006/relationships/oleObject" Target="../embeddings/oleObject339.bin"/></Relationships>
</file>

<file path=ppt/slides/_rels/slide54.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image" Target="../media/image295.wmf"/><Relationship Id="rId7" Type="http://schemas.openxmlformats.org/officeDocument/2006/relationships/oleObject" Target="../embeddings/oleObject345.bin"/><Relationship Id="rId6" Type="http://schemas.openxmlformats.org/officeDocument/2006/relationships/image" Target="../media/image294.wmf"/><Relationship Id="rId5" Type="http://schemas.openxmlformats.org/officeDocument/2006/relationships/oleObject" Target="../embeddings/oleObject344.bin"/><Relationship Id="rId4" Type="http://schemas.openxmlformats.org/officeDocument/2006/relationships/image" Target="../media/image293.wmf"/><Relationship Id="rId3" Type="http://schemas.openxmlformats.org/officeDocument/2006/relationships/oleObject" Target="../embeddings/oleObject343.bin"/><Relationship Id="rId2" Type="http://schemas.openxmlformats.org/officeDocument/2006/relationships/image" Target="../media/image292.wmf"/><Relationship Id="rId10" Type="http://schemas.openxmlformats.org/officeDocument/2006/relationships/vmlDrawing" Target="../drawings/vmlDrawing40.vml"/><Relationship Id="rId1" Type="http://schemas.openxmlformats.org/officeDocument/2006/relationships/oleObject" Target="../embeddings/oleObject342.bin"/></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297.GIF"/><Relationship Id="rId1" Type="http://schemas.openxmlformats.org/officeDocument/2006/relationships/image" Target="../media/image296.png"/></Relationships>
</file>

<file path=ppt/slides/_rels/slide56.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image" Target="../media/image299.png"/><Relationship Id="rId7" Type="http://schemas.openxmlformats.org/officeDocument/2006/relationships/tags" Target="../tags/tag18.xml"/><Relationship Id="rId6" Type="http://schemas.microsoft.com/office/2007/relationships/media" Target="../media/audio2.wav"/><Relationship Id="rId5" Type="http://schemas.openxmlformats.org/officeDocument/2006/relationships/audio" Target="../media/audio2.wav"/><Relationship Id="rId4" Type="http://schemas.openxmlformats.org/officeDocument/2006/relationships/image" Target="../media/image298.png"/><Relationship Id="rId3" Type="http://schemas.openxmlformats.org/officeDocument/2006/relationships/tags" Target="../tags/tag17.xml"/><Relationship Id="rId2" Type="http://schemas.microsoft.com/office/2007/relationships/media" Target="../media/audio1.wav"/><Relationship Id="rId1" Type="http://schemas.openxmlformats.org/officeDocument/2006/relationships/audio" Target="../media/audio1.wav"/></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41.vml"/><Relationship Id="rId3" Type="http://schemas.openxmlformats.org/officeDocument/2006/relationships/slideLayout" Target="../slideLayouts/slideLayout18.xml"/><Relationship Id="rId2" Type="http://schemas.openxmlformats.org/officeDocument/2006/relationships/image" Target="../media/image300.wmf"/><Relationship Id="rId1" Type="http://schemas.openxmlformats.org/officeDocument/2006/relationships/control" Target="../activeX/activeX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8" Type="http://schemas.openxmlformats.org/officeDocument/2006/relationships/vmlDrawing" Target="../drawings/vmlDrawing42.vml"/><Relationship Id="rId7" Type="http://schemas.openxmlformats.org/officeDocument/2006/relationships/slideLayout" Target="../slideLayouts/slideLayout29.xml"/><Relationship Id="rId6" Type="http://schemas.openxmlformats.org/officeDocument/2006/relationships/image" Target="../media/image303.emf"/><Relationship Id="rId5" Type="http://schemas.openxmlformats.org/officeDocument/2006/relationships/oleObject" Target="../embeddings/oleObject348.bin"/><Relationship Id="rId4" Type="http://schemas.openxmlformats.org/officeDocument/2006/relationships/image" Target="../media/image302.emf"/><Relationship Id="rId3" Type="http://schemas.openxmlformats.org/officeDocument/2006/relationships/oleObject" Target="../embeddings/oleObject347.bin"/><Relationship Id="rId2" Type="http://schemas.openxmlformats.org/officeDocument/2006/relationships/image" Target="../media/image301.emf"/><Relationship Id="rId1" Type="http://schemas.openxmlformats.org/officeDocument/2006/relationships/oleObject" Target="../embeddings/oleObject346.bin"/></Relationships>
</file>

<file path=ppt/slides/_rels/slide61.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image" Target="../media/image305.png"/><Relationship Id="rId5" Type="http://schemas.microsoft.com/office/2007/relationships/media" Target="file:///E:\&#22823;&#23398;&#29289;&#29702;&#35838;&#31243;%20&#22810;&#23186;&#20307;&#25945;&#23398;&#35838;&#20214;&#21450;&#21160;&#30011;&#35270;&#39057;&#31561;&#36164;&#28304;2020.8.30\4%20&#25391;&#21160;\&#21516;&#39057;&#29575;&#22402;&#30452;&#25391;&#21160;&#21512;&#25104;23_&#20860;&#23481;&#26684;&#24335;%20MP4_480x360.MP4" TargetMode="External"/><Relationship Id="rId4" Type="http://schemas.openxmlformats.org/officeDocument/2006/relationships/video" Target="file:///E:\&#22823;&#23398;&#29289;&#29702;&#35838;&#31243;%20&#22810;&#23186;&#20307;&#25945;&#23398;&#35838;&#20214;&#21450;&#21160;&#30011;&#35270;&#39057;&#31561;&#36164;&#28304;2020.8.30\4%20&#25391;&#21160;\&#21516;&#39057;&#29575;&#22402;&#30452;&#25391;&#21160;&#21512;&#25104;23_&#20860;&#23481;&#26684;&#24335;%20MP4_480x360.MP4" TargetMode="External"/><Relationship Id="rId3" Type="http://schemas.openxmlformats.org/officeDocument/2006/relationships/image" Target="../media/image304.png"/><Relationship Id="rId2" Type="http://schemas.microsoft.com/office/2007/relationships/media" Target="file:///E:\&#22823;&#23398;&#29289;&#29702;&#35838;&#31243;%20&#22810;&#23186;&#20307;&#25945;&#23398;&#35838;&#20214;&#21450;&#21160;&#30011;&#35270;&#39057;&#31561;&#36164;&#28304;2020.8.30\4%20&#25391;&#21160;\&#21516;&#39057;&#29575;&#22402;&#30452;&#25391;&#21160;&#21512;&#25104;21_&#20860;&#23481;&#26684;&#24335;%20MP4_480x360.MP4" TargetMode="External"/><Relationship Id="rId1" Type="http://schemas.openxmlformats.org/officeDocument/2006/relationships/video" Target="file:///E:\&#22823;&#23398;&#29289;&#29702;&#35838;&#31243;%20&#22810;&#23186;&#20307;&#25945;&#23398;&#35838;&#20214;&#21450;&#21160;&#30011;&#35270;&#39057;&#31561;&#36164;&#28304;2020.8.30\4%20&#25391;&#21160;\&#21516;&#39057;&#29575;&#22402;&#30452;&#25391;&#21160;&#21512;&#25104;21_&#20860;&#23481;&#26684;&#24335;%20MP4_480x360.MP4"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5" Type="http://schemas.openxmlformats.org/officeDocument/2006/relationships/vmlDrawing" Target="../drawings/vmlDrawing43.vml"/><Relationship Id="rId4" Type="http://schemas.openxmlformats.org/officeDocument/2006/relationships/slideLayout" Target="../slideLayouts/slideLayout18.xml"/><Relationship Id="rId3" Type="http://schemas.openxmlformats.org/officeDocument/2006/relationships/image" Target="../media/image307.GIF"/><Relationship Id="rId2" Type="http://schemas.openxmlformats.org/officeDocument/2006/relationships/image" Target="../media/image306.emf"/><Relationship Id="rId1" Type="http://schemas.openxmlformats.org/officeDocument/2006/relationships/oleObject" Target="../embeddings/oleObject349.bin"/></Relationships>
</file>

<file path=ppt/slides/_rels/slide64.xml.rels><?xml version="1.0" encoding="UTF-8" standalone="yes"?>
<Relationships xmlns="http://schemas.openxmlformats.org/package/2006/relationships"><Relationship Id="rId8" Type="http://schemas.openxmlformats.org/officeDocument/2006/relationships/vmlDrawing" Target="../drawings/vmlDrawing44.vml"/><Relationship Id="rId7" Type="http://schemas.openxmlformats.org/officeDocument/2006/relationships/slideLayout" Target="../slideLayouts/slideLayout18.xml"/><Relationship Id="rId6" Type="http://schemas.openxmlformats.org/officeDocument/2006/relationships/image" Target="../media/image309.png"/><Relationship Id="rId5" Type="http://schemas.openxmlformats.org/officeDocument/2006/relationships/tags" Target="../tags/tag19.xml"/><Relationship Id="rId4" Type="http://schemas.microsoft.com/office/2007/relationships/media" Target="../media/media1.avi"/><Relationship Id="rId3" Type="http://schemas.openxmlformats.org/officeDocument/2006/relationships/video" Target="../media/media1.avi"/><Relationship Id="rId2" Type="http://schemas.openxmlformats.org/officeDocument/2006/relationships/image" Target="../media/image308.wmf"/><Relationship Id="rId1" Type="http://schemas.openxmlformats.org/officeDocument/2006/relationships/oleObject" Target="../embeddings/oleObject350.bin"/></Relationships>
</file>

<file path=ppt/slides/_rels/slide65.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image" Target="../media/image313.wmf"/><Relationship Id="rId7" Type="http://schemas.openxmlformats.org/officeDocument/2006/relationships/oleObject" Target="../embeddings/oleObject354.bin"/><Relationship Id="rId6" Type="http://schemas.openxmlformats.org/officeDocument/2006/relationships/image" Target="../media/image312.wmf"/><Relationship Id="rId5" Type="http://schemas.openxmlformats.org/officeDocument/2006/relationships/oleObject" Target="../embeddings/oleObject353.bin"/><Relationship Id="rId4" Type="http://schemas.openxmlformats.org/officeDocument/2006/relationships/image" Target="../media/image311.wmf"/><Relationship Id="rId3" Type="http://schemas.openxmlformats.org/officeDocument/2006/relationships/oleObject" Target="../embeddings/oleObject352.bin"/><Relationship Id="rId2" Type="http://schemas.openxmlformats.org/officeDocument/2006/relationships/image" Target="../media/image310.wmf"/><Relationship Id="rId10" Type="http://schemas.openxmlformats.org/officeDocument/2006/relationships/vmlDrawing" Target="../drawings/vmlDrawing45.vml"/><Relationship Id="rId1" Type="http://schemas.openxmlformats.org/officeDocument/2006/relationships/oleObject" Target="../embeddings/oleObject351.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359.bin"/><Relationship Id="rId8" Type="http://schemas.openxmlformats.org/officeDocument/2006/relationships/image" Target="../media/image317.wmf"/><Relationship Id="rId7" Type="http://schemas.openxmlformats.org/officeDocument/2006/relationships/oleObject" Target="../embeddings/oleObject358.bin"/><Relationship Id="rId6" Type="http://schemas.openxmlformats.org/officeDocument/2006/relationships/image" Target="../media/image316.wmf"/><Relationship Id="rId5" Type="http://schemas.openxmlformats.org/officeDocument/2006/relationships/oleObject" Target="../embeddings/oleObject357.bin"/><Relationship Id="rId4" Type="http://schemas.openxmlformats.org/officeDocument/2006/relationships/image" Target="../media/image315.wmf"/><Relationship Id="rId33" Type="http://schemas.openxmlformats.org/officeDocument/2006/relationships/notesSlide" Target="../notesSlides/notesSlide10.xml"/><Relationship Id="rId32" Type="http://schemas.openxmlformats.org/officeDocument/2006/relationships/vmlDrawing" Target="../drawings/vmlDrawing46.vml"/><Relationship Id="rId31" Type="http://schemas.openxmlformats.org/officeDocument/2006/relationships/slideLayout" Target="../slideLayouts/slideLayout18.xml"/><Relationship Id="rId30" Type="http://schemas.openxmlformats.org/officeDocument/2006/relationships/image" Target="../media/image323.wmf"/><Relationship Id="rId3" Type="http://schemas.openxmlformats.org/officeDocument/2006/relationships/oleObject" Target="../embeddings/oleObject356.bin"/><Relationship Id="rId29" Type="http://schemas.openxmlformats.org/officeDocument/2006/relationships/oleObject" Target="../embeddings/oleObject369.bin"/><Relationship Id="rId28" Type="http://schemas.openxmlformats.org/officeDocument/2006/relationships/image" Target="../media/image322.wmf"/><Relationship Id="rId27" Type="http://schemas.openxmlformats.org/officeDocument/2006/relationships/oleObject" Target="../embeddings/oleObject368.bin"/><Relationship Id="rId26" Type="http://schemas.openxmlformats.org/officeDocument/2006/relationships/image" Target="../media/image129.wmf"/><Relationship Id="rId25" Type="http://schemas.openxmlformats.org/officeDocument/2006/relationships/oleObject" Target="../embeddings/oleObject367.bin"/><Relationship Id="rId24" Type="http://schemas.openxmlformats.org/officeDocument/2006/relationships/image" Target="../media/image128.wmf"/><Relationship Id="rId23" Type="http://schemas.openxmlformats.org/officeDocument/2006/relationships/oleObject" Target="../embeddings/oleObject366.bin"/><Relationship Id="rId22" Type="http://schemas.openxmlformats.org/officeDocument/2006/relationships/image" Target="../media/image127.wmf"/><Relationship Id="rId21" Type="http://schemas.openxmlformats.org/officeDocument/2006/relationships/oleObject" Target="../embeddings/oleObject365.bin"/><Relationship Id="rId20" Type="http://schemas.openxmlformats.org/officeDocument/2006/relationships/image" Target="../media/image126.wmf"/><Relationship Id="rId2" Type="http://schemas.openxmlformats.org/officeDocument/2006/relationships/image" Target="../media/image314.wmf"/><Relationship Id="rId19" Type="http://schemas.openxmlformats.org/officeDocument/2006/relationships/oleObject" Target="../embeddings/oleObject364.bin"/><Relationship Id="rId18" Type="http://schemas.openxmlformats.org/officeDocument/2006/relationships/image" Target="../media/image125.wmf"/><Relationship Id="rId17" Type="http://schemas.openxmlformats.org/officeDocument/2006/relationships/oleObject" Target="../embeddings/oleObject363.bin"/><Relationship Id="rId16" Type="http://schemas.openxmlformats.org/officeDocument/2006/relationships/image" Target="../media/image321.wmf"/><Relationship Id="rId15" Type="http://schemas.openxmlformats.org/officeDocument/2006/relationships/oleObject" Target="../embeddings/oleObject362.bin"/><Relationship Id="rId14" Type="http://schemas.openxmlformats.org/officeDocument/2006/relationships/image" Target="../media/image320.wmf"/><Relationship Id="rId13" Type="http://schemas.openxmlformats.org/officeDocument/2006/relationships/oleObject" Target="../embeddings/oleObject361.bin"/><Relationship Id="rId12" Type="http://schemas.openxmlformats.org/officeDocument/2006/relationships/image" Target="../media/image319.wmf"/><Relationship Id="rId11" Type="http://schemas.openxmlformats.org/officeDocument/2006/relationships/oleObject" Target="../embeddings/oleObject360.bin"/><Relationship Id="rId10" Type="http://schemas.openxmlformats.org/officeDocument/2006/relationships/image" Target="../media/image318.wmf"/><Relationship Id="rId1" Type="http://schemas.openxmlformats.org/officeDocument/2006/relationships/oleObject" Target="../embeddings/oleObject355.bin"/></Relationships>
</file>

<file path=ppt/slides/_rels/slide69.xml.rels><?xml version="1.0" encoding="UTF-8" standalone="yes"?>
<Relationships xmlns="http://schemas.openxmlformats.org/package/2006/relationships"><Relationship Id="rId9" Type="http://schemas.openxmlformats.org/officeDocument/2006/relationships/image" Target="../media/image327.GIF"/><Relationship Id="rId8" Type="http://schemas.openxmlformats.org/officeDocument/2006/relationships/image" Target="../media/image320.wmf"/><Relationship Id="rId7" Type="http://schemas.openxmlformats.org/officeDocument/2006/relationships/oleObject" Target="../embeddings/oleObject373.bin"/><Relationship Id="rId6" Type="http://schemas.openxmlformats.org/officeDocument/2006/relationships/image" Target="../media/image326.emf"/><Relationship Id="rId5" Type="http://schemas.openxmlformats.org/officeDocument/2006/relationships/oleObject" Target="../embeddings/oleObject372.bin"/><Relationship Id="rId4" Type="http://schemas.openxmlformats.org/officeDocument/2006/relationships/image" Target="../media/image325.emf"/><Relationship Id="rId3" Type="http://schemas.openxmlformats.org/officeDocument/2006/relationships/oleObject" Target="../embeddings/oleObject371.bin"/><Relationship Id="rId2" Type="http://schemas.openxmlformats.org/officeDocument/2006/relationships/image" Target="../media/image324.emf"/><Relationship Id="rId11" Type="http://schemas.openxmlformats.org/officeDocument/2006/relationships/vmlDrawing" Target="../drawings/vmlDrawing47.vml"/><Relationship Id="rId10" Type="http://schemas.openxmlformats.org/officeDocument/2006/relationships/slideLayout" Target="../slideLayouts/slideLayout18.xml"/><Relationship Id="rId1" Type="http://schemas.openxmlformats.org/officeDocument/2006/relationships/oleObject" Target="../embeddings/oleObject370.bin"/></Relationships>
</file>

<file path=ppt/slides/_rels/slide70.xml.rels><?xml version="1.0" encoding="UTF-8" standalone="yes"?>
<Relationships xmlns="http://schemas.openxmlformats.org/package/2006/relationships"><Relationship Id="rId9" Type="http://schemas.openxmlformats.org/officeDocument/2006/relationships/oleObject" Target="../embeddings/oleObject378.bin"/><Relationship Id="rId8" Type="http://schemas.openxmlformats.org/officeDocument/2006/relationships/image" Target="../media/image331.wmf"/><Relationship Id="rId7" Type="http://schemas.openxmlformats.org/officeDocument/2006/relationships/oleObject" Target="../embeddings/oleObject377.bin"/><Relationship Id="rId6" Type="http://schemas.openxmlformats.org/officeDocument/2006/relationships/image" Target="../media/image330.wmf"/><Relationship Id="rId5" Type="http://schemas.openxmlformats.org/officeDocument/2006/relationships/oleObject" Target="../embeddings/oleObject376.bin"/><Relationship Id="rId4" Type="http://schemas.openxmlformats.org/officeDocument/2006/relationships/image" Target="../media/image329.wmf"/><Relationship Id="rId3" Type="http://schemas.openxmlformats.org/officeDocument/2006/relationships/oleObject" Target="../embeddings/oleObject375.bin"/><Relationship Id="rId2" Type="http://schemas.openxmlformats.org/officeDocument/2006/relationships/image" Target="../media/image328.wmf"/><Relationship Id="rId17" Type="http://schemas.openxmlformats.org/officeDocument/2006/relationships/notesSlide" Target="../notesSlides/notesSlide11.xml"/><Relationship Id="rId16" Type="http://schemas.openxmlformats.org/officeDocument/2006/relationships/vmlDrawing" Target="../drawings/vmlDrawing48.vml"/><Relationship Id="rId15" Type="http://schemas.openxmlformats.org/officeDocument/2006/relationships/slideLayout" Target="../slideLayouts/slideLayout18.xml"/><Relationship Id="rId14" Type="http://schemas.openxmlformats.org/officeDocument/2006/relationships/image" Target="../media/image334.wmf"/><Relationship Id="rId13" Type="http://schemas.openxmlformats.org/officeDocument/2006/relationships/oleObject" Target="../embeddings/oleObject380.bin"/><Relationship Id="rId12" Type="http://schemas.openxmlformats.org/officeDocument/2006/relationships/image" Target="../media/image333.wmf"/><Relationship Id="rId11" Type="http://schemas.openxmlformats.org/officeDocument/2006/relationships/oleObject" Target="../embeddings/oleObject379.bin"/><Relationship Id="rId10" Type="http://schemas.openxmlformats.org/officeDocument/2006/relationships/image" Target="../media/image332.wmf"/><Relationship Id="rId1" Type="http://schemas.openxmlformats.org/officeDocument/2006/relationships/oleObject" Target="../embeddings/oleObject374.bin"/></Relationships>
</file>

<file path=ppt/slides/_rels/slide71.xml.rels><?xml version="1.0" encoding="UTF-8" standalone="yes"?>
<Relationships xmlns="http://schemas.openxmlformats.org/package/2006/relationships"><Relationship Id="rId5" Type="http://schemas.openxmlformats.org/officeDocument/2006/relationships/vmlDrawing" Target="../drawings/vmlDrawing49.vml"/><Relationship Id="rId4" Type="http://schemas.openxmlformats.org/officeDocument/2006/relationships/slideLayout" Target="../slideLayouts/slideLayout18.xml"/><Relationship Id="rId3" Type="http://schemas.openxmlformats.org/officeDocument/2006/relationships/image" Target="../media/image336.png"/><Relationship Id="rId2" Type="http://schemas.openxmlformats.org/officeDocument/2006/relationships/image" Target="../media/image335.wmf"/><Relationship Id="rId1" Type="http://schemas.openxmlformats.org/officeDocument/2006/relationships/oleObject" Target="../embeddings/oleObject381.bin"/></Relationships>
</file>

<file path=ppt/slides/_rels/slide72.xml.rels><?xml version="1.0" encoding="UTF-8" standalone="yes"?>
<Relationships xmlns="http://schemas.openxmlformats.org/package/2006/relationships"><Relationship Id="rId5" Type="http://schemas.openxmlformats.org/officeDocument/2006/relationships/vmlDrawing" Target="../drawings/vmlDrawing50.vml"/><Relationship Id="rId4" Type="http://schemas.openxmlformats.org/officeDocument/2006/relationships/slideLayout" Target="../slideLayouts/slideLayout18.xml"/><Relationship Id="rId3" Type="http://schemas.openxmlformats.org/officeDocument/2006/relationships/image" Target="../media/image338.png"/><Relationship Id="rId2" Type="http://schemas.openxmlformats.org/officeDocument/2006/relationships/image" Target="../media/image337.wmf"/><Relationship Id="rId1" Type="http://schemas.openxmlformats.org/officeDocument/2006/relationships/oleObject" Target="../embeddings/oleObject382.bin"/></Relationships>
</file>

<file path=ppt/slides/_rels/slide73.xml.rels><?xml version="1.0" encoding="UTF-8" standalone="yes"?>
<Relationships xmlns="http://schemas.openxmlformats.org/package/2006/relationships"><Relationship Id="rId6" Type="http://schemas.openxmlformats.org/officeDocument/2006/relationships/comments" Target="../comments/comment1.xml"/><Relationship Id="rId5" Type="http://schemas.openxmlformats.org/officeDocument/2006/relationships/slideLayout" Target="../slideLayouts/slideLayout18.xml"/><Relationship Id="rId4" Type="http://schemas.openxmlformats.org/officeDocument/2006/relationships/image" Target="../media/image339.png"/><Relationship Id="rId3" Type="http://schemas.openxmlformats.org/officeDocument/2006/relationships/tags" Target="../tags/tag20.xml"/><Relationship Id="rId2" Type="http://schemas.microsoft.com/office/2007/relationships/media" Target="../media/audio3.wav"/><Relationship Id="rId1" Type="http://schemas.openxmlformats.org/officeDocument/2006/relationships/audio" Target="../media/audio3.wav"/></Relationships>
</file>

<file path=ppt/slides/_rels/slide74.xml.rels><?xml version="1.0" encoding="UTF-8" standalone="yes"?>
<Relationships xmlns="http://schemas.openxmlformats.org/package/2006/relationships"><Relationship Id="rId9" Type="http://schemas.openxmlformats.org/officeDocument/2006/relationships/oleObject" Target="../embeddings/oleObject387.bin"/><Relationship Id="rId8" Type="http://schemas.openxmlformats.org/officeDocument/2006/relationships/image" Target="../media/image341.emf"/><Relationship Id="rId7" Type="http://schemas.openxmlformats.org/officeDocument/2006/relationships/oleObject" Target="../embeddings/oleObject386.bin"/><Relationship Id="rId6" Type="http://schemas.openxmlformats.org/officeDocument/2006/relationships/image" Target="../media/image317.wmf"/><Relationship Id="rId5" Type="http://schemas.openxmlformats.org/officeDocument/2006/relationships/oleObject" Target="../embeddings/oleObject385.bin"/><Relationship Id="rId4" Type="http://schemas.openxmlformats.org/officeDocument/2006/relationships/image" Target="../media/image316.wmf"/><Relationship Id="rId3" Type="http://schemas.openxmlformats.org/officeDocument/2006/relationships/oleObject" Target="../embeddings/oleObject384.bin"/><Relationship Id="rId2" Type="http://schemas.openxmlformats.org/officeDocument/2006/relationships/image" Target="../media/image340.emf"/><Relationship Id="rId12" Type="http://schemas.openxmlformats.org/officeDocument/2006/relationships/vmlDrawing" Target="../drawings/vmlDrawing51.vml"/><Relationship Id="rId11" Type="http://schemas.openxmlformats.org/officeDocument/2006/relationships/slideLayout" Target="../slideLayouts/slideLayout18.xml"/><Relationship Id="rId10" Type="http://schemas.openxmlformats.org/officeDocument/2006/relationships/image" Target="../media/image342.wmf"/><Relationship Id="rId1" Type="http://schemas.openxmlformats.org/officeDocument/2006/relationships/oleObject" Target="../embeddings/oleObject383.bin"/></Relationships>
</file>

<file path=ppt/slides/_rels/slide75.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image" Target="../media/image346.wmf"/><Relationship Id="rId7" Type="http://schemas.openxmlformats.org/officeDocument/2006/relationships/oleObject" Target="../embeddings/oleObject391.bin"/><Relationship Id="rId6" Type="http://schemas.openxmlformats.org/officeDocument/2006/relationships/image" Target="../media/image345.wmf"/><Relationship Id="rId5" Type="http://schemas.openxmlformats.org/officeDocument/2006/relationships/oleObject" Target="../embeddings/oleObject390.bin"/><Relationship Id="rId4" Type="http://schemas.openxmlformats.org/officeDocument/2006/relationships/image" Target="../media/image344.wmf"/><Relationship Id="rId3" Type="http://schemas.openxmlformats.org/officeDocument/2006/relationships/oleObject" Target="../embeddings/oleObject389.bin"/><Relationship Id="rId2" Type="http://schemas.openxmlformats.org/officeDocument/2006/relationships/image" Target="../media/image343.wmf"/><Relationship Id="rId10" Type="http://schemas.openxmlformats.org/officeDocument/2006/relationships/vmlDrawing" Target="../drawings/vmlDrawing52.vml"/><Relationship Id="rId1" Type="http://schemas.openxmlformats.org/officeDocument/2006/relationships/oleObject" Target="../embeddings/oleObject388.bin"/></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53.vml"/><Relationship Id="rId5" Type="http://schemas.openxmlformats.org/officeDocument/2006/relationships/slideLayout" Target="../slideLayouts/slideLayout18.xml"/><Relationship Id="rId4" Type="http://schemas.openxmlformats.org/officeDocument/2006/relationships/image" Target="../media/image348.wmf"/><Relationship Id="rId3" Type="http://schemas.openxmlformats.org/officeDocument/2006/relationships/oleObject" Target="../embeddings/oleObject393.bin"/><Relationship Id="rId2" Type="http://schemas.openxmlformats.org/officeDocument/2006/relationships/image" Target="../media/image347.wmf"/><Relationship Id="rId1" Type="http://schemas.openxmlformats.org/officeDocument/2006/relationships/oleObject" Target="../embeddings/oleObject392.bin"/></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398.bin"/><Relationship Id="rId8" Type="http://schemas.openxmlformats.org/officeDocument/2006/relationships/image" Target="../media/image351.wmf"/><Relationship Id="rId7" Type="http://schemas.openxmlformats.org/officeDocument/2006/relationships/oleObject" Target="../embeddings/oleObject397.bin"/><Relationship Id="rId6" Type="http://schemas.openxmlformats.org/officeDocument/2006/relationships/image" Target="../media/image350.wmf"/><Relationship Id="rId5" Type="http://schemas.openxmlformats.org/officeDocument/2006/relationships/oleObject" Target="../embeddings/oleObject396.bin"/><Relationship Id="rId4" Type="http://schemas.openxmlformats.org/officeDocument/2006/relationships/image" Target="../media/image349.wmf"/><Relationship Id="rId3" Type="http://schemas.openxmlformats.org/officeDocument/2006/relationships/oleObject" Target="../embeddings/oleObject395.bin"/><Relationship Id="rId2" Type="http://schemas.openxmlformats.org/officeDocument/2006/relationships/image" Target="../media/image345.wmf"/><Relationship Id="rId16" Type="http://schemas.openxmlformats.org/officeDocument/2006/relationships/vmlDrawing" Target="../drawings/vmlDrawing54.vml"/><Relationship Id="rId15" Type="http://schemas.openxmlformats.org/officeDocument/2006/relationships/slideLayout" Target="../slideLayouts/slideLayout18.xml"/><Relationship Id="rId14" Type="http://schemas.openxmlformats.org/officeDocument/2006/relationships/image" Target="../media/image354.wmf"/><Relationship Id="rId13" Type="http://schemas.openxmlformats.org/officeDocument/2006/relationships/oleObject" Target="../embeddings/oleObject400.bin"/><Relationship Id="rId12" Type="http://schemas.openxmlformats.org/officeDocument/2006/relationships/image" Target="../media/image353.wmf"/><Relationship Id="rId11" Type="http://schemas.openxmlformats.org/officeDocument/2006/relationships/oleObject" Target="../embeddings/oleObject399.bin"/><Relationship Id="rId10" Type="http://schemas.openxmlformats.org/officeDocument/2006/relationships/image" Target="../media/image352.wmf"/><Relationship Id="rId1" Type="http://schemas.openxmlformats.org/officeDocument/2006/relationships/oleObject" Target="../embeddings/oleObject394.bin"/></Relationships>
</file>

<file path=ppt/slides/_rels/slide78.xml.rels><?xml version="1.0" encoding="UTF-8" standalone="yes"?>
<Relationships xmlns="http://schemas.openxmlformats.org/package/2006/relationships"><Relationship Id="rId9" Type="http://schemas.openxmlformats.org/officeDocument/2006/relationships/oleObject" Target="../embeddings/oleObject405.bin"/><Relationship Id="rId8" Type="http://schemas.openxmlformats.org/officeDocument/2006/relationships/image" Target="../media/image357.wmf"/><Relationship Id="rId7" Type="http://schemas.openxmlformats.org/officeDocument/2006/relationships/oleObject" Target="../embeddings/oleObject404.bin"/><Relationship Id="rId6" Type="http://schemas.openxmlformats.org/officeDocument/2006/relationships/image" Target="../media/image356.wmf"/><Relationship Id="rId5" Type="http://schemas.openxmlformats.org/officeDocument/2006/relationships/oleObject" Target="../embeddings/oleObject403.bin"/><Relationship Id="rId4" Type="http://schemas.openxmlformats.org/officeDocument/2006/relationships/image" Target="../media/image355.wmf"/><Relationship Id="rId3" Type="http://schemas.openxmlformats.org/officeDocument/2006/relationships/oleObject" Target="../embeddings/oleObject402.bin"/><Relationship Id="rId2" Type="http://schemas.openxmlformats.org/officeDocument/2006/relationships/image" Target="../media/image348.wmf"/><Relationship Id="rId16" Type="http://schemas.openxmlformats.org/officeDocument/2006/relationships/vmlDrawing" Target="../drawings/vmlDrawing55.vml"/><Relationship Id="rId15" Type="http://schemas.openxmlformats.org/officeDocument/2006/relationships/slideLayout" Target="../slideLayouts/slideLayout18.xml"/><Relationship Id="rId14" Type="http://schemas.openxmlformats.org/officeDocument/2006/relationships/image" Target="../media/image354.wmf"/><Relationship Id="rId13" Type="http://schemas.openxmlformats.org/officeDocument/2006/relationships/oleObject" Target="../embeddings/oleObject407.bin"/><Relationship Id="rId12" Type="http://schemas.openxmlformats.org/officeDocument/2006/relationships/image" Target="../media/image353.wmf"/><Relationship Id="rId11" Type="http://schemas.openxmlformats.org/officeDocument/2006/relationships/oleObject" Target="../embeddings/oleObject406.bin"/><Relationship Id="rId10" Type="http://schemas.openxmlformats.org/officeDocument/2006/relationships/image" Target="../media/image352.wmf"/><Relationship Id="rId1" Type="http://schemas.openxmlformats.org/officeDocument/2006/relationships/oleObject" Target="../embeddings/oleObject401.bin"/></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60.jpeg"/><Relationship Id="rId2" Type="http://schemas.openxmlformats.org/officeDocument/2006/relationships/image" Target="../media/image359.jpeg"/><Relationship Id="rId1" Type="http://schemas.openxmlformats.org/officeDocument/2006/relationships/image" Target="../media/image358.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62.jpeg"/><Relationship Id="rId1" Type="http://schemas.openxmlformats.org/officeDocument/2006/relationships/image" Target="../media/image361.jpeg"/></Relationships>
</file>

<file path=ppt/slides/_rels/slide82.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image" Target="../media/image364.png"/><Relationship Id="rId4" Type="http://schemas.openxmlformats.org/officeDocument/2006/relationships/audio" Target="NULL"/><Relationship Id="rId3" Type="http://schemas.openxmlformats.org/officeDocument/2006/relationships/image" Target="../media/image363.png"/><Relationship Id="rId2" Type="http://schemas.openxmlformats.org/officeDocument/2006/relationships/hyperlink" Target="4-12%20&#34382;&#38376;&#22823;&#26725;&#24322;&#24120;&#25391;&#21160;2020.5.5.mp4" TargetMode="External"/><Relationship Id="rId1" Type="http://schemas.openxmlformats.org/officeDocument/2006/relationships/hyperlink" Target="4-8%20&#22612;&#31185;&#39532;bridge_07_&#39749;&#26063;_320x240.MP4" TargetMode="Externa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365.png"/></Relationships>
</file>

<file path=ppt/slides/_rels/slide84.xml.rels><?xml version="1.0" encoding="UTF-8" standalone="yes"?>
<Relationships xmlns="http://schemas.openxmlformats.org/package/2006/relationships"><Relationship Id="rId9" Type="http://schemas.openxmlformats.org/officeDocument/2006/relationships/oleObject" Target="../embeddings/oleObject412.bin"/><Relationship Id="rId8" Type="http://schemas.openxmlformats.org/officeDocument/2006/relationships/image" Target="../media/image369.wmf"/><Relationship Id="rId7" Type="http://schemas.openxmlformats.org/officeDocument/2006/relationships/oleObject" Target="../embeddings/oleObject411.bin"/><Relationship Id="rId6" Type="http://schemas.openxmlformats.org/officeDocument/2006/relationships/image" Target="../media/image368.wmf"/><Relationship Id="rId5" Type="http://schemas.openxmlformats.org/officeDocument/2006/relationships/oleObject" Target="../embeddings/oleObject410.bin"/><Relationship Id="rId4" Type="http://schemas.openxmlformats.org/officeDocument/2006/relationships/image" Target="../media/image367.wmf"/><Relationship Id="rId3" Type="http://schemas.openxmlformats.org/officeDocument/2006/relationships/oleObject" Target="../embeddings/oleObject409.bin"/><Relationship Id="rId28" Type="http://schemas.openxmlformats.org/officeDocument/2006/relationships/vmlDrawing" Target="../drawings/vmlDrawing56.vml"/><Relationship Id="rId27" Type="http://schemas.openxmlformats.org/officeDocument/2006/relationships/slideLayout" Target="../slideLayouts/slideLayout18.xml"/><Relationship Id="rId26" Type="http://schemas.openxmlformats.org/officeDocument/2006/relationships/image" Target="../media/image378.wmf"/><Relationship Id="rId25" Type="http://schemas.openxmlformats.org/officeDocument/2006/relationships/oleObject" Target="../embeddings/oleObject420.bin"/><Relationship Id="rId24" Type="http://schemas.openxmlformats.org/officeDocument/2006/relationships/image" Target="../media/image377.wmf"/><Relationship Id="rId23" Type="http://schemas.openxmlformats.org/officeDocument/2006/relationships/oleObject" Target="../embeddings/oleObject419.bin"/><Relationship Id="rId22" Type="http://schemas.openxmlformats.org/officeDocument/2006/relationships/image" Target="../media/image376.wmf"/><Relationship Id="rId21" Type="http://schemas.openxmlformats.org/officeDocument/2006/relationships/oleObject" Target="../embeddings/oleObject418.bin"/><Relationship Id="rId20" Type="http://schemas.openxmlformats.org/officeDocument/2006/relationships/image" Target="../media/image375.wmf"/><Relationship Id="rId2" Type="http://schemas.openxmlformats.org/officeDocument/2006/relationships/image" Target="../media/image366.wmf"/><Relationship Id="rId19" Type="http://schemas.openxmlformats.org/officeDocument/2006/relationships/oleObject" Target="../embeddings/oleObject417.bin"/><Relationship Id="rId18" Type="http://schemas.openxmlformats.org/officeDocument/2006/relationships/image" Target="../media/image374.wmf"/><Relationship Id="rId17" Type="http://schemas.openxmlformats.org/officeDocument/2006/relationships/oleObject" Target="../embeddings/oleObject416.bin"/><Relationship Id="rId16" Type="http://schemas.openxmlformats.org/officeDocument/2006/relationships/image" Target="../media/image373.wmf"/><Relationship Id="rId15" Type="http://schemas.openxmlformats.org/officeDocument/2006/relationships/oleObject" Target="../embeddings/oleObject415.bin"/><Relationship Id="rId14" Type="http://schemas.openxmlformats.org/officeDocument/2006/relationships/image" Target="../media/image372.wmf"/><Relationship Id="rId13" Type="http://schemas.openxmlformats.org/officeDocument/2006/relationships/oleObject" Target="../embeddings/oleObject414.bin"/><Relationship Id="rId12" Type="http://schemas.openxmlformats.org/officeDocument/2006/relationships/image" Target="../media/image371.wmf"/><Relationship Id="rId11" Type="http://schemas.openxmlformats.org/officeDocument/2006/relationships/oleObject" Target="../embeddings/oleObject413.bin"/><Relationship Id="rId10" Type="http://schemas.openxmlformats.org/officeDocument/2006/relationships/image" Target="../media/image370.wmf"/><Relationship Id="rId1" Type="http://schemas.openxmlformats.org/officeDocument/2006/relationships/oleObject" Target="../embeddings/oleObject40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5" name="图片 2" descr="大桥抖动"/>
          <p:cNvPicPr>
            <a:picLocks noChangeAspect="1"/>
          </p:cNvPicPr>
          <p:nvPr/>
        </p:nvPicPr>
        <p:blipFill>
          <a:blip r:embed="rId1"/>
          <a:stretch>
            <a:fillRect/>
          </a:stretch>
        </p:blipFill>
        <p:spPr>
          <a:xfrm>
            <a:off x="4367213" y="3906838"/>
            <a:ext cx="3795712" cy="2330450"/>
          </a:xfrm>
          <a:prstGeom prst="rect">
            <a:avLst/>
          </a:prstGeom>
          <a:noFill/>
          <a:ln w="9525">
            <a:noFill/>
          </a:ln>
        </p:spPr>
      </p:pic>
      <p:pic>
        <p:nvPicPr>
          <p:cNvPr id="6146" name="图片 3" descr="蜜蜂翅膀振动"/>
          <p:cNvPicPr>
            <a:picLocks noChangeAspect="1"/>
          </p:cNvPicPr>
          <p:nvPr/>
        </p:nvPicPr>
        <p:blipFill>
          <a:blip r:embed="rId2"/>
          <a:stretch>
            <a:fillRect/>
          </a:stretch>
        </p:blipFill>
        <p:spPr>
          <a:xfrm>
            <a:off x="696913" y="3906838"/>
            <a:ext cx="2884487" cy="2330450"/>
          </a:xfrm>
          <a:prstGeom prst="rect">
            <a:avLst/>
          </a:prstGeom>
          <a:noFill/>
          <a:ln w="9525">
            <a:noFill/>
          </a:ln>
        </p:spPr>
      </p:pic>
      <p:pic>
        <p:nvPicPr>
          <p:cNvPr id="6147" name="图片 4" descr="小船"/>
          <p:cNvPicPr>
            <a:picLocks noChangeAspect="1"/>
          </p:cNvPicPr>
          <p:nvPr/>
        </p:nvPicPr>
        <p:blipFill>
          <a:blip r:embed="rId3"/>
          <a:stretch>
            <a:fillRect/>
          </a:stretch>
        </p:blipFill>
        <p:spPr>
          <a:xfrm>
            <a:off x="4367213" y="1095375"/>
            <a:ext cx="3813175" cy="2387600"/>
          </a:xfrm>
          <a:prstGeom prst="rect">
            <a:avLst/>
          </a:prstGeom>
          <a:noFill/>
          <a:ln w="9525">
            <a:noFill/>
          </a:ln>
        </p:spPr>
      </p:pic>
      <p:sp>
        <p:nvSpPr>
          <p:cNvPr id="6148" name="文本框 3"/>
          <p:cNvSpPr txBox="1"/>
          <p:nvPr/>
        </p:nvSpPr>
        <p:spPr>
          <a:xfrm>
            <a:off x="3722688" y="217488"/>
            <a:ext cx="1098550" cy="644525"/>
          </a:xfrm>
          <a:prstGeom prst="rect">
            <a:avLst/>
          </a:prstGeom>
          <a:noFill/>
          <a:ln w="9525">
            <a:noFill/>
          </a:ln>
        </p:spPr>
        <p:txBody>
          <a:bodyPr wrap="none" anchor="t" anchorCtr="0">
            <a:spAutoFit/>
          </a:bodyPr>
          <a:p>
            <a:r>
              <a:rPr lang="zh-CN" altLang="zh-CN" sz="3600" b="1">
                <a:solidFill>
                  <a:srgbClr val="1F2DA8"/>
                </a:solidFill>
                <a:latin typeface="微软雅黑" panose="020B0503020204020204" charset="-122"/>
                <a:ea typeface="微软雅黑" panose="020B0503020204020204" charset="-122"/>
              </a:rPr>
              <a:t>振动</a:t>
            </a:r>
            <a:endParaRPr lang="zh-CN" altLang="zh-CN" sz="3600" b="1">
              <a:solidFill>
                <a:srgbClr val="1F2DA8"/>
              </a:solidFill>
              <a:latin typeface="微软雅黑" panose="020B0503020204020204" charset="-122"/>
              <a:ea typeface="微软雅黑" panose="020B0503020204020204" charset="-122"/>
            </a:endParaRPr>
          </a:p>
        </p:txBody>
      </p:sp>
      <p:pic>
        <p:nvPicPr>
          <p:cNvPr id="6149" name="图片 5" descr="钟摆摆动"/>
          <p:cNvPicPr>
            <a:picLocks noChangeAspect="1"/>
          </p:cNvPicPr>
          <p:nvPr/>
        </p:nvPicPr>
        <p:blipFill>
          <a:blip r:embed="rId4"/>
          <a:stretch>
            <a:fillRect/>
          </a:stretch>
        </p:blipFill>
        <p:spPr>
          <a:xfrm>
            <a:off x="696913" y="895350"/>
            <a:ext cx="2660650" cy="2787650"/>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4"/>
          <p:cNvSpPr txBox="1"/>
          <p:nvPr/>
        </p:nvSpPr>
        <p:spPr>
          <a:xfrm>
            <a:off x="452438" y="1050925"/>
            <a:ext cx="8285162" cy="4616450"/>
          </a:xfrm>
          <a:prstGeom prst="rect">
            <a:avLst/>
          </a:prstGeom>
          <a:noFill/>
          <a:ln w="9525">
            <a:noFill/>
          </a:ln>
        </p:spPr>
        <p:txBody>
          <a:bodyPr wrap="square" anchor="t" anchorCtr="0">
            <a:spAutoFit/>
          </a:bodyPr>
          <a:p>
            <a:pPr>
              <a:spcBef>
                <a:spcPct val="50000"/>
              </a:spcBef>
            </a:pPr>
            <a:r>
              <a:rPr lang="zh-CN" altLang="zh-CN" sz="2800" dirty="0">
                <a:latin typeface="微软雅黑" panose="020B0503020204020204" charset="-122"/>
                <a:ea typeface="微软雅黑" panose="020B0503020204020204" charset="-122"/>
              </a:rPr>
              <a:t>振动是自然界最普遍的现象之一。</a:t>
            </a:r>
            <a:r>
              <a:rPr lang="zh-CN" altLang="zh-CN" sz="2800" dirty="0">
                <a:solidFill>
                  <a:srgbClr val="FF0000"/>
                </a:solidFill>
                <a:latin typeface="微软雅黑" panose="020B0503020204020204" charset="-122"/>
                <a:ea typeface="微软雅黑" panose="020B0503020204020204" charset="-122"/>
              </a:rPr>
              <a:t>大至宇宙，小至亚原子粒子</a:t>
            </a:r>
            <a:r>
              <a:rPr lang="zh-CN" altLang="zh-CN" sz="2800" dirty="0">
                <a:latin typeface="微软雅黑" panose="020B0503020204020204" charset="-122"/>
                <a:ea typeface="微软雅黑" panose="020B0503020204020204" charset="-122"/>
              </a:rPr>
              <a:t>，无不存在振动。</a:t>
            </a:r>
            <a:endParaRPr lang="zh-CN" altLang="zh-CN" sz="2800" dirty="0">
              <a:latin typeface="微软雅黑" panose="020B0503020204020204" charset="-122"/>
              <a:ea typeface="微软雅黑" panose="020B0503020204020204" charset="-122"/>
            </a:endParaRPr>
          </a:p>
          <a:p>
            <a:pPr>
              <a:spcBef>
                <a:spcPct val="50000"/>
              </a:spcBef>
            </a:pPr>
            <a:r>
              <a:rPr lang="zh-CN" altLang="zh-CN" sz="2800" dirty="0">
                <a:latin typeface="微软雅黑" panose="020B0503020204020204" charset="-122"/>
                <a:ea typeface="微软雅黑" panose="020B0503020204020204" charset="-122"/>
              </a:rPr>
              <a:t>各种形式的物理现象，如</a:t>
            </a:r>
            <a:r>
              <a:rPr lang="zh-CN" altLang="zh-CN" sz="2800" dirty="0">
                <a:solidFill>
                  <a:srgbClr val="FF0000"/>
                </a:solidFill>
                <a:latin typeface="微软雅黑" panose="020B0503020204020204" charset="-122"/>
                <a:ea typeface="微软雅黑" panose="020B0503020204020204" charset="-122"/>
              </a:rPr>
              <a:t>声、光、热</a:t>
            </a:r>
            <a:r>
              <a:rPr lang="zh-CN" altLang="zh-CN" sz="2800" dirty="0">
                <a:latin typeface="微软雅黑" panose="020B0503020204020204" charset="-122"/>
                <a:ea typeface="微软雅黑" panose="020B0503020204020204" charset="-122"/>
              </a:rPr>
              <a:t>等都包含振动。</a:t>
            </a:r>
            <a:endParaRPr lang="zh-CN" altLang="zh-CN" sz="2800" dirty="0">
              <a:latin typeface="微软雅黑" panose="020B0503020204020204" charset="-122"/>
              <a:ea typeface="微软雅黑" panose="020B0503020204020204" charset="-122"/>
            </a:endParaRPr>
          </a:p>
          <a:p>
            <a:pPr>
              <a:spcBef>
                <a:spcPct val="50000"/>
              </a:spcBef>
            </a:pPr>
            <a:r>
              <a:rPr lang="zh-CN" altLang="zh-CN" sz="2800" dirty="0">
                <a:latin typeface="微软雅黑" panose="020B0503020204020204" charset="-122"/>
                <a:ea typeface="微软雅黑" panose="020B0503020204020204" charset="-122"/>
              </a:rPr>
              <a:t>人们</a:t>
            </a:r>
            <a:r>
              <a:rPr lang="zh-CN" altLang="zh-CN" sz="2800" dirty="0">
                <a:solidFill>
                  <a:srgbClr val="FF0000"/>
                </a:solidFill>
                <a:latin typeface="微软雅黑" panose="020B0503020204020204" charset="-122"/>
                <a:ea typeface="微软雅黑" panose="020B0503020204020204" charset="-122"/>
              </a:rPr>
              <a:t>生活中</a:t>
            </a:r>
            <a:r>
              <a:rPr lang="zh-CN" altLang="zh-CN" sz="2800" dirty="0">
                <a:latin typeface="微软雅黑" panose="020B0503020204020204" charset="-122"/>
                <a:ea typeface="微软雅黑" panose="020B0503020204020204" charset="-122"/>
              </a:rPr>
              <a:t>离不开振动：心脏的搏动、耳膜和声带的振动；</a:t>
            </a:r>
            <a:endParaRPr lang="zh-CN" altLang="zh-CN" sz="2800" dirty="0">
              <a:latin typeface="微软雅黑" panose="020B0503020204020204" charset="-122"/>
              <a:ea typeface="微软雅黑" panose="020B0503020204020204" charset="-122"/>
            </a:endParaRPr>
          </a:p>
          <a:p>
            <a:pPr>
              <a:spcBef>
                <a:spcPct val="50000"/>
              </a:spcBef>
            </a:pPr>
            <a:r>
              <a:rPr lang="zh-CN" altLang="zh-CN" sz="2800" dirty="0">
                <a:solidFill>
                  <a:srgbClr val="FF0000"/>
                </a:solidFill>
                <a:latin typeface="微软雅黑" panose="020B0503020204020204" charset="-122"/>
                <a:ea typeface="微软雅黑" panose="020B0503020204020204" charset="-122"/>
              </a:rPr>
              <a:t>工程技术领域</a:t>
            </a:r>
            <a:r>
              <a:rPr lang="zh-CN" altLang="zh-CN" sz="2800" dirty="0">
                <a:latin typeface="微软雅黑" panose="020B0503020204020204" charset="-122"/>
                <a:ea typeface="微软雅黑" panose="020B0503020204020204" charset="-122"/>
              </a:rPr>
              <a:t>如，桥梁和建筑物在阵风或地震激励下的振动，飞机和船舶在航行中的振动，机床和刀具在加工时的振动，各种动力机械的振动，控制系统中的自激振动，等等</a:t>
            </a:r>
            <a:endParaRPr lang="zh-CN" altLang="zh-CN" sz="28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xEl>
                                              <p:charRg st="0" end="36"/>
                                            </p:txEl>
                                          </p:spTgt>
                                        </p:tgtEl>
                                        <p:attrNameLst>
                                          <p:attrName>style.visibility</p:attrName>
                                        </p:attrNameLst>
                                      </p:cBhvr>
                                      <p:to>
                                        <p:strVal val="visible"/>
                                      </p:to>
                                    </p:set>
                                    <p:animEffect transition="in" filter="wipe(left)">
                                      <p:cBhvr>
                                        <p:cTn id="7" dur="500"/>
                                        <p:tgtEl>
                                          <p:spTgt spid="7">
                                            <p:txEl>
                                              <p:charRg st="0" end="36"/>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xEl>
                                              <p:charRg st="36" end="60"/>
                                            </p:txEl>
                                          </p:spTgt>
                                        </p:tgtEl>
                                        <p:attrNameLst>
                                          <p:attrName>style.visibility</p:attrName>
                                        </p:attrNameLst>
                                      </p:cBhvr>
                                      <p:to>
                                        <p:strVal val="visible"/>
                                      </p:to>
                                    </p:set>
                                    <p:animEffect transition="in" filter="wipe(left)">
                                      <p:cBhvr>
                                        <p:cTn id="11" dur="500"/>
                                        <p:tgtEl>
                                          <p:spTgt spid="7">
                                            <p:txEl>
                                              <p:charRg st="36" end="6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xEl>
                                              <p:charRg st="60" end="87"/>
                                            </p:txEl>
                                          </p:spTgt>
                                        </p:tgtEl>
                                        <p:attrNameLst>
                                          <p:attrName>style.visibility</p:attrName>
                                        </p:attrNameLst>
                                      </p:cBhvr>
                                      <p:to>
                                        <p:strVal val="visible"/>
                                      </p:to>
                                    </p:set>
                                    <p:animEffect transition="in" filter="wipe(left)">
                                      <p:cBhvr>
                                        <p:cTn id="15" dur="500"/>
                                        <p:tgtEl>
                                          <p:spTgt spid="7">
                                            <p:txEl>
                                              <p:charRg st="60" end="87"/>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
                                            <p:txEl>
                                              <p:charRg st="87" end="164"/>
                                            </p:txEl>
                                          </p:spTgt>
                                        </p:tgtEl>
                                        <p:attrNameLst>
                                          <p:attrName>style.visibility</p:attrName>
                                        </p:attrNameLst>
                                      </p:cBhvr>
                                      <p:to>
                                        <p:strVal val="visible"/>
                                      </p:to>
                                    </p:set>
                                    <p:animEffect transition="in" filter="wipe(left)">
                                      <p:cBhvr>
                                        <p:cTn id="19" dur="500"/>
                                        <p:tgtEl>
                                          <p:spTgt spid="7">
                                            <p:txEl>
                                              <p:charRg st="87" end="1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fld>
            <a:endParaRPr lang="en-US" altLang="zh-CN" sz="1400" dirty="0"/>
          </a:p>
        </p:txBody>
      </p:sp>
      <p:sp>
        <p:nvSpPr>
          <p:cNvPr id="112642" name="Text Box 2"/>
          <p:cNvSpPr txBox="1"/>
          <p:nvPr/>
        </p:nvSpPr>
        <p:spPr>
          <a:xfrm>
            <a:off x="755650" y="1628775"/>
            <a:ext cx="7488238" cy="3825875"/>
          </a:xfrm>
          <a:prstGeom prst="rect">
            <a:avLst/>
          </a:prstGeom>
          <a:noFill/>
          <a:ln w="9525">
            <a:noFill/>
          </a:ln>
        </p:spPr>
        <p:txBody>
          <a:bodyPr lIns="100142" tIns="50070" rIns="100142" bIns="50070" anchor="t" anchorCtr="0">
            <a:spAutoFit/>
          </a:bodyPr>
          <a:p>
            <a:pPr defTabSz="1000125"/>
            <a:r>
              <a:rPr lang="en-US" altLang="zh-CN" sz="2600" b="1" dirty="0">
                <a:solidFill>
                  <a:srgbClr val="FF3300"/>
                </a:solidFill>
                <a:latin typeface="楷体_GB2312" pitchFamily="49" charset="-122"/>
                <a:ea typeface="楷体_GB2312" pitchFamily="49" charset="-122"/>
              </a:rPr>
              <a:t>    </a:t>
            </a:r>
            <a:r>
              <a:rPr lang="zh-CN" altLang="en-US" sz="2600" b="1" dirty="0">
                <a:solidFill>
                  <a:srgbClr val="000000"/>
                </a:solidFill>
                <a:latin typeface="楷体_GB2312" pitchFamily="49" charset="-122"/>
                <a:ea typeface="楷体_GB2312" pitchFamily="49" charset="-122"/>
              </a:rPr>
              <a:t>因为振动是</a:t>
            </a:r>
            <a:r>
              <a:rPr lang="zh-CN" altLang="en-US" sz="2600" b="1" dirty="0">
                <a:solidFill>
                  <a:srgbClr val="FF0000"/>
                </a:solidFill>
                <a:latin typeface="楷体_GB2312" pitchFamily="49" charset="-122"/>
                <a:ea typeface="楷体_GB2312" pitchFamily="49" charset="-122"/>
              </a:rPr>
              <a:t>声学、地震学、建筑力学</a:t>
            </a:r>
            <a:r>
              <a:rPr lang="zh-CN" altLang="en-US" sz="2600" b="1" dirty="0">
                <a:solidFill>
                  <a:srgbClr val="000000"/>
                </a:solidFill>
                <a:latin typeface="楷体_GB2312" pitchFamily="49" charset="-122"/>
                <a:ea typeface="楷体_GB2312" pitchFamily="49" charset="-122"/>
              </a:rPr>
              <a:t>等必须的基础知识，自然界中还有许多现象，如交变电流、交变的电磁场等，都属于广义的振动现象。这些运动的本质虽然并非机械运动，但运动规律的数学描述却与机械振动类似。因此，机械振动的研究也为</a:t>
            </a:r>
            <a:r>
              <a:rPr lang="zh-CN" altLang="en-US" sz="2600" b="1" dirty="0">
                <a:solidFill>
                  <a:srgbClr val="FF0000"/>
                </a:solidFill>
                <a:latin typeface="楷体_GB2312" pitchFamily="49" charset="-122"/>
                <a:ea typeface="楷体_GB2312" pitchFamily="49" charset="-122"/>
              </a:rPr>
              <a:t>光学、电学、交流电工学、无线电技术</a:t>
            </a:r>
            <a:r>
              <a:rPr lang="zh-CN" altLang="en-US" sz="2600" b="1" dirty="0">
                <a:solidFill>
                  <a:srgbClr val="000000"/>
                </a:solidFill>
                <a:latin typeface="楷体_GB2312" pitchFamily="49" charset="-122"/>
                <a:ea typeface="楷体_GB2312" pitchFamily="49" charset="-122"/>
              </a:rPr>
              <a:t>等打下了一定的基础。</a:t>
            </a:r>
            <a:endParaRPr lang="zh-CN" altLang="en-US" sz="2600" b="1" dirty="0">
              <a:solidFill>
                <a:srgbClr val="000000"/>
              </a:solidFill>
              <a:latin typeface="楷体_GB2312" pitchFamily="49" charset="-122"/>
              <a:ea typeface="楷体_GB2312" pitchFamily="49" charset="-122"/>
            </a:endParaRPr>
          </a:p>
          <a:p>
            <a:pPr defTabSz="1000125"/>
            <a:endParaRPr lang="zh-CN" altLang="en-US" sz="1000" b="1" dirty="0">
              <a:solidFill>
                <a:srgbClr val="000000"/>
              </a:solidFill>
              <a:latin typeface="楷体_GB2312" pitchFamily="49" charset="-122"/>
              <a:ea typeface="楷体_GB2312" pitchFamily="49" charset="-122"/>
            </a:endParaRPr>
          </a:p>
          <a:p>
            <a:pPr defTabSz="1000125"/>
            <a:r>
              <a:rPr lang="zh-CN" altLang="en-US" sz="2600" b="1" dirty="0">
                <a:solidFill>
                  <a:srgbClr val="FF3300"/>
                </a:solidFill>
                <a:latin typeface="楷体_GB2312" pitchFamily="49" charset="-122"/>
                <a:ea typeface="楷体_GB2312" pitchFamily="49" charset="-122"/>
              </a:rPr>
              <a:t>    </a:t>
            </a:r>
            <a:r>
              <a:rPr lang="zh-CN" altLang="en-US" sz="2600" b="1" dirty="0">
                <a:solidFill>
                  <a:srgbClr val="0000CC"/>
                </a:solidFill>
                <a:latin typeface="楷体_GB2312" pitchFamily="49" charset="-122"/>
                <a:ea typeface="楷体_GB2312" pitchFamily="49" charset="-122"/>
              </a:rPr>
              <a:t>任何一种复杂的机械振动都可以看成多个直线振动的叠加。</a:t>
            </a:r>
            <a:endParaRPr lang="zh-CN" altLang="en-US" sz="2600" b="1" dirty="0">
              <a:solidFill>
                <a:srgbClr val="0000CC"/>
              </a:solidFill>
              <a:latin typeface="楷体_GB2312" pitchFamily="49" charset="-122"/>
              <a:ea typeface="楷体_GB2312" pitchFamily="49" charset="-122"/>
            </a:endParaRPr>
          </a:p>
        </p:txBody>
      </p:sp>
      <p:sp>
        <p:nvSpPr>
          <p:cNvPr id="9219" name="Text Box 3"/>
          <p:cNvSpPr txBox="1"/>
          <p:nvPr/>
        </p:nvSpPr>
        <p:spPr>
          <a:xfrm>
            <a:off x="1835150" y="763588"/>
            <a:ext cx="5400675" cy="582612"/>
          </a:xfrm>
          <a:prstGeom prst="rect">
            <a:avLst/>
          </a:prstGeom>
          <a:noFill/>
          <a:ln w="38100">
            <a:noFill/>
          </a:ln>
        </p:spPr>
        <p:txBody>
          <a:bodyPr anchor="ctr" anchorCtr="0">
            <a:spAutoFit/>
          </a:bodyPr>
          <a:p>
            <a:pPr algn="ctr"/>
            <a:r>
              <a:rPr lang="zh-CN" altLang="en-US" sz="3200" dirty="0">
                <a:solidFill>
                  <a:srgbClr val="0070C0"/>
                </a:solidFill>
                <a:latin typeface="微软雅黑" panose="020B0503020204020204" charset="-122"/>
                <a:ea typeface="微软雅黑" panose="020B0503020204020204" charset="-122"/>
              </a:rPr>
              <a:t>学习机械振动的意义</a:t>
            </a:r>
            <a:endParaRPr lang="zh-CN" altLang="en-US" sz="3200" dirty="0">
              <a:solidFill>
                <a:srgbClr val="0070C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42">
                                            <p:txEl>
                                              <p:charRg st="0" end="140"/>
                                            </p:txEl>
                                          </p:spTgt>
                                        </p:tgtEl>
                                        <p:attrNameLst>
                                          <p:attrName>style.visibility</p:attrName>
                                        </p:attrNameLst>
                                      </p:cBhvr>
                                      <p:to>
                                        <p:strVal val="visible"/>
                                      </p:to>
                                    </p:set>
                                    <p:anim calcmode="lin" valueType="num">
                                      <p:cBhvr additive="base">
                                        <p:cTn id="7" dur="500" fill="hold"/>
                                        <p:tgtEl>
                                          <p:spTgt spid="112642">
                                            <p:txEl>
                                              <p:charRg st="0" end="14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42">
                                            <p:txEl>
                                              <p:charRg st="0" end="14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42">
                                            <p:txEl>
                                              <p:charRg st="141" end="172"/>
                                            </p:txEl>
                                          </p:spTgt>
                                        </p:tgtEl>
                                        <p:attrNameLst>
                                          <p:attrName>style.visibility</p:attrName>
                                        </p:attrNameLst>
                                      </p:cBhvr>
                                      <p:to>
                                        <p:strVal val="visible"/>
                                      </p:to>
                                    </p:set>
                                    <p:anim calcmode="lin" valueType="num">
                                      <p:cBhvr additive="base">
                                        <p:cTn id="13" dur="500" fill="hold"/>
                                        <p:tgtEl>
                                          <p:spTgt spid="112642">
                                            <p:txEl>
                                              <p:charRg st="141" end="17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42">
                                            <p:txEl>
                                              <p:charRg st="141" end="17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0242" name="Text Box 2"/>
          <p:cNvSpPr txBox="1"/>
          <p:nvPr/>
        </p:nvSpPr>
        <p:spPr>
          <a:xfrm>
            <a:off x="641350" y="908050"/>
            <a:ext cx="7056438" cy="644525"/>
          </a:xfrm>
          <a:prstGeom prst="rect">
            <a:avLst/>
          </a:prstGeom>
          <a:noFill/>
          <a:ln w="9525">
            <a:noFill/>
          </a:ln>
        </p:spPr>
        <p:txBody>
          <a:bodyPr anchor="t" anchorCtr="0">
            <a:spAutoFit/>
          </a:bodyPr>
          <a:p>
            <a:pPr algn="ctr" eaLnBrk="0" hangingPunct="0">
              <a:spcBef>
                <a:spcPct val="50000"/>
              </a:spcBef>
            </a:pPr>
            <a:r>
              <a:rPr lang="zh-CN" altLang="en-US" sz="3600" b="1" dirty="0">
                <a:latin typeface="Times New Roman" panose="02020603050405020304" pitchFamily="18" charset="0"/>
                <a:ea typeface="宋体" panose="02010600030101010101" pitchFamily="2" charset="-122"/>
              </a:rPr>
              <a:t>第</a:t>
            </a:r>
            <a:r>
              <a:rPr lang="en-US" altLang="zh-CN" sz="3600" b="1" dirty="0">
                <a:latin typeface="Times New Roman" panose="02020603050405020304" pitchFamily="18" charset="0"/>
                <a:ea typeface="宋体" panose="02010600030101010101" pitchFamily="2" charset="-122"/>
              </a:rPr>
              <a:t>4</a:t>
            </a:r>
            <a:r>
              <a:rPr lang="zh-CN" altLang="en-US" sz="3600" b="1" dirty="0">
                <a:latin typeface="Times New Roman" panose="02020603050405020304" pitchFamily="18" charset="0"/>
                <a:ea typeface="宋体" panose="02010600030101010101" pitchFamily="2" charset="-122"/>
              </a:rPr>
              <a:t>章   振动</a:t>
            </a:r>
            <a:endParaRPr lang="zh-CN" altLang="en-US" sz="3600" b="1" dirty="0">
              <a:latin typeface="Times New Roman" panose="02020603050405020304" pitchFamily="18" charset="0"/>
              <a:ea typeface="宋体" panose="02010600030101010101" pitchFamily="2" charset="-122"/>
            </a:endParaRPr>
          </a:p>
        </p:txBody>
      </p:sp>
      <p:sp>
        <p:nvSpPr>
          <p:cNvPr id="10243" name="Text Box 3"/>
          <p:cNvSpPr txBox="1"/>
          <p:nvPr/>
        </p:nvSpPr>
        <p:spPr>
          <a:xfrm>
            <a:off x="635000" y="2109788"/>
            <a:ext cx="5588000" cy="2527300"/>
          </a:xfrm>
          <a:prstGeom prst="rect">
            <a:avLst/>
          </a:prstGeom>
          <a:noFill/>
          <a:ln w="9525">
            <a:noFill/>
          </a:ln>
        </p:spPr>
        <p:txBody>
          <a:bodyPr wrap="square" anchor="t" anchorCtr="0">
            <a:spAutoFit/>
          </a:bodyPr>
          <a:p>
            <a:pPr eaLnBrk="0" hangingPunct="0">
              <a:lnSpc>
                <a:spcPct val="120000"/>
              </a:lnSpc>
              <a:spcBef>
                <a:spcPct val="15000"/>
              </a:spcBef>
              <a:buSzTx/>
            </a:pPr>
            <a:r>
              <a:rPr lang="en-US" altLang="zh-CN" sz="2400" b="1" dirty="0">
                <a:solidFill>
                  <a:srgbClr val="080808"/>
                </a:solidFill>
                <a:latin typeface="Times New Roman" panose="02020603050405020304" pitchFamily="18" charset="0"/>
                <a:ea typeface="宋体" panose="02010600030101010101" pitchFamily="2" charset="-122"/>
              </a:rPr>
              <a:t>§</a:t>
            </a:r>
            <a:r>
              <a:rPr lang="zh-CN" altLang="en-US" sz="2400" b="1" dirty="0">
                <a:solidFill>
                  <a:srgbClr val="080808"/>
                </a:solidFill>
                <a:latin typeface="Times New Roman" panose="02020603050405020304" pitchFamily="18" charset="0"/>
                <a:ea typeface="楷体_GB2312" pitchFamily="49" charset="-122"/>
                <a:sym typeface="宋体" panose="02010600030101010101" pitchFamily="2" charset="-122"/>
              </a:rPr>
              <a:t>4.1 简谐振动的特征量及其描述</a:t>
            </a:r>
            <a:endParaRPr lang="zh-CN" altLang="en-US" sz="2400" b="1" dirty="0">
              <a:solidFill>
                <a:srgbClr val="080808"/>
              </a:solidFill>
              <a:latin typeface="Times New Roman" panose="02020603050405020304" pitchFamily="18" charset="0"/>
              <a:ea typeface="楷体_GB2312" pitchFamily="49" charset="-122"/>
            </a:endParaRPr>
          </a:p>
          <a:p>
            <a:pPr eaLnBrk="0" hangingPunct="0">
              <a:lnSpc>
                <a:spcPct val="120000"/>
              </a:lnSpc>
              <a:spcBef>
                <a:spcPct val="15000"/>
              </a:spcBef>
            </a:pPr>
            <a:r>
              <a:rPr lang="en-US" altLang="zh-CN" sz="2400" b="1" dirty="0">
                <a:solidFill>
                  <a:srgbClr val="080808"/>
                </a:solidFill>
                <a:latin typeface="Times New Roman" panose="02020603050405020304" pitchFamily="18" charset="0"/>
                <a:ea typeface="宋体" panose="02010600030101010101" pitchFamily="2" charset="-122"/>
              </a:rPr>
              <a:t>§</a:t>
            </a:r>
            <a:r>
              <a:rPr lang="zh-CN" altLang="en-US" sz="2400" b="1" dirty="0">
                <a:solidFill>
                  <a:srgbClr val="080808"/>
                </a:solidFill>
                <a:latin typeface="Times New Roman" panose="02020603050405020304" pitchFamily="18" charset="0"/>
                <a:ea typeface="楷体_GB2312" pitchFamily="49" charset="-122"/>
                <a:sym typeface="宋体" panose="02010600030101010101" pitchFamily="2" charset="-122"/>
              </a:rPr>
              <a:t>4.2 简谐振动动力学</a:t>
            </a:r>
            <a:endParaRPr lang="zh-CN" altLang="en-US" sz="2400" b="1" dirty="0">
              <a:solidFill>
                <a:srgbClr val="080808"/>
              </a:solidFill>
              <a:latin typeface="Times New Roman" panose="02020603050405020304" pitchFamily="18" charset="0"/>
              <a:ea typeface="楷体_GB2312" pitchFamily="49" charset="-122"/>
            </a:endParaRPr>
          </a:p>
          <a:p>
            <a:pPr eaLnBrk="0" hangingPunct="0">
              <a:lnSpc>
                <a:spcPct val="120000"/>
              </a:lnSpc>
              <a:spcBef>
                <a:spcPct val="15000"/>
              </a:spcBef>
            </a:pPr>
            <a:r>
              <a:rPr lang="en-US" altLang="zh-CN" sz="2400" b="1" dirty="0">
                <a:solidFill>
                  <a:srgbClr val="080808"/>
                </a:solidFill>
                <a:latin typeface="Times New Roman" panose="02020603050405020304" pitchFamily="18" charset="0"/>
                <a:ea typeface="宋体" panose="02010600030101010101" pitchFamily="2" charset="-122"/>
              </a:rPr>
              <a:t>§</a:t>
            </a:r>
            <a:r>
              <a:rPr lang="zh-CN" altLang="en-US" sz="2400" b="1" dirty="0">
                <a:solidFill>
                  <a:srgbClr val="080808"/>
                </a:solidFill>
                <a:latin typeface="Times New Roman" panose="02020603050405020304" pitchFamily="18" charset="0"/>
                <a:ea typeface="楷体_GB2312" pitchFamily="49" charset="-122"/>
                <a:sym typeface="宋体" panose="02010600030101010101" pitchFamily="2" charset="-122"/>
              </a:rPr>
              <a:t>4.3 简谐振动的能量</a:t>
            </a:r>
            <a:endParaRPr lang="zh-CN" altLang="en-US" sz="2400" b="1" dirty="0">
              <a:solidFill>
                <a:srgbClr val="080808"/>
              </a:solidFill>
              <a:latin typeface="Times New Roman" panose="02020603050405020304" pitchFamily="18" charset="0"/>
              <a:ea typeface="楷体_GB2312" pitchFamily="49" charset="-122"/>
              <a:sym typeface="宋体" panose="02010600030101010101" pitchFamily="2" charset="-122"/>
            </a:endParaRPr>
          </a:p>
          <a:p>
            <a:pPr eaLnBrk="0" hangingPunct="0">
              <a:lnSpc>
                <a:spcPct val="120000"/>
              </a:lnSpc>
              <a:spcBef>
                <a:spcPct val="15000"/>
              </a:spcBef>
            </a:pPr>
            <a:r>
              <a:rPr lang="en-US" altLang="zh-CN" sz="2400" b="1" dirty="0">
                <a:solidFill>
                  <a:srgbClr val="080808"/>
                </a:solidFill>
                <a:latin typeface="Times New Roman" panose="02020603050405020304" pitchFamily="18" charset="0"/>
                <a:ea typeface="宋体" panose="02010600030101010101" pitchFamily="2" charset="-122"/>
                <a:sym typeface="宋体" panose="02010600030101010101" pitchFamily="2" charset="-122"/>
              </a:rPr>
              <a:t>§</a:t>
            </a:r>
            <a:r>
              <a:rPr lang="zh-CN" altLang="en-US" sz="2400" b="1" dirty="0">
                <a:solidFill>
                  <a:srgbClr val="080808"/>
                </a:solidFill>
                <a:latin typeface="Times New Roman" panose="02020603050405020304" pitchFamily="18" charset="0"/>
                <a:ea typeface="楷体_GB2312" pitchFamily="49" charset="-122"/>
                <a:sym typeface="宋体" panose="02010600030101010101" pitchFamily="2" charset="-122"/>
              </a:rPr>
              <a:t>4.4 简谐振动的合成</a:t>
            </a:r>
            <a:endParaRPr lang="zh-CN" altLang="en-US" sz="2400" b="1" dirty="0">
              <a:solidFill>
                <a:srgbClr val="080808"/>
              </a:solidFill>
              <a:latin typeface="Times New Roman" panose="02020603050405020304" pitchFamily="18" charset="0"/>
              <a:ea typeface="楷体_GB2312" pitchFamily="49" charset="-122"/>
              <a:sym typeface="宋体" panose="02010600030101010101" pitchFamily="2" charset="-122"/>
            </a:endParaRPr>
          </a:p>
          <a:p>
            <a:pPr eaLnBrk="0" hangingPunct="0">
              <a:lnSpc>
                <a:spcPct val="120000"/>
              </a:lnSpc>
              <a:spcBef>
                <a:spcPct val="15000"/>
              </a:spcBef>
            </a:pPr>
            <a:r>
              <a:rPr lang="en-US" altLang="zh-CN" sz="2400" b="1" dirty="0">
                <a:solidFill>
                  <a:srgbClr val="080808"/>
                </a:solidFill>
                <a:latin typeface="Times New Roman" panose="02020603050405020304" pitchFamily="18" charset="0"/>
                <a:ea typeface="宋体" panose="02010600030101010101" pitchFamily="2" charset="-122"/>
                <a:sym typeface="宋体" panose="02010600030101010101" pitchFamily="2" charset="-122"/>
              </a:rPr>
              <a:t>§</a:t>
            </a:r>
            <a:r>
              <a:rPr lang="zh-CN" altLang="en-US" sz="2400" b="1" dirty="0">
                <a:solidFill>
                  <a:srgbClr val="080808"/>
                </a:solidFill>
                <a:latin typeface="Times New Roman" panose="02020603050405020304" pitchFamily="18" charset="0"/>
                <a:ea typeface="楷体_GB2312" pitchFamily="49" charset="-122"/>
                <a:sym typeface="宋体" panose="02010600030101010101" pitchFamily="2" charset="-122"/>
              </a:rPr>
              <a:t>4.5 阻尼振动、受迫振动、共振</a:t>
            </a:r>
            <a:endParaRPr lang="zh-CN" altLang="en-US" sz="2400" b="1" dirty="0">
              <a:solidFill>
                <a:srgbClr val="080808"/>
              </a:solidFill>
              <a:latin typeface="Times New Roman" panose="02020603050405020304" pitchFamily="18" charset="0"/>
              <a:ea typeface="楷体_GB2312" pitchFamily="49" charset="-122"/>
            </a:endParaRPr>
          </a:p>
        </p:txBody>
      </p:sp>
      <p:pic>
        <p:nvPicPr>
          <p:cNvPr id="10244" name="Picture 4"/>
          <p:cNvPicPr>
            <a:picLocks noChangeAspect="1"/>
          </p:cNvPicPr>
          <p:nvPr/>
        </p:nvPicPr>
        <p:blipFill>
          <a:blip r:embed="rId1"/>
          <a:stretch>
            <a:fillRect/>
          </a:stretch>
        </p:blipFill>
        <p:spPr>
          <a:xfrm>
            <a:off x="5294313" y="2109788"/>
            <a:ext cx="3252787" cy="2608262"/>
          </a:xfrm>
          <a:prstGeom prst="rect">
            <a:avLst/>
          </a:prstGeom>
          <a:noFill/>
          <a:ln w="9525">
            <a:noFill/>
          </a:ln>
        </p:spPr>
      </p:pic>
      <p:sp>
        <p:nvSpPr>
          <p:cNvPr id="10245" name="Text Box 6"/>
          <p:cNvSpPr txBox="1"/>
          <p:nvPr/>
        </p:nvSpPr>
        <p:spPr>
          <a:xfrm>
            <a:off x="1778000" y="4921250"/>
            <a:ext cx="2617788" cy="398463"/>
          </a:xfrm>
          <a:prstGeom prst="rect">
            <a:avLst/>
          </a:prstGeom>
          <a:noFill/>
          <a:ln w="12700">
            <a:noFill/>
          </a:ln>
        </p:spPr>
        <p:txBody>
          <a:bodyPr wrap="square" anchor="t" anchorCtr="0">
            <a:spAutoFit/>
          </a:bodyPr>
          <a:p>
            <a:pPr>
              <a:spcAft>
                <a:spcPct val="20000"/>
              </a:spcAft>
            </a:pPr>
            <a:r>
              <a:rPr lang="zh-CN" altLang="en-US" sz="2000" b="1" dirty="0">
                <a:solidFill>
                  <a:srgbClr val="FF0000"/>
                </a:solidFill>
                <a:latin typeface="Times New Roman" panose="02020603050405020304" pitchFamily="18" charset="0"/>
                <a:ea typeface="宋体" panose="02010600030101010101" pitchFamily="2" charset="-122"/>
              </a:rPr>
              <a:t>作业：</a:t>
            </a:r>
            <a:r>
              <a:rPr lang="zh-CN" altLang="en-US" sz="2000" b="1" dirty="0">
                <a:solidFill>
                  <a:srgbClr val="0033CC"/>
                </a:solidFill>
                <a:latin typeface="Times New Roman" panose="02020603050405020304" pitchFamily="18" charset="0"/>
                <a:ea typeface="宋体" panose="02010600030101010101" pitchFamily="2" charset="-122"/>
              </a:rPr>
              <a:t>练习册</a:t>
            </a:r>
            <a:endParaRPr lang="zh-CN" altLang="en-US" sz="2000" b="1" dirty="0">
              <a:solidFill>
                <a:srgbClr val="FF0000"/>
              </a:solidFill>
              <a:latin typeface="Times New Roman" panose="02020603050405020304" pitchFamily="18" charset="0"/>
              <a:ea typeface="宋体" panose="02010600030101010101" pitchFamily="2" charset="-122"/>
            </a:endParaRPr>
          </a:p>
        </p:txBody>
      </p:sp>
      <p:sp>
        <p:nvSpPr>
          <p:cNvPr id="220163" name="Text Box 3"/>
          <p:cNvSpPr txBox="1"/>
          <p:nvPr/>
        </p:nvSpPr>
        <p:spPr>
          <a:xfrm>
            <a:off x="5897563" y="4767263"/>
            <a:ext cx="2198687" cy="706437"/>
          </a:xfrm>
          <a:prstGeom prst="rect">
            <a:avLst/>
          </a:prstGeom>
          <a:noFill/>
          <a:ln w="9525">
            <a:noFill/>
          </a:ln>
        </p:spPr>
        <p:txBody>
          <a:bodyPr wrap="square" anchor="t" anchorCtr="0">
            <a:spAutoFit/>
          </a:bodyPr>
          <a:p>
            <a:pPr algn="just"/>
            <a:r>
              <a:rPr lang="zh-CN" altLang="en-US" sz="2000" b="1" dirty="0">
                <a:solidFill>
                  <a:srgbClr val="FF3300"/>
                </a:solidFill>
                <a:latin typeface="Times New Roman" panose="02020603050405020304" pitchFamily="18" charset="0"/>
                <a:ea typeface="宋体" panose="02010600030101010101" pitchFamily="2" charset="-122"/>
              </a:rPr>
              <a:t>小号发出的声波足以使酒杯破碎</a:t>
            </a:r>
            <a:endParaRPr lang="zh-CN" altLang="en-US" sz="2000" dirty="0">
              <a:solidFill>
                <a:srgbClr val="FF3300"/>
              </a:solidFill>
              <a:latin typeface="Times New Roman" panose="02020603050405020304" pitchFamily="18"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0163"/>
                                        </p:tgtEl>
                                        <p:attrNameLst>
                                          <p:attrName>style.visibility</p:attrName>
                                        </p:attrNameLst>
                                      </p:cBhvr>
                                      <p:to>
                                        <p:strVal val="visible"/>
                                      </p:to>
                                    </p:set>
                                    <p:animEffect transition="in" filter="wipe(left)">
                                      <p:cBhvr>
                                        <p:cTn id="7" dur="500"/>
                                        <p:tgtEl>
                                          <p:spTgt spid="220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13714" name="Text Box 50"/>
          <p:cNvSpPr txBox="1"/>
          <p:nvPr/>
        </p:nvSpPr>
        <p:spPr>
          <a:xfrm>
            <a:off x="831850" y="2332038"/>
            <a:ext cx="7051675" cy="1641475"/>
          </a:xfrm>
          <a:prstGeom prst="rect">
            <a:avLst/>
          </a:prstGeom>
          <a:noFill/>
          <a:ln w="9525">
            <a:noFill/>
          </a:ln>
        </p:spPr>
        <p:txBody>
          <a:bodyPr wrap="square" anchor="t" anchorCtr="0">
            <a:spAutoFit/>
          </a:bodyPr>
          <a:p>
            <a:pPr>
              <a:lnSpc>
                <a:spcPct val="120000"/>
              </a:lnSpc>
            </a:pPr>
            <a:r>
              <a:rPr lang="en-US" altLang="zh-CN" sz="2800" b="1" dirty="0">
                <a:latin typeface="Times New Roman" panose="02020603050405020304" pitchFamily="18" charset="0"/>
                <a:ea typeface="宋体" panose="02010600030101010101" pitchFamily="2" charset="-122"/>
              </a:rPr>
              <a:t>   </a:t>
            </a:r>
            <a:r>
              <a:rPr lang="zh-CN" altLang="en-US" sz="2800" dirty="0">
                <a:latin typeface="微软雅黑" panose="020B0503020204020204" charset="-122"/>
                <a:ea typeface="微软雅黑" panose="020B0503020204020204" charset="-122"/>
              </a:rPr>
              <a:t>若物体离开平衡位置的位移随时间按</a:t>
            </a:r>
            <a:r>
              <a:rPr lang="zh-CN" altLang="en-US" sz="2800" dirty="0">
                <a:solidFill>
                  <a:srgbClr val="FF0000"/>
                </a:solidFill>
                <a:latin typeface="微软雅黑" panose="020B0503020204020204" charset="-122"/>
                <a:ea typeface="微软雅黑" panose="020B0503020204020204" charset="-122"/>
              </a:rPr>
              <a:t>余弦函数（正弦函数）</a:t>
            </a:r>
            <a:r>
              <a:rPr lang="zh-CN" altLang="en-US" sz="2800" dirty="0">
                <a:latin typeface="微软雅黑" panose="020B0503020204020204" charset="-122"/>
                <a:ea typeface="微软雅黑" panose="020B0503020204020204" charset="-122"/>
              </a:rPr>
              <a:t>规律变化，则称该物体作简谐振动。</a:t>
            </a:r>
            <a:endParaRPr lang="zh-CN" altLang="en-US" sz="2800" dirty="0">
              <a:latin typeface="微软雅黑" panose="020B0503020204020204" charset="-122"/>
              <a:ea typeface="微软雅黑" panose="020B0503020204020204" charset="-122"/>
            </a:endParaRPr>
          </a:p>
        </p:txBody>
      </p:sp>
      <p:sp>
        <p:nvSpPr>
          <p:cNvPr id="113715" name="Text Box 51"/>
          <p:cNvSpPr txBox="1"/>
          <p:nvPr/>
        </p:nvSpPr>
        <p:spPr>
          <a:xfrm>
            <a:off x="925513" y="4233863"/>
            <a:ext cx="2700337" cy="522287"/>
          </a:xfrm>
          <a:prstGeom prst="rect">
            <a:avLst/>
          </a:prstGeom>
          <a:noFill/>
          <a:ln w="9525">
            <a:noFill/>
          </a:ln>
        </p:spPr>
        <p:txBody>
          <a:bodyPr anchor="t" anchorCtr="0">
            <a:spAutoFit/>
          </a:bodyPr>
          <a:p>
            <a:pPr>
              <a:spcBef>
                <a:spcPct val="50000"/>
              </a:spcBef>
            </a:pPr>
            <a:r>
              <a:rPr lang="zh-CN" altLang="en-US" sz="2800" dirty="0">
                <a:solidFill>
                  <a:srgbClr val="FF0000"/>
                </a:solidFill>
                <a:latin typeface="微软雅黑" panose="020B0503020204020204" charset="-122"/>
                <a:ea typeface="微软雅黑" panose="020B0503020204020204" charset="-122"/>
                <a:sym typeface="Monotype Sorts" pitchFamily="2" charset="2"/>
              </a:rPr>
              <a:t>运动方程表达式</a:t>
            </a:r>
            <a:endParaRPr lang="zh-CN" altLang="en-US" sz="2800" dirty="0">
              <a:solidFill>
                <a:srgbClr val="FF0000"/>
              </a:solidFill>
              <a:latin typeface="微软雅黑" panose="020B0503020204020204" charset="-122"/>
              <a:ea typeface="微软雅黑" panose="020B0503020204020204" charset="-122"/>
              <a:sym typeface="Monotype Sorts" pitchFamily="2" charset="2"/>
            </a:endParaRPr>
          </a:p>
        </p:txBody>
      </p:sp>
      <p:graphicFrame>
        <p:nvGraphicFramePr>
          <p:cNvPr id="113716" name="Object 52"/>
          <p:cNvGraphicFramePr>
            <a:graphicFrameLocks noChangeAspect="1"/>
          </p:cNvGraphicFramePr>
          <p:nvPr/>
        </p:nvGraphicFramePr>
        <p:xfrm>
          <a:off x="4389438" y="4179888"/>
          <a:ext cx="3062287" cy="630237"/>
        </p:xfrm>
        <a:graphic>
          <a:graphicData uri="http://schemas.openxmlformats.org/presentationml/2006/ole">
            <mc:AlternateContent xmlns:mc="http://schemas.openxmlformats.org/markup-compatibility/2006">
              <mc:Choice xmlns:v="urn:schemas-microsoft-com:vml" Requires="v">
                <p:oleObj spid="_x0000_s3076" name="" r:id="rId1" imgW="1117600" imgH="228600" progId="Equation.3">
                  <p:embed/>
                </p:oleObj>
              </mc:Choice>
              <mc:Fallback>
                <p:oleObj name="" r:id="rId1" imgW="1117600" imgH="228600" progId="Equation.3">
                  <p:embed/>
                  <p:pic>
                    <p:nvPicPr>
                      <p:cNvPr id="0" name="图片 3075"/>
                      <p:cNvPicPr/>
                      <p:nvPr/>
                    </p:nvPicPr>
                    <p:blipFill>
                      <a:blip r:embed="rId2"/>
                      <a:stretch>
                        <a:fillRect/>
                      </a:stretch>
                    </p:blipFill>
                    <p:spPr>
                      <a:xfrm>
                        <a:off x="4389438" y="4179888"/>
                        <a:ext cx="3062287" cy="630237"/>
                      </a:xfrm>
                      <a:prstGeom prst="rect">
                        <a:avLst/>
                      </a:prstGeom>
                      <a:noFill/>
                      <a:ln w="22225" cap="flat" cmpd="sng">
                        <a:solidFill>
                          <a:srgbClr val="FF0000"/>
                        </a:solidFill>
                        <a:prstDash val="solid"/>
                        <a:miter/>
                        <a:headEnd type="none" w="med" len="med"/>
                        <a:tailEnd type="none" w="med" len="med"/>
                      </a:ln>
                    </p:spPr>
                  </p:pic>
                </p:oleObj>
              </mc:Fallback>
            </mc:AlternateContent>
          </a:graphicData>
        </a:graphic>
      </p:graphicFrame>
      <p:sp>
        <p:nvSpPr>
          <p:cNvPr id="113718" name="Text Box 54"/>
          <p:cNvSpPr txBox="1"/>
          <p:nvPr/>
        </p:nvSpPr>
        <p:spPr>
          <a:xfrm>
            <a:off x="831850" y="5256213"/>
            <a:ext cx="7334250" cy="522287"/>
          </a:xfrm>
          <a:prstGeom prst="rect">
            <a:avLst/>
          </a:prstGeom>
          <a:noFill/>
          <a:ln w="9525">
            <a:noFill/>
          </a:ln>
        </p:spPr>
        <p:txBody>
          <a:bodyPr wrap="square" anchor="t" anchorCtr="0">
            <a:spAutoFit/>
          </a:bodyPr>
          <a:p>
            <a:r>
              <a:rPr lang="en-US" altLang="zh-CN" sz="2800" i="1" dirty="0">
                <a:latin typeface="Times New Roman" panose="02020603050405020304" pitchFamily="18" charset="0"/>
                <a:ea typeface="微软雅黑" panose="020B0503020204020204" charset="-122"/>
              </a:rPr>
              <a:t>x </a:t>
            </a:r>
            <a:r>
              <a:rPr lang="zh-CN" altLang="en-US" sz="2800" dirty="0">
                <a:latin typeface="Times New Roman" panose="02020603050405020304" pitchFamily="18" charset="0"/>
                <a:ea typeface="微软雅黑" panose="020B0503020204020204" charset="-122"/>
              </a:rPr>
              <a:t>可作广义理解（位移、电流、场强、温度</a:t>
            </a:r>
            <a:r>
              <a:rPr lang="en-US" altLang="zh-CN" sz="2800" dirty="0">
                <a:latin typeface="Times New Roman" panose="02020603050405020304" pitchFamily="18" charset="0"/>
                <a:ea typeface="微软雅黑" panose="020B0503020204020204" charset="-122"/>
              </a:rPr>
              <a:t>…</a:t>
            </a:r>
            <a:r>
              <a:rPr lang="zh-CN" altLang="en-US" sz="2800" dirty="0">
                <a:latin typeface="Times New Roman" panose="02020603050405020304" pitchFamily="18" charset="0"/>
                <a:ea typeface="微软雅黑" panose="020B0503020204020204" charset="-122"/>
              </a:rPr>
              <a:t>）</a:t>
            </a:r>
            <a:endParaRPr lang="zh-CN" altLang="en-US" sz="2800" dirty="0">
              <a:latin typeface="Times New Roman" panose="02020603050405020304" pitchFamily="18" charset="0"/>
              <a:ea typeface="微软雅黑" panose="020B0503020204020204" charset="-122"/>
            </a:endParaRPr>
          </a:p>
        </p:txBody>
      </p:sp>
      <p:sp>
        <p:nvSpPr>
          <p:cNvPr id="11270" name="矩形 1"/>
          <p:cNvSpPr/>
          <p:nvPr/>
        </p:nvSpPr>
        <p:spPr>
          <a:xfrm>
            <a:off x="757238" y="1417638"/>
            <a:ext cx="7481887" cy="565150"/>
          </a:xfrm>
          <a:prstGeom prst="rect">
            <a:avLst/>
          </a:prstGeom>
          <a:noFill/>
          <a:ln w="9525">
            <a:noFill/>
          </a:ln>
        </p:spPr>
        <p:txBody>
          <a:bodyPr wrap="square" anchor="t" anchorCtr="0">
            <a:spAutoFit/>
          </a:bodyPr>
          <a:p>
            <a:pPr>
              <a:lnSpc>
                <a:spcPct val="110000"/>
              </a:lnSpc>
            </a:pPr>
            <a:r>
              <a:rPr lang="zh-CN" altLang="en-US" sz="2800" b="1" dirty="0">
                <a:solidFill>
                  <a:srgbClr val="254265"/>
                </a:solidFill>
                <a:latin typeface="微软雅黑" panose="020B0503020204020204" charset="-122"/>
                <a:ea typeface="微软雅黑" panose="020B0503020204020204" charset="-122"/>
              </a:rPr>
              <a:t>一、简谐振动</a:t>
            </a:r>
            <a:endParaRPr lang="zh-CN" altLang="en-US" sz="2800" b="1" dirty="0">
              <a:solidFill>
                <a:srgbClr val="254265"/>
              </a:solidFill>
              <a:latin typeface="微软雅黑" panose="020B0503020204020204" charset="-122"/>
              <a:ea typeface="微软雅黑" panose="020B0503020204020204" charset="-122"/>
            </a:endParaRPr>
          </a:p>
        </p:txBody>
      </p:sp>
      <p:grpSp>
        <p:nvGrpSpPr>
          <p:cNvPr id="11271" name="组合 6"/>
          <p:cNvGrpSpPr/>
          <p:nvPr/>
        </p:nvGrpSpPr>
        <p:grpSpPr>
          <a:xfrm>
            <a:off x="7938" y="249238"/>
            <a:ext cx="9004300" cy="600075"/>
            <a:chOff x="418" y="1961"/>
            <a:chExt cx="14180" cy="944"/>
          </a:xfrm>
        </p:grpSpPr>
        <p:sp>
          <p:nvSpPr>
            <p:cNvPr id="9" name="任意多边形 13"/>
            <p:cNvSpPr/>
            <p:nvPr/>
          </p:nvSpPr>
          <p:spPr>
            <a:xfrm>
              <a:off x="681" y="2035"/>
              <a:ext cx="13917" cy="838"/>
            </a:xfrm>
            <a:custGeom>
              <a:avLst/>
              <a:gdLst>
                <a:gd name="connsiteX0" fmla="*/ 104775 w 5032666"/>
                <a:gd name="connsiteY0" fmla="*/ 0 h 419100"/>
                <a:gd name="connsiteX1" fmla="*/ 150742 w 5032666"/>
                <a:gd name="connsiteY1" fmla="*/ 0 h 419100"/>
                <a:gd name="connsiteX2" fmla="*/ 161478 w 5032666"/>
                <a:gd name="connsiteY2" fmla="*/ 0 h 419100"/>
                <a:gd name="connsiteX3" fmla="*/ 200025 w 5032666"/>
                <a:gd name="connsiteY3" fmla="*/ 0 h 419100"/>
                <a:gd name="connsiteX4" fmla="*/ 207445 w 5032666"/>
                <a:gd name="connsiteY4" fmla="*/ 0 h 419100"/>
                <a:gd name="connsiteX5" fmla="*/ 225133 w 5032666"/>
                <a:gd name="connsiteY5" fmla="*/ 0 h 419100"/>
                <a:gd name="connsiteX6" fmla="*/ 256728 w 5032666"/>
                <a:gd name="connsiteY6" fmla="*/ 0 h 419100"/>
                <a:gd name="connsiteX7" fmla="*/ 271100 w 5032666"/>
                <a:gd name="connsiteY7" fmla="*/ 0 h 419100"/>
                <a:gd name="connsiteX8" fmla="*/ 281836 w 5032666"/>
                <a:gd name="connsiteY8" fmla="*/ 0 h 419100"/>
                <a:gd name="connsiteX9" fmla="*/ 314326 w 5032666"/>
                <a:gd name="connsiteY9" fmla="*/ 0 h 419100"/>
                <a:gd name="connsiteX10" fmla="*/ 320383 w 5032666"/>
                <a:gd name="connsiteY10" fmla="*/ 0 h 419100"/>
                <a:gd name="connsiteX11" fmla="*/ 327803 w 5032666"/>
                <a:gd name="connsiteY11" fmla="*/ 0 h 419100"/>
                <a:gd name="connsiteX12" fmla="*/ 360293 w 5032666"/>
                <a:gd name="connsiteY12" fmla="*/ 0 h 419100"/>
                <a:gd name="connsiteX13" fmla="*/ 371029 w 5032666"/>
                <a:gd name="connsiteY13" fmla="*/ 0 h 419100"/>
                <a:gd name="connsiteX14" fmla="*/ 377086 w 5032666"/>
                <a:gd name="connsiteY14" fmla="*/ 0 h 419100"/>
                <a:gd name="connsiteX15" fmla="*/ 409576 w 5032666"/>
                <a:gd name="connsiteY15" fmla="*/ 0 h 419100"/>
                <a:gd name="connsiteX16" fmla="*/ 416996 w 5032666"/>
                <a:gd name="connsiteY16" fmla="*/ 0 h 419100"/>
                <a:gd name="connsiteX17" fmla="*/ 434684 w 5032666"/>
                <a:gd name="connsiteY17" fmla="*/ 0 h 419100"/>
                <a:gd name="connsiteX18" fmla="*/ 466279 w 5032666"/>
                <a:gd name="connsiteY18" fmla="*/ 0 h 419100"/>
                <a:gd name="connsiteX19" fmla="*/ 480651 w 5032666"/>
                <a:gd name="connsiteY19" fmla="*/ 0 h 419100"/>
                <a:gd name="connsiteX20" fmla="*/ 491387 w 5032666"/>
                <a:gd name="connsiteY20" fmla="*/ 0 h 419100"/>
                <a:gd name="connsiteX21" fmla="*/ 529934 w 5032666"/>
                <a:gd name="connsiteY21" fmla="*/ 0 h 419100"/>
                <a:gd name="connsiteX22" fmla="*/ 537354 w 5032666"/>
                <a:gd name="connsiteY22" fmla="*/ 0 h 419100"/>
                <a:gd name="connsiteX23" fmla="*/ 561975 w 5032666"/>
                <a:gd name="connsiteY23" fmla="*/ 0 h 419100"/>
                <a:gd name="connsiteX24" fmla="*/ 586637 w 5032666"/>
                <a:gd name="connsiteY24" fmla="*/ 0 h 419100"/>
                <a:gd name="connsiteX25" fmla="*/ 607942 w 5032666"/>
                <a:gd name="connsiteY25" fmla="*/ 0 h 419100"/>
                <a:gd name="connsiteX26" fmla="*/ 618678 w 5032666"/>
                <a:gd name="connsiteY26" fmla="*/ 0 h 419100"/>
                <a:gd name="connsiteX27" fmla="*/ 657225 w 5032666"/>
                <a:gd name="connsiteY27" fmla="*/ 0 h 419100"/>
                <a:gd name="connsiteX28" fmla="*/ 664645 w 5032666"/>
                <a:gd name="connsiteY28" fmla="*/ 0 h 419100"/>
                <a:gd name="connsiteX29" fmla="*/ 682333 w 5032666"/>
                <a:gd name="connsiteY29" fmla="*/ 0 h 419100"/>
                <a:gd name="connsiteX30" fmla="*/ 713928 w 5032666"/>
                <a:gd name="connsiteY30" fmla="*/ 0 h 419100"/>
                <a:gd name="connsiteX31" fmla="*/ 728300 w 5032666"/>
                <a:gd name="connsiteY31" fmla="*/ 0 h 419100"/>
                <a:gd name="connsiteX32" fmla="*/ 739036 w 5032666"/>
                <a:gd name="connsiteY32" fmla="*/ 0 h 419100"/>
                <a:gd name="connsiteX33" fmla="*/ 750329 w 5032666"/>
                <a:gd name="connsiteY33" fmla="*/ 0 h 419100"/>
                <a:gd name="connsiteX34" fmla="*/ 771526 w 5032666"/>
                <a:gd name="connsiteY34" fmla="*/ 0 h 419100"/>
                <a:gd name="connsiteX35" fmla="*/ 777583 w 5032666"/>
                <a:gd name="connsiteY35" fmla="*/ 0 h 419100"/>
                <a:gd name="connsiteX36" fmla="*/ 785003 w 5032666"/>
                <a:gd name="connsiteY36" fmla="*/ 0 h 419100"/>
                <a:gd name="connsiteX37" fmla="*/ 796296 w 5032666"/>
                <a:gd name="connsiteY37" fmla="*/ 0 h 419100"/>
                <a:gd name="connsiteX38" fmla="*/ 807032 w 5032666"/>
                <a:gd name="connsiteY38" fmla="*/ 0 h 419100"/>
                <a:gd name="connsiteX39" fmla="*/ 817493 w 5032666"/>
                <a:gd name="connsiteY39" fmla="*/ 0 h 419100"/>
                <a:gd name="connsiteX40" fmla="*/ 828229 w 5032666"/>
                <a:gd name="connsiteY40" fmla="*/ 0 h 419100"/>
                <a:gd name="connsiteX41" fmla="*/ 834286 w 5032666"/>
                <a:gd name="connsiteY41" fmla="*/ 0 h 419100"/>
                <a:gd name="connsiteX42" fmla="*/ 845579 w 5032666"/>
                <a:gd name="connsiteY42" fmla="*/ 0 h 419100"/>
                <a:gd name="connsiteX43" fmla="*/ 852999 w 5032666"/>
                <a:gd name="connsiteY43" fmla="*/ 0 h 419100"/>
                <a:gd name="connsiteX44" fmla="*/ 866776 w 5032666"/>
                <a:gd name="connsiteY44" fmla="*/ 0 h 419100"/>
                <a:gd name="connsiteX45" fmla="*/ 870687 w 5032666"/>
                <a:gd name="connsiteY45" fmla="*/ 0 h 419100"/>
                <a:gd name="connsiteX46" fmla="*/ 874196 w 5032666"/>
                <a:gd name="connsiteY46" fmla="*/ 0 h 419100"/>
                <a:gd name="connsiteX47" fmla="*/ 891884 w 5032666"/>
                <a:gd name="connsiteY47" fmla="*/ 0 h 419100"/>
                <a:gd name="connsiteX48" fmla="*/ 902282 w 5032666"/>
                <a:gd name="connsiteY48" fmla="*/ 0 h 419100"/>
                <a:gd name="connsiteX49" fmla="*/ 916654 w 5032666"/>
                <a:gd name="connsiteY49" fmla="*/ 0 h 419100"/>
                <a:gd name="connsiteX50" fmla="*/ 923479 w 5032666"/>
                <a:gd name="connsiteY50" fmla="*/ 0 h 419100"/>
                <a:gd name="connsiteX51" fmla="*/ 927390 w 5032666"/>
                <a:gd name="connsiteY51" fmla="*/ 0 h 419100"/>
                <a:gd name="connsiteX52" fmla="*/ 937851 w 5032666"/>
                <a:gd name="connsiteY52" fmla="*/ 0 h 419100"/>
                <a:gd name="connsiteX53" fmla="*/ 948587 w 5032666"/>
                <a:gd name="connsiteY53" fmla="*/ 0 h 419100"/>
                <a:gd name="connsiteX54" fmla="*/ 959880 w 5032666"/>
                <a:gd name="connsiteY54" fmla="*/ 0 h 419100"/>
                <a:gd name="connsiteX55" fmla="*/ 965937 w 5032666"/>
                <a:gd name="connsiteY55" fmla="*/ 0 h 419100"/>
                <a:gd name="connsiteX56" fmla="*/ 973357 w 5032666"/>
                <a:gd name="connsiteY56" fmla="*/ 0 h 419100"/>
                <a:gd name="connsiteX57" fmla="*/ 987134 w 5032666"/>
                <a:gd name="connsiteY57" fmla="*/ 0 h 419100"/>
                <a:gd name="connsiteX58" fmla="*/ 994554 w 5032666"/>
                <a:gd name="connsiteY58" fmla="*/ 0 h 419100"/>
                <a:gd name="connsiteX59" fmla="*/ 1005847 w 5032666"/>
                <a:gd name="connsiteY59" fmla="*/ 0 h 419100"/>
                <a:gd name="connsiteX60" fmla="*/ 1016583 w 5032666"/>
                <a:gd name="connsiteY60" fmla="*/ 0 h 419100"/>
                <a:gd name="connsiteX61" fmla="*/ 1022640 w 5032666"/>
                <a:gd name="connsiteY61" fmla="*/ 0 h 419100"/>
                <a:gd name="connsiteX62" fmla="*/ 1043837 w 5032666"/>
                <a:gd name="connsiteY62" fmla="*/ 0 h 419100"/>
                <a:gd name="connsiteX63" fmla="*/ 1055130 w 5032666"/>
                <a:gd name="connsiteY63" fmla="*/ 0 h 419100"/>
                <a:gd name="connsiteX64" fmla="*/ 1062550 w 5032666"/>
                <a:gd name="connsiteY64" fmla="*/ 0 h 419100"/>
                <a:gd name="connsiteX65" fmla="*/ 1080238 w 5032666"/>
                <a:gd name="connsiteY65" fmla="*/ 0 h 419100"/>
                <a:gd name="connsiteX66" fmla="*/ 1111833 w 5032666"/>
                <a:gd name="connsiteY66" fmla="*/ 0 h 419100"/>
                <a:gd name="connsiteX67" fmla="*/ 1126205 w 5032666"/>
                <a:gd name="connsiteY67" fmla="*/ 0 h 419100"/>
                <a:gd name="connsiteX68" fmla="*/ 1136941 w 5032666"/>
                <a:gd name="connsiteY68" fmla="*/ 0 h 419100"/>
                <a:gd name="connsiteX69" fmla="*/ 1175488 w 5032666"/>
                <a:gd name="connsiteY69" fmla="*/ 0 h 419100"/>
                <a:gd name="connsiteX70" fmla="*/ 1182908 w 5032666"/>
                <a:gd name="connsiteY70" fmla="*/ 0 h 419100"/>
                <a:gd name="connsiteX71" fmla="*/ 1207529 w 5032666"/>
                <a:gd name="connsiteY71" fmla="*/ 0 h 419100"/>
                <a:gd name="connsiteX72" fmla="*/ 1232191 w 5032666"/>
                <a:gd name="connsiteY72" fmla="*/ 0 h 419100"/>
                <a:gd name="connsiteX73" fmla="*/ 1253496 w 5032666"/>
                <a:gd name="connsiteY73" fmla="*/ 0 h 419100"/>
                <a:gd name="connsiteX74" fmla="*/ 1264232 w 5032666"/>
                <a:gd name="connsiteY74" fmla="*/ 0 h 419100"/>
                <a:gd name="connsiteX75" fmla="*/ 1302779 w 5032666"/>
                <a:gd name="connsiteY75" fmla="*/ 0 h 419100"/>
                <a:gd name="connsiteX76" fmla="*/ 1310199 w 5032666"/>
                <a:gd name="connsiteY76" fmla="*/ 0 h 419100"/>
                <a:gd name="connsiteX77" fmla="*/ 1327887 w 5032666"/>
                <a:gd name="connsiteY77" fmla="*/ 0 h 419100"/>
                <a:gd name="connsiteX78" fmla="*/ 1359482 w 5032666"/>
                <a:gd name="connsiteY78" fmla="*/ 0 h 419100"/>
                <a:gd name="connsiteX79" fmla="*/ 1373854 w 5032666"/>
                <a:gd name="connsiteY79" fmla="*/ 0 h 419100"/>
                <a:gd name="connsiteX80" fmla="*/ 1384590 w 5032666"/>
                <a:gd name="connsiteY80" fmla="*/ 0 h 419100"/>
                <a:gd name="connsiteX81" fmla="*/ 1417080 w 5032666"/>
                <a:gd name="connsiteY81" fmla="*/ 0 h 419100"/>
                <a:gd name="connsiteX82" fmla="*/ 1423137 w 5032666"/>
                <a:gd name="connsiteY82" fmla="*/ 0 h 419100"/>
                <a:gd name="connsiteX83" fmla="*/ 1430557 w 5032666"/>
                <a:gd name="connsiteY83" fmla="*/ 0 h 419100"/>
                <a:gd name="connsiteX84" fmla="*/ 1463047 w 5032666"/>
                <a:gd name="connsiteY84" fmla="*/ 0 h 419100"/>
                <a:gd name="connsiteX85" fmla="*/ 1473783 w 5032666"/>
                <a:gd name="connsiteY85" fmla="*/ 0 h 419100"/>
                <a:gd name="connsiteX86" fmla="*/ 1479840 w 5032666"/>
                <a:gd name="connsiteY86" fmla="*/ 0 h 419100"/>
                <a:gd name="connsiteX87" fmla="*/ 1495425 w 5032666"/>
                <a:gd name="connsiteY87" fmla="*/ 0 h 419100"/>
                <a:gd name="connsiteX88" fmla="*/ 1512330 w 5032666"/>
                <a:gd name="connsiteY88" fmla="*/ 0 h 419100"/>
                <a:gd name="connsiteX89" fmla="*/ 1519750 w 5032666"/>
                <a:gd name="connsiteY89" fmla="*/ 0 h 419100"/>
                <a:gd name="connsiteX90" fmla="*/ 1537438 w 5032666"/>
                <a:gd name="connsiteY90" fmla="*/ 0 h 419100"/>
                <a:gd name="connsiteX91" fmla="*/ 1541392 w 5032666"/>
                <a:gd name="connsiteY91" fmla="*/ 0 h 419100"/>
                <a:gd name="connsiteX92" fmla="*/ 1552128 w 5032666"/>
                <a:gd name="connsiteY92" fmla="*/ 0 h 419100"/>
                <a:gd name="connsiteX93" fmla="*/ 1569033 w 5032666"/>
                <a:gd name="connsiteY93" fmla="*/ 0 h 419100"/>
                <a:gd name="connsiteX94" fmla="*/ 1583405 w 5032666"/>
                <a:gd name="connsiteY94" fmla="*/ 0 h 419100"/>
                <a:gd name="connsiteX95" fmla="*/ 1590675 w 5032666"/>
                <a:gd name="connsiteY95" fmla="*/ 0 h 419100"/>
                <a:gd name="connsiteX96" fmla="*/ 1594141 w 5032666"/>
                <a:gd name="connsiteY96" fmla="*/ 0 h 419100"/>
                <a:gd name="connsiteX97" fmla="*/ 1598095 w 5032666"/>
                <a:gd name="connsiteY97" fmla="*/ 0 h 419100"/>
                <a:gd name="connsiteX98" fmla="*/ 1615783 w 5032666"/>
                <a:gd name="connsiteY98" fmla="*/ 0 h 419100"/>
                <a:gd name="connsiteX99" fmla="*/ 1632688 w 5032666"/>
                <a:gd name="connsiteY99" fmla="*/ 0 h 419100"/>
                <a:gd name="connsiteX100" fmla="*/ 1640108 w 5032666"/>
                <a:gd name="connsiteY100" fmla="*/ 0 h 419100"/>
                <a:gd name="connsiteX101" fmla="*/ 1647378 w 5032666"/>
                <a:gd name="connsiteY101" fmla="*/ 0 h 419100"/>
                <a:gd name="connsiteX102" fmla="*/ 1661750 w 5032666"/>
                <a:gd name="connsiteY102" fmla="*/ 0 h 419100"/>
                <a:gd name="connsiteX103" fmla="*/ 1672486 w 5032666"/>
                <a:gd name="connsiteY103" fmla="*/ 0 h 419100"/>
                <a:gd name="connsiteX104" fmla="*/ 1689391 w 5032666"/>
                <a:gd name="connsiteY104" fmla="*/ 0 h 419100"/>
                <a:gd name="connsiteX105" fmla="*/ 1704976 w 5032666"/>
                <a:gd name="connsiteY105" fmla="*/ 0 h 419100"/>
                <a:gd name="connsiteX106" fmla="*/ 1711033 w 5032666"/>
                <a:gd name="connsiteY106" fmla="*/ 0 h 419100"/>
                <a:gd name="connsiteX107" fmla="*/ 1718453 w 5032666"/>
                <a:gd name="connsiteY107" fmla="*/ 0 h 419100"/>
                <a:gd name="connsiteX108" fmla="*/ 1750943 w 5032666"/>
                <a:gd name="connsiteY108" fmla="*/ 0 h 419100"/>
                <a:gd name="connsiteX109" fmla="*/ 1761679 w 5032666"/>
                <a:gd name="connsiteY109" fmla="*/ 0 h 419100"/>
                <a:gd name="connsiteX110" fmla="*/ 1767736 w 5032666"/>
                <a:gd name="connsiteY110" fmla="*/ 0 h 419100"/>
                <a:gd name="connsiteX111" fmla="*/ 1800226 w 5032666"/>
                <a:gd name="connsiteY111" fmla="*/ 0 h 419100"/>
                <a:gd name="connsiteX112" fmla="*/ 1807646 w 5032666"/>
                <a:gd name="connsiteY112" fmla="*/ 0 h 419100"/>
                <a:gd name="connsiteX113" fmla="*/ 1825334 w 5032666"/>
                <a:gd name="connsiteY113" fmla="*/ 0 h 419100"/>
                <a:gd name="connsiteX114" fmla="*/ 1856929 w 5032666"/>
                <a:gd name="connsiteY114" fmla="*/ 0 h 419100"/>
                <a:gd name="connsiteX115" fmla="*/ 1871301 w 5032666"/>
                <a:gd name="connsiteY115" fmla="*/ 0 h 419100"/>
                <a:gd name="connsiteX116" fmla="*/ 1882037 w 5032666"/>
                <a:gd name="connsiteY116" fmla="*/ 0 h 419100"/>
                <a:gd name="connsiteX117" fmla="*/ 1920584 w 5032666"/>
                <a:gd name="connsiteY117" fmla="*/ 0 h 419100"/>
                <a:gd name="connsiteX118" fmla="*/ 1928004 w 5032666"/>
                <a:gd name="connsiteY118" fmla="*/ 0 h 419100"/>
                <a:gd name="connsiteX119" fmla="*/ 1952625 w 5032666"/>
                <a:gd name="connsiteY119" fmla="*/ 0 h 419100"/>
                <a:gd name="connsiteX120" fmla="*/ 1977287 w 5032666"/>
                <a:gd name="connsiteY120" fmla="*/ 0 h 419100"/>
                <a:gd name="connsiteX121" fmla="*/ 1998592 w 5032666"/>
                <a:gd name="connsiteY121" fmla="*/ 0 h 419100"/>
                <a:gd name="connsiteX122" fmla="*/ 2009328 w 5032666"/>
                <a:gd name="connsiteY122" fmla="*/ 0 h 419100"/>
                <a:gd name="connsiteX123" fmla="*/ 2047875 w 5032666"/>
                <a:gd name="connsiteY123" fmla="*/ 0 h 419100"/>
                <a:gd name="connsiteX124" fmla="*/ 2055295 w 5032666"/>
                <a:gd name="connsiteY124" fmla="*/ 0 h 419100"/>
                <a:gd name="connsiteX125" fmla="*/ 2057400 w 5032666"/>
                <a:gd name="connsiteY125" fmla="*/ 0 h 419100"/>
                <a:gd name="connsiteX126" fmla="*/ 2072983 w 5032666"/>
                <a:gd name="connsiteY126" fmla="*/ 0 h 419100"/>
                <a:gd name="connsiteX127" fmla="*/ 2103367 w 5032666"/>
                <a:gd name="connsiteY127" fmla="*/ 0 h 419100"/>
                <a:gd name="connsiteX128" fmla="*/ 2104578 w 5032666"/>
                <a:gd name="connsiteY128" fmla="*/ 0 h 419100"/>
                <a:gd name="connsiteX129" fmla="*/ 2114103 w 5032666"/>
                <a:gd name="connsiteY129" fmla="*/ 0 h 419100"/>
                <a:gd name="connsiteX130" fmla="*/ 2118950 w 5032666"/>
                <a:gd name="connsiteY130" fmla="*/ 0 h 419100"/>
                <a:gd name="connsiteX131" fmla="*/ 2129686 w 5032666"/>
                <a:gd name="connsiteY131" fmla="*/ 0 h 419100"/>
                <a:gd name="connsiteX132" fmla="*/ 2140979 w 5032666"/>
                <a:gd name="connsiteY132" fmla="*/ 0 h 419100"/>
                <a:gd name="connsiteX133" fmla="*/ 2152650 w 5032666"/>
                <a:gd name="connsiteY133" fmla="*/ 0 h 419100"/>
                <a:gd name="connsiteX134" fmla="*/ 2160070 w 5032666"/>
                <a:gd name="connsiteY134" fmla="*/ 0 h 419100"/>
                <a:gd name="connsiteX135" fmla="*/ 2162176 w 5032666"/>
                <a:gd name="connsiteY135" fmla="*/ 0 h 419100"/>
                <a:gd name="connsiteX136" fmla="*/ 2168233 w 5032666"/>
                <a:gd name="connsiteY136" fmla="*/ 0 h 419100"/>
                <a:gd name="connsiteX137" fmla="*/ 2175653 w 5032666"/>
                <a:gd name="connsiteY137" fmla="*/ 0 h 419100"/>
                <a:gd name="connsiteX138" fmla="*/ 2177758 w 5032666"/>
                <a:gd name="connsiteY138" fmla="*/ 0 h 419100"/>
                <a:gd name="connsiteX139" fmla="*/ 2186946 w 5032666"/>
                <a:gd name="connsiteY139" fmla="*/ 0 h 419100"/>
                <a:gd name="connsiteX140" fmla="*/ 2197682 w 5032666"/>
                <a:gd name="connsiteY140" fmla="*/ 0 h 419100"/>
                <a:gd name="connsiteX141" fmla="*/ 2208143 w 5032666"/>
                <a:gd name="connsiteY141" fmla="*/ 0 h 419100"/>
                <a:gd name="connsiteX142" fmla="*/ 2209353 w 5032666"/>
                <a:gd name="connsiteY142" fmla="*/ 0 h 419100"/>
                <a:gd name="connsiteX143" fmla="*/ 2218879 w 5032666"/>
                <a:gd name="connsiteY143" fmla="*/ 0 h 419100"/>
                <a:gd name="connsiteX144" fmla="*/ 2223725 w 5032666"/>
                <a:gd name="connsiteY144" fmla="*/ 0 h 419100"/>
                <a:gd name="connsiteX145" fmla="*/ 2224936 w 5032666"/>
                <a:gd name="connsiteY145" fmla="*/ 0 h 419100"/>
                <a:gd name="connsiteX146" fmla="*/ 2234461 w 5032666"/>
                <a:gd name="connsiteY146" fmla="*/ 0 h 419100"/>
                <a:gd name="connsiteX147" fmla="*/ 2236229 w 5032666"/>
                <a:gd name="connsiteY147" fmla="*/ 0 h 419100"/>
                <a:gd name="connsiteX148" fmla="*/ 2243649 w 5032666"/>
                <a:gd name="connsiteY148" fmla="*/ 0 h 419100"/>
                <a:gd name="connsiteX149" fmla="*/ 2257426 w 5032666"/>
                <a:gd name="connsiteY149" fmla="*/ 0 h 419100"/>
                <a:gd name="connsiteX150" fmla="*/ 2261337 w 5032666"/>
                <a:gd name="connsiteY150" fmla="*/ 0 h 419100"/>
                <a:gd name="connsiteX151" fmla="*/ 2264846 w 5032666"/>
                <a:gd name="connsiteY151" fmla="*/ 0 h 419100"/>
                <a:gd name="connsiteX152" fmla="*/ 2266951 w 5032666"/>
                <a:gd name="connsiteY152" fmla="*/ 0 h 419100"/>
                <a:gd name="connsiteX153" fmla="*/ 2273008 w 5032666"/>
                <a:gd name="connsiteY153" fmla="*/ 0 h 419100"/>
                <a:gd name="connsiteX154" fmla="*/ 2280428 w 5032666"/>
                <a:gd name="connsiteY154" fmla="*/ 0 h 419100"/>
                <a:gd name="connsiteX155" fmla="*/ 2282534 w 5032666"/>
                <a:gd name="connsiteY155" fmla="*/ 0 h 419100"/>
                <a:gd name="connsiteX156" fmla="*/ 2292932 w 5032666"/>
                <a:gd name="connsiteY156" fmla="*/ 0 h 419100"/>
                <a:gd name="connsiteX157" fmla="*/ 2307304 w 5032666"/>
                <a:gd name="connsiteY157" fmla="*/ 0 h 419100"/>
                <a:gd name="connsiteX158" fmla="*/ 2312918 w 5032666"/>
                <a:gd name="connsiteY158" fmla="*/ 0 h 419100"/>
                <a:gd name="connsiteX159" fmla="*/ 2314129 w 5032666"/>
                <a:gd name="connsiteY159" fmla="*/ 0 h 419100"/>
                <a:gd name="connsiteX160" fmla="*/ 2318040 w 5032666"/>
                <a:gd name="connsiteY160" fmla="*/ 0 h 419100"/>
                <a:gd name="connsiteX161" fmla="*/ 2323654 w 5032666"/>
                <a:gd name="connsiteY161" fmla="*/ 0 h 419100"/>
                <a:gd name="connsiteX162" fmla="*/ 2328501 w 5032666"/>
                <a:gd name="connsiteY162" fmla="*/ 0 h 419100"/>
                <a:gd name="connsiteX163" fmla="*/ 2329711 w 5032666"/>
                <a:gd name="connsiteY163" fmla="*/ 0 h 419100"/>
                <a:gd name="connsiteX164" fmla="*/ 2339237 w 5032666"/>
                <a:gd name="connsiteY164" fmla="*/ 0 h 419100"/>
                <a:gd name="connsiteX165" fmla="*/ 2350530 w 5032666"/>
                <a:gd name="connsiteY165" fmla="*/ 0 h 419100"/>
                <a:gd name="connsiteX166" fmla="*/ 2356587 w 5032666"/>
                <a:gd name="connsiteY166" fmla="*/ 0 h 419100"/>
                <a:gd name="connsiteX167" fmla="*/ 2362201 w 5032666"/>
                <a:gd name="connsiteY167" fmla="*/ 0 h 419100"/>
                <a:gd name="connsiteX168" fmla="*/ 2364007 w 5032666"/>
                <a:gd name="connsiteY168" fmla="*/ 0 h 419100"/>
                <a:gd name="connsiteX169" fmla="*/ 2369621 w 5032666"/>
                <a:gd name="connsiteY169" fmla="*/ 0 h 419100"/>
                <a:gd name="connsiteX170" fmla="*/ 2377784 w 5032666"/>
                <a:gd name="connsiteY170" fmla="*/ 0 h 419100"/>
                <a:gd name="connsiteX171" fmla="*/ 2385204 w 5032666"/>
                <a:gd name="connsiteY171" fmla="*/ 0 h 419100"/>
                <a:gd name="connsiteX172" fmla="*/ 2387309 w 5032666"/>
                <a:gd name="connsiteY172" fmla="*/ 0 h 419100"/>
                <a:gd name="connsiteX173" fmla="*/ 2396497 w 5032666"/>
                <a:gd name="connsiteY173" fmla="*/ 0 h 419100"/>
                <a:gd name="connsiteX174" fmla="*/ 2407233 w 5032666"/>
                <a:gd name="connsiteY174" fmla="*/ 0 h 419100"/>
                <a:gd name="connsiteX175" fmla="*/ 2413290 w 5032666"/>
                <a:gd name="connsiteY175" fmla="*/ 0 h 419100"/>
                <a:gd name="connsiteX176" fmla="*/ 2418904 w 5032666"/>
                <a:gd name="connsiteY176" fmla="*/ 0 h 419100"/>
                <a:gd name="connsiteX177" fmla="*/ 2433276 w 5032666"/>
                <a:gd name="connsiteY177" fmla="*/ 0 h 419100"/>
                <a:gd name="connsiteX178" fmla="*/ 2434487 w 5032666"/>
                <a:gd name="connsiteY178" fmla="*/ 0 h 419100"/>
                <a:gd name="connsiteX179" fmla="*/ 2444012 w 5032666"/>
                <a:gd name="connsiteY179" fmla="*/ 0 h 419100"/>
                <a:gd name="connsiteX180" fmla="*/ 2445780 w 5032666"/>
                <a:gd name="connsiteY180" fmla="*/ 0 h 419100"/>
                <a:gd name="connsiteX181" fmla="*/ 2453200 w 5032666"/>
                <a:gd name="connsiteY181" fmla="*/ 0 h 419100"/>
                <a:gd name="connsiteX182" fmla="*/ 2470888 w 5032666"/>
                <a:gd name="connsiteY182" fmla="*/ 0 h 419100"/>
                <a:gd name="connsiteX183" fmla="*/ 2482559 w 5032666"/>
                <a:gd name="connsiteY183" fmla="*/ 0 h 419100"/>
                <a:gd name="connsiteX184" fmla="*/ 2489979 w 5032666"/>
                <a:gd name="connsiteY184" fmla="*/ 0 h 419100"/>
                <a:gd name="connsiteX185" fmla="*/ 2502483 w 5032666"/>
                <a:gd name="connsiteY185" fmla="*/ 0 h 419100"/>
                <a:gd name="connsiteX186" fmla="*/ 2514600 w 5032666"/>
                <a:gd name="connsiteY186" fmla="*/ 0 h 419100"/>
                <a:gd name="connsiteX187" fmla="*/ 2516855 w 5032666"/>
                <a:gd name="connsiteY187" fmla="*/ 0 h 419100"/>
                <a:gd name="connsiteX188" fmla="*/ 2527591 w 5032666"/>
                <a:gd name="connsiteY188" fmla="*/ 0 h 419100"/>
                <a:gd name="connsiteX189" fmla="*/ 2539262 w 5032666"/>
                <a:gd name="connsiteY189" fmla="*/ 0 h 419100"/>
                <a:gd name="connsiteX190" fmla="*/ 2560567 w 5032666"/>
                <a:gd name="connsiteY190" fmla="*/ 0 h 419100"/>
                <a:gd name="connsiteX191" fmla="*/ 2566138 w 5032666"/>
                <a:gd name="connsiteY191" fmla="*/ 0 h 419100"/>
                <a:gd name="connsiteX192" fmla="*/ 2571303 w 5032666"/>
                <a:gd name="connsiteY192" fmla="*/ 0 h 419100"/>
                <a:gd name="connsiteX193" fmla="*/ 2573558 w 5032666"/>
                <a:gd name="connsiteY193" fmla="*/ 0 h 419100"/>
                <a:gd name="connsiteX194" fmla="*/ 2598179 w 5032666"/>
                <a:gd name="connsiteY194" fmla="*/ 0 h 419100"/>
                <a:gd name="connsiteX195" fmla="*/ 2609850 w 5032666"/>
                <a:gd name="connsiteY195" fmla="*/ 0 h 419100"/>
                <a:gd name="connsiteX196" fmla="*/ 2617270 w 5032666"/>
                <a:gd name="connsiteY196" fmla="*/ 0 h 419100"/>
                <a:gd name="connsiteX197" fmla="*/ 2622841 w 5032666"/>
                <a:gd name="connsiteY197" fmla="*/ 0 h 419100"/>
                <a:gd name="connsiteX198" fmla="*/ 2634958 w 5032666"/>
                <a:gd name="connsiteY198" fmla="*/ 0 h 419100"/>
                <a:gd name="connsiteX199" fmla="*/ 2644146 w 5032666"/>
                <a:gd name="connsiteY199" fmla="*/ 0 h 419100"/>
                <a:gd name="connsiteX200" fmla="*/ 2654882 w 5032666"/>
                <a:gd name="connsiteY200" fmla="*/ 0 h 419100"/>
                <a:gd name="connsiteX201" fmla="*/ 2666553 w 5032666"/>
                <a:gd name="connsiteY201" fmla="*/ 0 h 419100"/>
                <a:gd name="connsiteX202" fmla="*/ 2680925 w 5032666"/>
                <a:gd name="connsiteY202" fmla="*/ 0 h 419100"/>
                <a:gd name="connsiteX203" fmla="*/ 2691661 w 5032666"/>
                <a:gd name="connsiteY203" fmla="*/ 0 h 419100"/>
                <a:gd name="connsiteX204" fmla="*/ 2693429 w 5032666"/>
                <a:gd name="connsiteY204" fmla="*/ 0 h 419100"/>
                <a:gd name="connsiteX205" fmla="*/ 2700849 w 5032666"/>
                <a:gd name="connsiteY205" fmla="*/ 0 h 419100"/>
                <a:gd name="connsiteX206" fmla="*/ 2702954 w 5032666"/>
                <a:gd name="connsiteY206" fmla="*/ 0 h 419100"/>
                <a:gd name="connsiteX207" fmla="*/ 2718537 w 5032666"/>
                <a:gd name="connsiteY207" fmla="*/ 0 h 419100"/>
                <a:gd name="connsiteX208" fmla="*/ 2724151 w 5032666"/>
                <a:gd name="connsiteY208" fmla="*/ 0 h 419100"/>
                <a:gd name="connsiteX209" fmla="*/ 2730208 w 5032666"/>
                <a:gd name="connsiteY209" fmla="*/ 0 h 419100"/>
                <a:gd name="connsiteX210" fmla="*/ 2737628 w 5032666"/>
                <a:gd name="connsiteY210" fmla="*/ 0 h 419100"/>
                <a:gd name="connsiteX211" fmla="*/ 2748921 w 5032666"/>
                <a:gd name="connsiteY211" fmla="*/ 0 h 419100"/>
                <a:gd name="connsiteX212" fmla="*/ 2750132 w 5032666"/>
                <a:gd name="connsiteY212" fmla="*/ 0 h 419100"/>
                <a:gd name="connsiteX213" fmla="*/ 2759657 w 5032666"/>
                <a:gd name="connsiteY213" fmla="*/ 0 h 419100"/>
                <a:gd name="connsiteX214" fmla="*/ 2764504 w 5032666"/>
                <a:gd name="connsiteY214" fmla="*/ 0 h 419100"/>
                <a:gd name="connsiteX215" fmla="*/ 2770118 w 5032666"/>
                <a:gd name="connsiteY215" fmla="*/ 0 h 419100"/>
                <a:gd name="connsiteX216" fmla="*/ 2775240 w 5032666"/>
                <a:gd name="connsiteY216" fmla="*/ 0 h 419100"/>
                <a:gd name="connsiteX217" fmla="*/ 2780854 w 5032666"/>
                <a:gd name="connsiteY217" fmla="*/ 0 h 419100"/>
                <a:gd name="connsiteX218" fmla="*/ 2786911 w 5032666"/>
                <a:gd name="connsiteY218" fmla="*/ 0 h 419100"/>
                <a:gd name="connsiteX219" fmla="*/ 2798204 w 5032666"/>
                <a:gd name="connsiteY219" fmla="*/ 0 h 419100"/>
                <a:gd name="connsiteX220" fmla="*/ 2805624 w 5032666"/>
                <a:gd name="connsiteY220" fmla="*/ 0 h 419100"/>
                <a:gd name="connsiteX221" fmla="*/ 2807730 w 5032666"/>
                <a:gd name="connsiteY221" fmla="*/ 0 h 419100"/>
                <a:gd name="connsiteX222" fmla="*/ 2813787 w 5032666"/>
                <a:gd name="connsiteY222" fmla="*/ 0 h 419100"/>
                <a:gd name="connsiteX223" fmla="*/ 2819401 w 5032666"/>
                <a:gd name="connsiteY223" fmla="*/ 0 h 419100"/>
                <a:gd name="connsiteX224" fmla="*/ 2821207 w 5032666"/>
                <a:gd name="connsiteY224" fmla="*/ 0 h 419100"/>
                <a:gd name="connsiteX225" fmla="*/ 2823312 w 5032666"/>
                <a:gd name="connsiteY225" fmla="*/ 0 h 419100"/>
                <a:gd name="connsiteX226" fmla="*/ 2826821 w 5032666"/>
                <a:gd name="connsiteY226" fmla="*/ 0 h 419100"/>
                <a:gd name="connsiteX227" fmla="*/ 2844509 w 5032666"/>
                <a:gd name="connsiteY227" fmla="*/ 0 h 419100"/>
                <a:gd name="connsiteX228" fmla="*/ 2853697 w 5032666"/>
                <a:gd name="connsiteY228" fmla="*/ 0 h 419100"/>
                <a:gd name="connsiteX229" fmla="*/ 2854907 w 5032666"/>
                <a:gd name="connsiteY229" fmla="*/ 0 h 419100"/>
                <a:gd name="connsiteX230" fmla="*/ 2864433 w 5032666"/>
                <a:gd name="connsiteY230" fmla="*/ 0 h 419100"/>
                <a:gd name="connsiteX231" fmla="*/ 2869279 w 5032666"/>
                <a:gd name="connsiteY231" fmla="*/ 0 h 419100"/>
                <a:gd name="connsiteX232" fmla="*/ 2870490 w 5032666"/>
                <a:gd name="connsiteY232" fmla="*/ 0 h 419100"/>
                <a:gd name="connsiteX233" fmla="*/ 2876104 w 5032666"/>
                <a:gd name="connsiteY233" fmla="*/ 0 h 419100"/>
                <a:gd name="connsiteX234" fmla="*/ 2880015 w 5032666"/>
                <a:gd name="connsiteY234" fmla="*/ 0 h 419100"/>
                <a:gd name="connsiteX235" fmla="*/ 2890476 w 5032666"/>
                <a:gd name="connsiteY235" fmla="*/ 0 h 419100"/>
                <a:gd name="connsiteX236" fmla="*/ 2901212 w 5032666"/>
                <a:gd name="connsiteY236" fmla="*/ 0 h 419100"/>
                <a:gd name="connsiteX237" fmla="*/ 2902980 w 5032666"/>
                <a:gd name="connsiteY237" fmla="*/ 0 h 419100"/>
                <a:gd name="connsiteX238" fmla="*/ 2910400 w 5032666"/>
                <a:gd name="connsiteY238" fmla="*/ 0 h 419100"/>
                <a:gd name="connsiteX239" fmla="*/ 2912505 w 5032666"/>
                <a:gd name="connsiteY239" fmla="*/ 0 h 419100"/>
                <a:gd name="connsiteX240" fmla="*/ 2918562 w 5032666"/>
                <a:gd name="connsiteY240" fmla="*/ 0 h 419100"/>
                <a:gd name="connsiteX241" fmla="*/ 2925982 w 5032666"/>
                <a:gd name="connsiteY241" fmla="*/ 0 h 419100"/>
                <a:gd name="connsiteX242" fmla="*/ 2928088 w 5032666"/>
                <a:gd name="connsiteY242" fmla="*/ 0 h 419100"/>
                <a:gd name="connsiteX243" fmla="*/ 2939759 w 5032666"/>
                <a:gd name="connsiteY243" fmla="*/ 0 h 419100"/>
                <a:gd name="connsiteX244" fmla="*/ 2947179 w 5032666"/>
                <a:gd name="connsiteY244" fmla="*/ 0 h 419100"/>
                <a:gd name="connsiteX245" fmla="*/ 2958472 w 5032666"/>
                <a:gd name="connsiteY245" fmla="*/ 0 h 419100"/>
                <a:gd name="connsiteX246" fmla="*/ 2959683 w 5032666"/>
                <a:gd name="connsiteY246" fmla="*/ 0 h 419100"/>
                <a:gd name="connsiteX247" fmla="*/ 2969208 w 5032666"/>
                <a:gd name="connsiteY247" fmla="*/ 0 h 419100"/>
                <a:gd name="connsiteX248" fmla="*/ 2974055 w 5032666"/>
                <a:gd name="connsiteY248" fmla="*/ 0 h 419100"/>
                <a:gd name="connsiteX249" fmla="*/ 2975265 w 5032666"/>
                <a:gd name="connsiteY249" fmla="*/ 0 h 419100"/>
                <a:gd name="connsiteX250" fmla="*/ 2984791 w 5032666"/>
                <a:gd name="connsiteY250" fmla="*/ 0 h 419100"/>
                <a:gd name="connsiteX251" fmla="*/ 2996462 w 5032666"/>
                <a:gd name="connsiteY251" fmla="*/ 0 h 419100"/>
                <a:gd name="connsiteX252" fmla="*/ 3007755 w 5032666"/>
                <a:gd name="connsiteY252" fmla="*/ 0 h 419100"/>
                <a:gd name="connsiteX253" fmla="*/ 3015175 w 5032666"/>
                <a:gd name="connsiteY253" fmla="*/ 0 h 419100"/>
                <a:gd name="connsiteX254" fmla="*/ 3023338 w 5032666"/>
                <a:gd name="connsiteY254" fmla="*/ 0 h 419100"/>
                <a:gd name="connsiteX255" fmla="*/ 3030758 w 5032666"/>
                <a:gd name="connsiteY255" fmla="*/ 0 h 419100"/>
                <a:gd name="connsiteX256" fmla="*/ 3032863 w 5032666"/>
                <a:gd name="connsiteY256" fmla="*/ 0 h 419100"/>
                <a:gd name="connsiteX257" fmla="*/ 3064458 w 5032666"/>
                <a:gd name="connsiteY257" fmla="*/ 0 h 419100"/>
                <a:gd name="connsiteX258" fmla="*/ 3078830 w 5032666"/>
                <a:gd name="connsiteY258" fmla="*/ 0 h 419100"/>
                <a:gd name="connsiteX259" fmla="*/ 3080041 w 5032666"/>
                <a:gd name="connsiteY259" fmla="*/ 0 h 419100"/>
                <a:gd name="connsiteX260" fmla="*/ 3089566 w 5032666"/>
                <a:gd name="connsiteY260" fmla="*/ 0 h 419100"/>
                <a:gd name="connsiteX261" fmla="*/ 3128113 w 5032666"/>
                <a:gd name="connsiteY261" fmla="*/ 0 h 419100"/>
                <a:gd name="connsiteX262" fmla="*/ 3135533 w 5032666"/>
                <a:gd name="connsiteY262" fmla="*/ 0 h 419100"/>
                <a:gd name="connsiteX263" fmla="*/ 3160154 w 5032666"/>
                <a:gd name="connsiteY263" fmla="*/ 0 h 419100"/>
                <a:gd name="connsiteX264" fmla="*/ 3184816 w 5032666"/>
                <a:gd name="connsiteY264" fmla="*/ 0 h 419100"/>
                <a:gd name="connsiteX265" fmla="*/ 3206121 w 5032666"/>
                <a:gd name="connsiteY265" fmla="*/ 0 h 419100"/>
                <a:gd name="connsiteX266" fmla="*/ 3216857 w 5032666"/>
                <a:gd name="connsiteY266" fmla="*/ 0 h 419100"/>
                <a:gd name="connsiteX267" fmla="*/ 3255404 w 5032666"/>
                <a:gd name="connsiteY267" fmla="*/ 0 h 419100"/>
                <a:gd name="connsiteX268" fmla="*/ 3262824 w 5032666"/>
                <a:gd name="connsiteY268" fmla="*/ 0 h 419100"/>
                <a:gd name="connsiteX269" fmla="*/ 3280512 w 5032666"/>
                <a:gd name="connsiteY269" fmla="*/ 0 h 419100"/>
                <a:gd name="connsiteX270" fmla="*/ 3312107 w 5032666"/>
                <a:gd name="connsiteY270" fmla="*/ 0 h 419100"/>
                <a:gd name="connsiteX271" fmla="*/ 3326479 w 5032666"/>
                <a:gd name="connsiteY271" fmla="*/ 0 h 419100"/>
                <a:gd name="connsiteX272" fmla="*/ 3337215 w 5032666"/>
                <a:gd name="connsiteY272" fmla="*/ 0 h 419100"/>
                <a:gd name="connsiteX273" fmla="*/ 3369705 w 5032666"/>
                <a:gd name="connsiteY273" fmla="*/ 0 h 419100"/>
                <a:gd name="connsiteX274" fmla="*/ 3375762 w 5032666"/>
                <a:gd name="connsiteY274" fmla="*/ 0 h 419100"/>
                <a:gd name="connsiteX275" fmla="*/ 3383182 w 5032666"/>
                <a:gd name="connsiteY275" fmla="*/ 0 h 419100"/>
                <a:gd name="connsiteX276" fmla="*/ 3415672 w 5032666"/>
                <a:gd name="connsiteY276" fmla="*/ 0 h 419100"/>
                <a:gd name="connsiteX277" fmla="*/ 3426408 w 5032666"/>
                <a:gd name="connsiteY277" fmla="*/ 0 h 419100"/>
                <a:gd name="connsiteX278" fmla="*/ 3432465 w 5032666"/>
                <a:gd name="connsiteY278" fmla="*/ 0 h 419100"/>
                <a:gd name="connsiteX279" fmla="*/ 3448050 w 5032666"/>
                <a:gd name="connsiteY279" fmla="*/ 0 h 419100"/>
                <a:gd name="connsiteX280" fmla="*/ 3464955 w 5032666"/>
                <a:gd name="connsiteY280" fmla="*/ 0 h 419100"/>
                <a:gd name="connsiteX281" fmla="*/ 3472375 w 5032666"/>
                <a:gd name="connsiteY281" fmla="*/ 0 h 419100"/>
                <a:gd name="connsiteX282" fmla="*/ 3490063 w 5032666"/>
                <a:gd name="connsiteY282" fmla="*/ 0 h 419100"/>
                <a:gd name="connsiteX283" fmla="*/ 3494017 w 5032666"/>
                <a:gd name="connsiteY283" fmla="*/ 0 h 419100"/>
                <a:gd name="connsiteX284" fmla="*/ 3504753 w 5032666"/>
                <a:gd name="connsiteY284" fmla="*/ 0 h 419100"/>
                <a:gd name="connsiteX285" fmla="*/ 3521658 w 5032666"/>
                <a:gd name="connsiteY285" fmla="*/ 0 h 419100"/>
                <a:gd name="connsiteX286" fmla="*/ 3536030 w 5032666"/>
                <a:gd name="connsiteY286" fmla="*/ 0 h 419100"/>
                <a:gd name="connsiteX287" fmla="*/ 3543300 w 5032666"/>
                <a:gd name="connsiteY287" fmla="*/ 0 h 419100"/>
                <a:gd name="connsiteX288" fmla="*/ 3546766 w 5032666"/>
                <a:gd name="connsiteY288" fmla="*/ 0 h 419100"/>
                <a:gd name="connsiteX289" fmla="*/ 3550720 w 5032666"/>
                <a:gd name="connsiteY289" fmla="*/ 0 h 419100"/>
                <a:gd name="connsiteX290" fmla="*/ 3568408 w 5032666"/>
                <a:gd name="connsiteY290" fmla="*/ 0 h 419100"/>
                <a:gd name="connsiteX291" fmla="*/ 3585313 w 5032666"/>
                <a:gd name="connsiteY291" fmla="*/ 0 h 419100"/>
                <a:gd name="connsiteX292" fmla="*/ 3592733 w 5032666"/>
                <a:gd name="connsiteY292" fmla="*/ 0 h 419100"/>
                <a:gd name="connsiteX293" fmla="*/ 3600003 w 5032666"/>
                <a:gd name="connsiteY293" fmla="*/ 0 h 419100"/>
                <a:gd name="connsiteX294" fmla="*/ 3614375 w 5032666"/>
                <a:gd name="connsiteY294" fmla="*/ 0 h 419100"/>
                <a:gd name="connsiteX295" fmla="*/ 3625111 w 5032666"/>
                <a:gd name="connsiteY295" fmla="*/ 0 h 419100"/>
                <a:gd name="connsiteX296" fmla="*/ 3642016 w 5032666"/>
                <a:gd name="connsiteY296" fmla="*/ 0 h 419100"/>
                <a:gd name="connsiteX297" fmla="*/ 3657601 w 5032666"/>
                <a:gd name="connsiteY297" fmla="*/ 0 h 419100"/>
                <a:gd name="connsiteX298" fmla="*/ 3663658 w 5032666"/>
                <a:gd name="connsiteY298" fmla="*/ 0 h 419100"/>
                <a:gd name="connsiteX299" fmla="*/ 3671078 w 5032666"/>
                <a:gd name="connsiteY299" fmla="*/ 0 h 419100"/>
                <a:gd name="connsiteX300" fmla="*/ 3703568 w 5032666"/>
                <a:gd name="connsiteY300" fmla="*/ 0 h 419100"/>
                <a:gd name="connsiteX301" fmla="*/ 3714304 w 5032666"/>
                <a:gd name="connsiteY301" fmla="*/ 0 h 419100"/>
                <a:gd name="connsiteX302" fmla="*/ 3720361 w 5032666"/>
                <a:gd name="connsiteY302" fmla="*/ 0 h 419100"/>
                <a:gd name="connsiteX303" fmla="*/ 3752851 w 5032666"/>
                <a:gd name="connsiteY303" fmla="*/ 0 h 419100"/>
                <a:gd name="connsiteX304" fmla="*/ 3760271 w 5032666"/>
                <a:gd name="connsiteY304" fmla="*/ 0 h 419100"/>
                <a:gd name="connsiteX305" fmla="*/ 3777959 w 5032666"/>
                <a:gd name="connsiteY305" fmla="*/ 0 h 419100"/>
                <a:gd name="connsiteX306" fmla="*/ 3809554 w 5032666"/>
                <a:gd name="connsiteY306" fmla="*/ 0 h 419100"/>
                <a:gd name="connsiteX307" fmla="*/ 3823926 w 5032666"/>
                <a:gd name="connsiteY307" fmla="*/ 0 h 419100"/>
                <a:gd name="connsiteX308" fmla="*/ 3834662 w 5032666"/>
                <a:gd name="connsiteY308" fmla="*/ 0 h 419100"/>
                <a:gd name="connsiteX309" fmla="*/ 3873209 w 5032666"/>
                <a:gd name="connsiteY309" fmla="*/ 0 h 419100"/>
                <a:gd name="connsiteX310" fmla="*/ 3880629 w 5032666"/>
                <a:gd name="connsiteY310" fmla="*/ 0 h 419100"/>
                <a:gd name="connsiteX311" fmla="*/ 3905250 w 5032666"/>
                <a:gd name="connsiteY311" fmla="*/ 0 h 419100"/>
                <a:gd name="connsiteX312" fmla="*/ 3929912 w 5032666"/>
                <a:gd name="connsiteY312" fmla="*/ 0 h 419100"/>
                <a:gd name="connsiteX313" fmla="*/ 3951217 w 5032666"/>
                <a:gd name="connsiteY313" fmla="*/ 0 h 419100"/>
                <a:gd name="connsiteX314" fmla="*/ 3961953 w 5032666"/>
                <a:gd name="connsiteY314" fmla="*/ 0 h 419100"/>
                <a:gd name="connsiteX315" fmla="*/ 4000500 w 5032666"/>
                <a:gd name="connsiteY315" fmla="*/ 0 h 419100"/>
                <a:gd name="connsiteX316" fmla="*/ 4007920 w 5032666"/>
                <a:gd name="connsiteY316" fmla="*/ 0 h 419100"/>
                <a:gd name="connsiteX317" fmla="*/ 4025608 w 5032666"/>
                <a:gd name="connsiteY317" fmla="*/ 0 h 419100"/>
                <a:gd name="connsiteX318" fmla="*/ 4057203 w 5032666"/>
                <a:gd name="connsiteY318" fmla="*/ 0 h 419100"/>
                <a:gd name="connsiteX319" fmla="*/ 4071575 w 5032666"/>
                <a:gd name="connsiteY319" fmla="*/ 0 h 419100"/>
                <a:gd name="connsiteX320" fmla="*/ 4082311 w 5032666"/>
                <a:gd name="connsiteY320" fmla="*/ 0 h 419100"/>
                <a:gd name="connsiteX321" fmla="*/ 4093604 w 5032666"/>
                <a:gd name="connsiteY321" fmla="*/ 0 h 419100"/>
                <a:gd name="connsiteX322" fmla="*/ 4114801 w 5032666"/>
                <a:gd name="connsiteY322" fmla="*/ 0 h 419100"/>
                <a:gd name="connsiteX323" fmla="*/ 4120858 w 5032666"/>
                <a:gd name="connsiteY323" fmla="*/ 0 h 419100"/>
                <a:gd name="connsiteX324" fmla="*/ 4128278 w 5032666"/>
                <a:gd name="connsiteY324" fmla="*/ 0 h 419100"/>
                <a:gd name="connsiteX325" fmla="*/ 4139571 w 5032666"/>
                <a:gd name="connsiteY325" fmla="*/ 0 h 419100"/>
                <a:gd name="connsiteX326" fmla="*/ 4150307 w 5032666"/>
                <a:gd name="connsiteY326" fmla="*/ 0 h 419100"/>
                <a:gd name="connsiteX327" fmla="*/ 4160768 w 5032666"/>
                <a:gd name="connsiteY327" fmla="*/ 0 h 419100"/>
                <a:gd name="connsiteX328" fmla="*/ 4171504 w 5032666"/>
                <a:gd name="connsiteY328" fmla="*/ 0 h 419100"/>
                <a:gd name="connsiteX329" fmla="*/ 4177561 w 5032666"/>
                <a:gd name="connsiteY329" fmla="*/ 0 h 419100"/>
                <a:gd name="connsiteX330" fmla="*/ 4188854 w 5032666"/>
                <a:gd name="connsiteY330" fmla="*/ 0 h 419100"/>
                <a:gd name="connsiteX331" fmla="*/ 4196274 w 5032666"/>
                <a:gd name="connsiteY331" fmla="*/ 0 h 419100"/>
                <a:gd name="connsiteX332" fmla="*/ 4210051 w 5032666"/>
                <a:gd name="connsiteY332" fmla="*/ 0 h 419100"/>
                <a:gd name="connsiteX333" fmla="*/ 4213962 w 5032666"/>
                <a:gd name="connsiteY333" fmla="*/ 0 h 419100"/>
                <a:gd name="connsiteX334" fmla="*/ 4217471 w 5032666"/>
                <a:gd name="connsiteY334" fmla="*/ 0 h 419100"/>
                <a:gd name="connsiteX335" fmla="*/ 4235159 w 5032666"/>
                <a:gd name="connsiteY335" fmla="*/ 0 h 419100"/>
                <a:gd name="connsiteX336" fmla="*/ 4245557 w 5032666"/>
                <a:gd name="connsiteY336" fmla="*/ 0 h 419100"/>
                <a:gd name="connsiteX337" fmla="*/ 4259929 w 5032666"/>
                <a:gd name="connsiteY337" fmla="*/ 0 h 419100"/>
                <a:gd name="connsiteX338" fmla="*/ 4266754 w 5032666"/>
                <a:gd name="connsiteY338" fmla="*/ 0 h 419100"/>
                <a:gd name="connsiteX339" fmla="*/ 4270665 w 5032666"/>
                <a:gd name="connsiteY339" fmla="*/ 0 h 419100"/>
                <a:gd name="connsiteX340" fmla="*/ 4281126 w 5032666"/>
                <a:gd name="connsiteY340" fmla="*/ 0 h 419100"/>
                <a:gd name="connsiteX341" fmla="*/ 4291862 w 5032666"/>
                <a:gd name="connsiteY341" fmla="*/ 0 h 419100"/>
                <a:gd name="connsiteX342" fmla="*/ 4303155 w 5032666"/>
                <a:gd name="connsiteY342" fmla="*/ 0 h 419100"/>
                <a:gd name="connsiteX343" fmla="*/ 4309212 w 5032666"/>
                <a:gd name="connsiteY343" fmla="*/ 0 h 419100"/>
                <a:gd name="connsiteX344" fmla="*/ 4316632 w 5032666"/>
                <a:gd name="connsiteY344" fmla="*/ 0 h 419100"/>
                <a:gd name="connsiteX345" fmla="*/ 4330409 w 5032666"/>
                <a:gd name="connsiteY345" fmla="*/ 0 h 419100"/>
                <a:gd name="connsiteX346" fmla="*/ 4337829 w 5032666"/>
                <a:gd name="connsiteY346" fmla="*/ 0 h 419100"/>
                <a:gd name="connsiteX347" fmla="*/ 4349122 w 5032666"/>
                <a:gd name="connsiteY347" fmla="*/ 0 h 419100"/>
                <a:gd name="connsiteX348" fmla="*/ 4359858 w 5032666"/>
                <a:gd name="connsiteY348" fmla="*/ 0 h 419100"/>
                <a:gd name="connsiteX349" fmla="*/ 4365915 w 5032666"/>
                <a:gd name="connsiteY349" fmla="*/ 0 h 419100"/>
                <a:gd name="connsiteX350" fmla="*/ 4387112 w 5032666"/>
                <a:gd name="connsiteY350" fmla="*/ 0 h 419100"/>
                <a:gd name="connsiteX351" fmla="*/ 4398405 w 5032666"/>
                <a:gd name="connsiteY351" fmla="*/ 0 h 419100"/>
                <a:gd name="connsiteX352" fmla="*/ 4405825 w 5032666"/>
                <a:gd name="connsiteY352" fmla="*/ 0 h 419100"/>
                <a:gd name="connsiteX353" fmla="*/ 4423513 w 5032666"/>
                <a:gd name="connsiteY353" fmla="*/ 0 h 419100"/>
                <a:gd name="connsiteX354" fmla="*/ 4455108 w 5032666"/>
                <a:gd name="connsiteY354" fmla="*/ 0 h 419100"/>
                <a:gd name="connsiteX355" fmla="*/ 4469480 w 5032666"/>
                <a:gd name="connsiteY355" fmla="*/ 0 h 419100"/>
                <a:gd name="connsiteX356" fmla="*/ 4480216 w 5032666"/>
                <a:gd name="connsiteY356" fmla="*/ 0 h 419100"/>
                <a:gd name="connsiteX357" fmla="*/ 4518763 w 5032666"/>
                <a:gd name="connsiteY357" fmla="*/ 0 h 419100"/>
                <a:gd name="connsiteX358" fmla="*/ 4526183 w 5032666"/>
                <a:gd name="connsiteY358" fmla="*/ 0 h 419100"/>
                <a:gd name="connsiteX359" fmla="*/ 4550804 w 5032666"/>
                <a:gd name="connsiteY359" fmla="*/ 0 h 419100"/>
                <a:gd name="connsiteX360" fmla="*/ 4575466 w 5032666"/>
                <a:gd name="connsiteY360" fmla="*/ 0 h 419100"/>
                <a:gd name="connsiteX361" fmla="*/ 4596771 w 5032666"/>
                <a:gd name="connsiteY361" fmla="*/ 0 h 419100"/>
                <a:gd name="connsiteX362" fmla="*/ 4607507 w 5032666"/>
                <a:gd name="connsiteY362" fmla="*/ 0 h 419100"/>
                <a:gd name="connsiteX363" fmla="*/ 4646054 w 5032666"/>
                <a:gd name="connsiteY363" fmla="*/ 0 h 419100"/>
                <a:gd name="connsiteX364" fmla="*/ 4653474 w 5032666"/>
                <a:gd name="connsiteY364" fmla="*/ 0 h 419100"/>
                <a:gd name="connsiteX365" fmla="*/ 4671162 w 5032666"/>
                <a:gd name="connsiteY365" fmla="*/ 0 h 419100"/>
                <a:gd name="connsiteX366" fmla="*/ 4702757 w 5032666"/>
                <a:gd name="connsiteY366" fmla="*/ 0 h 419100"/>
                <a:gd name="connsiteX367" fmla="*/ 4717129 w 5032666"/>
                <a:gd name="connsiteY367" fmla="*/ 0 h 419100"/>
                <a:gd name="connsiteX368" fmla="*/ 4727865 w 5032666"/>
                <a:gd name="connsiteY368" fmla="*/ 0 h 419100"/>
                <a:gd name="connsiteX369" fmla="*/ 4760355 w 5032666"/>
                <a:gd name="connsiteY369" fmla="*/ 0 h 419100"/>
                <a:gd name="connsiteX370" fmla="*/ 4766412 w 5032666"/>
                <a:gd name="connsiteY370" fmla="*/ 0 h 419100"/>
                <a:gd name="connsiteX371" fmla="*/ 4773832 w 5032666"/>
                <a:gd name="connsiteY371" fmla="*/ 0 h 419100"/>
                <a:gd name="connsiteX372" fmla="*/ 4806322 w 5032666"/>
                <a:gd name="connsiteY372" fmla="*/ 0 h 419100"/>
                <a:gd name="connsiteX373" fmla="*/ 4817058 w 5032666"/>
                <a:gd name="connsiteY373" fmla="*/ 0 h 419100"/>
                <a:gd name="connsiteX374" fmla="*/ 4823115 w 5032666"/>
                <a:gd name="connsiteY374" fmla="*/ 0 h 419100"/>
                <a:gd name="connsiteX375" fmla="*/ 4855605 w 5032666"/>
                <a:gd name="connsiteY375" fmla="*/ 0 h 419100"/>
                <a:gd name="connsiteX376" fmla="*/ 4863025 w 5032666"/>
                <a:gd name="connsiteY376" fmla="*/ 0 h 419100"/>
                <a:gd name="connsiteX377" fmla="*/ 4880713 w 5032666"/>
                <a:gd name="connsiteY377" fmla="*/ 0 h 419100"/>
                <a:gd name="connsiteX378" fmla="*/ 4912308 w 5032666"/>
                <a:gd name="connsiteY378" fmla="*/ 0 h 419100"/>
                <a:gd name="connsiteX379" fmla="*/ 4926680 w 5032666"/>
                <a:gd name="connsiteY379" fmla="*/ 0 h 419100"/>
                <a:gd name="connsiteX380" fmla="*/ 4937416 w 5032666"/>
                <a:gd name="connsiteY380" fmla="*/ 0 h 419100"/>
                <a:gd name="connsiteX381" fmla="*/ 4975963 w 5032666"/>
                <a:gd name="connsiteY381" fmla="*/ 0 h 419100"/>
                <a:gd name="connsiteX382" fmla="*/ 4983383 w 5032666"/>
                <a:gd name="connsiteY382" fmla="*/ 0 h 419100"/>
                <a:gd name="connsiteX383" fmla="*/ 5032666 w 5032666"/>
                <a:gd name="connsiteY383" fmla="*/ 0 h 419100"/>
                <a:gd name="connsiteX384" fmla="*/ 4927891 w 5032666"/>
                <a:gd name="connsiteY384" fmla="*/ 419100 h 419100"/>
                <a:gd name="connsiteX385" fmla="*/ 4878608 w 5032666"/>
                <a:gd name="connsiteY385" fmla="*/ 419100 h 419100"/>
                <a:gd name="connsiteX386" fmla="*/ 4871188 w 5032666"/>
                <a:gd name="connsiteY386" fmla="*/ 419100 h 419100"/>
                <a:gd name="connsiteX387" fmla="*/ 4832641 w 5032666"/>
                <a:gd name="connsiteY387" fmla="*/ 419100 h 419100"/>
                <a:gd name="connsiteX388" fmla="*/ 4821905 w 5032666"/>
                <a:gd name="connsiteY388" fmla="*/ 419100 h 419100"/>
                <a:gd name="connsiteX389" fmla="*/ 4807533 w 5032666"/>
                <a:gd name="connsiteY389" fmla="*/ 419100 h 419100"/>
                <a:gd name="connsiteX390" fmla="*/ 4775938 w 5032666"/>
                <a:gd name="connsiteY390" fmla="*/ 419100 h 419100"/>
                <a:gd name="connsiteX391" fmla="*/ 4758250 w 5032666"/>
                <a:gd name="connsiteY391" fmla="*/ 419100 h 419100"/>
                <a:gd name="connsiteX392" fmla="*/ 4750830 w 5032666"/>
                <a:gd name="connsiteY392" fmla="*/ 419100 h 419100"/>
                <a:gd name="connsiteX393" fmla="*/ 4718340 w 5032666"/>
                <a:gd name="connsiteY393" fmla="*/ 419100 h 419100"/>
                <a:gd name="connsiteX394" fmla="*/ 4712283 w 5032666"/>
                <a:gd name="connsiteY394" fmla="*/ 419100 h 419100"/>
                <a:gd name="connsiteX395" fmla="*/ 4701547 w 5032666"/>
                <a:gd name="connsiteY395" fmla="*/ 419100 h 419100"/>
                <a:gd name="connsiteX396" fmla="*/ 4669057 w 5032666"/>
                <a:gd name="connsiteY396" fmla="*/ 419100 h 419100"/>
                <a:gd name="connsiteX397" fmla="*/ 4661637 w 5032666"/>
                <a:gd name="connsiteY397" fmla="*/ 419100 h 419100"/>
                <a:gd name="connsiteX398" fmla="*/ 4655580 w 5032666"/>
                <a:gd name="connsiteY398" fmla="*/ 419100 h 419100"/>
                <a:gd name="connsiteX399" fmla="*/ 4623090 w 5032666"/>
                <a:gd name="connsiteY399" fmla="*/ 419100 h 419100"/>
                <a:gd name="connsiteX400" fmla="*/ 4612354 w 5032666"/>
                <a:gd name="connsiteY400" fmla="*/ 419100 h 419100"/>
                <a:gd name="connsiteX401" fmla="*/ 4597982 w 5032666"/>
                <a:gd name="connsiteY401" fmla="*/ 419100 h 419100"/>
                <a:gd name="connsiteX402" fmla="*/ 4566387 w 5032666"/>
                <a:gd name="connsiteY402" fmla="*/ 419100 h 419100"/>
                <a:gd name="connsiteX403" fmla="*/ 4548699 w 5032666"/>
                <a:gd name="connsiteY403" fmla="*/ 419100 h 419100"/>
                <a:gd name="connsiteX404" fmla="*/ 4541279 w 5032666"/>
                <a:gd name="connsiteY404" fmla="*/ 419100 h 419100"/>
                <a:gd name="connsiteX405" fmla="*/ 4502732 w 5032666"/>
                <a:gd name="connsiteY405" fmla="*/ 419100 h 419100"/>
                <a:gd name="connsiteX406" fmla="*/ 4491996 w 5032666"/>
                <a:gd name="connsiteY406" fmla="*/ 419100 h 419100"/>
                <a:gd name="connsiteX407" fmla="*/ 4470691 w 5032666"/>
                <a:gd name="connsiteY407" fmla="*/ 419100 h 419100"/>
                <a:gd name="connsiteX408" fmla="*/ 4446029 w 5032666"/>
                <a:gd name="connsiteY408" fmla="*/ 419100 h 419100"/>
                <a:gd name="connsiteX409" fmla="*/ 4421408 w 5032666"/>
                <a:gd name="connsiteY409" fmla="*/ 419100 h 419100"/>
                <a:gd name="connsiteX410" fmla="*/ 4413988 w 5032666"/>
                <a:gd name="connsiteY410" fmla="*/ 419100 h 419100"/>
                <a:gd name="connsiteX411" fmla="*/ 4375441 w 5032666"/>
                <a:gd name="connsiteY411" fmla="*/ 419100 h 419100"/>
                <a:gd name="connsiteX412" fmla="*/ 4364705 w 5032666"/>
                <a:gd name="connsiteY412" fmla="*/ 419100 h 419100"/>
                <a:gd name="connsiteX413" fmla="*/ 4350333 w 5032666"/>
                <a:gd name="connsiteY413" fmla="*/ 419100 h 419100"/>
                <a:gd name="connsiteX414" fmla="*/ 4318738 w 5032666"/>
                <a:gd name="connsiteY414" fmla="*/ 419100 h 419100"/>
                <a:gd name="connsiteX415" fmla="*/ 4301050 w 5032666"/>
                <a:gd name="connsiteY415" fmla="*/ 419100 h 419100"/>
                <a:gd name="connsiteX416" fmla="*/ 4293630 w 5032666"/>
                <a:gd name="connsiteY416" fmla="*/ 419100 h 419100"/>
                <a:gd name="connsiteX417" fmla="*/ 4282337 w 5032666"/>
                <a:gd name="connsiteY417" fmla="*/ 419100 h 419100"/>
                <a:gd name="connsiteX418" fmla="*/ 4261140 w 5032666"/>
                <a:gd name="connsiteY418" fmla="*/ 419100 h 419100"/>
                <a:gd name="connsiteX419" fmla="*/ 4255083 w 5032666"/>
                <a:gd name="connsiteY419" fmla="*/ 419100 h 419100"/>
                <a:gd name="connsiteX420" fmla="*/ 4244347 w 5032666"/>
                <a:gd name="connsiteY420" fmla="*/ 419100 h 419100"/>
                <a:gd name="connsiteX421" fmla="*/ 4233054 w 5032666"/>
                <a:gd name="connsiteY421" fmla="*/ 419100 h 419100"/>
                <a:gd name="connsiteX422" fmla="*/ 4225634 w 5032666"/>
                <a:gd name="connsiteY422" fmla="*/ 419100 h 419100"/>
                <a:gd name="connsiteX423" fmla="*/ 4211857 w 5032666"/>
                <a:gd name="connsiteY423" fmla="*/ 419100 h 419100"/>
                <a:gd name="connsiteX424" fmla="*/ 4204437 w 5032666"/>
                <a:gd name="connsiteY424" fmla="*/ 419100 h 419100"/>
                <a:gd name="connsiteX425" fmla="*/ 4198380 w 5032666"/>
                <a:gd name="connsiteY425" fmla="*/ 419100 h 419100"/>
                <a:gd name="connsiteX426" fmla="*/ 4187087 w 5032666"/>
                <a:gd name="connsiteY426" fmla="*/ 419100 h 419100"/>
                <a:gd name="connsiteX427" fmla="*/ 4176351 w 5032666"/>
                <a:gd name="connsiteY427" fmla="*/ 419100 h 419100"/>
                <a:gd name="connsiteX428" fmla="*/ 4165890 w 5032666"/>
                <a:gd name="connsiteY428" fmla="*/ 419100 h 419100"/>
                <a:gd name="connsiteX429" fmla="*/ 4161979 w 5032666"/>
                <a:gd name="connsiteY429" fmla="*/ 419100 h 419100"/>
                <a:gd name="connsiteX430" fmla="*/ 4155154 w 5032666"/>
                <a:gd name="connsiteY430" fmla="*/ 419100 h 419100"/>
                <a:gd name="connsiteX431" fmla="*/ 4140782 w 5032666"/>
                <a:gd name="connsiteY431" fmla="*/ 419100 h 419100"/>
                <a:gd name="connsiteX432" fmla="*/ 4130384 w 5032666"/>
                <a:gd name="connsiteY432" fmla="*/ 419100 h 419100"/>
                <a:gd name="connsiteX433" fmla="*/ 4112696 w 5032666"/>
                <a:gd name="connsiteY433" fmla="*/ 419100 h 419100"/>
                <a:gd name="connsiteX434" fmla="*/ 4109187 w 5032666"/>
                <a:gd name="connsiteY434" fmla="*/ 419100 h 419100"/>
                <a:gd name="connsiteX435" fmla="*/ 4105276 w 5032666"/>
                <a:gd name="connsiteY435" fmla="*/ 419100 h 419100"/>
                <a:gd name="connsiteX436" fmla="*/ 4091499 w 5032666"/>
                <a:gd name="connsiteY436" fmla="*/ 419100 h 419100"/>
                <a:gd name="connsiteX437" fmla="*/ 4084079 w 5032666"/>
                <a:gd name="connsiteY437" fmla="*/ 419100 h 419100"/>
                <a:gd name="connsiteX438" fmla="*/ 4072786 w 5032666"/>
                <a:gd name="connsiteY438" fmla="*/ 419100 h 419100"/>
                <a:gd name="connsiteX439" fmla="*/ 4066729 w 5032666"/>
                <a:gd name="connsiteY439" fmla="*/ 419100 h 419100"/>
                <a:gd name="connsiteX440" fmla="*/ 4055993 w 5032666"/>
                <a:gd name="connsiteY440" fmla="*/ 419100 h 419100"/>
                <a:gd name="connsiteX441" fmla="*/ 4045532 w 5032666"/>
                <a:gd name="connsiteY441" fmla="*/ 419100 h 419100"/>
                <a:gd name="connsiteX442" fmla="*/ 4034796 w 5032666"/>
                <a:gd name="connsiteY442" fmla="*/ 419100 h 419100"/>
                <a:gd name="connsiteX443" fmla="*/ 4023503 w 5032666"/>
                <a:gd name="connsiteY443" fmla="*/ 419100 h 419100"/>
                <a:gd name="connsiteX444" fmla="*/ 4016083 w 5032666"/>
                <a:gd name="connsiteY444" fmla="*/ 419100 h 419100"/>
                <a:gd name="connsiteX445" fmla="*/ 4010026 w 5032666"/>
                <a:gd name="connsiteY445" fmla="*/ 419100 h 419100"/>
                <a:gd name="connsiteX446" fmla="*/ 3988829 w 5032666"/>
                <a:gd name="connsiteY446" fmla="*/ 419100 h 419100"/>
                <a:gd name="connsiteX447" fmla="*/ 3977536 w 5032666"/>
                <a:gd name="connsiteY447" fmla="*/ 419100 h 419100"/>
                <a:gd name="connsiteX448" fmla="*/ 3966800 w 5032666"/>
                <a:gd name="connsiteY448" fmla="*/ 419100 h 419100"/>
                <a:gd name="connsiteX449" fmla="*/ 3952428 w 5032666"/>
                <a:gd name="connsiteY449" fmla="*/ 419100 h 419100"/>
                <a:gd name="connsiteX450" fmla="*/ 3920833 w 5032666"/>
                <a:gd name="connsiteY450" fmla="*/ 419100 h 419100"/>
                <a:gd name="connsiteX451" fmla="*/ 3903145 w 5032666"/>
                <a:gd name="connsiteY451" fmla="*/ 419100 h 419100"/>
                <a:gd name="connsiteX452" fmla="*/ 3895725 w 5032666"/>
                <a:gd name="connsiteY452" fmla="*/ 419100 h 419100"/>
                <a:gd name="connsiteX453" fmla="*/ 3857178 w 5032666"/>
                <a:gd name="connsiteY453" fmla="*/ 419100 h 419100"/>
                <a:gd name="connsiteX454" fmla="*/ 3846442 w 5032666"/>
                <a:gd name="connsiteY454" fmla="*/ 419100 h 419100"/>
                <a:gd name="connsiteX455" fmla="*/ 3825137 w 5032666"/>
                <a:gd name="connsiteY455" fmla="*/ 419100 h 419100"/>
                <a:gd name="connsiteX456" fmla="*/ 3800475 w 5032666"/>
                <a:gd name="connsiteY456" fmla="*/ 419100 h 419100"/>
                <a:gd name="connsiteX457" fmla="*/ 3775854 w 5032666"/>
                <a:gd name="connsiteY457" fmla="*/ 419100 h 419100"/>
                <a:gd name="connsiteX458" fmla="*/ 3768434 w 5032666"/>
                <a:gd name="connsiteY458" fmla="*/ 419100 h 419100"/>
                <a:gd name="connsiteX459" fmla="*/ 3729887 w 5032666"/>
                <a:gd name="connsiteY459" fmla="*/ 419100 h 419100"/>
                <a:gd name="connsiteX460" fmla="*/ 3719151 w 5032666"/>
                <a:gd name="connsiteY460" fmla="*/ 419100 h 419100"/>
                <a:gd name="connsiteX461" fmla="*/ 3704779 w 5032666"/>
                <a:gd name="connsiteY461" fmla="*/ 419100 h 419100"/>
                <a:gd name="connsiteX462" fmla="*/ 3673184 w 5032666"/>
                <a:gd name="connsiteY462" fmla="*/ 419100 h 419100"/>
                <a:gd name="connsiteX463" fmla="*/ 3655496 w 5032666"/>
                <a:gd name="connsiteY463" fmla="*/ 419100 h 419100"/>
                <a:gd name="connsiteX464" fmla="*/ 3648076 w 5032666"/>
                <a:gd name="connsiteY464" fmla="*/ 419100 h 419100"/>
                <a:gd name="connsiteX465" fmla="*/ 3615586 w 5032666"/>
                <a:gd name="connsiteY465" fmla="*/ 419100 h 419100"/>
                <a:gd name="connsiteX466" fmla="*/ 3609529 w 5032666"/>
                <a:gd name="connsiteY466" fmla="*/ 419100 h 419100"/>
                <a:gd name="connsiteX467" fmla="*/ 3598793 w 5032666"/>
                <a:gd name="connsiteY467" fmla="*/ 419100 h 419100"/>
                <a:gd name="connsiteX468" fmla="*/ 3566303 w 5032666"/>
                <a:gd name="connsiteY468" fmla="*/ 419100 h 419100"/>
                <a:gd name="connsiteX469" fmla="*/ 3558883 w 5032666"/>
                <a:gd name="connsiteY469" fmla="*/ 419100 h 419100"/>
                <a:gd name="connsiteX470" fmla="*/ 3552826 w 5032666"/>
                <a:gd name="connsiteY470" fmla="*/ 419100 h 419100"/>
                <a:gd name="connsiteX471" fmla="*/ 3537241 w 5032666"/>
                <a:gd name="connsiteY471" fmla="*/ 419100 h 419100"/>
                <a:gd name="connsiteX472" fmla="*/ 3520336 w 5032666"/>
                <a:gd name="connsiteY472" fmla="*/ 419100 h 419100"/>
                <a:gd name="connsiteX473" fmla="*/ 3509600 w 5032666"/>
                <a:gd name="connsiteY473" fmla="*/ 419100 h 419100"/>
                <a:gd name="connsiteX474" fmla="*/ 3495228 w 5032666"/>
                <a:gd name="connsiteY474" fmla="*/ 419100 h 419100"/>
                <a:gd name="connsiteX475" fmla="*/ 3487958 w 5032666"/>
                <a:gd name="connsiteY475" fmla="*/ 419100 h 419100"/>
                <a:gd name="connsiteX476" fmla="*/ 3480538 w 5032666"/>
                <a:gd name="connsiteY476" fmla="*/ 419100 h 419100"/>
                <a:gd name="connsiteX477" fmla="*/ 3463633 w 5032666"/>
                <a:gd name="connsiteY477" fmla="*/ 419100 h 419100"/>
                <a:gd name="connsiteX478" fmla="*/ 3445945 w 5032666"/>
                <a:gd name="connsiteY478" fmla="*/ 419100 h 419100"/>
                <a:gd name="connsiteX479" fmla="*/ 3441991 w 5032666"/>
                <a:gd name="connsiteY479" fmla="*/ 419100 h 419100"/>
                <a:gd name="connsiteX480" fmla="*/ 3438525 w 5032666"/>
                <a:gd name="connsiteY480" fmla="*/ 419100 h 419100"/>
                <a:gd name="connsiteX481" fmla="*/ 3431255 w 5032666"/>
                <a:gd name="connsiteY481" fmla="*/ 419100 h 419100"/>
                <a:gd name="connsiteX482" fmla="*/ 3416883 w 5032666"/>
                <a:gd name="connsiteY482" fmla="*/ 419100 h 419100"/>
                <a:gd name="connsiteX483" fmla="*/ 3399978 w 5032666"/>
                <a:gd name="connsiteY483" fmla="*/ 419100 h 419100"/>
                <a:gd name="connsiteX484" fmla="*/ 3389242 w 5032666"/>
                <a:gd name="connsiteY484" fmla="*/ 419100 h 419100"/>
                <a:gd name="connsiteX485" fmla="*/ 3385288 w 5032666"/>
                <a:gd name="connsiteY485" fmla="*/ 419100 h 419100"/>
                <a:gd name="connsiteX486" fmla="*/ 3367600 w 5032666"/>
                <a:gd name="connsiteY486" fmla="*/ 419100 h 419100"/>
                <a:gd name="connsiteX487" fmla="*/ 3360180 w 5032666"/>
                <a:gd name="connsiteY487" fmla="*/ 419100 h 419100"/>
                <a:gd name="connsiteX488" fmla="*/ 3343275 w 5032666"/>
                <a:gd name="connsiteY488" fmla="*/ 419100 h 419100"/>
                <a:gd name="connsiteX489" fmla="*/ 3327690 w 5032666"/>
                <a:gd name="connsiteY489" fmla="*/ 419100 h 419100"/>
                <a:gd name="connsiteX490" fmla="*/ 3321633 w 5032666"/>
                <a:gd name="connsiteY490" fmla="*/ 419100 h 419100"/>
                <a:gd name="connsiteX491" fmla="*/ 3310897 w 5032666"/>
                <a:gd name="connsiteY491" fmla="*/ 419100 h 419100"/>
                <a:gd name="connsiteX492" fmla="*/ 3278407 w 5032666"/>
                <a:gd name="connsiteY492" fmla="*/ 419100 h 419100"/>
                <a:gd name="connsiteX493" fmla="*/ 3270987 w 5032666"/>
                <a:gd name="connsiteY493" fmla="*/ 419100 h 419100"/>
                <a:gd name="connsiteX494" fmla="*/ 3264930 w 5032666"/>
                <a:gd name="connsiteY494" fmla="*/ 419100 h 419100"/>
                <a:gd name="connsiteX495" fmla="*/ 3232440 w 5032666"/>
                <a:gd name="connsiteY495" fmla="*/ 419100 h 419100"/>
                <a:gd name="connsiteX496" fmla="*/ 3221704 w 5032666"/>
                <a:gd name="connsiteY496" fmla="*/ 419100 h 419100"/>
                <a:gd name="connsiteX497" fmla="*/ 3207332 w 5032666"/>
                <a:gd name="connsiteY497" fmla="*/ 419100 h 419100"/>
                <a:gd name="connsiteX498" fmla="*/ 3175737 w 5032666"/>
                <a:gd name="connsiteY498" fmla="*/ 419100 h 419100"/>
                <a:gd name="connsiteX499" fmla="*/ 3158049 w 5032666"/>
                <a:gd name="connsiteY499" fmla="*/ 419100 h 419100"/>
                <a:gd name="connsiteX500" fmla="*/ 3150629 w 5032666"/>
                <a:gd name="connsiteY500" fmla="*/ 419100 h 419100"/>
                <a:gd name="connsiteX501" fmla="*/ 3112082 w 5032666"/>
                <a:gd name="connsiteY501" fmla="*/ 419100 h 419100"/>
                <a:gd name="connsiteX502" fmla="*/ 3101346 w 5032666"/>
                <a:gd name="connsiteY502" fmla="*/ 419100 h 419100"/>
                <a:gd name="connsiteX503" fmla="*/ 3080041 w 5032666"/>
                <a:gd name="connsiteY503" fmla="*/ 419100 h 419100"/>
                <a:gd name="connsiteX504" fmla="*/ 3055379 w 5032666"/>
                <a:gd name="connsiteY504" fmla="*/ 419100 h 419100"/>
                <a:gd name="connsiteX505" fmla="*/ 3030758 w 5032666"/>
                <a:gd name="connsiteY505" fmla="*/ 419100 h 419100"/>
                <a:gd name="connsiteX506" fmla="*/ 3023338 w 5032666"/>
                <a:gd name="connsiteY506" fmla="*/ 419100 h 419100"/>
                <a:gd name="connsiteX507" fmla="*/ 2984791 w 5032666"/>
                <a:gd name="connsiteY507" fmla="*/ 419100 h 419100"/>
                <a:gd name="connsiteX508" fmla="*/ 2975266 w 5032666"/>
                <a:gd name="connsiteY508" fmla="*/ 419100 h 419100"/>
                <a:gd name="connsiteX509" fmla="*/ 2974055 w 5032666"/>
                <a:gd name="connsiteY509" fmla="*/ 419100 h 419100"/>
                <a:gd name="connsiteX510" fmla="*/ 2959683 w 5032666"/>
                <a:gd name="connsiteY510" fmla="*/ 419100 h 419100"/>
                <a:gd name="connsiteX511" fmla="*/ 2928088 w 5032666"/>
                <a:gd name="connsiteY511" fmla="*/ 419100 h 419100"/>
                <a:gd name="connsiteX512" fmla="*/ 2925983 w 5032666"/>
                <a:gd name="connsiteY512" fmla="*/ 419100 h 419100"/>
                <a:gd name="connsiteX513" fmla="*/ 2918563 w 5032666"/>
                <a:gd name="connsiteY513" fmla="*/ 419100 h 419100"/>
                <a:gd name="connsiteX514" fmla="*/ 2910400 w 5032666"/>
                <a:gd name="connsiteY514" fmla="*/ 419100 h 419100"/>
                <a:gd name="connsiteX515" fmla="*/ 2902980 w 5032666"/>
                <a:gd name="connsiteY515" fmla="*/ 419100 h 419100"/>
                <a:gd name="connsiteX516" fmla="*/ 2891687 w 5032666"/>
                <a:gd name="connsiteY516" fmla="*/ 419100 h 419100"/>
                <a:gd name="connsiteX517" fmla="*/ 2880016 w 5032666"/>
                <a:gd name="connsiteY517" fmla="*/ 419100 h 419100"/>
                <a:gd name="connsiteX518" fmla="*/ 2870490 w 5032666"/>
                <a:gd name="connsiteY518" fmla="*/ 419100 h 419100"/>
                <a:gd name="connsiteX519" fmla="*/ 2869280 w 5032666"/>
                <a:gd name="connsiteY519" fmla="*/ 419100 h 419100"/>
                <a:gd name="connsiteX520" fmla="*/ 2864433 w 5032666"/>
                <a:gd name="connsiteY520" fmla="*/ 419100 h 419100"/>
                <a:gd name="connsiteX521" fmla="*/ 2854908 w 5032666"/>
                <a:gd name="connsiteY521" fmla="*/ 419100 h 419100"/>
                <a:gd name="connsiteX522" fmla="*/ 2853697 w 5032666"/>
                <a:gd name="connsiteY522" fmla="*/ 419100 h 419100"/>
                <a:gd name="connsiteX523" fmla="*/ 2842404 w 5032666"/>
                <a:gd name="connsiteY523" fmla="*/ 419100 h 419100"/>
                <a:gd name="connsiteX524" fmla="*/ 2834984 w 5032666"/>
                <a:gd name="connsiteY524" fmla="*/ 419100 h 419100"/>
                <a:gd name="connsiteX525" fmla="*/ 2823313 w 5032666"/>
                <a:gd name="connsiteY525" fmla="*/ 419100 h 419100"/>
                <a:gd name="connsiteX526" fmla="*/ 2821207 w 5032666"/>
                <a:gd name="connsiteY526" fmla="*/ 419100 h 419100"/>
                <a:gd name="connsiteX527" fmla="*/ 2813787 w 5032666"/>
                <a:gd name="connsiteY527" fmla="*/ 419100 h 419100"/>
                <a:gd name="connsiteX528" fmla="*/ 2807730 w 5032666"/>
                <a:gd name="connsiteY528" fmla="*/ 419100 h 419100"/>
                <a:gd name="connsiteX529" fmla="*/ 2805625 w 5032666"/>
                <a:gd name="connsiteY529" fmla="*/ 419100 h 419100"/>
                <a:gd name="connsiteX530" fmla="*/ 2798205 w 5032666"/>
                <a:gd name="connsiteY530" fmla="*/ 419100 h 419100"/>
                <a:gd name="connsiteX531" fmla="*/ 2796437 w 5032666"/>
                <a:gd name="connsiteY531" fmla="*/ 419100 h 419100"/>
                <a:gd name="connsiteX532" fmla="*/ 2785701 w 5032666"/>
                <a:gd name="connsiteY532" fmla="*/ 419100 h 419100"/>
                <a:gd name="connsiteX533" fmla="*/ 2775240 w 5032666"/>
                <a:gd name="connsiteY533" fmla="*/ 419100 h 419100"/>
                <a:gd name="connsiteX534" fmla="*/ 2771329 w 5032666"/>
                <a:gd name="connsiteY534" fmla="*/ 419100 h 419100"/>
                <a:gd name="connsiteX535" fmla="*/ 2765715 w 5032666"/>
                <a:gd name="connsiteY535" fmla="*/ 419100 h 419100"/>
                <a:gd name="connsiteX536" fmla="*/ 2764504 w 5032666"/>
                <a:gd name="connsiteY536" fmla="*/ 419100 h 419100"/>
                <a:gd name="connsiteX537" fmla="*/ 2759658 w 5032666"/>
                <a:gd name="connsiteY537" fmla="*/ 419100 h 419100"/>
                <a:gd name="connsiteX538" fmla="*/ 2750132 w 5032666"/>
                <a:gd name="connsiteY538" fmla="*/ 419100 h 419100"/>
                <a:gd name="connsiteX539" fmla="*/ 2748922 w 5032666"/>
                <a:gd name="connsiteY539" fmla="*/ 419100 h 419100"/>
                <a:gd name="connsiteX540" fmla="*/ 2739734 w 5032666"/>
                <a:gd name="connsiteY540" fmla="*/ 419100 h 419100"/>
                <a:gd name="connsiteX541" fmla="*/ 2722046 w 5032666"/>
                <a:gd name="connsiteY541" fmla="*/ 419100 h 419100"/>
                <a:gd name="connsiteX542" fmla="*/ 2718537 w 5032666"/>
                <a:gd name="connsiteY542" fmla="*/ 419100 h 419100"/>
                <a:gd name="connsiteX543" fmla="*/ 2716432 w 5032666"/>
                <a:gd name="connsiteY543" fmla="*/ 419100 h 419100"/>
                <a:gd name="connsiteX544" fmla="*/ 2714626 w 5032666"/>
                <a:gd name="connsiteY544" fmla="*/ 419100 h 419100"/>
                <a:gd name="connsiteX545" fmla="*/ 2709012 w 5032666"/>
                <a:gd name="connsiteY545" fmla="*/ 419100 h 419100"/>
                <a:gd name="connsiteX546" fmla="*/ 2702955 w 5032666"/>
                <a:gd name="connsiteY546" fmla="*/ 419100 h 419100"/>
                <a:gd name="connsiteX547" fmla="*/ 2700849 w 5032666"/>
                <a:gd name="connsiteY547" fmla="*/ 419100 h 419100"/>
                <a:gd name="connsiteX548" fmla="*/ 2693429 w 5032666"/>
                <a:gd name="connsiteY548" fmla="*/ 419100 h 419100"/>
                <a:gd name="connsiteX549" fmla="*/ 2682136 w 5032666"/>
                <a:gd name="connsiteY549" fmla="*/ 419100 h 419100"/>
                <a:gd name="connsiteX550" fmla="*/ 2676079 w 5032666"/>
                <a:gd name="connsiteY550" fmla="*/ 419100 h 419100"/>
                <a:gd name="connsiteX551" fmla="*/ 2670465 w 5032666"/>
                <a:gd name="connsiteY551" fmla="*/ 419100 h 419100"/>
                <a:gd name="connsiteX552" fmla="*/ 2665343 w 5032666"/>
                <a:gd name="connsiteY552" fmla="*/ 419100 h 419100"/>
                <a:gd name="connsiteX553" fmla="*/ 2659729 w 5032666"/>
                <a:gd name="connsiteY553" fmla="*/ 419100 h 419100"/>
                <a:gd name="connsiteX554" fmla="*/ 2654882 w 5032666"/>
                <a:gd name="connsiteY554" fmla="*/ 419100 h 419100"/>
                <a:gd name="connsiteX555" fmla="*/ 2645357 w 5032666"/>
                <a:gd name="connsiteY555" fmla="*/ 419100 h 419100"/>
                <a:gd name="connsiteX556" fmla="*/ 2644146 w 5032666"/>
                <a:gd name="connsiteY556" fmla="*/ 419100 h 419100"/>
                <a:gd name="connsiteX557" fmla="*/ 2632853 w 5032666"/>
                <a:gd name="connsiteY557" fmla="*/ 419100 h 419100"/>
                <a:gd name="connsiteX558" fmla="*/ 2625433 w 5032666"/>
                <a:gd name="connsiteY558" fmla="*/ 419100 h 419100"/>
                <a:gd name="connsiteX559" fmla="*/ 2619376 w 5032666"/>
                <a:gd name="connsiteY559" fmla="*/ 419100 h 419100"/>
                <a:gd name="connsiteX560" fmla="*/ 2613762 w 5032666"/>
                <a:gd name="connsiteY560" fmla="*/ 419100 h 419100"/>
                <a:gd name="connsiteX561" fmla="*/ 2598179 w 5032666"/>
                <a:gd name="connsiteY561" fmla="*/ 419100 h 419100"/>
                <a:gd name="connsiteX562" fmla="*/ 2596074 w 5032666"/>
                <a:gd name="connsiteY562" fmla="*/ 419100 h 419100"/>
                <a:gd name="connsiteX563" fmla="*/ 2588654 w 5032666"/>
                <a:gd name="connsiteY563" fmla="*/ 419100 h 419100"/>
                <a:gd name="connsiteX564" fmla="*/ 2586886 w 5032666"/>
                <a:gd name="connsiteY564" fmla="*/ 419100 h 419100"/>
                <a:gd name="connsiteX565" fmla="*/ 2576150 w 5032666"/>
                <a:gd name="connsiteY565" fmla="*/ 419100 h 419100"/>
                <a:gd name="connsiteX566" fmla="*/ 2561778 w 5032666"/>
                <a:gd name="connsiteY566" fmla="*/ 419100 h 419100"/>
                <a:gd name="connsiteX567" fmla="*/ 2550107 w 5032666"/>
                <a:gd name="connsiteY567" fmla="*/ 419100 h 419100"/>
                <a:gd name="connsiteX568" fmla="*/ 2539371 w 5032666"/>
                <a:gd name="connsiteY568" fmla="*/ 419100 h 419100"/>
                <a:gd name="connsiteX569" fmla="*/ 2530183 w 5032666"/>
                <a:gd name="connsiteY569" fmla="*/ 419100 h 419100"/>
                <a:gd name="connsiteX570" fmla="*/ 2518066 w 5032666"/>
                <a:gd name="connsiteY570" fmla="*/ 419100 h 419100"/>
                <a:gd name="connsiteX571" fmla="*/ 2512495 w 5032666"/>
                <a:gd name="connsiteY571" fmla="*/ 419100 h 419100"/>
                <a:gd name="connsiteX572" fmla="*/ 2505075 w 5032666"/>
                <a:gd name="connsiteY572" fmla="*/ 419100 h 419100"/>
                <a:gd name="connsiteX573" fmla="*/ 2493404 w 5032666"/>
                <a:gd name="connsiteY573" fmla="*/ 419100 h 419100"/>
                <a:gd name="connsiteX574" fmla="*/ 2468783 w 5032666"/>
                <a:gd name="connsiteY574" fmla="*/ 419100 h 419100"/>
                <a:gd name="connsiteX575" fmla="*/ 2466528 w 5032666"/>
                <a:gd name="connsiteY575" fmla="*/ 419100 h 419100"/>
                <a:gd name="connsiteX576" fmla="*/ 2461363 w 5032666"/>
                <a:gd name="connsiteY576" fmla="*/ 419100 h 419100"/>
                <a:gd name="connsiteX577" fmla="*/ 2455792 w 5032666"/>
                <a:gd name="connsiteY577" fmla="*/ 419100 h 419100"/>
                <a:gd name="connsiteX578" fmla="*/ 2434487 w 5032666"/>
                <a:gd name="connsiteY578" fmla="*/ 419100 h 419100"/>
                <a:gd name="connsiteX579" fmla="*/ 2422816 w 5032666"/>
                <a:gd name="connsiteY579" fmla="*/ 419100 h 419100"/>
                <a:gd name="connsiteX580" fmla="*/ 2412080 w 5032666"/>
                <a:gd name="connsiteY580" fmla="*/ 419100 h 419100"/>
                <a:gd name="connsiteX581" fmla="*/ 2409825 w 5032666"/>
                <a:gd name="connsiteY581" fmla="*/ 419100 h 419100"/>
                <a:gd name="connsiteX582" fmla="*/ 2397708 w 5032666"/>
                <a:gd name="connsiteY582" fmla="*/ 419100 h 419100"/>
                <a:gd name="connsiteX583" fmla="*/ 2385204 w 5032666"/>
                <a:gd name="connsiteY583" fmla="*/ 419100 h 419100"/>
                <a:gd name="connsiteX584" fmla="*/ 2377784 w 5032666"/>
                <a:gd name="connsiteY584" fmla="*/ 419100 h 419100"/>
                <a:gd name="connsiteX585" fmla="*/ 2366113 w 5032666"/>
                <a:gd name="connsiteY585" fmla="*/ 419100 h 419100"/>
                <a:gd name="connsiteX586" fmla="*/ 2348425 w 5032666"/>
                <a:gd name="connsiteY586" fmla="*/ 419100 h 419100"/>
                <a:gd name="connsiteX587" fmla="*/ 2341005 w 5032666"/>
                <a:gd name="connsiteY587" fmla="*/ 419100 h 419100"/>
                <a:gd name="connsiteX588" fmla="*/ 2339237 w 5032666"/>
                <a:gd name="connsiteY588" fmla="*/ 419100 h 419100"/>
                <a:gd name="connsiteX589" fmla="*/ 2329712 w 5032666"/>
                <a:gd name="connsiteY589" fmla="*/ 419100 h 419100"/>
                <a:gd name="connsiteX590" fmla="*/ 2328501 w 5032666"/>
                <a:gd name="connsiteY590" fmla="*/ 419100 h 419100"/>
                <a:gd name="connsiteX591" fmla="*/ 2314129 w 5032666"/>
                <a:gd name="connsiteY591" fmla="*/ 419100 h 419100"/>
                <a:gd name="connsiteX592" fmla="*/ 2308515 w 5032666"/>
                <a:gd name="connsiteY592" fmla="*/ 419100 h 419100"/>
                <a:gd name="connsiteX593" fmla="*/ 2302458 w 5032666"/>
                <a:gd name="connsiteY593" fmla="*/ 419100 h 419100"/>
                <a:gd name="connsiteX594" fmla="*/ 2291722 w 5032666"/>
                <a:gd name="connsiteY594" fmla="*/ 419100 h 419100"/>
                <a:gd name="connsiteX595" fmla="*/ 2282534 w 5032666"/>
                <a:gd name="connsiteY595" fmla="*/ 419100 h 419100"/>
                <a:gd name="connsiteX596" fmla="*/ 2280429 w 5032666"/>
                <a:gd name="connsiteY596" fmla="*/ 419100 h 419100"/>
                <a:gd name="connsiteX597" fmla="*/ 2273009 w 5032666"/>
                <a:gd name="connsiteY597" fmla="*/ 419100 h 419100"/>
                <a:gd name="connsiteX598" fmla="*/ 2264846 w 5032666"/>
                <a:gd name="connsiteY598" fmla="*/ 419100 h 419100"/>
                <a:gd name="connsiteX599" fmla="*/ 2259232 w 5032666"/>
                <a:gd name="connsiteY599" fmla="*/ 419100 h 419100"/>
                <a:gd name="connsiteX600" fmla="*/ 2257426 w 5032666"/>
                <a:gd name="connsiteY600" fmla="*/ 419100 h 419100"/>
                <a:gd name="connsiteX601" fmla="*/ 2251812 w 5032666"/>
                <a:gd name="connsiteY601" fmla="*/ 419100 h 419100"/>
                <a:gd name="connsiteX602" fmla="*/ 2245755 w 5032666"/>
                <a:gd name="connsiteY602" fmla="*/ 419100 h 419100"/>
                <a:gd name="connsiteX603" fmla="*/ 2234462 w 5032666"/>
                <a:gd name="connsiteY603" fmla="*/ 419100 h 419100"/>
                <a:gd name="connsiteX604" fmla="*/ 2224936 w 5032666"/>
                <a:gd name="connsiteY604" fmla="*/ 419100 h 419100"/>
                <a:gd name="connsiteX605" fmla="*/ 2223726 w 5032666"/>
                <a:gd name="connsiteY605" fmla="*/ 419100 h 419100"/>
                <a:gd name="connsiteX606" fmla="*/ 2218879 w 5032666"/>
                <a:gd name="connsiteY606" fmla="*/ 419100 h 419100"/>
                <a:gd name="connsiteX607" fmla="*/ 2213265 w 5032666"/>
                <a:gd name="connsiteY607" fmla="*/ 419100 h 419100"/>
                <a:gd name="connsiteX608" fmla="*/ 2209354 w 5032666"/>
                <a:gd name="connsiteY608" fmla="*/ 419100 h 419100"/>
                <a:gd name="connsiteX609" fmla="*/ 2208143 w 5032666"/>
                <a:gd name="connsiteY609" fmla="*/ 419100 h 419100"/>
                <a:gd name="connsiteX610" fmla="*/ 2202529 w 5032666"/>
                <a:gd name="connsiteY610" fmla="*/ 419100 h 419100"/>
                <a:gd name="connsiteX611" fmla="*/ 2188157 w 5032666"/>
                <a:gd name="connsiteY611" fmla="*/ 419100 h 419100"/>
                <a:gd name="connsiteX612" fmla="*/ 2177759 w 5032666"/>
                <a:gd name="connsiteY612" fmla="*/ 419100 h 419100"/>
                <a:gd name="connsiteX613" fmla="*/ 2175653 w 5032666"/>
                <a:gd name="connsiteY613" fmla="*/ 419100 h 419100"/>
                <a:gd name="connsiteX614" fmla="*/ 2168233 w 5032666"/>
                <a:gd name="connsiteY614" fmla="*/ 419100 h 419100"/>
                <a:gd name="connsiteX615" fmla="*/ 2162176 w 5032666"/>
                <a:gd name="connsiteY615" fmla="*/ 419100 h 419100"/>
                <a:gd name="connsiteX616" fmla="*/ 2160071 w 5032666"/>
                <a:gd name="connsiteY616" fmla="*/ 419100 h 419100"/>
                <a:gd name="connsiteX617" fmla="*/ 2156562 w 5032666"/>
                <a:gd name="connsiteY617" fmla="*/ 419100 h 419100"/>
                <a:gd name="connsiteX618" fmla="*/ 2152651 w 5032666"/>
                <a:gd name="connsiteY618" fmla="*/ 419100 h 419100"/>
                <a:gd name="connsiteX619" fmla="*/ 2138874 w 5032666"/>
                <a:gd name="connsiteY619" fmla="*/ 419100 h 419100"/>
                <a:gd name="connsiteX620" fmla="*/ 2131454 w 5032666"/>
                <a:gd name="connsiteY620" fmla="*/ 419100 h 419100"/>
                <a:gd name="connsiteX621" fmla="*/ 2129686 w 5032666"/>
                <a:gd name="connsiteY621" fmla="*/ 419100 h 419100"/>
                <a:gd name="connsiteX622" fmla="*/ 2120161 w 5032666"/>
                <a:gd name="connsiteY622" fmla="*/ 419100 h 419100"/>
                <a:gd name="connsiteX623" fmla="*/ 2118950 w 5032666"/>
                <a:gd name="connsiteY623" fmla="*/ 419100 h 419100"/>
                <a:gd name="connsiteX624" fmla="*/ 2114104 w 5032666"/>
                <a:gd name="connsiteY624" fmla="*/ 419100 h 419100"/>
                <a:gd name="connsiteX625" fmla="*/ 2104578 w 5032666"/>
                <a:gd name="connsiteY625" fmla="*/ 419100 h 419100"/>
                <a:gd name="connsiteX626" fmla="*/ 2103368 w 5032666"/>
                <a:gd name="connsiteY626" fmla="*/ 419100 h 419100"/>
                <a:gd name="connsiteX627" fmla="*/ 2092907 w 5032666"/>
                <a:gd name="connsiteY627" fmla="*/ 419100 h 419100"/>
                <a:gd name="connsiteX628" fmla="*/ 2082171 w 5032666"/>
                <a:gd name="connsiteY628" fmla="*/ 419100 h 419100"/>
                <a:gd name="connsiteX629" fmla="*/ 2072983 w 5032666"/>
                <a:gd name="connsiteY629" fmla="*/ 419100 h 419100"/>
                <a:gd name="connsiteX630" fmla="*/ 2070878 w 5032666"/>
                <a:gd name="connsiteY630" fmla="*/ 419100 h 419100"/>
                <a:gd name="connsiteX631" fmla="*/ 2063458 w 5032666"/>
                <a:gd name="connsiteY631" fmla="*/ 419100 h 419100"/>
                <a:gd name="connsiteX632" fmla="*/ 2057401 w 5032666"/>
                <a:gd name="connsiteY632" fmla="*/ 419100 h 419100"/>
                <a:gd name="connsiteX633" fmla="*/ 2055295 w 5032666"/>
                <a:gd name="connsiteY633" fmla="*/ 419100 h 419100"/>
                <a:gd name="connsiteX634" fmla="*/ 2047875 w 5032666"/>
                <a:gd name="connsiteY634" fmla="*/ 419100 h 419100"/>
                <a:gd name="connsiteX635" fmla="*/ 2036204 w 5032666"/>
                <a:gd name="connsiteY635" fmla="*/ 419100 h 419100"/>
                <a:gd name="connsiteX636" fmla="*/ 2024911 w 5032666"/>
                <a:gd name="connsiteY636" fmla="*/ 419100 h 419100"/>
                <a:gd name="connsiteX637" fmla="*/ 2014175 w 5032666"/>
                <a:gd name="connsiteY637" fmla="*/ 419100 h 419100"/>
                <a:gd name="connsiteX638" fmla="*/ 2009328 w 5032666"/>
                <a:gd name="connsiteY638" fmla="*/ 419100 h 419100"/>
                <a:gd name="connsiteX639" fmla="*/ 1999803 w 5032666"/>
                <a:gd name="connsiteY639" fmla="*/ 419100 h 419100"/>
                <a:gd name="connsiteX640" fmla="*/ 1998592 w 5032666"/>
                <a:gd name="connsiteY640" fmla="*/ 419100 h 419100"/>
                <a:gd name="connsiteX641" fmla="*/ 1968208 w 5032666"/>
                <a:gd name="connsiteY641" fmla="*/ 419100 h 419100"/>
                <a:gd name="connsiteX642" fmla="*/ 1952625 w 5032666"/>
                <a:gd name="connsiteY642" fmla="*/ 419100 h 419100"/>
                <a:gd name="connsiteX643" fmla="*/ 1950520 w 5032666"/>
                <a:gd name="connsiteY643" fmla="*/ 419100 h 419100"/>
                <a:gd name="connsiteX644" fmla="*/ 1943100 w 5032666"/>
                <a:gd name="connsiteY644" fmla="*/ 419100 h 419100"/>
                <a:gd name="connsiteX645" fmla="*/ 1904553 w 5032666"/>
                <a:gd name="connsiteY645" fmla="*/ 419100 h 419100"/>
                <a:gd name="connsiteX646" fmla="*/ 1893817 w 5032666"/>
                <a:gd name="connsiteY646" fmla="*/ 419100 h 419100"/>
                <a:gd name="connsiteX647" fmla="*/ 1872512 w 5032666"/>
                <a:gd name="connsiteY647" fmla="*/ 419100 h 419100"/>
                <a:gd name="connsiteX648" fmla="*/ 1847850 w 5032666"/>
                <a:gd name="connsiteY648" fmla="*/ 419100 h 419100"/>
                <a:gd name="connsiteX649" fmla="*/ 1823229 w 5032666"/>
                <a:gd name="connsiteY649" fmla="*/ 419100 h 419100"/>
                <a:gd name="connsiteX650" fmla="*/ 1815809 w 5032666"/>
                <a:gd name="connsiteY650" fmla="*/ 419100 h 419100"/>
                <a:gd name="connsiteX651" fmla="*/ 1777262 w 5032666"/>
                <a:gd name="connsiteY651" fmla="*/ 419100 h 419100"/>
                <a:gd name="connsiteX652" fmla="*/ 1766526 w 5032666"/>
                <a:gd name="connsiteY652" fmla="*/ 419100 h 419100"/>
                <a:gd name="connsiteX653" fmla="*/ 1752154 w 5032666"/>
                <a:gd name="connsiteY653" fmla="*/ 419100 h 419100"/>
                <a:gd name="connsiteX654" fmla="*/ 1720559 w 5032666"/>
                <a:gd name="connsiteY654" fmla="*/ 419100 h 419100"/>
                <a:gd name="connsiteX655" fmla="*/ 1702871 w 5032666"/>
                <a:gd name="connsiteY655" fmla="*/ 419100 h 419100"/>
                <a:gd name="connsiteX656" fmla="*/ 1695451 w 5032666"/>
                <a:gd name="connsiteY656" fmla="*/ 419100 h 419100"/>
                <a:gd name="connsiteX657" fmla="*/ 1662961 w 5032666"/>
                <a:gd name="connsiteY657" fmla="*/ 419100 h 419100"/>
                <a:gd name="connsiteX658" fmla="*/ 1656904 w 5032666"/>
                <a:gd name="connsiteY658" fmla="*/ 419100 h 419100"/>
                <a:gd name="connsiteX659" fmla="*/ 1646168 w 5032666"/>
                <a:gd name="connsiteY659" fmla="*/ 419100 h 419100"/>
                <a:gd name="connsiteX660" fmla="*/ 1613678 w 5032666"/>
                <a:gd name="connsiteY660" fmla="*/ 419100 h 419100"/>
                <a:gd name="connsiteX661" fmla="*/ 1606258 w 5032666"/>
                <a:gd name="connsiteY661" fmla="*/ 419100 h 419100"/>
                <a:gd name="connsiteX662" fmla="*/ 1600201 w 5032666"/>
                <a:gd name="connsiteY662" fmla="*/ 419100 h 419100"/>
                <a:gd name="connsiteX663" fmla="*/ 1584616 w 5032666"/>
                <a:gd name="connsiteY663" fmla="*/ 419100 h 419100"/>
                <a:gd name="connsiteX664" fmla="*/ 1567711 w 5032666"/>
                <a:gd name="connsiteY664" fmla="*/ 419100 h 419100"/>
                <a:gd name="connsiteX665" fmla="*/ 1556975 w 5032666"/>
                <a:gd name="connsiteY665" fmla="*/ 419100 h 419100"/>
                <a:gd name="connsiteX666" fmla="*/ 1542603 w 5032666"/>
                <a:gd name="connsiteY666" fmla="*/ 419100 h 419100"/>
                <a:gd name="connsiteX667" fmla="*/ 1535333 w 5032666"/>
                <a:gd name="connsiteY667" fmla="*/ 419100 h 419100"/>
                <a:gd name="connsiteX668" fmla="*/ 1527913 w 5032666"/>
                <a:gd name="connsiteY668" fmla="*/ 419100 h 419100"/>
                <a:gd name="connsiteX669" fmla="*/ 1511008 w 5032666"/>
                <a:gd name="connsiteY669" fmla="*/ 419100 h 419100"/>
                <a:gd name="connsiteX670" fmla="*/ 1493320 w 5032666"/>
                <a:gd name="connsiteY670" fmla="*/ 419100 h 419100"/>
                <a:gd name="connsiteX671" fmla="*/ 1489366 w 5032666"/>
                <a:gd name="connsiteY671" fmla="*/ 419100 h 419100"/>
                <a:gd name="connsiteX672" fmla="*/ 1485900 w 5032666"/>
                <a:gd name="connsiteY672" fmla="*/ 419100 h 419100"/>
                <a:gd name="connsiteX673" fmla="*/ 1478630 w 5032666"/>
                <a:gd name="connsiteY673" fmla="*/ 419100 h 419100"/>
                <a:gd name="connsiteX674" fmla="*/ 1464258 w 5032666"/>
                <a:gd name="connsiteY674" fmla="*/ 419100 h 419100"/>
                <a:gd name="connsiteX675" fmla="*/ 1447353 w 5032666"/>
                <a:gd name="connsiteY675" fmla="*/ 419100 h 419100"/>
                <a:gd name="connsiteX676" fmla="*/ 1436617 w 5032666"/>
                <a:gd name="connsiteY676" fmla="*/ 419100 h 419100"/>
                <a:gd name="connsiteX677" fmla="*/ 1432663 w 5032666"/>
                <a:gd name="connsiteY677" fmla="*/ 419100 h 419100"/>
                <a:gd name="connsiteX678" fmla="*/ 1414975 w 5032666"/>
                <a:gd name="connsiteY678" fmla="*/ 419100 h 419100"/>
                <a:gd name="connsiteX679" fmla="*/ 1407555 w 5032666"/>
                <a:gd name="connsiteY679" fmla="*/ 419100 h 419100"/>
                <a:gd name="connsiteX680" fmla="*/ 1390650 w 5032666"/>
                <a:gd name="connsiteY680" fmla="*/ 419100 h 419100"/>
                <a:gd name="connsiteX681" fmla="*/ 1375065 w 5032666"/>
                <a:gd name="connsiteY681" fmla="*/ 419100 h 419100"/>
                <a:gd name="connsiteX682" fmla="*/ 1369008 w 5032666"/>
                <a:gd name="connsiteY682" fmla="*/ 419100 h 419100"/>
                <a:gd name="connsiteX683" fmla="*/ 1358272 w 5032666"/>
                <a:gd name="connsiteY683" fmla="*/ 419100 h 419100"/>
                <a:gd name="connsiteX684" fmla="*/ 1325782 w 5032666"/>
                <a:gd name="connsiteY684" fmla="*/ 419100 h 419100"/>
                <a:gd name="connsiteX685" fmla="*/ 1318362 w 5032666"/>
                <a:gd name="connsiteY685" fmla="*/ 419100 h 419100"/>
                <a:gd name="connsiteX686" fmla="*/ 1312305 w 5032666"/>
                <a:gd name="connsiteY686" fmla="*/ 419100 h 419100"/>
                <a:gd name="connsiteX687" fmla="*/ 1279815 w 5032666"/>
                <a:gd name="connsiteY687" fmla="*/ 419100 h 419100"/>
                <a:gd name="connsiteX688" fmla="*/ 1269079 w 5032666"/>
                <a:gd name="connsiteY688" fmla="*/ 419100 h 419100"/>
                <a:gd name="connsiteX689" fmla="*/ 1254707 w 5032666"/>
                <a:gd name="connsiteY689" fmla="*/ 419100 h 419100"/>
                <a:gd name="connsiteX690" fmla="*/ 1223112 w 5032666"/>
                <a:gd name="connsiteY690" fmla="*/ 419100 h 419100"/>
                <a:gd name="connsiteX691" fmla="*/ 1205424 w 5032666"/>
                <a:gd name="connsiteY691" fmla="*/ 419100 h 419100"/>
                <a:gd name="connsiteX692" fmla="*/ 1198004 w 5032666"/>
                <a:gd name="connsiteY692" fmla="*/ 419100 h 419100"/>
                <a:gd name="connsiteX693" fmla="*/ 1159457 w 5032666"/>
                <a:gd name="connsiteY693" fmla="*/ 419100 h 419100"/>
                <a:gd name="connsiteX694" fmla="*/ 1148721 w 5032666"/>
                <a:gd name="connsiteY694" fmla="*/ 419100 h 419100"/>
                <a:gd name="connsiteX695" fmla="*/ 1127416 w 5032666"/>
                <a:gd name="connsiteY695" fmla="*/ 419100 h 419100"/>
                <a:gd name="connsiteX696" fmla="*/ 1102754 w 5032666"/>
                <a:gd name="connsiteY696" fmla="*/ 419100 h 419100"/>
                <a:gd name="connsiteX697" fmla="*/ 1078133 w 5032666"/>
                <a:gd name="connsiteY697" fmla="*/ 419100 h 419100"/>
                <a:gd name="connsiteX698" fmla="*/ 1070713 w 5032666"/>
                <a:gd name="connsiteY698" fmla="*/ 419100 h 419100"/>
                <a:gd name="connsiteX699" fmla="*/ 1032166 w 5032666"/>
                <a:gd name="connsiteY699" fmla="*/ 419100 h 419100"/>
                <a:gd name="connsiteX700" fmla="*/ 1021430 w 5032666"/>
                <a:gd name="connsiteY700" fmla="*/ 419100 h 419100"/>
                <a:gd name="connsiteX701" fmla="*/ 1007058 w 5032666"/>
                <a:gd name="connsiteY701" fmla="*/ 419100 h 419100"/>
                <a:gd name="connsiteX702" fmla="*/ 975463 w 5032666"/>
                <a:gd name="connsiteY702" fmla="*/ 419100 h 419100"/>
                <a:gd name="connsiteX703" fmla="*/ 957775 w 5032666"/>
                <a:gd name="connsiteY703" fmla="*/ 419100 h 419100"/>
                <a:gd name="connsiteX704" fmla="*/ 950355 w 5032666"/>
                <a:gd name="connsiteY704" fmla="*/ 419100 h 419100"/>
                <a:gd name="connsiteX705" fmla="*/ 939062 w 5032666"/>
                <a:gd name="connsiteY705" fmla="*/ 419100 h 419100"/>
                <a:gd name="connsiteX706" fmla="*/ 917865 w 5032666"/>
                <a:gd name="connsiteY706" fmla="*/ 419100 h 419100"/>
                <a:gd name="connsiteX707" fmla="*/ 911808 w 5032666"/>
                <a:gd name="connsiteY707" fmla="*/ 419100 h 419100"/>
                <a:gd name="connsiteX708" fmla="*/ 901072 w 5032666"/>
                <a:gd name="connsiteY708" fmla="*/ 419100 h 419100"/>
                <a:gd name="connsiteX709" fmla="*/ 889779 w 5032666"/>
                <a:gd name="connsiteY709" fmla="*/ 419100 h 419100"/>
                <a:gd name="connsiteX710" fmla="*/ 882359 w 5032666"/>
                <a:gd name="connsiteY710" fmla="*/ 419100 h 419100"/>
                <a:gd name="connsiteX711" fmla="*/ 868582 w 5032666"/>
                <a:gd name="connsiteY711" fmla="*/ 419100 h 419100"/>
                <a:gd name="connsiteX712" fmla="*/ 861162 w 5032666"/>
                <a:gd name="connsiteY712" fmla="*/ 419100 h 419100"/>
                <a:gd name="connsiteX713" fmla="*/ 855105 w 5032666"/>
                <a:gd name="connsiteY713" fmla="*/ 419100 h 419100"/>
                <a:gd name="connsiteX714" fmla="*/ 843812 w 5032666"/>
                <a:gd name="connsiteY714" fmla="*/ 419100 h 419100"/>
                <a:gd name="connsiteX715" fmla="*/ 833076 w 5032666"/>
                <a:gd name="connsiteY715" fmla="*/ 419100 h 419100"/>
                <a:gd name="connsiteX716" fmla="*/ 822615 w 5032666"/>
                <a:gd name="connsiteY716" fmla="*/ 419100 h 419100"/>
                <a:gd name="connsiteX717" fmla="*/ 818704 w 5032666"/>
                <a:gd name="connsiteY717" fmla="*/ 419100 h 419100"/>
                <a:gd name="connsiteX718" fmla="*/ 811879 w 5032666"/>
                <a:gd name="connsiteY718" fmla="*/ 419100 h 419100"/>
                <a:gd name="connsiteX719" fmla="*/ 797507 w 5032666"/>
                <a:gd name="connsiteY719" fmla="*/ 419100 h 419100"/>
                <a:gd name="connsiteX720" fmla="*/ 787109 w 5032666"/>
                <a:gd name="connsiteY720" fmla="*/ 419100 h 419100"/>
                <a:gd name="connsiteX721" fmla="*/ 769421 w 5032666"/>
                <a:gd name="connsiteY721" fmla="*/ 419100 h 419100"/>
                <a:gd name="connsiteX722" fmla="*/ 765912 w 5032666"/>
                <a:gd name="connsiteY722" fmla="*/ 419100 h 419100"/>
                <a:gd name="connsiteX723" fmla="*/ 762001 w 5032666"/>
                <a:gd name="connsiteY723" fmla="*/ 419100 h 419100"/>
                <a:gd name="connsiteX724" fmla="*/ 748224 w 5032666"/>
                <a:gd name="connsiteY724" fmla="*/ 419100 h 419100"/>
                <a:gd name="connsiteX725" fmla="*/ 740804 w 5032666"/>
                <a:gd name="connsiteY725" fmla="*/ 419100 h 419100"/>
                <a:gd name="connsiteX726" fmla="*/ 729511 w 5032666"/>
                <a:gd name="connsiteY726" fmla="*/ 419100 h 419100"/>
                <a:gd name="connsiteX727" fmla="*/ 723454 w 5032666"/>
                <a:gd name="connsiteY727" fmla="*/ 419100 h 419100"/>
                <a:gd name="connsiteX728" fmla="*/ 712718 w 5032666"/>
                <a:gd name="connsiteY728" fmla="*/ 419100 h 419100"/>
                <a:gd name="connsiteX729" fmla="*/ 702257 w 5032666"/>
                <a:gd name="connsiteY729" fmla="*/ 419100 h 419100"/>
                <a:gd name="connsiteX730" fmla="*/ 691521 w 5032666"/>
                <a:gd name="connsiteY730" fmla="*/ 419100 h 419100"/>
                <a:gd name="connsiteX731" fmla="*/ 680228 w 5032666"/>
                <a:gd name="connsiteY731" fmla="*/ 419100 h 419100"/>
                <a:gd name="connsiteX732" fmla="*/ 672808 w 5032666"/>
                <a:gd name="connsiteY732" fmla="*/ 419100 h 419100"/>
                <a:gd name="connsiteX733" fmla="*/ 666751 w 5032666"/>
                <a:gd name="connsiteY733" fmla="*/ 419100 h 419100"/>
                <a:gd name="connsiteX734" fmla="*/ 645554 w 5032666"/>
                <a:gd name="connsiteY734" fmla="*/ 419100 h 419100"/>
                <a:gd name="connsiteX735" fmla="*/ 634261 w 5032666"/>
                <a:gd name="connsiteY735" fmla="*/ 419100 h 419100"/>
                <a:gd name="connsiteX736" fmla="*/ 623525 w 5032666"/>
                <a:gd name="connsiteY736" fmla="*/ 419100 h 419100"/>
                <a:gd name="connsiteX737" fmla="*/ 609153 w 5032666"/>
                <a:gd name="connsiteY737" fmla="*/ 419100 h 419100"/>
                <a:gd name="connsiteX738" fmla="*/ 577558 w 5032666"/>
                <a:gd name="connsiteY738" fmla="*/ 419100 h 419100"/>
                <a:gd name="connsiteX739" fmla="*/ 559870 w 5032666"/>
                <a:gd name="connsiteY739" fmla="*/ 419100 h 419100"/>
                <a:gd name="connsiteX740" fmla="*/ 552450 w 5032666"/>
                <a:gd name="connsiteY740" fmla="*/ 419100 h 419100"/>
                <a:gd name="connsiteX741" fmla="*/ 513903 w 5032666"/>
                <a:gd name="connsiteY741" fmla="*/ 419100 h 419100"/>
                <a:gd name="connsiteX742" fmla="*/ 503167 w 5032666"/>
                <a:gd name="connsiteY742" fmla="*/ 419100 h 419100"/>
                <a:gd name="connsiteX743" fmla="*/ 481862 w 5032666"/>
                <a:gd name="connsiteY743" fmla="*/ 419100 h 419100"/>
                <a:gd name="connsiteX744" fmla="*/ 457200 w 5032666"/>
                <a:gd name="connsiteY744" fmla="*/ 419100 h 419100"/>
                <a:gd name="connsiteX745" fmla="*/ 432579 w 5032666"/>
                <a:gd name="connsiteY745" fmla="*/ 419100 h 419100"/>
                <a:gd name="connsiteX746" fmla="*/ 425159 w 5032666"/>
                <a:gd name="connsiteY746" fmla="*/ 419100 h 419100"/>
                <a:gd name="connsiteX747" fmla="*/ 386612 w 5032666"/>
                <a:gd name="connsiteY747" fmla="*/ 419100 h 419100"/>
                <a:gd name="connsiteX748" fmla="*/ 375876 w 5032666"/>
                <a:gd name="connsiteY748" fmla="*/ 419100 h 419100"/>
                <a:gd name="connsiteX749" fmla="*/ 361504 w 5032666"/>
                <a:gd name="connsiteY749" fmla="*/ 419100 h 419100"/>
                <a:gd name="connsiteX750" fmla="*/ 329909 w 5032666"/>
                <a:gd name="connsiteY750" fmla="*/ 419100 h 419100"/>
                <a:gd name="connsiteX751" fmla="*/ 312221 w 5032666"/>
                <a:gd name="connsiteY751" fmla="*/ 419100 h 419100"/>
                <a:gd name="connsiteX752" fmla="*/ 304801 w 5032666"/>
                <a:gd name="connsiteY752" fmla="*/ 419100 h 419100"/>
                <a:gd name="connsiteX753" fmla="*/ 272311 w 5032666"/>
                <a:gd name="connsiteY753" fmla="*/ 419100 h 419100"/>
                <a:gd name="connsiteX754" fmla="*/ 266254 w 5032666"/>
                <a:gd name="connsiteY754" fmla="*/ 419100 h 419100"/>
                <a:gd name="connsiteX755" fmla="*/ 255518 w 5032666"/>
                <a:gd name="connsiteY755" fmla="*/ 419100 h 419100"/>
                <a:gd name="connsiteX756" fmla="*/ 223028 w 5032666"/>
                <a:gd name="connsiteY756" fmla="*/ 419100 h 419100"/>
                <a:gd name="connsiteX757" fmla="*/ 215608 w 5032666"/>
                <a:gd name="connsiteY757" fmla="*/ 419100 h 419100"/>
                <a:gd name="connsiteX758" fmla="*/ 209551 w 5032666"/>
                <a:gd name="connsiteY758" fmla="*/ 419100 h 419100"/>
                <a:gd name="connsiteX759" fmla="*/ 177061 w 5032666"/>
                <a:gd name="connsiteY759" fmla="*/ 419100 h 419100"/>
                <a:gd name="connsiteX760" fmla="*/ 166325 w 5032666"/>
                <a:gd name="connsiteY760" fmla="*/ 419100 h 419100"/>
                <a:gd name="connsiteX761" fmla="*/ 151953 w 5032666"/>
                <a:gd name="connsiteY761" fmla="*/ 419100 h 419100"/>
                <a:gd name="connsiteX762" fmla="*/ 120358 w 5032666"/>
                <a:gd name="connsiteY762" fmla="*/ 419100 h 419100"/>
                <a:gd name="connsiteX763" fmla="*/ 102670 w 5032666"/>
                <a:gd name="connsiteY763" fmla="*/ 419100 h 419100"/>
                <a:gd name="connsiteX764" fmla="*/ 95250 w 5032666"/>
                <a:gd name="connsiteY764" fmla="*/ 419100 h 419100"/>
                <a:gd name="connsiteX765" fmla="*/ 56703 w 5032666"/>
                <a:gd name="connsiteY765" fmla="*/ 419100 h 419100"/>
                <a:gd name="connsiteX766" fmla="*/ 45967 w 5032666"/>
                <a:gd name="connsiteY766" fmla="*/ 419100 h 419100"/>
                <a:gd name="connsiteX767" fmla="*/ 0 w 5032666"/>
                <a:gd name="connsiteY767"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Lst>
              <a:rect l="l" t="t" r="r" b="b"/>
              <a:pathLst>
                <a:path w="5032666" h="419100">
                  <a:moveTo>
                    <a:pt x="104775" y="0"/>
                  </a:moveTo>
                  <a:lnTo>
                    <a:pt x="150742" y="0"/>
                  </a:lnTo>
                  <a:lnTo>
                    <a:pt x="161478" y="0"/>
                  </a:lnTo>
                  <a:lnTo>
                    <a:pt x="200025" y="0"/>
                  </a:lnTo>
                  <a:lnTo>
                    <a:pt x="207445" y="0"/>
                  </a:lnTo>
                  <a:lnTo>
                    <a:pt x="225133" y="0"/>
                  </a:lnTo>
                  <a:lnTo>
                    <a:pt x="256728" y="0"/>
                  </a:lnTo>
                  <a:lnTo>
                    <a:pt x="271100" y="0"/>
                  </a:lnTo>
                  <a:lnTo>
                    <a:pt x="281836" y="0"/>
                  </a:lnTo>
                  <a:lnTo>
                    <a:pt x="314326" y="0"/>
                  </a:lnTo>
                  <a:lnTo>
                    <a:pt x="320383" y="0"/>
                  </a:lnTo>
                  <a:lnTo>
                    <a:pt x="327803" y="0"/>
                  </a:lnTo>
                  <a:lnTo>
                    <a:pt x="360293" y="0"/>
                  </a:lnTo>
                  <a:lnTo>
                    <a:pt x="371029" y="0"/>
                  </a:lnTo>
                  <a:lnTo>
                    <a:pt x="377086" y="0"/>
                  </a:lnTo>
                  <a:lnTo>
                    <a:pt x="409576" y="0"/>
                  </a:lnTo>
                  <a:lnTo>
                    <a:pt x="416996" y="0"/>
                  </a:lnTo>
                  <a:lnTo>
                    <a:pt x="434684" y="0"/>
                  </a:lnTo>
                  <a:lnTo>
                    <a:pt x="466279" y="0"/>
                  </a:lnTo>
                  <a:lnTo>
                    <a:pt x="480651" y="0"/>
                  </a:lnTo>
                  <a:lnTo>
                    <a:pt x="491387" y="0"/>
                  </a:lnTo>
                  <a:lnTo>
                    <a:pt x="529934" y="0"/>
                  </a:lnTo>
                  <a:lnTo>
                    <a:pt x="537354" y="0"/>
                  </a:lnTo>
                  <a:lnTo>
                    <a:pt x="561975" y="0"/>
                  </a:lnTo>
                  <a:lnTo>
                    <a:pt x="586637" y="0"/>
                  </a:lnTo>
                  <a:lnTo>
                    <a:pt x="607942" y="0"/>
                  </a:lnTo>
                  <a:lnTo>
                    <a:pt x="618678" y="0"/>
                  </a:lnTo>
                  <a:lnTo>
                    <a:pt x="657225" y="0"/>
                  </a:lnTo>
                  <a:lnTo>
                    <a:pt x="664645" y="0"/>
                  </a:lnTo>
                  <a:lnTo>
                    <a:pt x="682333" y="0"/>
                  </a:lnTo>
                  <a:lnTo>
                    <a:pt x="713928" y="0"/>
                  </a:lnTo>
                  <a:lnTo>
                    <a:pt x="728300" y="0"/>
                  </a:lnTo>
                  <a:lnTo>
                    <a:pt x="739036" y="0"/>
                  </a:lnTo>
                  <a:lnTo>
                    <a:pt x="750329" y="0"/>
                  </a:lnTo>
                  <a:lnTo>
                    <a:pt x="771526" y="0"/>
                  </a:lnTo>
                  <a:lnTo>
                    <a:pt x="777583" y="0"/>
                  </a:lnTo>
                  <a:lnTo>
                    <a:pt x="785003" y="0"/>
                  </a:lnTo>
                  <a:lnTo>
                    <a:pt x="796296" y="0"/>
                  </a:lnTo>
                  <a:lnTo>
                    <a:pt x="807032" y="0"/>
                  </a:lnTo>
                  <a:lnTo>
                    <a:pt x="817493" y="0"/>
                  </a:lnTo>
                  <a:lnTo>
                    <a:pt x="828229" y="0"/>
                  </a:lnTo>
                  <a:lnTo>
                    <a:pt x="834286" y="0"/>
                  </a:lnTo>
                  <a:lnTo>
                    <a:pt x="845579" y="0"/>
                  </a:lnTo>
                  <a:lnTo>
                    <a:pt x="852999" y="0"/>
                  </a:lnTo>
                  <a:lnTo>
                    <a:pt x="866776" y="0"/>
                  </a:lnTo>
                  <a:lnTo>
                    <a:pt x="870687" y="0"/>
                  </a:lnTo>
                  <a:lnTo>
                    <a:pt x="874196" y="0"/>
                  </a:lnTo>
                  <a:lnTo>
                    <a:pt x="891884" y="0"/>
                  </a:lnTo>
                  <a:lnTo>
                    <a:pt x="902282" y="0"/>
                  </a:lnTo>
                  <a:lnTo>
                    <a:pt x="916654" y="0"/>
                  </a:lnTo>
                  <a:lnTo>
                    <a:pt x="923479" y="0"/>
                  </a:lnTo>
                  <a:lnTo>
                    <a:pt x="927390" y="0"/>
                  </a:lnTo>
                  <a:lnTo>
                    <a:pt x="937851" y="0"/>
                  </a:lnTo>
                  <a:lnTo>
                    <a:pt x="948587" y="0"/>
                  </a:lnTo>
                  <a:lnTo>
                    <a:pt x="959880" y="0"/>
                  </a:lnTo>
                  <a:lnTo>
                    <a:pt x="965937" y="0"/>
                  </a:lnTo>
                  <a:lnTo>
                    <a:pt x="973357" y="0"/>
                  </a:lnTo>
                  <a:lnTo>
                    <a:pt x="987134" y="0"/>
                  </a:lnTo>
                  <a:lnTo>
                    <a:pt x="994554" y="0"/>
                  </a:lnTo>
                  <a:lnTo>
                    <a:pt x="1005847" y="0"/>
                  </a:lnTo>
                  <a:lnTo>
                    <a:pt x="1016583" y="0"/>
                  </a:lnTo>
                  <a:lnTo>
                    <a:pt x="1022640" y="0"/>
                  </a:lnTo>
                  <a:lnTo>
                    <a:pt x="1043837" y="0"/>
                  </a:lnTo>
                  <a:lnTo>
                    <a:pt x="1055130" y="0"/>
                  </a:lnTo>
                  <a:lnTo>
                    <a:pt x="1062550" y="0"/>
                  </a:lnTo>
                  <a:lnTo>
                    <a:pt x="1080238" y="0"/>
                  </a:lnTo>
                  <a:lnTo>
                    <a:pt x="1111833" y="0"/>
                  </a:lnTo>
                  <a:lnTo>
                    <a:pt x="1126205" y="0"/>
                  </a:lnTo>
                  <a:lnTo>
                    <a:pt x="1136941" y="0"/>
                  </a:lnTo>
                  <a:lnTo>
                    <a:pt x="1175488" y="0"/>
                  </a:lnTo>
                  <a:lnTo>
                    <a:pt x="1182908" y="0"/>
                  </a:lnTo>
                  <a:lnTo>
                    <a:pt x="1207529" y="0"/>
                  </a:lnTo>
                  <a:lnTo>
                    <a:pt x="1232191" y="0"/>
                  </a:lnTo>
                  <a:lnTo>
                    <a:pt x="1253496" y="0"/>
                  </a:lnTo>
                  <a:lnTo>
                    <a:pt x="1264232" y="0"/>
                  </a:lnTo>
                  <a:lnTo>
                    <a:pt x="1302779" y="0"/>
                  </a:lnTo>
                  <a:lnTo>
                    <a:pt x="1310199" y="0"/>
                  </a:lnTo>
                  <a:lnTo>
                    <a:pt x="1327887" y="0"/>
                  </a:lnTo>
                  <a:lnTo>
                    <a:pt x="1359482" y="0"/>
                  </a:lnTo>
                  <a:lnTo>
                    <a:pt x="1373854" y="0"/>
                  </a:lnTo>
                  <a:lnTo>
                    <a:pt x="1384590" y="0"/>
                  </a:lnTo>
                  <a:lnTo>
                    <a:pt x="1417080" y="0"/>
                  </a:lnTo>
                  <a:lnTo>
                    <a:pt x="1423137" y="0"/>
                  </a:lnTo>
                  <a:lnTo>
                    <a:pt x="1430557" y="0"/>
                  </a:lnTo>
                  <a:lnTo>
                    <a:pt x="1463047" y="0"/>
                  </a:lnTo>
                  <a:lnTo>
                    <a:pt x="1473783" y="0"/>
                  </a:lnTo>
                  <a:lnTo>
                    <a:pt x="1479840" y="0"/>
                  </a:lnTo>
                  <a:lnTo>
                    <a:pt x="1495425" y="0"/>
                  </a:lnTo>
                  <a:lnTo>
                    <a:pt x="1512330" y="0"/>
                  </a:lnTo>
                  <a:lnTo>
                    <a:pt x="1519750" y="0"/>
                  </a:lnTo>
                  <a:lnTo>
                    <a:pt x="1537438" y="0"/>
                  </a:lnTo>
                  <a:lnTo>
                    <a:pt x="1541392" y="0"/>
                  </a:lnTo>
                  <a:lnTo>
                    <a:pt x="1552128" y="0"/>
                  </a:lnTo>
                  <a:lnTo>
                    <a:pt x="1569033" y="0"/>
                  </a:lnTo>
                  <a:lnTo>
                    <a:pt x="1583405" y="0"/>
                  </a:lnTo>
                  <a:lnTo>
                    <a:pt x="1590675" y="0"/>
                  </a:lnTo>
                  <a:lnTo>
                    <a:pt x="1594141" y="0"/>
                  </a:lnTo>
                  <a:lnTo>
                    <a:pt x="1598095" y="0"/>
                  </a:lnTo>
                  <a:lnTo>
                    <a:pt x="1615783" y="0"/>
                  </a:lnTo>
                  <a:lnTo>
                    <a:pt x="1632688" y="0"/>
                  </a:lnTo>
                  <a:lnTo>
                    <a:pt x="1640108" y="0"/>
                  </a:lnTo>
                  <a:lnTo>
                    <a:pt x="1647378" y="0"/>
                  </a:lnTo>
                  <a:lnTo>
                    <a:pt x="1661750" y="0"/>
                  </a:lnTo>
                  <a:lnTo>
                    <a:pt x="1672486" y="0"/>
                  </a:lnTo>
                  <a:lnTo>
                    <a:pt x="1689391" y="0"/>
                  </a:lnTo>
                  <a:lnTo>
                    <a:pt x="1704976" y="0"/>
                  </a:lnTo>
                  <a:lnTo>
                    <a:pt x="1711033" y="0"/>
                  </a:lnTo>
                  <a:lnTo>
                    <a:pt x="1718453" y="0"/>
                  </a:lnTo>
                  <a:lnTo>
                    <a:pt x="1750943" y="0"/>
                  </a:lnTo>
                  <a:lnTo>
                    <a:pt x="1761679" y="0"/>
                  </a:lnTo>
                  <a:lnTo>
                    <a:pt x="1767736" y="0"/>
                  </a:lnTo>
                  <a:lnTo>
                    <a:pt x="1800226" y="0"/>
                  </a:lnTo>
                  <a:lnTo>
                    <a:pt x="1807646" y="0"/>
                  </a:lnTo>
                  <a:lnTo>
                    <a:pt x="1825334" y="0"/>
                  </a:lnTo>
                  <a:lnTo>
                    <a:pt x="1856929" y="0"/>
                  </a:lnTo>
                  <a:lnTo>
                    <a:pt x="1871301" y="0"/>
                  </a:lnTo>
                  <a:lnTo>
                    <a:pt x="1882037" y="0"/>
                  </a:lnTo>
                  <a:lnTo>
                    <a:pt x="1920584" y="0"/>
                  </a:lnTo>
                  <a:lnTo>
                    <a:pt x="1928004" y="0"/>
                  </a:lnTo>
                  <a:lnTo>
                    <a:pt x="1952625" y="0"/>
                  </a:lnTo>
                  <a:lnTo>
                    <a:pt x="1977287" y="0"/>
                  </a:lnTo>
                  <a:lnTo>
                    <a:pt x="1998592" y="0"/>
                  </a:lnTo>
                  <a:lnTo>
                    <a:pt x="2009328" y="0"/>
                  </a:lnTo>
                  <a:lnTo>
                    <a:pt x="2047875" y="0"/>
                  </a:lnTo>
                  <a:lnTo>
                    <a:pt x="2055295" y="0"/>
                  </a:lnTo>
                  <a:lnTo>
                    <a:pt x="2057400" y="0"/>
                  </a:lnTo>
                  <a:lnTo>
                    <a:pt x="2072983" y="0"/>
                  </a:lnTo>
                  <a:lnTo>
                    <a:pt x="2103367" y="0"/>
                  </a:lnTo>
                  <a:lnTo>
                    <a:pt x="2104578" y="0"/>
                  </a:lnTo>
                  <a:lnTo>
                    <a:pt x="2114103" y="0"/>
                  </a:lnTo>
                  <a:lnTo>
                    <a:pt x="2118950" y="0"/>
                  </a:lnTo>
                  <a:lnTo>
                    <a:pt x="2129686" y="0"/>
                  </a:lnTo>
                  <a:lnTo>
                    <a:pt x="2140979" y="0"/>
                  </a:lnTo>
                  <a:lnTo>
                    <a:pt x="2152650" y="0"/>
                  </a:lnTo>
                  <a:lnTo>
                    <a:pt x="2160070" y="0"/>
                  </a:lnTo>
                  <a:lnTo>
                    <a:pt x="2162176" y="0"/>
                  </a:lnTo>
                  <a:lnTo>
                    <a:pt x="2168233" y="0"/>
                  </a:lnTo>
                  <a:lnTo>
                    <a:pt x="2175653" y="0"/>
                  </a:lnTo>
                  <a:lnTo>
                    <a:pt x="2177758" y="0"/>
                  </a:lnTo>
                  <a:lnTo>
                    <a:pt x="2186946" y="0"/>
                  </a:lnTo>
                  <a:lnTo>
                    <a:pt x="2197682" y="0"/>
                  </a:lnTo>
                  <a:lnTo>
                    <a:pt x="2208143" y="0"/>
                  </a:lnTo>
                  <a:lnTo>
                    <a:pt x="2209353" y="0"/>
                  </a:lnTo>
                  <a:lnTo>
                    <a:pt x="2218879" y="0"/>
                  </a:lnTo>
                  <a:lnTo>
                    <a:pt x="2223725" y="0"/>
                  </a:lnTo>
                  <a:lnTo>
                    <a:pt x="2224936" y="0"/>
                  </a:lnTo>
                  <a:lnTo>
                    <a:pt x="2234461" y="0"/>
                  </a:lnTo>
                  <a:lnTo>
                    <a:pt x="2236229" y="0"/>
                  </a:lnTo>
                  <a:lnTo>
                    <a:pt x="2243649" y="0"/>
                  </a:lnTo>
                  <a:lnTo>
                    <a:pt x="2257426" y="0"/>
                  </a:lnTo>
                  <a:lnTo>
                    <a:pt x="2261337" y="0"/>
                  </a:lnTo>
                  <a:lnTo>
                    <a:pt x="2264846" y="0"/>
                  </a:lnTo>
                  <a:lnTo>
                    <a:pt x="2266951" y="0"/>
                  </a:lnTo>
                  <a:lnTo>
                    <a:pt x="2273008" y="0"/>
                  </a:lnTo>
                  <a:lnTo>
                    <a:pt x="2280428" y="0"/>
                  </a:lnTo>
                  <a:lnTo>
                    <a:pt x="2282534" y="0"/>
                  </a:lnTo>
                  <a:lnTo>
                    <a:pt x="2292932" y="0"/>
                  </a:lnTo>
                  <a:lnTo>
                    <a:pt x="2307304" y="0"/>
                  </a:lnTo>
                  <a:lnTo>
                    <a:pt x="2312918" y="0"/>
                  </a:lnTo>
                  <a:lnTo>
                    <a:pt x="2314129" y="0"/>
                  </a:lnTo>
                  <a:lnTo>
                    <a:pt x="2318040" y="0"/>
                  </a:lnTo>
                  <a:lnTo>
                    <a:pt x="2323654" y="0"/>
                  </a:lnTo>
                  <a:lnTo>
                    <a:pt x="2328501" y="0"/>
                  </a:lnTo>
                  <a:lnTo>
                    <a:pt x="2329711" y="0"/>
                  </a:lnTo>
                  <a:lnTo>
                    <a:pt x="2339237" y="0"/>
                  </a:lnTo>
                  <a:lnTo>
                    <a:pt x="2350530" y="0"/>
                  </a:lnTo>
                  <a:lnTo>
                    <a:pt x="2356587" y="0"/>
                  </a:lnTo>
                  <a:lnTo>
                    <a:pt x="2362201" y="0"/>
                  </a:lnTo>
                  <a:lnTo>
                    <a:pt x="2364007" y="0"/>
                  </a:lnTo>
                  <a:lnTo>
                    <a:pt x="2369621" y="0"/>
                  </a:lnTo>
                  <a:lnTo>
                    <a:pt x="2377784" y="0"/>
                  </a:lnTo>
                  <a:lnTo>
                    <a:pt x="2385204" y="0"/>
                  </a:lnTo>
                  <a:lnTo>
                    <a:pt x="2387309" y="0"/>
                  </a:lnTo>
                  <a:lnTo>
                    <a:pt x="2396497" y="0"/>
                  </a:lnTo>
                  <a:lnTo>
                    <a:pt x="2407233" y="0"/>
                  </a:lnTo>
                  <a:lnTo>
                    <a:pt x="2413290" y="0"/>
                  </a:lnTo>
                  <a:lnTo>
                    <a:pt x="2418904" y="0"/>
                  </a:lnTo>
                  <a:lnTo>
                    <a:pt x="2433276" y="0"/>
                  </a:lnTo>
                  <a:lnTo>
                    <a:pt x="2434487" y="0"/>
                  </a:lnTo>
                  <a:lnTo>
                    <a:pt x="2444012" y="0"/>
                  </a:lnTo>
                  <a:lnTo>
                    <a:pt x="2445780" y="0"/>
                  </a:lnTo>
                  <a:lnTo>
                    <a:pt x="2453200" y="0"/>
                  </a:lnTo>
                  <a:lnTo>
                    <a:pt x="2470888" y="0"/>
                  </a:lnTo>
                  <a:lnTo>
                    <a:pt x="2482559" y="0"/>
                  </a:lnTo>
                  <a:lnTo>
                    <a:pt x="2489979" y="0"/>
                  </a:lnTo>
                  <a:lnTo>
                    <a:pt x="2502483" y="0"/>
                  </a:lnTo>
                  <a:lnTo>
                    <a:pt x="2514600" y="0"/>
                  </a:lnTo>
                  <a:lnTo>
                    <a:pt x="2516855" y="0"/>
                  </a:lnTo>
                  <a:lnTo>
                    <a:pt x="2527591" y="0"/>
                  </a:lnTo>
                  <a:lnTo>
                    <a:pt x="2539262" y="0"/>
                  </a:lnTo>
                  <a:lnTo>
                    <a:pt x="2560567" y="0"/>
                  </a:lnTo>
                  <a:lnTo>
                    <a:pt x="2566138" y="0"/>
                  </a:lnTo>
                  <a:lnTo>
                    <a:pt x="2571303" y="0"/>
                  </a:lnTo>
                  <a:lnTo>
                    <a:pt x="2573558" y="0"/>
                  </a:lnTo>
                  <a:lnTo>
                    <a:pt x="2598179" y="0"/>
                  </a:lnTo>
                  <a:lnTo>
                    <a:pt x="2609850" y="0"/>
                  </a:lnTo>
                  <a:lnTo>
                    <a:pt x="2617270" y="0"/>
                  </a:lnTo>
                  <a:lnTo>
                    <a:pt x="2622841" y="0"/>
                  </a:lnTo>
                  <a:lnTo>
                    <a:pt x="2634958" y="0"/>
                  </a:lnTo>
                  <a:lnTo>
                    <a:pt x="2644146" y="0"/>
                  </a:lnTo>
                  <a:lnTo>
                    <a:pt x="2654882" y="0"/>
                  </a:lnTo>
                  <a:lnTo>
                    <a:pt x="2666553" y="0"/>
                  </a:lnTo>
                  <a:lnTo>
                    <a:pt x="2680925" y="0"/>
                  </a:lnTo>
                  <a:lnTo>
                    <a:pt x="2691661" y="0"/>
                  </a:lnTo>
                  <a:lnTo>
                    <a:pt x="2693429" y="0"/>
                  </a:lnTo>
                  <a:lnTo>
                    <a:pt x="2700849" y="0"/>
                  </a:lnTo>
                  <a:lnTo>
                    <a:pt x="2702954" y="0"/>
                  </a:lnTo>
                  <a:lnTo>
                    <a:pt x="2718537" y="0"/>
                  </a:lnTo>
                  <a:lnTo>
                    <a:pt x="2724151" y="0"/>
                  </a:lnTo>
                  <a:lnTo>
                    <a:pt x="2730208" y="0"/>
                  </a:lnTo>
                  <a:lnTo>
                    <a:pt x="2737628" y="0"/>
                  </a:lnTo>
                  <a:lnTo>
                    <a:pt x="2748921" y="0"/>
                  </a:lnTo>
                  <a:lnTo>
                    <a:pt x="2750132" y="0"/>
                  </a:lnTo>
                  <a:lnTo>
                    <a:pt x="2759657" y="0"/>
                  </a:lnTo>
                  <a:lnTo>
                    <a:pt x="2764504" y="0"/>
                  </a:lnTo>
                  <a:lnTo>
                    <a:pt x="2770118" y="0"/>
                  </a:lnTo>
                  <a:lnTo>
                    <a:pt x="2775240" y="0"/>
                  </a:lnTo>
                  <a:lnTo>
                    <a:pt x="2780854" y="0"/>
                  </a:lnTo>
                  <a:lnTo>
                    <a:pt x="2786911" y="0"/>
                  </a:lnTo>
                  <a:lnTo>
                    <a:pt x="2798204" y="0"/>
                  </a:lnTo>
                  <a:lnTo>
                    <a:pt x="2805624" y="0"/>
                  </a:lnTo>
                  <a:lnTo>
                    <a:pt x="2807730" y="0"/>
                  </a:lnTo>
                  <a:lnTo>
                    <a:pt x="2813787" y="0"/>
                  </a:lnTo>
                  <a:lnTo>
                    <a:pt x="2819401" y="0"/>
                  </a:lnTo>
                  <a:lnTo>
                    <a:pt x="2821207" y="0"/>
                  </a:lnTo>
                  <a:lnTo>
                    <a:pt x="2823312" y="0"/>
                  </a:lnTo>
                  <a:lnTo>
                    <a:pt x="2826821" y="0"/>
                  </a:lnTo>
                  <a:lnTo>
                    <a:pt x="2844509" y="0"/>
                  </a:lnTo>
                  <a:lnTo>
                    <a:pt x="2853697" y="0"/>
                  </a:lnTo>
                  <a:lnTo>
                    <a:pt x="2854907" y="0"/>
                  </a:lnTo>
                  <a:lnTo>
                    <a:pt x="2864433" y="0"/>
                  </a:lnTo>
                  <a:lnTo>
                    <a:pt x="2869279" y="0"/>
                  </a:lnTo>
                  <a:lnTo>
                    <a:pt x="2870490" y="0"/>
                  </a:lnTo>
                  <a:lnTo>
                    <a:pt x="2876104" y="0"/>
                  </a:lnTo>
                  <a:lnTo>
                    <a:pt x="2880015" y="0"/>
                  </a:lnTo>
                  <a:lnTo>
                    <a:pt x="2890476" y="0"/>
                  </a:lnTo>
                  <a:lnTo>
                    <a:pt x="2901212" y="0"/>
                  </a:lnTo>
                  <a:lnTo>
                    <a:pt x="2902980" y="0"/>
                  </a:lnTo>
                  <a:lnTo>
                    <a:pt x="2910400" y="0"/>
                  </a:lnTo>
                  <a:lnTo>
                    <a:pt x="2912505" y="0"/>
                  </a:lnTo>
                  <a:lnTo>
                    <a:pt x="2918562" y="0"/>
                  </a:lnTo>
                  <a:lnTo>
                    <a:pt x="2925982" y="0"/>
                  </a:lnTo>
                  <a:lnTo>
                    <a:pt x="2928088" y="0"/>
                  </a:lnTo>
                  <a:lnTo>
                    <a:pt x="2939759" y="0"/>
                  </a:lnTo>
                  <a:lnTo>
                    <a:pt x="2947179" y="0"/>
                  </a:lnTo>
                  <a:lnTo>
                    <a:pt x="2958472" y="0"/>
                  </a:lnTo>
                  <a:lnTo>
                    <a:pt x="2959683" y="0"/>
                  </a:lnTo>
                  <a:lnTo>
                    <a:pt x="2969208" y="0"/>
                  </a:lnTo>
                  <a:lnTo>
                    <a:pt x="2974055" y="0"/>
                  </a:lnTo>
                  <a:lnTo>
                    <a:pt x="2975265" y="0"/>
                  </a:lnTo>
                  <a:lnTo>
                    <a:pt x="2984791" y="0"/>
                  </a:lnTo>
                  <a:lnTo>
                    <a:pt x="2996462" y="0"/>
                  </a:lnTo>
                  <a:lnTo>
                    <a:pt x="3007755" y="0"/>
                  </a:lnTo>
                  <a:lnTo>
                    <a:pt x="3015175" y="0"/>
                  </a:lnTo>
                  <a:lnTo>
                    <a:pt x="3023338" y="0"/>
                  </a:lnTo>
                  <a:lnTo>
                    <a:pt x="3030758" y="0"/>
                  </a:lnTo>
                  <a:lnTo>
                    <a:pt x="3032863" y="0"/>
                  </a:lnTo>
                  <a:lnTo>
                    <a:pt x="3064458" y="0"/>
                  </a:lnTo>
                  <a:lnTo>
                    <a:pt x="3078830" y="0"/>
                  </a:lnTo>
                  <a:lnTo>
                    <a:pt x="3080041" y="0"/>
                  </a:lnTo>
                  <a:lnTo>
                    <a:pt x="3089566" y="0"/>
                  </a:lnTo>
                  <a:lnTo>
                    <a:pt x="3128113" y="0"/>
                  </a:lnTo>
                  <a:lnTo>
                    <a:pt x="3135533" y="0"/>
                  </a:lnTo>
                  <a:lnTo>
                    <a:pt x="3160154" y="0"/>
                  </a:lnTo>
                  <a:lnTo>
                    <a:pt x="3184816" y="0"/>
                  </a:lnTo>
                  <a:lnTo>
                    <a:pt x="3206121" y="0"/>
                  </a:lnTo>
                  <a:lnTo>
                    <a:pt x="3216857" y="0"/>
                  </a:lnTo>
                  <a:lnTo>
                    <a:pt x="3255404" y="0"/>
                  </a:lnTo>
                  <a:lnTo>
                    <a:pt x="3262824" y="0"/>
                  </a:lnTo>
                  <a:lnTo>
                    <a:pt x="3280512" y="0"/>
                  </a:lnTo>
                  <a:lnTo>
                    <a:pt x="3312107" y="0"/>
                  </a:lnTo>
                  <a:lnTo>
                    <a:pt x="3326479" y="0"/>
                  </a:lnTo>
                  <a:lnTo>
                    <a:pt x="3337215" y="0"/>
                  </a:lnTo>
                  <a:lnTo>
                    <a:pt x="3369705" y="0"/>
                  </a:lnTo>
                  <a:lnTo>
                    <a:pt x="3375762" y="0"/>
                  </a:lnTo>
                  <a:lnTo>
                    <a:pt x="3383182" y="0"/>
                  </a:lnTo>
                  <a:lnTo>
                    <a:pt x="3415672" y="0"/>
                  </a:lnTo>
                  <a:lnTo>
                    <a:pt x="3426408" y="0"/>
                  </a:lnTo>
                  <a:lnTo>
                    <a:pt x="3432465" y="0"/>
                  </a:lnTo>
                  <a:lnTo>
                    <a:pt x="3448050" y="0"/>
                  </a:lnTo>
                  <a:lnTo>
                    <a:pt x="3464955" y="0"/>
                  </a:lnTo>
                  <a:lnTo>
                    <a:pt x="3472375" y="0"/>
                  </a:lnTo>
                  <a:lnTo>
                    <a:pt x="3490063" y="0"/>
                  </a:lnTo>
                  <a:lnTo>
                    <a:pt x="3494017" y="0"/>
                  </a:lnTo>
                  <a:lnTo>
                    <a:pt x="3504753" y="0"/>
                  </a:lnTo>
                  <a:lnTo>
                    <a:pt x="3521658" y="0"/>
                  </a:lnTo>
                  <a:lnTo>
                    <a:pt x="3536030" y="0"/>
                  </a:lnTo>
                  <a:lnTo>
                    <a:pt x="3543300" y="0"/>
                  </a:lnTo>
                  <a:lnTo>
                    <a:pt x="3546766" y="0"/>
                  </a:lnTo>
                  <a:lnTo>
                    <a:pt x="3550720" y="0"/>
                  </a:lnTo>
                  <a:lnTo>
                    <a:pt x="3568408" y="0"/>
                  </a:lnTo>
                  <a:lnTo>
                    <a:pt x="3585313" y="0"/>
                  </a:lnTo>
                  <a:lnTo>
                    <a:pt x="3592733" y="0"/>
                  </a:lnTo>
                  <a:lnTo>
                    <a:pt x="3600003" y="0"/>
                  </a:lnTo>
                  <a:lnTo>
                    <a:pt x="3614375" y="0"/>
                  </a:lnTo>
                  <a:lnTo>
                    <a:pt x="3625111" y="0"/>
                  </a:lnTo>
                  <a:lnTo>
                    <a:pt x="3642016" y="0"/>
                  </a:lnTo>
                  <a:lnTo>
                    <a:pt x="3657601" y="0"/>
                  </a:lnTo>
                  <a:lnTo>
                    <a:pt x="3663658" y="0"/>
                  </a:lnTo>
                  <a:lnTo>
                    <a:pt x="3671078" y="0"/>
                  </a:lnTo>
                  <a:lnTo>
                    <a:pt x="3703568" y="0"/>
                  </a:lnTo>
                  <a:lnTo>
                    <a:pt x="3714304" y="0"/>
                  </a:lnTo>
                  <a:lnTo>
                    <a:pt x="3720361" y="0"/>
                  </a:lnTo>
                  <a:lnTo>
                    <a:pt x="3752851" y="0"/>
                  </a:lnTo>
                  <a:lnTo>
                    <a:pt x="3760271" y="0"/>
                  </a:lnTo>
                  <a:lnTo>
                    <a:pt x="3777959" y="0"/>
                  </a:lnTo>
                  <a:lnTo>
                    <a:pt x="3809554" y="0"/>
                  </a:lnTo>
                  <a:lnTo>
                    <a:pt x="3823926" y="0"/>
                  </a:lnTo>
                  <a:lnTo>
                    <a:pt x="3834662" y="0"/>
                  </a:lnTo>
                  <a:lnTo>
                    <a:pt x="3873209" y="0"/>
                  </a:lnTo>
                  <a:lnTo>
                    <a:pt x="3880629" y="0"/>
                  </a:lnTo>
                  <a:lnTo>
                    <a:pt x="3905250" y="0"/>
                  </a:lnTo>
                  <a:lnTo>
                    <a:pt x="3929912" y="0"/>
                  </a:lnTo>
                  <a:lnTo>
                    <a:pt x="3951217" y="0"/>
                  </a:lnTo>
                  <a:lnTo>
                    <a:pt x="3961953" y="0"/>
                  </a:lnTo>
                  <a:lnTo>
                    <a:pt x="4000500" y="0"/>
                  </a:lnTo>
                  <a:lnTo>
                    <a:pt x="4007920" y="0"/>
                  </a:lnTo>
                  <a:lnTo>
                    <a:pt x="4025608" y="0"/>
                  </a:lnTo>
                  <a:lnTo>
                    <a:pt x="4057203" y="0"/>
                  </a:lnTo>
                  <a:lnTo>
                    <a:pt x="4071575" y="0"/>
                  </a:lnTo>
                  <a:lnTo>
                    <a:pt x="4082311" y="0"/>
                  </a:lnTo>
                  <a:lnTo>
                    <a:pt x="4093604" y="0"/>
                  </a:lnTo>
                  <a:lnTo>
                    <a:pt x="4114801" y="0"/>
                  </a:lnTo>
                  <a:lnTo>
                    <a:pt x="4120858" y="0"/>
                  </a:lnTo>
                  <a:lnTo>
                    <a:pt x="4128278" y="0"/>
                  </a:lnTo>
                  <a:lnTo>
                    <a:pt x="4139571" y="0"/>
                  </a:lnTo>
                  <a:lnTo>
                    <a:pt x="4150307" y="0"/>
                  </a:lnTo>
                  <a:lnTo>
                    <a:pt x="4160768" y="0"/>
                  </a:lnTo>
                  <a:lnTo>
                    <a:pt x="4171504" y="0"/>
                  </a:lnTo>
                  <a:lnTo>
                    <a:pt x="4177561" y="0"/>
                  </a:lnTo>
                  <a:lnTo>
                    <a:pt x="4188854" y="0"/>
                  </a:lnTo>
                  <a:lnTo>
                    <a:pt x="4196274" y="0"/>
                  </a:lnTo>
                  <a:lnTo>
                    <a:pt x="4210051" y="0"/>
                  </a:lnTo>
                  <a:lnTo>
                    <a:pt x="4213962" y="0"/>
                  </a:lnTo>
                  <a:lnTo>
                    <a:pt x="4217471" y="0"/>
                  </a:lnTo>
                  <a:lnTo>
                    <a:pt x="4235159" y="0"/>
                  </a:lnTo>
                  <a:lnTo>
                    <a:pt x="4245557" y="0"/>
                  </a:lnTo>
                  <a:lnTo>
                    <a:pt x="4259929" y="0"/>
                  </a:lnTo>
                  <a:lnTo>
                    <a:pt x="4266754" y="0"/>
                  </a:lnTo>
                  <a:lnTo>
                    <a:pt x="4270665" y="0"/>
                  </a:lnTo>
                  <a:lnTo>
                    <a:pt x="4281126" y="0"/>
                  </a:lnTo>
                  <a:lnTo>
                    <a:pt x="4291862" y="0"/>
                  </a:lnTo>
                  <a:lnTo>
                    <a:pt x="4303155" y="0"/>
                  </a:lnTo>
                  <a:lnTo>
                    <a:pt x="4309212" y="0"/>
                  </a:lnTo>
                  <a:lnTo>
                    <a:pt x="4316632" y="0"/>
                  </a:lnTo>
                  <a:lnTo>
                    <a:pt x="4330409" y="0"/>
                  </a:lnTo>
                  <a:lnTo>
                    <a:pt x="4337829" y="0"/>
                  </a:lnTo>
                  <a:lnTo>
                    <a:pt x="4349122" y="0"/>
                  </a:lnTo>
                  <a:lnTo>
                    <a:pt x="4359858" y="0"/>
                  </a:lnTo>
                  <a:lnTo>
                    <a:pt x="4365915" y="0"/>
                  </a:lnTo>
                  <a:lnTo>
                    <a:pt x="4387112" y="0"/>
                  </a:lnTo>
                  <a:lnTo>
                    <a:pt x="4398405" y="0"/>
                  </a:lnTo>
                  <a:lnTo>
                    <a:pt x="4405825" y="0"/>
                  </a:lnTo>
                  <a:lnTo>
                    <a:pt x="4423513" y="0"/>
                  </a:lnTo>
                  <a:lnTo>
                    <a:pt x="4455108" y="0"/>
                  </a:lnTo>
                  <a:lnTo>
                    <a:pt x="4469480" y="0"/>
                  </a:lnTo>
                  <a:lnTo>
                    <a:pt x="4480216" y="0"/>
                  </a:lnTo>
                  <a:lnTo>
                    <a:pt x="4518763" y="0"/>
                  </a:lnTo>
                  <a:lnTo>
                    <a:pt x="4526183" y="0"/>
                  </a:lnTo>
                  <a:lnTo>
                    <a:pt x="4550804" y="0"/>
                  </a:lnTo>
                  <a:lnTo>
                    <a:pt x="4575466" y="0"/>
                  </a:lnTo>
                  <a:lnTo>
                    <a:pt x="4596771" y="0"/>
                  </a:lnTo>
                  <a:lnTo>
                    <a:pt x="4607507" y="0"/>
                  </a:lnTo>
                  <a:lnTo>
                    <a:pt x="4646054" y="0"/>
                  </a:lnTo>
                  <a:lnTo>
                    <a:pt x="4653474" y="0"/>
                  </a:lnTo>
                  <a:lnTo>
                    <a:pt x="4671162" y="0"/>
                  </a:lnTo>
                  <a:lnTo>
                    <a:pt x="4702757" y="0"/>
                  </a:lnTo>
                  <a:lnTo>
                    <a:pt x="4717129" y="0"/>
                  </a:lnTo>
                  <a:lnTo>
                    <a:pt x="4727865" y="0"/>
                  </a:lnTo>
                  <a:lnTo>
                    <a:pt x="4760355" y="0"/>
                  </a:lnTo>
                  <a:lnTo>
                    <a:pt x="4766412" y="0"/>
                  </a:lnTo>
                  <a:lnTo>
                    <a:pt x="4773832" y="0"/>
                  </a:lnTo>
                  <a:lnTo>
                    <a:pt x="4806322" y="0"/>
                  </a:lnTo>
                  <a:lnTo>
                    <a:pt x="4817058" y="0"/>
                  </a:lnTo>
                  <a:lnTo>
                    <a:pt x="4823115" y="0"/>
                  </a:lnTo>
                  <a:lnTo>
                    <a:pt x="4855605" y="0"/>
                  </a:lnTo>
                  <a:lnTo>
                    <a:pt x="4863025" y="0"/>
                  </a:lnTo>
                  <a:lnTo>
                    <a:pt x="4880713" y="0"/>
                  </a:lnTo>
                  <a:lnTo>
                    <a:pt x="4912308" y="0"/>
                  </a:lnTo>
                  <a:lnTo>
                    <a:pt x="4926680" y="0"/>
                  </a:lnTo>
                  <a:lnTo>
                    <a:pt x="4937416" y="0"/>
                  </a:lnTo>
                  <a:lnTo>
                    <a:pt x="4975963" y="0"/>
                  </a:lnTo>
                  <a:lnTo>
                    <a:pt x="4983383" y="0"/>
                  </a:lnTo>
                  <a:lnTo>
                    <a:pt x="5032666" y="0"/>
                  </a:lnTo>
                  <a:lnTo>
                    <a:pt x="4927891" y="419100"/>
                  </a:lnTo>
                  <a:lnTo>
                    <a:pt x="4878608" y="419100"/>
                  </a:lnTo>
                  <a:lnTo>
                    <a:pt x="4871188" y="419100"/>
                  </a:lnTo>
                  <a:lnTo>
                    <a:pt x="4832641" y="419100"/>
                  </a:lnTo>
                  <a:lnTo>
                    <a:pt x="4821905" y="419100"/>
                  </a:lnTo>
                  <a:lnTo>
                    <a:pt x="4807533" y="419100"/>
                  </a:lnTo>
                  <a:lnTo>
                    <a:pt x="4775938" y="419100"/>
                  </a:lnTo>
                  <a:lnTo>
                    <a:pt x="4758250" y="419100"/>
                  </a:lnTo>
                  <a:lnTo>
                    <a:pt x="4750830" y="419100"/>
                  </a:lnTo>
                  <a:lnTo>
                    <a:pt x="4718340" y="419100"/>
                  </a:lnTo>
                  <a:lnTo>
                    <a:pt x="4712283" y="419100"/>
                  </a:lnTo>
                  <a:lnTo>
                    <a:pt x="4701547" y="419100"/>
                  </a:lnTo>
                  <a:lnTo>
                    <a:pt x="4669057" y="419100"/>
                  </a:lnTo>
                  <a:lnTo>
                    <a:pt x="4661637" y="419100"/>
                  </a:lnTo>
                  <a:lnTo>
                    <a:pt x="4655580" y="419100"/>
                  </a:lnTo>
                  <a:lnTo>
                    <a:pt x="4623090" y="419100"/>
                  </a:lnTo>
                  <a:lnTo>
                    <a:pt x="4612354" y="419100"/>
                  </a:lnTo>
                  <a:lnTo>
                    <a:pt x="4597982" y="419100"/>
                  </a:lnTo>
                  <a:lnTo>
                    <a:pt x="4566387" y="419100"/>
                  </a:lnTo>
                  <a:lnTo>
                    <a:pt x="4548699" y="419100"/>
                  </a:lnTo>
                  <a:lnTo>
                    <a:pt x="4541279" y="419100"/>
                  </a:lnTo>
                  <a:lnTo>
                    <a:pt x="4502732" y="419100"/>
                  </a:lnTo>
                  <a:lnTo>
                    <a:pt x="4491996" y="419100"/>
                  </a:lnTo>
                  <a:lnTo>
                    <a:pt x="4470691" y="419100"/>
                  </a:lnTo>
                  <a:lnTo>
                    <a:pt x="4446029" y="419100"/>
                  </a:lnTo>
                  <a:lnTo>
                    <a:pt x="4421408" y="419100"/>
                  </a:lnTo>
                  <a:lnTo>
                    <a:pt x="4413988" y="419100"/>
                  </a:lnTo>
                  <a:lnTo>
                    <a:pt x="4375441" y="419100"/>
                  </a:lnTo>
                  <a:lnTo>
                    <a:pt x="4364705" y="419100"/>
                  </a:lnTo>
                  <a:lnTo>
                    <a:pt x="4350333" y="419100"/>
                  </a:lnTo>
                  <a:lnTo>
                    <a:pt x="4318738" y="419100"/>
                  </a:lnTo>
                  <a:lnTo>
                    <a:pt x="4301050" y="419100"/>
                  </a:lnTo>
                  <a:lnTo>
                    <a:pt x="4293630" y="419100"/>
                  </a:lnTo>
                  <a:lnTo>
                    <a:pt x="4282337" y="419100"/>
                  </a:lnTo>
                  <a:lnTo>
                    <a:pt x="4261140" y="419100"/>
                  </a:lnTo>
                  <a:lnTo>
                    <a:pt x="4255083" y="419100"/>
                  </a:lnTo>
                  <a:lnTo>
                    <a:pt x="4244347" y="419100"/>
                  </a:lnTo>
                  <a:lnTo>
                    <a:pt x="4233054" y="419100"/>
                  </a:lnTo>
                  <a:lnTo>
                    <a:pt x="4225634" y="419100"/>
                  </a:lnTo>
                  <a:lnTo>
                    <a:pt x="4211857" y="419100"/>
                  </a:lnTo>
                  <a:lnTo>
                    <a:pt x="4204437" y="419100"/>
                  </a:lnTo>
                  <a:lnTo>
                    <a:pt x="4198380" y="419100"/>
                  </a:lnTo>
                  <a:lnTo>
                    <a:pt x="4187087" y="419100"/>
                  </a:lnTo>
                  <a:lnTo>
                    <a:pt x="4176351" y="419100"/>
                  </a:lnTo>
                  <a:lnTo>
                    <a:pt x="4165890" y="419100"/>
                  </a:lnTo>
                  <a:lnTo>
                    <a:pt x="4161979" y="419100"/>
                  </a:lnTo>
                  <a:lnTo>
                    <a:pt x="4155154" y="419100"/>
                  </a:lnTo>
                  <a:lnTo>
                    <a:pt x="4140782" y="419100"/>
                  </a:lnTo>
                  <a:lnTo>
                    <a:pt x="4130384" y="419100"/>
                  </a:lnTo>
                  <a:lnTo>
                    <a:pt x="4112696" y="419100"/>
                  </a:lnTo>
                  <a:lnTo>
                    <a:pt x="4109187" y="419100"/>
                  </a:lnTo>
                  <a:lnTo>
                    <a:pt x="4105276" y="419100"/>
                  </a:lnTo>
                  <a:lnTo>
                    <a:pt x="4091499" y="419100"/>
                  </a:lnTo>
                  <a:lnTo>
                    <a:pt x="4084079" y="419100"/>
                  </a:lnTo>
                  <a:lnTo>
                    <a:pt x="4072786" y="419100"/>
                  </a:lnTo>
                  <a:lnTo>
                    <a:pt x="4066729" y="419100"/>
                  </a:lnTo>
                  <a:lnTo>
                    <a:pt x="4055993" y="419100"/>
                  </a:lnTo>
                  <a:lnTo>
                    <a:pt x="4045532" y="419100"/>
                  </a:lnTo>
                  <a:lnTo>
                    <a:pt x="4034796" y="419100"/>
                  </a:lnTo>
                  <a:lnTo>
                    <a:pt x="4023503" y="419100"/>
                  </a:lnTo>
                  <a:lnTo>
                    <a:pt x="4016083" y="419100"/>
                  </a:lnTo>
                  <a:lnTo>
                    <a:pt x="4010026" y="419100"/>
                  </a:lnTo>
                  <a:lnTo>
                    <a:pt x="3988829" y="419100"/>
                  </a:lnTo>
                  <a:lnTo>
                    <a:pt x="3977536" y="419100"/>
                  </a:lnTo>
                  <a:lnTo>
                    <a:pt x="3966800" y="419100"/>
                  </a:lnTo>
                  <a:lnTo>
                    <a:pt x="3952428" y="419100"/>
                  </a:lnTo>
                  <a:lnTo>
                    <a:pt x="3920833" y="419100"/>
                  </a:lnTo>
                  <a:lnTo>
                    <a:pt x="3903145" y="419100"/>
                  </a:lnTo>
                  <a:lnTo>
                    <a:pt x="3895725" y="419100"/>
                  </a:lnTo>
                  <a:lnTo>
                    <a:pt x="3857178" y="419100"/>
                  </a:lnTo>
                  <a:lnTo>
                    <a:pt x="3846442" y="419100"/>
                  </a:lnTo>
                  <a:lnTo>
                    <a:pt x="3825137" y="419100"/>
                  </a:lnTo>
                  <a:lnTo>
                    <a:pt x="3800475" y="419100"/>
                  </a:lnTo>
                  <a:lnTo>
                    <a:pt x="3775854" y="419100"/>
                  </a:lnTo>
                  <a:lnTo>
                    <a:pt x="3768434" y="419100"/>
                  </a:lnTo>
                  <a:lnTo>
                    <a:pt x="3729887" y="419100"/>
                  </a:lnTo>
                  <a:lnTo>
                    <a:pt x="3719151" y="419100"/>
                  </a:lnTo>
                  <a:lnTo>
                    <a:pt x="3704779" y="419100"/>
                  </a:lnTo>
                  <a:lnTo>
                    <a:pt x="3673184" y="419100"/>
                  </a:lnTo>
                  <a:lnTo>
                    <a:pt x="3655496" y="419100"/>
                  </a:lnTo>
                  <a:lnTo>
                    <a:pt x="3648076" y="419100"/>
                  </a:lnTo>
                  <a:lnTo>
                    <a:pt x="3615586" y="419100"/>
                  </a:lnTo>
                  <a:lnTo>
                    <a:pt x="3609529" y="419100"/>
                  </a:lnTo>
                  <a:lnTo>
                    <a:pt x="3598793" y="419100"/>
                  </a:lnTo>
                  <a:lnTo>
                    <a:pt x="3566303" y="419100"/>
                  </a:lnTo>
                  <a:lnTo>
                    <a:pt x="3558883" y="419100"/>
                  </a:lnTo>
                  <a:lnTo>
                    <a:pt x="3552826" y="419100"/>
                  </a:lnTo>
                  <a:lnTo>
                    <a:pt x="3537241" y="419100"/>
                  </a:lnTo>
                  <a:lnTo>
                    <a:pt x="3520336" y="419100"/>
                  </a:lnTo>
                  <a:lnTo>
                    <a:pt x="3509600" y="419100"/>
                  </a:lnTo>
                  <a:lnTo>
                    <a:pt x="3495228" y="419100"/>
                  </a:lnTo>
                  <a:lnTo>
                    <a:pt x="3487958" y="419100"/>
                  </a:lnTo>
                  <a:lnTo>
                    <a:pt x="3480538" y="419100"/>
                  </a:lnTo>
                  <a:lnTo>
                    <a:pt x="3463633" y="419100"/>
                  </a:lnTo>
                  <a:lnTo>
                    <a:pt x="3445945" y="419100"/>
                  </a:lnTo>
                  <a:lnTo>
                    <a:pt x="3441991" y="419100"/>
                  </a:lnTo>
                  <a:lnTo>
                    <a:pt x="3438525" y="419100"/>
                  </a:lnTo>
                  <a:lnTo>
                    <a:pt x="3431255" y="419100"/>
                  </a:lnTo>
                  <a:lnTo>
                    <a:pt x="3416883" y="419100"/>
                  </a:lnTo>
                  <a:lnTo>
                    <a:pt x="3399978" y="419100"/>
                  </a:lnTo>
                  <a:lnTo>
                    <a:pt x="3389242" y="419100"/>
                  </a:lnTo>
                  <a:lnTo>
                    <a:pt x="3385288" y="419100"/>
                  </a:lnTo>
                  <a:lnTo>
                    <a:pt x="3367600" y="419100"/>
                  </a:lnTo>
                  <a:lnTo>
                    <a:pt x="3360180" y="419100"/>
                  </a:lnTo>
                  <a:lnTo>
                    <a:pt x="3343275" y="419100"/>
                  </a:lnTo>
                  <a:lnTo>
                    <a:pt x="3327690" y="419100"/>
                  </a:lnTo>
                  <a:lnTo>
                    <a:pt x="3321633" y="419100"/>
                  </a:lnTo>
                  <a:lnTo>
                    <a:pt x="3310897" y="419100"/>
                  </a:lnTo>
                  <a:lnTo>
                    <a:pt x="3278407" y="419100"/>
                  </a:lnTo>
                  <a:lnTo>
                    <a:pt x="3270987" y="419100"/>
                  </a:lnTo>
                  <a:lnTo>
                    <a:pt x="3264930" y="419100"/>
                  </a:lnTo>
                  <a:lnTo>
                    <a:pt x="3232440" y="419100"/>
                  </a:lnTo>
                  <a:lnTo>
                    <a:pt x="3221704" y="419100"/>
                  </a:lnTo>
                  <a:lnTo>
                    <a:pt x="3207332" y="419100"/>
                  </a:lnTo>
                  <a:lnTo>
                    <a:pt x="3175737" y="419100"/>
                  </a:lnTo>
                  <a:lnTo>
                    <a:pt x="3158049" y="419100"/>
                  </a:lnTo>
                  <a:lnTo>
                    <a:pt x="3150629" y="419100"/>
                  </a:lnTo>
                  <a:lnTo>
                    <a:pt x="3112082" y="419100"/>
                  </a:lnTo>
                  <a:lnTo>
                    <a:pt x="3101346" y="419100"/>
                  </a:lnTo>
                  <a:lnTo>
                    <a:pt x="3080041" y="419100"/>
                  </a:lnTo>
                  <a:lnTo>
                    <a:pt x="3055379" y="419100"/>
                  </a:lnTo>
                  <a:lnTo>
                    <a:pt x="3030758" y="419100"/>
                  </a:lnTo>
                  <a:lnTo>
                    <a:pt x="3023338" y="419100"/>
                  </a:lnTo>
                  <a:lnTo>
                    <a:pt x="2984791" y="419100"/>
                  </a:lnTo>
                  <a:lnTo>
                    <a:pt x="2975266" y="419100"/>
                  </a:lnTo>
                  <a:lnTo>
                    <a:pt x="2974055" y="419100"/>
                  </a:lnTo>
                  <a:lnTo>
                    <a:pt x="2959683" y="419100"/>
                  </a:lnTo>
                  <a:lnTo>
                    <a:pt x="2928088" y="419100"/>
                  </a:lnTo>
                  <a:lnTo>
                    <a:pt x="2925983" y="419100"/>
                  </a:lnTo>
                  <a:lnTo>
                    <a:pt x="2918563" y="419100"/>
                  </a:lnTo>
                  <a:lnTo>
                    <a:pt x="2910400" y="419100"/>
                  </a:lnTo>
                  <a:lnTo>
                    <a:pt x="2902980" y="419100"/>
                  </a:lnTo>
                  <a:lnTo>
                    <a:pt x="2891687" y="419100"/>
                  </a:lnTo>
                  <a:lnTo>
                    <a:pt x="2880016" y="419100"/>
                  </a:lnTo>
                  <a:lnTo>
                    <a:pt x="2870490" y="419100"/>
                  </a:lnTo>
                  <a:lnTo>
                    <a:pt x="2869280" y="419100"/>
                  </a:lnTo>
                  <a:lnTo>
                    <a:pt x="2864433" y="419100"/>
                  </a:lnTo>
                  <a:lnTo>
                    <a:pt x="2854908" y="419100"/>
                  </a:lnTo>
                  <a:lnTo>
                    <a:pt x="2853697" y="419100"/>
                  </a:lnTo>
                  <a:lnTo>
                    <a:pt x="2842404" y="419100"/>
                  </a:lnTo>
                  <a:lnTo>
                    <a:pt x="2834984" y="419100"/>
                  </a:lnTo>
                  <a:lnTo>
                    <a:pt x="2823313" y="419100"/>
                  </a:lnTo>
                  <a:lnTo>
                    <a:pt x="2821207" y="419100"/>
                  </a:lnTo>
                  <a:lnTo>
                    <a:pt x="2813787" y="419100"/>
                  </a:lnTo>
                  <a:lnTo>
                    <a:pt x="2807730" y="419100"/>
                  </a:lnTo>
                  <a:lnTo>
                    <a:pt x="2805625" y="419100"/>
                  </a:lnTo>
                  <a:lnTo>
                    <a:pt x="2798205" y="419100"/>
                  </a:lnTo>
                  <a:lnTo>
                    <a:pt x="2796437" y="419100"/>
                  </a:lnTo>
                  <a:lnTo>
                    <a:pt x="2785701" y="419100"/>
                  </a:lnTo>
                  <a:lnTo>
                    <a:pt x="2775240" y="419100"/>
                  </a:lnTo>
                  <a:lnTo>
                    <a:pt x="2771329" y="419100"/>
                  </a:lnTo>
                  <a:lnTo>
                    <a:pt x="2765715" y="419100"/>
                  </a:lnTo>
                  <a:lnTo>
                    <a:pt x="2764504" y="419100"/>
                  </a:lnTo>
                  <a:lnTo>
                    <a:pt x="2759658" y="419100"/>
                  </a:lnTo>
                  <a:lnTo>
                    <a:pt x="2750132" y="419100"/>
                  </a:lnTo>
                  <a:lnTo>
                    <a:pt x="2748922" y="419100"/>
                  </a:lnTo>
                  <a:lnTo>
                    <a:pt x="2739734" y="419100"/>
                  </a:lnTo>
                  <a:lnTo>
                    <a:pt x="2722046" y="419100"/>
                  </a:lnTo>
                  <a:lnTo>
                    <a:pt x="2718537" y="419100"/>
                  </a:lnTo>
                  <a:lnTo>
                    <a:pt x="2716432" y="419100"/>
                  </a:lnTo>
                  <a:lnTo>
                    <a:pt x="2714626" y="419100"/>
                  </a:lnTo>
                  <a:lnTo>
                    <a:pt x="2709012" y="419100"/>
                  </a:lnTo>
                  <a:lnTo>
                    <a:pt x="2702955" y="419100"/>
                  </a:lnTo>
                  <a:lnTo>
                    <a:pt x="2700849" y="419100"/>
                  </a:lnTo>
                  <a:lnTo>
                    <a:pt x="2693429" y="419100"/>
                  </a:lnTo>
                  <a:lnTo>
                    <a:pt x="2682136" y="419100"/>
                  </a:lnTo>
                  <a:lnTo>
                    <a:pt x="2676079" y="419100"/>
                  </a:lnTo>
                  <a:lnTo>
                    <a:pt x="2670465" y="419100"/>
                  </a:lnTo>
                  <a:lnTo>
                    <a:pt x="2665343" y="419100"/>
                  </a:lnTo>
                  <a:lnTo>
                    <a:pt x="2659729" y="419100"/>
                  </a:lnTo>
                  <a:lnTo>
                    <a:pt x="2654882" y="419100"/>
                  </a:lnTo>
                  <a:lnTo>
                    <a:pt x="2645357" y="419100"/>
                  </a:lnTo>
                  <a:lnTo>
                    <a:pt x="2644146" y="419100"/>
                  </a:lnTo>
                  <a:lnTo>
                    <a:pt x="2632853" y="419100"/>
                  </a:lnTo>
                  <a:lnTo>
                    <a:pt x="2625433" y="419100"/>
                  </a:lnTo>
                  <a:lnTo>
                    <a:pt x="2619376" y="419100"/>
                  </a:lnTo>
                  <a:lnTo>
                    <a:pt x="2613762" y="419100"/>
                  </a:lnTo>
                  <a:lnTo>
                    <a:pt x="2598179" y="419100"/>
                  </a:lnTo>
                  <a:lnTo>
                    <a:pt x="2596074" y="419100"/>
                  </a:lnTo>
                  <a:lnTo>
                    <a:pt x="2588654" y="419100"/>
                  </a:lnTo>
                  <a:lnTo>
                    <a:pt x="2586886" y="419100"/>
                  </a:lnTo>
                  <a:lnTo>
                    <a:pt x="2576150" y="419100"/>
                  </a:lnTo>
                  <a:lnTo>
                    <a:pt x="2561778" y="419100"/>
                  </a:lnTo>
                  <a:lnTo>
                    <a:pt x="2550107" y="419100"/>
                  </a:lnTo>
                  <a:lnTo>
                    <a:pt x="2539371" y="419100"/>
                  </a:lnTo>
                  <a:lnTo>
                    <a:pt x="2530183" y="419100"/>
                  </a:lnTo>
                  <a:lnTo>
                    <a:pt x="2518066" y="419100"/>
                  </a:lnTo>
                  <a:lnTo>
                    <a:pt x="2512495" y="419100"/>
                  </a:lnTo>
                  <a:lnTo>
                    <a:pt x="2505075" y="419100"/>
                  </a:lnTo>
                  <a:lnTo>
                    <a:pt x="2493404" y="419100"/>
                  </a:lnTo>
                  <a:lnTo>
                    <a:pt x="2468783" y="419100"/>
                  </a:lnTo>
                  <a:lnTo>
                    <a:pt x="2466528" y="419100"/>
                  </a:lnTo>
                  <a:lnTo>
                    <a:pt x="2461363" y="419100"/>
                  </a:lnTo>
                  <a:lnTo>
                    <a:pt x="2455792" y="419100"/>
                  </a:lnTo>
                  <a:lnTo>
                    <a:pt x="2434487" y="419100"/>
                  </a:lnTo>
                  <a:lnTo>
                    <a:pt x="2422816" y="419100"/>
                  </a:lnTo>
                  <a:lnTo>
                    <a:pt x="2412080" y="419100"/>
                  </a:lnTo>
                  <a:lnTo>
                    <a:pt x="2409825" y="419100"/>
                  </a:lnTo>
                  <a:lnTo>
                    <a:pt x="2397708" y="419100"/>
                  </a:lnTo>
                  <a:lnTo>
                    <a:pt x="2385204" y="419100"/>
                  </a:lnTo>
                  <a:lnTo>
                    <a:pt x="2377784" y="419100"/>
                  </a:lnTo>
                  <a:lnTo>
                    <a:pt x="2366113" y="419100"/>
                  </a:lnTo>
                  <a:lnTo>
                    <a:pt x="2348425" y="419100"/>
                  </a:lnTo>
                  <a:lnTo>
                    <a:pt x="2341005" y="419100"/>
                  </a:lnTo>
                  <a:lnTo>
                    <a:pt x="2339237" y="419100"/>
                  </a:lnTo>
                  <a:lnTo>
                    <a:pt x="2329712" y="419100"/>
                  </a:lnTo>
                  <a:lnTo>
                    <a:pt x="2328501" y="419100"/>
                  </a:lnTo>
                  <a:lnTo>
                    <a:pt x="2314129" y="419100"/>
                  </a:lnTo>
                  <a:lnTo>
                    <a:pt x="2308515" y="419100"/>
                  </a:lnTo>
                  <a:lnTo>
                    <a:pt x="2302458" y="419100"/>
                  </a:lnTo>
                  <a:lnTo>
                    <a:pt x="2291722" y="419100"/>
                  </a:lnTo>
                  <a:lnTo>
                    <a:pt x="2282534" y="419100"/>
                  </a:lnTo>
                  <a:lnTo>
                    <a:pt x="2280429" y="419100"/>
                  </a:lnTo>
                  <a:lnTo>
                    <a:pt x="2273009" y="419100"/>
                  </a:lnTo>
                  <a:lnTo>
                    <a:pt x="2264846" y="419100"/>
                  </a:lnTo>
                  <a:lnTo>
                    <a:pt x="2259232" y="419100"/>
                  </a:lnTo>
                  <a:lnTo>
                    <a:pt x="2257426" y="419100"/>
                  </a:lnTo>
                  <a:lnTo>
                    <a:pt x="2251812" y="419100"/>
                  </a:lnTo>
                  <a:lnTo>
                    <a:pt x="2245755" y="419100"/>
                  </a:lnTo>
                  <a:lnTo>
                    <a:pt x="2234462" y="419100"/>
                  </a:lnTo>
                  <a:lnTo>
                    <a:pt x="2224936" y="419100"/>
                  </a:lnTo>
                  <a:lnTo>
                    <a:pt x="2223726" y="419100"/>
                  </a:lnTo>
                  <a:lnTo>
                    <a:pt x="2218879" y="419100"/>
                  </a:lnTo>
                  <a:lnTo>
                    <a:pt x="2213265" y="419100"/>
                  </a:lnTo>
                  <a:lnTo>
                    <a:pt x="2209354" y="419100"/>
                  </a:lnTo>
                  <a:lnTo>
                    <a:pt x="2208143" y="419100"/>
                  </a:lnTo>
                  <a:lnTo>
                    <a:pt x="2202529" y="419100"/>
                  </a:lnTo>
                  <a:lnTo>
                    <a:pt x="2188157" y="419100"/>
                  </a:lnTo>
                  <a:lnTo>
                    <a:pt x="2177759" y="419100"/>
                  </a:lnTo>
                  <a:lnTo>
                    <a:pt x="2175653" y="419100"/>
                  </a:lnTo>
                  <a:lnTo>
                    <a:pt x="2168233" y="419100"/>
                  </a:lnTo>
                  <a:lnTo>
                    <a:pt x="2162176" y="419100"/>
                  </a:lnTo>
                  <a:lnTo>
                    <a:pt x="2160071" y="419100"/>
                  </a:lnTo>
                  <a:lnTo>
                    <a:pt x="2156562" y="419100"/>
                  </a:lnTo>
                  <a:lnTo>
                    <a:pt x="2152651" y="419100"/>
                  </a:lnTo>
                  <a:lnTo>
                    <a:pt x="2138874" y="419100"/>
                  </a:lnTo>
                  <a:lnTo>
                    <a:pt x="2131454" y="419100"/>
                  </a:lnTo>
                  <a:lnTo>
                    <a:pt x="2129686" y="419100"/>
                  </a:lnTo>
                  <a:lnTo>
                    <a:pt x="2120161" y="419100"/>
                  </a:lnTo>
                  <a:lnTo>
                    <a:pt x="2118950" y="419100"/>
                  </a:lnTo>
                  <a:lnTo>
                    <a:pt x="2114104" y="419100"/>
                  </a:lnTo>
                  <a:lnTo>
                    <a:pt x="2104578" y="419100"/>
                  </a:lnTo>
                  <a:lnTo>
                    <a:pt x="2103368" y="419100"/>
                  </a:lnTo>
                  <a:lnTo>
                    <a:pt x="2092907" y="419100"/>
                  </a:lnTo>
                  <a:lnTo>
                    <a:pt x="2082171" y="419100"/>
                  </a:lnTo>
                  <a:lnTo>
                    <a:pt x="2072983" y="419100"/>
                  </a:lnTo>
                  <a:lnTo>
                    <a:pt x="2070878" y="419100"/>
                  </a:lnTo>
                  <a:lnTo>
                    <a:pt x="2063458" y="419100"/>
                  </a:lnTo>
                  <a:lnTo>
                    <a:pt x="2057401" y="419100"/>
                  </a:lnTo>
                  <a:lnTo>
                    <a:pt x="2055295" y="419100"/>
                  </a:lnTo>
                  <a:lnTo>
                    <a:pt x="2047875" y="419100"/>
                  </a:lnTo>
                  <a:lnTo>
                    <a:pt x="2036204" y="419100"/>
                  </a:lnTo>
                  <a:lnTo>
                    <a:pt x="2024911" y="419100"/>
                  </a:lnTo>
                  <a:lnTo>
                    <a:pt x="2014175" y="419100"/>
                  </a:lnTo>
                  <a:lnTo>
                    <a:pt x="2009328" y="419100"/>
                  </a:lnTo>
                  <a:lnTo>
                    <a:pt x="1999803" y="419100"/>
                  </a:lnTo>
                  <a:lnTo>
                    <a:pt x="1998592" y="419100"/>
                  </a:lnTo>
                  <a:lnTo>
                    <a:pt x="1968208" y="419100"/>
                  </a:lnTo>
                  <a:lnTo>
                    <a:pt x="1952625" y="419100"/>
                  </a:lnTo>
                  <a:lnTo>
                    <a:pt x="1950520" y="419100"/>
                  </a:lnTo>
                  <a:lnTo>
                    <a:pt x="1943100" y="419100"/>
                  </a:lnTo>
                  <a:lnTo>
                    <a:pt x="1904553" y="419100"/>
                  </a:lnTo>
                  <a:lnTo>
                    <a:pt x="1893817" y="419100"/>
                  </a:lnTo>
                  <a:lnTo>
                    <a:pt x="1872512" y="419100"/>
                  </a:lnTo>
                  <a:lnTo>
                    <a:pt x="1847850" y="419100"/>
                  </a:lnTo>
                  <a:lnTo>
                    <a:pt x="1823229" y="419100"/>
                  </a:lnTo>
                  <a:lnTo>
                    <a:pt x="1815809" y="419100"/>
                  </a:lnTo>
                  <a:lnTo>
                    <a:pt x="1777262" y="419100"/>
                  </a:lnTo>
                  <a:lnTo>
                    <a:pt x="1766526" y="419100"/>
                  </a:lnTo>
                  <a:lnTo>
                    <a:pt x="1752154" y="419100"/>
                  </a:lnTo>
                  <a:lnTo>
                    <a:pt x="1720559" y="419100"/>
                  </a:lnTo>
                  <a:lnTo>
                    <a:pt x="1702871" y="419100"/>
                  </a:lnTo>
                  <a:lnTo>
                    <a:pt x="1695451" y="419100"/>
                  </a:lnTo>
                  <a:lnTo>
                    <a:pt x="1662961" y="419100"/>
                  </a:lnTo>
                  <a:lnTo>
                    <a:pt x="1656904" y="419100"/>
                  </a:lnTo>
                  <a:lnTo>
                    <a:pt x="1646168" y="419100"/>
                  </a:lnTo>
                  <a:lnTo>
                    <a:pt x="1613678" y="419100"/>
                  </a:lnTo>
                  <a:lnTo>
                    <a:pt x="1606258" y="419100"/>
                  </a:lnTo>
                  <a:lnTo>
                    <a:pt x="1600201" y="419100"/>
                  </a:lnTo>
                  <a:lnTo>
                    <a:pt x="1584616" y="419100"/>
                  </a:lnTo>
                  <a:lnTo>
                    <a:pt x="1567711" y="419100"/>
                  </a:lnTo>
                  <a:lnTo>
                    <a:pt x="1556975" y="419100"/>
                  </a:lnTo>
                  <a:lnTo>
                    <a:pt x="1542603" y="419100"/>
                  </a:lnTo>
                  <a:lnTo>
                    <a:pt x="1535333" y="419100"/>
                  </a:lnTo>
                  <a:lnTo>
                    <a:pt x="1527913" y="419100"/>
                  </a:lnTo>
                  <a:lnTo>
                    <a:pt x="1511008" y="419100"/>
                  </a:lnTo>
                  <a:lnTo>
                    <a:pt x="1493320" y="419100"/>
                  </a:lnTo>
                  <a:lnTo>
                    <a:pt x="1489366" y="419100"/>
                  </a:lnTo>
                  <a:lnTo>
                    <a:pt x="1485900" y="419100"/>
                  </a:lnTo>
                  <a:lnTo>
                    <a:pt x="1478630" y="419100"/>
                  </a:lnTo>
                  <a:lnTo>
                    <a:pt x="1464258" y="419100"/>
                  </a:lnTo>
                  <a:lnTo>
                    <a:pt x="1447353" y="419100"/>
                  </a:lnTo>
                  <a:lnTo>
                    <a:pt x="1436617" y="419100"/>
                  </a:lnTo>
                  <a:lnTo>
                    <a:pt x="1432663" y="419100"/>
                  </a:lnTo>
                  <a:lnTo>
                    <a:pt x="1414975" y="419100"/>
                  </a:lnTo>
                  <a:lnTo>
                    <a:pt x="1407555" y="419100"/>
                  </a:lnTo>
                  <a:lnTo>
                    <a:pt x="1390650" y="419100"/>
                  </a:lnTo>
                  <a:lnTo>
                    <a:pt x="1375065" y="419100"/>
                  </a:lnTo>
                  <a:lnTo>
                    <a:pt x="1369008" y="419100"/>
                  </a:lnTo>
                  <a:lnTo>
                    <a:pt x="1358272" y="419100"/>
                  </a:lnTo>
                  <a:lnTo>
                    <a:pt x="1325782" y="419100"/>
                  </a:lnTo>
                  <a:lnTo>
                    <a:pt x="1318362" y="419100"/>
                  </a:lnTo>
                  <a:lnTo>
                    <a:pt x="1312305" y="419100"/>
                  </a:lnTo>
                  <a:lnTo>
                    <a:pt x="1279815" y="419100"/>
                  </a:lnTo>
                  <a:lnTo>
                    <a:pt x="1269079" y="419100"/>
                  </a:lnTo>
                  <a:lnTo>
                    <a:pt x="1254707" y="419100"/>
                  </a:lnTo>
                  <a:lnTo>
                    <a:pt x="1223112" y="419100"/>
                  </a:lnTo>
                  <a:lnTo>
                    <a:pt x="1205424" y="419100"/>
                  </a:lnTo>
                  <a:lnTo>
                    <a:pt x="1198004" y="419100"/>
                  </a:lnTo>
                  <a:lnTo>
                    <a:pt x="1159457" y="419100"/>
                  </a:lnTo>
                  <a:lnTo>
                    <a:pt x="1148721" y="419100"/>
                  </a:lnTo>
                  <a:lnTo>
                    <a:pt x="1127416" y="419100"/>
                  </a:lnTo>
                  <a:lnTo>
                    <a:pt x="1102754" y="419100"/>
                  </a:lnTo>
                  <a:lnTo>
                    <a:pt x="1078133" y="419100"/>
                  </a:lnTo>
                  <a:lnTo>
                    <a:pt x="1070713" y="419100"/>
                  </a:lnTo>
                  <a:lnTo>
                    <a:pt x="1032166" y="419100"/>
                  </a:lnTo>
                  <a:lnTo>
                    <a:pt x="1021430" y="419100"/>
                  </a:lnTo>
                  <a:lnTo>
                    <a:pt x="1007058" y="419100"/>
                  </a:lnTo>
                  <a:lnTo>
                    <a:pt x="975463" y="419100"/>
                  </a:lnTo>
                  <a:lnTo>
                    <a:pt x="957775" y="419100"/>
                  </a:lnTo>
                  <a:lnTo>
                    <a:pt x="950355" y="419100"/>
                  </a:lnTo>
                  <a:lnTo>
                    <a:pt x="939062" y="419100"/>
                  </a:lnTo>
                  <a:lnTo>
                    <a:pt x="917865" y="419100"/>
                  </a:lnTo>
                  <a:lnTo>
                    <a:pt x="911808" y="419100"/>
                  </a:lnTo>
                  <a:lnTo>
                    <a:pt x="901072" y="419100"/>
                  </a:lnTo>
                  <a:lnTo>
                    <a:pt x="889779" y="419100"/>
                  </a:lnTo>
                  <a:lnTo>
                    <a:pt x="882359" y="419100"/>
                  </a:lnTo>
                  <a:lnTo>
                    <a:pt x="868582" y="419100"/>
                  </a:lnTo>
                  <a:lnTo>
                    <a:pt x="861162" y="419100"/>
                  </a:lnTo>
                  <a:lnTo>
                    <a:pt x="855105" y="419100"/>
                  </a:lnTo>
                  <a:lnTo>
                    <a:pt x="843812" y="419100"/>
                  </a:lnTo>
                  <a:lnTo>
                    <a:pt x="833076" y="419100"/>
                  </a:lnTo>
                  <a:lnTo>
                    <a:pt x="822615" y="419100"/>
                  </a:lnTo>
                  <a:lnTo>
                    <a:pt x="818704" y="419100"/>
                  </a:lnTo>
                  <a:lnTo>
                    <a:pt x="811879" y="419100"/>
                  </a:lnTo>
                  <a:lnTo>
                    <a:pt x="797507" y="419100"/>
                  </a:lnTo>
                  <a:lnTo>
                    <a:pt x="787109" y="419100"/>
                  </a:lnTo>
                  <a:lnTo>
                    <a:pt x="769421" y="419100"/>
                  </a:lnTo>
                  <a:lnTo>
                    <a:pt x="765912" y="419100"/>
                  </a:lnTo>
                  <a:lnTo>
                    <a:pt x="762001" y="419100"/>
                  </a:lnTo>
                  <a:lnTo>
                    <a:pt x="748224" y="419100"/>
                  </a:lnTo>
                  <a:lnTo>
                    <a:pt x="740804" y="419100"/>
                  </a:lnTo>
                  <a:lnTo>
                    <a:pt x="729511" y="419100"/>
                  </a:lnTo>
                  <a:lnTo>
                    <a:pt x="723454" y="419100"/>
                  </a:lnTo>
                  <a:lnTo>
                    <a:pt x="712718" y="419100"/>
                  </a:lnTo>
                  <a:lnTo>
                    <a:pt x="702257" y="419100"/>
                  </a:lnTo>
                  <a:lnTo>
                    <a:pt x="691521" y="419100"/>
                  </a:lnTo>
                  <a:lnTo>
                    <a:pt x="680228" y="419100"/>
                  </a:lnTo>
                  <a:lnTo>
                    <a:pt x="672808" y="419100"/>
                  </a:lnTo>
                  <a:lnTo>
                    <a:pt x="666751" y="419100"/>
                  </a:lnTo>
                  <a:lnTo>
                    <a:pt x="645554" y="419100"/>
                  </a:lnTo>
                  <a:lnTo>
                    <a:pt x="634261" y="419100"/>
                  </a:lnTo>
                  <a:lnTo>
                    <a:pt x="623525" y="419100"/>
                  </a:lnTo>
                  <a:lnTo>
                    <a:pt x="609153" y="419100"/>
                  </a:lnTo>
                  <a:lnTo>
                    <a:pt x="577558" y="419100"/>
                  </a:lnTo>
                  <a:lnTo>
                    <a:pt x="559870" y="419100"/>
                  </a:lnTo>
                  <a:lnTo>
                    <a:pt x="552450" y="419100"/>
                  </a:lnTo>
                  <a:lnTo>
                    <a:pt x="513903" y="419100"/>
                  </a:lnTo>
                  <a:lnTo>
                    <a:pt x="503167" y="419100"/>
                  </a:lnTo>
                  <a:lnTo>
                    <a:pt x="481862" y="419100"/>
                  </a:lnTo>
                  <a:lnTo>
                    <a:pt x="457200" y="419100"/>
                  </a:lnTo>
                  <a:lnTo>
                    <a:pt x="432579" y="419100"/>
                  </a:lnTo>
                  <a:lnTo>
                    <a:pt x="425159" y="419100"/>
                  </a:lnTo>
                  <a:lnTo>
                    <a:pt x="386612" y="419100"/>
                  </a:lnTo>
                  <a:lnTo>
                    <a:pt x="375876" y="419100"/>
                  </a:lnTo>
                  <a:lnTo>
                    <a:pt x="361504" y="419100"/>
                  </a:lnTo>
                  <a:lnTo>
                    <a:pt x="329909" y="419100"/>
                  </a:lnTo>
                  <a:lnTo>
                    <a:pt x="312221" y="419100"/>
                  </a:lnTo>
                  <a:lnTo>
                    <a:pt x="304801" y="419100"/>
                  </a:lnTo>
                  <a:lnTo>
                    <a:pt x="272311" y="419100"/>
                  </a:lnTo>
                  <a:lnTo>
                    <a:pt x="266254" y="419100"/>
                  </a:lnTo>
                  <a:lnTo>
                    <a:pt x="255518" y="419100"/>
                  </a:lnTo>
                  <a:lnTo>
                    <a:pt x="223028" y="419100"/>
                  </a:lnTo>
                  <a:lnTo>
                    <a:pt x="215608" y="419100"/>
                  </a:lnTo>
                  <a:lnTo>
                    <a:pt x="209551" y="419100"/>
                  </a:lnTo>
                  <a:lnTo>
                    <a:pt x="177061" y="419100"/>
                  </a:lnTo>
                  <a:lnTo>
                    <a:pt x="166325" y="419100"/>
                  </a:lnTo>
                  <a:lnTo>
                    <a:pt x="151953" y="419100"/>
                  </a:lnTo>
                  <a:lnTo>
                    <a:pt x="120358" y="419100"/>
                  </a:lnTo>
                  <a:lnTo>
                    <a:pt x="102670" y="419100"/>
                  </a:lnTo>
                  <a:lnTo>
                    <a:pt x="95250" y="419100"/>
                  </a:lnTo>
                  <a:lnTo>
                    <a:pt x="56703" y="419100"/>
                  </a:lnTo>
                  <a:lnTo>
                    <a:pt x="45967" y="419100"/>
                  </a:lnTo>
                  <a:lnTo>
                    <a:pt x="0" y="419100"/>
                  </a:lnTo>
                  <a:close/>
                </a:path>
              </a:pathLst>
            </a:custGeom>
            <a:solidFill>
              <a:srgbClr val="305686"/>
            </a:solidFill>
            <a:ln w="12700" cap="flat" cmpd="sng" algn="ctr">
              <a:noFill/>
              <a:prstDash val="solid"/>
              <a:miter lim="800000"/>
            </a:ln>
            <a:effectLst/>
          </p:spPr>
          <p:txBody>
            <a:bodyPr rtlCol="0" anchor="ctr"/>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nvGrpSpPr>
            <p:cNvPr id="12" name="组合 11"/>
            <p:cNvGrpSpPr/>
            <p:nvPr/>
          </p:nvGrpSpPr>
          <p:grpSpPr>
            <a:xfrm>
              <a:off x="418" y="2067"/>
              <a:ext cx="1655" cy="838"/>
              <a:chOff x="-391195" y="-1"/>
              <a:chExt cx="1697596" cy="866775"/>
            </a:xfrm>
            <a:solidFill>
              <a:srgbClr val="F5F5F5"/>
            </a:solidFill>
          </p:grpSpPr>
          <p:sp>
            <p:nvSpPr>
              <p:cNvPr id="13" name="任意多边形 17"/>
              <p:cNvSpPr/>
              <p:nvPr/>
            </p:nvSpPr>
            <p:spPr>
              <a:xfrm>
                <a:off x="238265"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4" name="任意多边形 18"/>
              <p:cNvSpPr/>
              <p:nvPr/>
            </p:nvSpPr>
            <p:spPr>
              <a:xfrm>
                <a:off x="421807"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5" name="任意多边形 19"/>
              <p:cNvSpPr/>
              <p:nvPr/>
            </p:nvSpPr>
            <p:spPr>
              <a:xfrm>
                <a:off x="605349"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6" name="任意多边形 26"/>
              <p:cNvSpPr/>
              <p:nvPr/>
            </p:nvSpPr>
            <p:spPr>
              <a:xfrm>
                <a:off x="788891"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7" name="任意多边形 27"/>
              <p:cNvSpPr/>
              <p:nvPr/>
            </p:nvSpPr>
            <p:spPr>
              <a:xfrm>
                <a:off x="972434"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 name="任意多边形 28"/>
              <p:cNvSpPr/>
              <p:nvPr/>
            </p:nvSpPr>
            <p:spPr>
              <a:xfrm>
                <a:off x="-391195" y="-1"/>
                <a:ext cx="779885" cy="866775"/>
              </a:xfrm>
              <a:custGeom>
                <a:avLst/>
                <a:gdLst>
                  <a:gd name="connsiteX0" fmla="*/ 167467 w 602715"/>
                  <a:gd name="connsiteY0" fmla="*/ 0 h 669866"/>
                  <a:gd name="connsiteX1" fmla="*/ 240938 w 602715"/>
                  <a:gd name="connsiteY1" fmla="*/ 0 h 669866"/>
                  <a:gd name="connsiteX2" fmla="*/ 258098 w 602715"/>
                  <a:gd name="connsiteY2" fmla="*/ 0 h 669866"/>
                  <a:gd name="connsiteX3" fmla="*/ 319710 w 602715"/>
                  <a:gd name="connsiteY3" fmla="*/ 0 h 669866"/>
                  <a:gd name="connsiteX4" fmla="*/ 331569 w 602715"/>
                  <a:gd name="connsiteY4" fmla="*/ 0 h 669866"/>
                  <a:gd name="connsiteX5" fmla="*/ 359841 w 602715"/>
                  <a:gd name="connsiteY5" fmla="*/ 0 h 669866"/>
                  <a:gd name="connsiteX6" fmla="*/ 410341 w 602715"/>
                  <a:gd name="connsiteY6" fmla="*/ 0 h 669866"/>
                  <a:gd name="connsiteX7" fmla="*/ 433312 w 602715"/>
                  <a:gd name="connsiteY7" fmla="*/ 0 h 669866"/>
                  <a:gd name="connsiteX8" fmla="*/ 450472 w 602715"/>
                  <a:gd name="connsiteY8" fmla="*/ 0 h 669866"/>
                  <a:gd name="connsiteX9" fmla="*/ 512084 w 602715"/>
                  <a:gd name="connsiteY9" fmla="*/ 0 h 669866"/>
                  <a:gd name="connsiteX10" fmla="*/ 523943 w 602715"/>
                  <a:gd name="connsiteY10" fmla="*/ 0 h 669866"/>
                  <a:gd name="connsiteX11" fmla="*/ 602715 w 602715"/>
                  <a:gd name="connsiteY11" fmla="*/ 0 h 669866"/>
                  <a:gd name="connsiteX12" fmla="*/ 435248 w 602715"/>
                  <a:gd name="connsiteY12" fmla="*/ 669866 h 669866"/>
                  <a:gd name="connsiteX13" fmla="*/ 356476 w 602715"/>
                  <a:gd name="connsiteY13" fmla="*/ 669866 h 669866"/>
                  <a:gd name="connsiteX14" fmla="*/ 344617 w 602715"/>
                  <a:gd name="connsiteY14" fmla="*/ 669866 h 669866"/>
                  <a:gd name="connsiteX15" fmla="*/ 283005 w 602715"/>
                  <a:gd name="connsiteY15" fmla="*/ 669866 h 669866"/>
                  <a:gd name="connsiteX16" fmla="*/ 265845 w 602715"/>
                  <a:gd name="connsiteY16" fmla="*/ 669866 h 669866"/>
                  <a:gd name="connsiteX17" fmla="*/ 242874 w 602715"/>
                  <a:gd name="connsiteY17" fmla="*/ 669866 h 669866"/>
                  <a:gd name="connsiteX18" fmla="*/ 192374 w 602715"/>
                  <a:gd name="connsiteY18" fmla="*/ 669866 h 669866"/>
                  <a:gd name="connsiteX19" fmla="*/ 164102 w 602715"/>
                  <a:gd name="connsiteY19" fmla="*/ 669866 h 669866"/>
                  <a:gd name="connsiteX20" fmla="*/ 152243 w 602715"/>
                  <a:gd name="connsiteY20" fmla="*/ 669866 h 669866"/>
                  <a:gd name="connsiteX21" fmla="*/ 90631 w 602715"/>
                  <a:gd name="connsiteY21" fmla="*/ 669866 h 669866"/>
                  <a:gd name="connsiteX22" fmla="*/ 73471 w 602715"/>
                  <a:gd name="connsiteY22" fmla="*/ 669866 h 669866"/>
                  <a:gd name="connsiteX23" fmla="*/ 0 w 602715"/>
                  <a:gd name="connsiteY23" fmla="*/ 669866 h 66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2715" h="669866">
                    <a:moveTo>
                      <a:pt x="167467" y="0"/>
                    </a:moveTo>
                    <a:lnTo>
                      <a:pt x="240938" y="0"/>
                    </a:lnTo>
                    <a:lnTo>
                      <a:pt x="258098" y="0"/>
                    </a:lnTo>
                    <a:lnTo>
                      <a:pt x="319710" y="0"/>
                    </a:lnTo>
                    <a:lnTo>
                      <a:pt x="331569" y="0"/>
                    </a:lnTo>
                    <a:lnTo>
                      <a:pt x="359841" y="0"/>
                    </a:lnTo>
                    <a:lnTo>
                      <a:pt x="410341" y="0"/>
                    </a:lnTo>
                    <a:lnTo>
                      <a:pt x="433312" y="0"/>
                    </a:lnTo>
                    <a:lnTo>
                      <a:pt x="450472" y="0"/>
                    </a:lnTo>
                    <a:lnTo>
                      <a:pt x="512084" y="0"/>
                    </a:lnTo>
                    <a:lnTo>
                      <a:pt x="523943" y="0"/>
                    </a:lnTo>
                    <a:lnTo>
                      <a:pt x="602715" y="0"/>
                    </a:lnTo>
                    <a:lnTo>
                      <a:pt x="435248" y="669866"/>
                    </a:lnTo>
                    <a:lnTo>
                      <a:pt x="356476" y="669866"/>
                    </a:lnTo>
                    <a:lnTo>
                      <a:pt x="344617" y="669866"/>
                    </a:lnTo>
                    <a:lnTo>
                      <a:pt x="283005" y="669866"/>
                    </a:lnTo>
                    <a:lnTo>
                      <a:pt x="265845" y="669866"/>
                    </a:lnTo>
                    <a:lnTo>
                      <a:pt x="242874" y="669866"/>
                    </a:lnTo>
                    <a:lnTo>
                      <a:pt x="192374" y="669866"/>
                    </a:lnTo>
                    <a:lnTo>
                      <a:pt x="164102" y="669866"/>
                    </a:lnTo>
                    <a:lnTo>
                      <a:pt x="152243" y="669866"/>
                    </a:lnTo>
                    <a:lnTo>
                      <a:pt x="90631" y="669866"/>
                    </a:lnTo>
                    <a:lnTo>
                      <a:pt x="73471" y="669866"/>
                    </a:lnTo>
                    <a:lnTo>
                      <a:pt x="0" y="669866"/>
                    </a:lnTo>
                    <a:close/>
                  </a:path>
                </a:pathLst>
              </a:custGeom>
              <a:grpFill/>
              <a:ln w="12700" cap="flat" cmpd="sng" algn="ctr">
                <a:noFill/>
                <a:prstDash val="solid"/>
                <a:miter lim="800000"/>
              </a:ln>
              <a:effectLst/>
            </p:spPr>
            <p:txBody>
              <a:bodyPr rtlCol="0" anchor="ctr"/>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sp>
          <p:nvSpPr>
            <p:cNvPr id="11274" name="Text Box 7"/>
            <p:cNvSpPr txBox="1"/>
            <p:nvPr/>
          </p:nvSpPr>
          <p:spPr>
            <a:xfrm>
              <a:off x="2170" y="1961"/>
              <a:ext cx="12428" cy="918"/>
            </a:xfrm>
            <a:prstGeom prst="rect">
              <a:avLst/>
            </a:prstGeom>
            <a:noFill/>
            <a:ln w="9525">
              <a:noFill/>
            </a:ln>
          </p:spPr>
          <p:txBody>
            <a:bodyPr wrap="square" anchor="t" anchorCtr="0">
              <a:spAutoFit/>
            </a:bodyPr>
            <a:p>
              <a:pPr>
                <a:buSzTx/>
              </a:pPr>
              <a:r>
                <a:rPr lang="en-US" altLang="zh-CN" sz="3200" b="1" dirty="0">
                  <a:solidFill>
                    <a:schemeClr val="bg1"/>
                  </a:solidFill>
                  <a:latin typeface="微软雅黑" panose="020B0503020204020204" charset="-122"/>
                  <a:ea typeface="微软雅黑" panose="020B0503020204020204" charset="-122"/>
                </a:rPr>
                <a:t>4.1</a:t>
              </a:r>
              <a:r>
                <a:rPr lang="zh-CN" altLang="en-US" sz="3200" b="1" dirty="0">
                  <a:solidFill>
                    <a:schemeClr val="bg1"/>
                  </a:solidFill>
                  <a:latin typeface="微软雅黑" panose="020B0503020204020204" charset="-122"/>
                  <a:ea typeface="微软雅黑" panose="020B0503020204020204" charset="-122"/>
                </a:rPr>
                <a:t>简谐振动的特征量及其描述</a:t>
              </a:r>
              <a:endParaRPr lang="zh-CN" altLang="en-US" sz="3200" b="1" dirty="0">
                <a:solidFill>
                  <a:schemeClr val="bg1"/>
                </a:solidFill>
                <a:latin typeface="微软雅黑" panose="020B0503020204020204" charset="-122"/>
                <a:ea typeface="微软雅黑" panose="020B0503020204020204" charset="-122"/>
              </a:endParaRPr>
            </a:p>
          </p:txBody>
        </p:sp>
      </p:grpSp>
      <p:cxnSp>
        <p:nvCxnSpPr>
          <p:cNvPr id="8" name="直接连接符 7"/>
          <p:cNvCxnSpPr/>
          <p:nvPr/>
        </p:nvCxnSpPr>
        <p:spPr>
          <a:xfrm>
            <a:off x="1217613" y="884238"/>
            <a:ext cx="7920037" cy="0"/>
          </a:xfrm>
          <a:prstGeom prst="line">
            <a:avLst/>
          </a:prstGeom>
          <a:ln w="28575" cap="flat" cmpd="sng">
            <a:solidFill>
              <a:srgbClr val="315985"/>
            </a:solidFill>
            <a:prstDash val="solid"/>
            <a:miter/>
            <a:headEnd type="none" w="med" len="med"/>
            <a:tailEnd type="none" w="med" len="med"/>
          </a:ln>
        </p:spPr>
      </p:cxnSp>
      <p:pic>
        <p:nvPicPr>
          <p:cNvPr id="11276" name="图片 2" descr="4-6 弹簧振子"/>
          <p:cNvPicPr>
            <a:picLocks noChangeAspect="1"/>
          </p:cNvPicPr>
          <p:nvPr/>
        </p:nvPicPr>
        <p:blipFill>
          <a:blip r:embed="rId3"/>
          <a:stretch>
            <a:fillRect/>
          </a:stretch>
        </p:blipFill>
        <p:spPr>
          <a:xfrm>
            <a:off x="4708525" y="1135063"/>
            <a:ext cx="3035300" cy="9477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0"/>
                                  </p:stCondLst>
                                  <p:childTnLst>
                                    <p:set>
                                      <p:cBhvr>
                                        <p:cTn id="6" dur="1" fill="hold">
                                          <p:stCondLst>
                                            <p:cond delay="0"/>
                                          </p:stCondLst>
                                        </p:cTn>
                                        <p:tgtEl>
                                          <p:spTgt spid="113714">
                                            <p:txEl>
                                              <p:charRg st="0" end="46"/>
                                            </p:txEl>
                                          </p:spTgt>
                                        </p:tgtEl>
                                        <p:attrNameLst>
                                          <p:attrName>style.visibility</p:attrName>
                                        </p:attrNameLst>
                                      </p:cBhvr>
                                      <p:to>
                                        <p:strVal val="visible"/>
                                      </p:to>
                                    </p:set>
                                    <p:animEffect transition="in" filter="blinds(vertical)">
                                      <p:cBhvr>
                                        <p:cTn id="7" dur="500"/>
                                        <p:tgtEl>
                                          <p:spTgt spid="113714">
                                            <p:txEl>
                                              <p:charRg st="0" end="46"/>
                                            </p:txEl>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3715"/>
                                        </p:tgtEl>
                                        <p:attrNameLst>
                                          <p:attrName>style.visibility</p:attrName>
                                        </p:attrNameLst>
                                      </p:cBhvr>
                                      <p:to>
                                        <p:strVal val="visible"/>
                                      </p:to>
                                    </p:set>
                                    <p:animEffect transition="in" filter="blinds(horizontal)">
                                      <p:cBhvr>
                                        <p:cTn id="11" dur="500"/>
                                        <p:tgtEl>
                                          <p:spTgt spid="113715"/>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113716"/>
                                        </p:tgtEl>
                                        <p:attrNameLst>
                                          <p:attrName>style.visibility</p:attrName>
                                        </p:attrNameLst>
                                      </p:cBhvr>
                                      <p:to>
                                        <p:strVal val="visible"/>
                                      </p:to>
                                    </p:se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13718"/>
                                        </p:tgtEl>
                                        <p:attrNameLst>
                                          <p:attrName>style.visibility</p:attrName>
                                        </p:attrNameLst>
                                      </p:cBhvr>
                                      <p:to>
                                        <p:strVal val="visible"/>
                                      </p:to>
                                    </p:set>
                                    <p:animEffect transition="in" filter="wipe(left)">
                                      <p:cBhvr>
                                        <p:cTn id="18" dur="500"/>
                                        <p:tgtEl>
                                          <p:spTgt spid="113718"/>
                                        </p:tgtEl>
                                      </p:cBhvr>
                                    </p:animEffect>
                                  </p:childTnLst>
                                </p:cTn>
                              </p:par>
                            </p:childTnLst>
                          </p:cTn>
                        </p:par>
                        <p:par>
                          <p:cTn id="19" fill="hold">
                            <p:stCondLst>
                              <p:cond delay="1500"/>
                            </p:stCondLst>
                            <p:childTnLst>
                              <p:par>
                                <p:cTn id="20" presetID="22" presetClass="entr" presetSubtype="2"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right)">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714" grpId="0" build="p"/>
      <p:bldP spid="113715" grpId="0"/>
      <p:bldP spid="1137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79205" name="Text Box 5"/>
          <p:cNvSpPr txBox="1"/>
          <p:nvPr/>
        </p:nvSpPr>
        <p:spPr>
          <a:xfrm>
            <a:off x="2298700" y="1501775"/>
            <a:ext cx="4724400" cy="519113"/>
          </a:xfrm>
          <a:prstGeom prst="rect">
            <a:avLst/>
          </a:prstGeom>
          <a:noFill/>
          <a:ln w="9525">
            <a:noFill/>
          </a:ln>
        </p:spPr>
        <p:txBody>
          <a:bodyPr anchor="t" anchorCtr="0">
            <a:spAutoFit/>
          </a:bodyPr>
          <a:p>
            <a:r>
              <a:rPr lang="zh-CN" altLang="en-US" sz="2800" b="1" dirty="0">
                <a:latin typeface="Times New Roman" panose="02020603050405020304" pitchFamily="18" charset="0"/>
                <a:ea typeface="宋体" panose="02010600030101010101" pitchFamily="2" charset="-122"/>
              </a:rPr>
              <a:t>离开平衡位置的最大位移。</a:t>
            </a:r>
            <a:endParaRPr lang="zh-CN" altLang="en-US" sz="2800" b="1" dirty="0">
              <a:latin typeface="Times New Roman" panose="02020603050405020304" pitchFamily="18" charset="0"/>
              <a:ea typeface="宋体" panose="02010600030101010101" pitchFamily="2" charset="-122"/>
            </a:endParaRPr>
          </a:p>
        </p:txBody>
      </p:sp>
      <p:sp>
        <p:nvSpPr>
          <p:cNvPr id="179207" name="Text Box 7"/>
          <p:cNvSpPr txBox="1"/>
          <p:nvPr/>
        </p:nvSpPr>
        <p:spPr>
          <a:xfrm>
            <a:off x="792163" y="2222500"/>
            <a:ext cx="1785937" cy="522288"/>
          </a:xfrm>
          <a:prstGeom prst="rect">
            <a:avLst/>
          </a:prstGeom>
          <a:noFill/>
          <a:ln w="9525">
            <a:noFill/>
          </a:ln>
        </p:spPr>
        <p:txBody>
          <a:bodyPr wrap="square" anchor="t" anchorCtr="0">
            <a:spAutoFit/>
          </a:bodyPr>
          <a:p>
            <a:r>
              <a:rPr lang="zh-CN" altLang="en-US" sz="2800" b="1" dirty="0">
                <a:solidFill>
                  <a:schemeClr val="accent2"/>
                </a:solidFill>
                <a:latin typeface="Times New Roman" panose="02020603050405020304" pitchFamily="18" charset="0"/>
                <a:ea typeface="宋体" panose="02010600030101010101" pitchFamily="2" charset="-122"/>
              </a:rPr>
              <a:t>圆频率</a:t>
            </a:r>
            <a:r>
              <a:rPr lang="zh-CN" altLang="en-US" sz="2800" b="1" i="1" dirty="0">
                <a:solidFill>
                  <a:schemeClr val="accent2"/>
                </a:solidFill>
                <a:latin typeface="Times New Roman" panose="02020603050405020304" pitchFamily="18" charset="0"/>
                <a:ea typeface="宋体" panose="02010600030101010101" pitchFamily="2" charset="-122"/>
                <a:sym typeface="Symbol" panose="05050102010706020507" charset="0"/>
              </a:rPr>
              <a:t></a:t>
            </a:r>
            <a:r>
              <a:rPr lang="zh-CN" altLang="en-US" sz="2800" b="1" dirty="0">
                <a:latin typeface="Times New Roman" panose="02020603050405020304" pitchFamily="18" charset="0"/>
                <a:ea typeface="宋体" panose="02010600030101010101" pitchFamily="2" charset="-122"/>
              </a:rPr>
              <a:t>：</a:t>
            </a:r>
            <a:endParaRPr lang="zh-CN" altLang="en-US" sz="2800" b="1" dirty="0">
              <a:latin typeface="Times New Roman" panose="02020603050405020304" pitchFamily="18" charset="0"/>
              <a:ea typeface="宋体" panose="02010600030101010101" pitchFamily="2" charset="-122"/>
            </a:endParaRPr>
          </a:p>
        </p:txBody>
      </p:sp>
      <p:graphicFrame>
        <p:nvGraphicFramePr>
          <p:cNvPr id="179208" name="Object 8"/>
          <p:cNvGraphicFramePr>
            <a:graphicFrameLocks noChangeAspect="1"/>
          </p:cNvGraphicFramePr>
          <p:nvPr/>
        </p:nvGraphicFramePr>
        <p:xfrm>
          <a:off x="2368550" y="2228850"/>
          <a:ext cx="4735513" cy="522288"/>
        </p:xfrm>
        <a:graphic>
          <a:graphicData uri="http://schemas.openxmlformats.org/presentationml/2006/ole">
            <mc:AlternateContent xmlns:mc="http://schemas.openxmlformats.org/markup-compatibility/2006">
              <mc:Choice xmlns:v="urn:schemas-microsoft-com:vml" Requires="v">
                <p:oleObj spid="_x0000_s3078" name="" r:id="rId1" imgW="1803400" imgH="203200" progId="Equation.3">
                  <p:embed/>
                </p:oleObj>
              </mc:Choice>
              <mc:Fallback>
                <p:oleObj name="" r:id="rId1" imgW="1803400" imgH="203200" progId="Equation.3">
                  <p:embed/>
                  <p:pic>
                    <p:nvPicPr>
                      <p:cNvPr id="0" name="图片 3077"/>
                      <p:cNvPicPr/>
                      <p:nvPr/>
                    </p:nvPicPr>
                    <p:blipFill>
                      <a:blip r:embed="rId2"/>
                      <a:stretch>
                        <a:fillRect/>
                      </a:stretch>
                    </p:blipFill>
                    <p:spPr>
                      <a:xfrm>
                        <a:off x="2368550" y="2228850"/>
                        <a:ext cx="4735513" cy="522288"/>
                      </a:xfrm>
                      <a:prstGeom prst="rect">
                        <a:avLst/>
                      </a:prstGeom>
                      <a:noFill/>
                      <a:ln w="38100">
                        <a:noFill/>
                        <a:miter/>
                      </a:ln>
                    </p:spPr>
                  </p:pic>
                </p:oleObj>
              </mc:Fallback>
            </mc:AlternateContent>
          </a:graphicData>
        </a:graphic>
      </p:graphicFrame>
      <p:sp>
        <p:nvSpPr>
          <p:cNvPr id="179215" name="Text Box 15"/>
          <p:cNvSpPr txBox="1"/>
          <p:nvPr/>
        </p:nvSpPr>
        <p:spPr>
          <a:xfrm>
            <a:off x="7010400" y="2171700"/>
            <a:ext cx="1600200" cy="579438"/>
          </a:xfrm>
          <a:prstGeom prst="rect">
            <a:avLst/>
          </a:prstGeom>
          <a:noFill/>
          <a:ln w="9525">
            <a:noFill/>
          </a:ln>
        </p:spPr>
        <p:txBody>
          <a:bodyPr anchor="t" anchorCtr="0">
            <a:spAutoFit/>
          </a:bodyPr>
          <a:p>
            <a:r>
              <a:rPr lang="zh-CN" altLang="en-US" sz="3200" b="1" dirty="0">
                <a:solidFill>
                  <a:srgbClr val="FF0000"/>
                </a:solidFill>
                <a:latin typeface="Times New Roman" panose="02020603050405020304" pitchFamily="18" charset="0"/>
                <a:ea typeface="楷体_GB2312" pitchFamily="49" charset="-122"/>
              </a:rPr>
              <a:t>角频率</a:t>
            </a:r>
            <a:endParaRPr lang="zh-CN" altLang="en-US" sz="3200" b="1" dirty="0">
              <a:solidFill>
                <a:srgbClr val="FF0000"/>
              </a:solidFill>
              <a:latin typeface="Times New Roman" panose="02020603050405020304" pitchFamily="18" charset="0"/>
              <a:ea typeface="楷体_GB2312" pitchFamily="49" charset="-122"/>
            </a:endParaRPr>
          </a:p>
        </p:txBody>
      </p:sp>
      <p:sp>
        <p:nvSpPr>
          <p:cNvPr id="179224" name="Text Box 24"/>
          <p:cNvSpPr txBox="1"/>
          <p:nvPr/>
        </p:nvSpPr>
        <p:spPr>
          <a:xfrm>
            <a:off x="873125" y="1508125"/>
            <a:ext cx="1371600" cy="522288"/>
          </a:xfrm>
          <a:prstGeom prst="rect">
            <a:avLst/>
          </a:prstGeom>
          <a:noFill/>
          <a:ln w="9525">
            <a:noFill/>
          </a:ln>
        </p:spPr>
        <p:txBody>
          <a:bodyPr anchor="t" anchorCtr="0">
            <a:spAutoFit/>
          </a:bodyPr>
          <a:p>
            <a:r>
              <a:rPr lang="zh-CN" altLang="en-US" sz="2800" b="1" dirty="0">
                <a:solidFill>
                  <a:schemeClr val="accent2"/>
                </a:solidFill>
                <a:latin typeface="Times New Roman" panose="02020603050405020304" pitchFamily="18" charset="0"/>
                <a:ea typeface="宋体" panose="02010600030101010101" pitchFamily="2" charset="-122"/>
              </a:rPr>
              <a:t>振幅</a:t>
            </a:r>
            <a:r>
              <a:rPr lang="en-US" altLang="zh-CN" sz="2800" b="1" i="1" dirty="0">
                <a:solidFill>
                  <a:schemeClr val="accent2"/>
                </a:solidFill>
                <a:latin typeface="Times New Roman" panose="02020603050405020304" pitchFamily="18" charset="0"/>
                <a:ea typeface="宋体" panose="02010600030101010101" pitchFamily="2" charset="-122"/>
              </a:rPr>
              <a:t>A</a:t>
            </a: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graphicFrame>
        <p:nvGraphicFramePr>
          <p:cNvPr id="12295" name="Object 29"/>
          <p:cNvGraphicFramePr>
            <a:graphicFrameLocks noChangeAspect="1"/>
          </p:cNvGraphicFramePr>
          <p:nvPr/>
        </p:nvGraphicFramePr>
        <p:xfrm>
          <a:off x="1884363" y="744538"/>
          <a:ext cx="3468687" cy="693737"/>
        </p:xfrm>
        <a:graphic>
          <a:graphicData uri="http://schemas.openxmlformats.org/presentationml/2006/ole">
            <mc:AlternateContent xmlns:mc="http://schemas.openxmlformats.org/markup-compatibility/2006">
              <mc:Choice xmlns:v="urn:schemas-microsoft-com:vml" Requires="v">
                <p:oleObj spid="_x0000_s3077" name="" r:id="rId3" imgW="1143000" imgH="228600" progId="Equation.3">
                  <p:embed/>
                </p:oleObj>
              </mc:Choice>
              <mc:Fallback>
                <p:oleObj name="" r:id="rId3" imgW="1143000" imgH="228600" progId="Equation.3">
                  <p:embed/>
                  <p:pic>
                    <p:nvPicPr>
                      <p:cNvPr id="0" name="图片 3076"/>
                      <p:cNvPicPr/>
                      <p:nvPr/>
                    </p:nvPicPr>
                    <p:blipFill>
                      <a:blip r:embed="rId4"/>
                      <a:stretch>
                        <a:fillRect/>
                      </a:stretch>
                    </p:blipFill>
                    <p:spPr>
                      <a:xfrm>
                        <a:off x="1884363" y="744538"/>
                        <a:ext cx="3468687" cy="693737"/>
                      </a:xfrm>
                      <a:prstGeom prst="rect">
                        <a:avLst/>
                      </a:prstGeom>
                      <a:noFill/>
                      <a:ln w="38100">
                        <a:noFill/>
                        <a:miter/>
                      </a:ln>
                    </p:spPr>
                  </p:pic>
                </p:oleObj>
              </mc:Fallback>
            </mc:AlternateContent>
          </a:graphicData>
        </a:graphic>
      </p:graphicFrame>
      <p:sp>
        <p:nvSpPr>
          <p:cNvPr id="12296" name="Text Box 30"/>
          <p:cNvSpPr txBox="1"/>
          <p:nvPr/>
        </p:nvSpPr>
        <p:spPr>
          <a:xfrm>
            <a:off x="323850" y="234950"/>
            <a:ext cx="8226425" cy="522288"/>
          </a:xfrm>
          <a:prstGeom prst="rect">
            <a:avLst/>
          </a:prstGeom>
          <a:noFill/>
          <a:ln w="9525">
            <a:noFill/>
          </a:ln>
        </p:spPr>
        <p:txBody>
          <a:bodyPr wrap="square" anchor="t" anchorCtr="0">
            <a:spAutoFit/>
          </a:bodyPr>
          <a:p>
            <a:pPr algn="just"/>
            <a:r>
              <a:rPr lang="zh-CN" altLang="en-US" sz="2800" b="1" dirty="0">
                <a:solidFill>
                  <a:srgbClr val="254265"/>
                </a:solidFill>
                <a:latin typeface="微软雅黑" panose="020B0503020204020204" charset="-122"/>
                <a:ea typeface="微软雅黑" panose="020B0503020204020204" charset="-122"/>
              </a:rPr>
              <a:t>二、  简谐振动的特征量（振幅、周期、频率和相位）</a:t>
            </a:r>
            <a:endParaRPr lang="zh-CN" altLang="en-US" sz="2600" b="1" dirty="0">
              <a:solidFill>
                <a:srgbClr val="0000CC"/>
              </a:solidFill>
              <a:latin typeface="Times New Roman" panose="02020603050405020304" pitchFamily="18" charset="0"/>
              <a:ea typeface="宋体" panose="02010600030101010101" pitchFamily="2" charset="-122"/>
            </a:endParaRPr>
          </a:p>
        </p:txBody>
      </p:sp>
      <p:sp>
        <p:nvSpPr>
          <p:cNvPr id="2" name="Text Box 9"/>
          <p:cNvSpPr txBox="1"/>
          <p:nvPr/>
        </p:nvSpPr>
        <p:spPr>
          <a:xfrm>
            <a:off x="2209800" y="3778250"/>
            <a:ext cx="4822825" cy="522288"/>
          </a:xfrm>
          <a:prstGeom prst="rect">
            <a:avLst/>
          </a:prstGeom>
          <a:noFill/>
          <a:ln w="9525">
            <a:noFill/>
          </a:ln>
        </p:spPr>
        <p:txBody>
          <a:bodyPr wrap="square" anchor="t" anchorCtr="0">
            <a:spAutoFit/>
          </a:bodyPr>
          <a:p>
            <a:r>
              <a:rPr lang="zh-CN" altLang="en-US" sz="2800" b="1" dirty="0">
                <a:latin typeface="Times New Roman" panose="02020603050405020304" pitchFamily="18" charset="0"/>
                <a:ea typeface="宋体" panose="02010600030101010101" pitchFamily="2" charset="-122"/>
              </a:rPr>
              <a:t>单位时间内振动往复的次数</a:t>
            </a:r>
            <a:endParaRPr lang="zh-CN" altLang="en-US" sz="2800" b="1" dirty="0">
              <a:latin typeface="Times New Roman" panose="02020603050405020304" pitchFamily="18" charset="0"/>
              <a:ea typeface="宋体" panose="02010600030101010101" pitchFamily="2" charset="-122"/>
            </a:endParaRPr>
          </a:p>
        </p:txBody>
      </p:sp>
      <p:graphicFrame>
        <p:nvGraphicFramePr>
          <p:cNvPr id="3" name="Object 10"/>
          <p:cNvGraphicFramePr>
            <a:graphicFrameLocks noChangeAspect="1"/>
          </p:cNvGraphicFramePr>
          <p:nvPr/>
        </p:nvGraphicFramePr>
        <p:xfrm>
          <a:off x="6677025" y="2784475"/>
          <a:ext cx="968375" cy="787400"/>
        </p:xfrm>
        <a:graphic>
          <a:graphicData uri="http://schemas.openxmlformats.org/presentationml/2006/ole">
            <mc:AlternateContent xmlns:mc="http://schemas.openxmlformats.org/markup-compatibility/2006">
              <mc:Choice xmlns:v="urn:schemas-microsoft-com:vml" Requires="v">
                <p:oleObj spid="_x0000_s3079" name="" r:id="rId5" imgW="482600" imgH="393700" progId="Equation.3">
                  <p:embed/>
                </p:oleObj>
              </mc:Choice>
              <mc:Fallback>
                <p:oleObj name="" r:id="rId5" imgW="482600" imgH="393700" progId="Equation.3">
                  <p:embed/>
                  <p:pic>
                    <p:nvPicPr>
                      <p:cNvPr id="0" name="图片 3078"/>
                      <p:cNvPicPr/>
                      <p:nvPr/>
                    </p:nvPicPr>
                    <p:blipFill>
                      <a:blip r:embed="rId6"/>
                      <a:stretch>
                        <a:fillRect/>
                      </a:stretch>
                    </p:blipFill>
                    <p:spPr>
                      <a:xfrm>
                        <a:off x="6677025" y="2784475"/>
                        <a:ext cx="968375" cy="787400"/>
                      </a:xfrm>
                      <a:prstGeom prst="rect">
                        <a:avLst/>
                      </a:prstGeom>
                      <a:noFill/>
                      <a:ln w="38100">
                        <a:noFill/>
                        <a:miter/>
                      </a:ln>
                    </p:spPr>
                  </p:pic>
                </p:oleObj>
              </mc:Fallback>
            </mc:AlternateContent>
          </a:graphicData>
        </a:graphic>
      </p:graphicFrame>
      <p:sp>
        <p:nvSpPr>
          <p:cNvPr id="5" name="Text Box 11"/>
          <p:cNvSpPr txBox="1"/>
          <p:nvPr/>
        </p:nvSpPr>
        <p:spPr>
          <a:xfrm>
            <a:off x="2209800" y="2916238"/>
            <a:ext cx="4554538" cy="522287"/>
          </a:xfrm>
          <a:prstGeom prst="rect">
            <a:avLst/>
          </a:prstGeom>
          <a:noFill/>
          <a:ln w="9525">
            <a:noFill/>
          </a:ln>
        </p:spPr>
        <p:txBody>
          <a:bodyPr wrap="square" anchor="t" anchorCtr="0">
            <a:spAutoFit/>
          </a:bodyPr>
          <a:p>
            <a:r>
              <a:rPr lang="zh-CN" altLang="en-US" sz="2800" b="1" dirty="0">
                <a:latin typeface="Times New Roman" panose="02020603050405020304" pitchFamily="18" charset="0"/>
                <a:ea typeface="宋体" panose="02010600030101010101" pitchFamily="2" charset="-122"/>
              </a:rPr>
              <a:t>完成一次全振动所需的时间</a:t>
            </a:r>
            <a:endParaRPr lang="zh-CN" altLang="en-US" sz="2800" b="1" dirty="0">
              <a:latin typeface="Times New Roman" panose="02020603050405020304" pitchFamily="18" charset="0"/>
              <a:ea typeface="宋体" panose="02010600030101010101" pitchFamily="2" charset="-122"/>
            </a:endParaRPr>
          </a:p>
        </p:txBody>
      </p:sp>
      <p:graphicFrame>
        <p:nvGraphicFramePr>
          <p:cNvPr id="6" name="Object 12"/>
          <p:cNvGraphicFramePr>
            <a:graphicFrameLocks noChangeAspect="1"/>
          </p:cNvGraphicFramePr>
          <p:nvPr/>
        </p:nvGraphicFramePr>
        <p:xfrm>
          <a:off x="6705600" y="3546475"/>
          <a:ext cx="865188" cy="838200"/>
        </p:xfrm>
        <a:graphic>
          <a:graphicData uri="http://schemas.openxmlformats.org/presentationml/2006/ole">
            <mc:AlternateContent xmlns:mc="http://schemas.openxmlformats.org/markup-compatibility/2006">
              <mc:Choice xmlns:v="urn:schemas-microsoft-com:vml" Requires="v">
                <p:oleObj spid="_x0000_s3093" name="" r:id="rId7" imgW="405765" imgH="393065" progId="Equation.3">
                  <p:embed/>
                </p:oleObj>
              </mc:Choice>
              <mc:Fallback>
                <p:oleObj name="" r:id="rId7" imgW="405765" imgH="393065" progId="Equation.3">
                  <p:embed/>
                  <p:pic>
                    <p:nvPicPr>
                      <p:cNvPr id="0" name="图片 3092"/>
                      <p:cNvPicPr/>
                      <p:nvPr/>
                    </p:nvPicPr>
                    <p:blipFill>
                      <a:blip r:embed="rId8"/>
                      <a:stretch>
                        <a:fillRect/>
                      </a:stretch>
                    </p:blipFill>
                    <p:spPr>
                      <a:xfrm>
                        <a:off x="6705600" y="3546475"/>
                        <a:ext cx="865188" cy="838200"/>
                      </a:xfrm>
                      <a:prstGeom prst="rect">
                        <a:avLst/>
                      </a:prstGeom>
                      <a:noFill/>
                      <a:ln w="38100">
                        <a:noFill/>
                        <a:miter/>
                      </a:ln>
                    </p:spPr>
                  </p:pic>
                </p:oleObj>
              </mc:Fallback>
            </mc:AlternateContent>
          </a:graphicData>
        </a:graphic>
      </p:graphicFrame>
      <p:sp>
        <p:nvSpPr>
          <p:cNvPr id="19" name="Text Box 25"/>
          <p:cNvSpPr txBox="1"/>
          <p:nvPr/>
        </p:nvSpPr>
        <p:spPr>
          <a:xfrm>
            <a:off x="855663" y="3717925"/>
            <a:ext cx="1443037" cy="584200"/>
          </a:xfrm>
          <a:prstGeom prst="rect">
            <a:avLst/>
          </a:prstGeom>
          <a:noFill/>
          <a:ln w="9525">
            <a:noFill/>
          </a:ln>
        </p:spPr>
        <p:txBody>
          <a:bodyPr wrap="square" anchor="t" anchorCtr="0">
            <a:spAutoFit/>
          </a:bodyPr>
          <a:p>
            <a:r>
              <a:rPr lang="zh-CN" altLang="en-US" sz="2800" b="1" dirty="0">
                <a:solidFill>
                  <a:schemeClr val="accent2"/>
                </a:solidFill>
                <a:latin typeface="Times New Roman" panose="02020603050405020304" pitchFamily="18" charset="0"/>
                <a:ea typeface="宋体" panose="02010600030101010101" pitchFamily="2" charset="-122"/>
              </a:rPr>
              <a:t>频率</a:t>
            </a:r>
            <a:r>
              <a:rPr lang="zh-CN" altLang="en-US" sz="3200" b="1"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sp>
        <p:nvSpPr>
          <p:cNvPr id="21" name="Text Box 27"/>
          <p:cNvSpPr txBox="1"/>
          <p:nvPr/>
        </p:nvSpPr>
        <p:spPr>
          <a:xfrm>
            <a:off x="784225" y="2909888"/>
            <a:ext cx="1343025" cy="522287"/>
          </a:xfrm>
          <a:prstGeom prst="rect">
            <a:avLst/>
          </a:prstGeom>
          <a:noFill/>
          <a:ln w="9525">
            <a:noFill/>
          </a:ln>
        </p:spPr>
        <p:txBody>
          <a:bodyPr wrap="square" anchor="t" anchorCtr="0">
            <a:spAutoFit/>
          </a:bodyPr>
          <a:p>
            <a:r>
              <a:rPr lang="zh-CN" altLang="en-US" sz="2800" b="1" dirty="0">
                <a:solidFill>
                  <a:schemeClr val="accent2"/>
                </a:solidFill>
                <a:latin typeface="Times New Roman" panose="02020603050405020304" pitchFamily="18" charset="0"/>
                <a:ea typeface="宋体" panose="02010600030101010101" pitchFamily="2" charset="-122"/>
              </a:rPr>
              <a:t>周期</a:t>
            </a:r>
            <a:r>
              <a:rPr lang="en-US" altLang="zh-CN" sz="2800" b="1" i="1" dirty="0">
                <a:solidFill>
                  <a:srgbClr val="FF0000"/>
                </a:solidFill>
                <a:latin typeface="Times New Roman" panose="02020603050405020304" pitchFamily="18" charset="0"/>
                <a:ea typeface="宋体" panose="02010600030101010101" pitchFamily="2" charset="-122"/>
              </a:rPr>
              <a:t>T</a:t>
            </a: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p:txBody>
      </p:sp>
      <p:graphicFrame>
        <p:nvGraphicFramePr>
          <p:cNvPr id="22" name="Object 28"/>
          <p:cNvGraphicFramePr>
            <a:graphicFrameLocks noChangeAspect="1"/>
          </p:cNvGraphicFramePr>
          <p:nvPr/>
        </p:nvGraphicFramePr>
        <p:xfrm>
          <a:off x="7561263" y="3519488"/>
          <a:ext cx="781050" cy="865187"/>
        </p:xfrm>
        <a:graphic>
          <a:graphicData uri="http://schemas.openxmlformats.org/presentationml/2006/ole">
            <mc:AlternateContent xmlns:mc="http://schemas.openxmlformats.org/markup-compatibility/2006">
              <mc:Choice xmlns:v="urn:schemas-microsoft-com:vml" Requires="v">
                <p:oleObj spid="_x0000_s3092" name="" r:id="rId9" imgW="355600" imgH="393700" progId="Equation.3">
                  <p:embed/>
                </p:oleObj>
              </mc:Choice>
              <mc:Fallback>
                <p:oleObj name="" r:id="rId9" imgW="355600" imgH="393700" progId="Equation.3">
                  <p:embed/>
                  <p:pic>
                    <p:nvPicPr>
                      <p:cNvPr id="0" name="图片 3091"/>
                      <p:cNvPicPr/>
                      <p:nvPr/>
                    </p:nvPicPr>
                    <p:blipFill>
                      <a:blip r:embed="rId10"/>
                      <a:stretch>
                        <a:fillRect/>
                      </a:stretch>
                    </p:blipFill>
                    <p:spPr>
                      <a:xfrm>
                        <a:off x="7561263" y="3519488"/>
                        <a:ext cx="781050" cy="865187"/>
                      </a:xfrm>
                      <a:prstGeom prst="rect">
                        <a:avLst/>
                      </a:prstGeom>
                      <a:noFill/>
                      <a:ln w="38100">
                        <a:noFill/>
                        <a:miter/>
                      </a:ln>
                    </p:spPr>
                  </p:pic>
                </p:oleObj>
              </mc:Fallback>
            </mc:AlternateContent>
          </a:graphicData>
        </a:graphic>
      </p:graphicFrame>
      <p:sp>
        <p:nvSpPr>
          <p:cNvPr id="24" name="Text Box 14"/>
          <p:cNvSpPr txBox="1"/>
          <p:nvPr/>
        </p:nvSpPr>
        <p:spPr>
          <a:xfrm>
            <a:off x="838200" y="4424363"/>
            <a:ext cx="1943100" cy="522287"/>
          </a:xfrm>
          <a:prstGeom prst="rect">
            <a:avLst/>
          </a:prstGeom>
          <a:noFill/>
          <a:ln w="9525">
            <a:noFill/>
          </a:ln>
        </p:spPr>
        <p:txBody>
          <a:bodyPr wrap="none" anchor="t" anchorCtr="0">
            <a:spAutoFit/>
          </a:bodyPr>
          <a:p>
            <a:r>
              <a:rPr lang="zh-CN" altLang="en-US" sz="2800" b="1" dirty="0">
                <a:solidFill>
                  <a:schemeClr val="accent2"/>
                </a:solidFill>
                <a:latin typeface="Times New Roman" panose="02020603050405020304" pitchFamily="18" charset="0"/>
                <a:ea typeface="宋体" panose="02010600030101010101" pitchFamily="2" charset="-122"/>
              </a:rPr>
              <a:t>初位相</a:t>
            </a:r>
            <a:r>
              <a:rPr lang="zh-CN" altLang="en-US" sz="2800" b="1" i="1" dirty="0">
                <a:solidFill>
                  <a:schemeClr val="accent2"/>
                </a:solidFill>
                <a:latin typeface="Times New Roman" panose="02020603050405020304" pitchFamily="18" charset="0"/>
                <a:ea typeface="宋体" panose="02010600030101010101" pitchFamily="2" charset="-122"/>
                <a:sym typeface="Symbol" panose="05050102010706020507" charset="0"/>
              </a:rPr>
              <a:t></a:t>
            </a:r>
            <a:r>
              <a:rPr lang="en-US" altLang="zh-CN" sz="2800" b="1" baseline="-25000" dirty="0">
                <a:solidFill>
                  <a:schemeClr val="accent2"/>
                </a:solidFill>
                <a:latin typeface="Times New Roman" panose="02020603050405020304" pitchFamily="18" charset="0"/>
                <a:ea typeface="宋体" panose="02010600030101010101" pitchFamily="2" charset="-122"/>
                <a:sym typeface="Symbol" panose="05050102010706020507" charset="0"/>
              </a:rPr>
              <a:t>0</a:t>
            </a:r>
            <a:r>
              <a:rPr lang="zh-CN" altLang="en-US" sz="2800" b="1" dirty="0">
                <a:latin typeface="Times New Roman" panose="02020603050405020304" pitchFamily="18" charset="0"/>
                <a:ea typeface="宋体" panose="02010600030101010101" pitchFamily="2" charset="-122"/>
              </a:rPr>
              <a:t>：</a:t>
            </a:r>
            <a:endParaRPr lang="zh-CN" altLang="en-US" sz="2800" b="1" dirty="0">
              <a:latin typeface="Times New Roman" panose="02020603050405020304" pitchFamily="18" charset="0"/>
              <a:ea typeface="宋体" panose="02010600030101010101" pitchFamily="2" charset="-122"/>
            </a:endParaRPr>
          </a:p>
        </p:txBody>
      </p:sp>
      <p:sp>
        <p:nvSpPr>
          <p:cNvPr id="25" name="Text Box 16"/>
          <p:cNvSpPr txBox="1"/>
          <p:nvPr/>
        </p:nvSpPr>
        <p:spPr>
          <a:xfrm>
            <a:off x="2335213" y="4633913"/>
            <a:ext cx="184150" cy="457200"/>
          </a:xfrm>
          <a:prstGeom prst="rect">
            <a:avLst/>
          </a:prstGeom>
          <a:noFill/>
          <a:ln w="9525">
            <a:noFill/>
          </a:ln>
        </p:spPr>
        <p:txBody>
          <a:bodyPr wrap="none" anchor="t" anchorCtr="0">
            <a:spAutoFit/>
          </a:bodyPr>
          <a:p>
            <a:endParaRPr lang="zh-CN" altLang="zh-CN" sz="2400" dirty="0">
              <a:latin typeface="Times New Roman" panose="02020603050405020304" pitchFamily="18" charset="0"/>
              <a:ea typeface="宋体" panose="02010600030101010101" pitchFamily="2" charset="-122"/>
            </a:endParaRPr>
          </a:p>
        </p:txBody>
      </p:sp>
      <p:sp>
        <p:nvSpPr>
          <p:cNvPr id="26" name="Text Box 17"/>
          <p:cNvSpPr txBox="1"/>
          <p:nvPr/>
        </p:nvSpPr>
        <p:spPr>
          <a:xfrm>
            <a:off x="2335213" y="4557713"/>
            <a:ext cx="184150" cy="457200"/>
          </a:xfrm>
          <a:prstGeom prst="rect">
            <a:avLst/>
          </a:prstGeom>
          <a:noFill/>
          <a:ln w="9525">
            <a:noFill/>
          </a:ln>
        </p:spPr>
        <p:txBody>
          <a:bodyPr wrap="none" anchor="t" anchorCtr="0">
            <a:spAutoFit/>
          </a:bodyPr>
          <a:p>
            <a:endParaRPr lang="zh-CN" altLang="zh-CN" sz="2400" dirty="0">
              <a:latin typeface="Times New Roman" panose="02020603050405020304" pitchFamily="18" charset="0"/>
              <a:ea typeface="宋体" panose="02010600030101010101" pitchFamily="2" charset="-122"/>
            </a:endParaRPr>
          </a:p>
        </p:txBody>
      </p:sp>
      <p:graphicFrame>
        <p:nvGraphicFramePr>
          <p:cNvPr id="27" name="Object 18"/>
          <p:cNvGraphicFramePr>
            <a:graphicFrameLocks noChangeAspect="1"/>
          </p:cNvGraphicFramePr>
          <p:nvPr/>
        </p:nvGraphicFramePr>
        <p:xfrm>
          <a:off x="2354263" y="5084763"/>
          <a:ext cx="4410075" cy="585787"/>
        </p:xfrm>
        <a:graphic>
          <a:graphicData uri="http://schemas.openxmlformats.org/presentationml/2006/ole">
            <mc:AlternateContent xmlns:mc="http://schemas.openxmlformats.org/markup-compatibility/2006">
              <mc:Choice xmlns:v="urn:schemas-microsoft-com:vml" Requires="v">
                <p:oleObj spid="_x0000_s3094" name="" r:id="rId11" imgW="1701800" imgH="228600" progId="Equation.3">
                  <p:embed/>
                </p:oleObj>
              </mc:Choice>
              <mc:Fallback>
                <p:oleObj name="" r:id="rId11" imgW="1701800" imgH="228600" progId="Equation.3">
                  <p:embed/>
                  <p:pic>
                    <p:nvPicPr>
                      <p:cNvPr id="0" name="图片 3093"/>
                      <p:cNvPicPr/>
                      <p:nvPr/>
                    </p:nvPicPr>
                    <p:blipFill>
                      <a:blip r:embed="rId12"/>
                      <a:stretch>
                        <a:fillRect/>
                      </a:stretch>
                    </p:blipFill>
                    <p:spPr>
                      <a:xfrm>
                        <a:off x="2354263" y="5084763"/>
                        <a:ext cx="4410075" cy="585787"/>
                      </a:xfrm>
                      <a:prstGeom prst="rect">
                        <a:avLst/>
                      </a:prstGeom>
                      <a:noFill/>
                      <a:ln w="38100">
                        <a:noFill/>
                        <a:miter/>
                      </a:ln>
                    </p:spPr>
                  </p:pic>
                </p:oleObj>
              </mc:Fallback>
            </mc:AlternateContent>
          </a:graphicData>
        </a:graphic>
      </p:graphicFrame>
      <p:graphicFrame>
        <p:nvGraphicFramePr>
          <p:cNvPr id="32" name="Object 22"/>
          <p:cNvGraphicFramePr>
            <a:graphicFrameLocks noChangeAspect="1"/>
          </p:cNvGraphicFramePr>
          <p:nvPr/>
        </p:nvGraphicFramePr>
        <p:xfrm>
          <a:off x="1462088" y="5848350"/>
          <a:ext cx="2190750" cy="649288"/>
        </p:xfrm>
        <a:graphic>
          <a:graphicData uri="http://schemas.openxmlformats.org/presentationml/2006/ole">
            <mc:AlternateContent xmlns:mc="http://schemas.openxmlformats.org/markup-compatibility/2006">
              <mc:Choice xmlns:v="urn:schemas-microsoft-com:vml" Requires="v">
                <p:oleObj spid="_x0000_s3095" name="" r:id="rId13" imgW="622300" imgH="228600" progId="Equation.3">
                  <p:embed/>
                </p:oleObj>
              </mc:Choice>
              <mc:Fallback>
                <p:oleObj name="" r:id="rId13" imgW="622300" imgH="228600" progId="Equation.3">
                  <p:embed/>
                  <p:pic>
                    <p:nvPicPr>
                      <p:cNvPr id="0" name="图片 3094"/>
                      <p:cNvPicPr/>
                      <p:nvPr/>
                    </p:nvPicPr>
                    <p:blipFill>
                      <a:blip r:embed="rId14"/>
                      <a:stretch>
                        <a:fillRect/>
                      </a:stretch>
                    </p:blipFill>
                    <p:spPr>
                      <a:xfrm>
                        <a:off x="1462088" y="5848350"/>
                        <a:ext cx="2190750" cy="649288"/>
                      </a:xfrm>
                      <a:prstGeom prst="rect">
                        <a:avLst/>
                      </a:prstGeom>
                      <a:solidFill>
                        <a:srgbClr val="00FFFF"/>
                      </a:solidFill>
                      <a:ln w="38100">
                        <a:noFill/>
                        <a:miter/>
                      </a:ln>
                    </p:spPr>
                  </p:pic>
                </p:oleObj>
              </mc:Fallback>
            </mc:AlternateContent>
          </a:graphicData>
        </a:graphic>
      </p:graphicFrame>
      <p:sp>
        <p:nvSpPr>
          <p:cNvPr id="34" name="Text Box 23"/>
          <p:cNvSpPr txBox="1"/>
          <p:nvPr/>
        </p:nvSpPr>
        <p:spPr>
          <a:xfrm>
            <a:off x="3810000" y="5883275"/>
            <a:ext cx="4267200" cy="579438"/>
          </a:xfrm>
          <a:prstGeom prst="rect">
            <a:avLst/>
          </a:prstGeom>
          <a:noFill/>
          <a:ln w="9525">
            <a:noFill/>
          </a:ln>
        </p:spPr>
        <p:txBody>
          <a:bodyPr anchor="t" anchorCtr="0">
            <a:spAutoFit/>
          </a:bodyPr>
          <a:p>
            <a:pPr>
              <a:buSzTx/>
            </a:pPr>
            <a:r>
              <a:rPr lang="zh-CN" altLang="en-US" sz="3200" b="1">
                <a:solidFill>
                  <a:srgbClr val="FF0000"/>
                </a:solidFill>
                <a:latin typeface="Times New Roman" panose="02020603050405020304" pitchFamily="18" charset="0"/>
                <a:ea typeface="宋体" panose="02010600030101010101" pitchFamily="2" charset="-122"/>
              </a:rPr>
              <a:t>简谐振动的特征参量</a:t>
            </a:r>
            <a:r>
              <a:rPr lang="en-US" altLang="zh-CN" sz="3200" b="1">
                <a:solidFill>
                  <a:schemeClr val="bg1"/>
                </a:solidFill>
                <a:effectDag name="">
                  <a:effect ref="fillLine"/>
                  <a:cont type="tree" name="">
                    <a:effect ref="fillLine"/>
                    <a:outerShdw dist="38100" dir="13500000" algn="br">
                      <a:srgbClr val="FFFFFF"/>
                    </a:outerShdw>
                  </a:cont>
                  <a:cont type="tree" name="">
                    <a:effect ref="fillLine"/>
                    <a:outerShdw dist="38100" dir="2700000" algn="tl">
                      <a:srgbClr val="999999"/>
                    </a:outerShdw>
                  </a:cont>
                </a:effectDag>
                <a:latin typeface="Times New Roman" panose="02020603050405020304" pitchFamily="18" charset="0"/>
                <a:ea typeface="宋体" panose="02010600030101010101" pitchFamily="2" charset="-122"/>
              </a:rPr>
              <a:t>.</a:t>
            </a:r>
            <a:endParaRPr lang="en-US" altLang="zh-CN" sz="3200" b="1">
              <a:solidFill>
                <a:srgbClr val="FF0000"/>
              </a:solidFill>
              <a:latin typeface="Times New Roman" panose="02020603050405020304" pitchFamily="18" charset="0"/>
              <a:ea typeface="宋体" panose="02010600030101010101" pitchFamily="2" charset="-122"/>
            </a:endParaRPr>
          </a:p>
        </p:txBody>
      </p:sp>
      <p:sp>
        <p:nvSpPr>
          <p:cNvPr id="35" name="Text Box 26"/>
          <p:cNvSpPr txBox="1"/>
          <p:nvPr/>
        </p:nvSpPr>
        <p:spPr>
          <a:xfrm>
            <a:off x="2501900" y="4495800"/>
            <a:ext cx="4648200" cy="519113"/>
          </a:xfrm>
          <a:prstGeom prst="rect">
            <a:avLst/>
          </a:prstGeom>
          <a:noFill/>
          <a:ln w="9525">
            <a:noFill/>
          </a:ln>
        </p:spPr>
        <p:txBody>
          <a:bodyPr anchor="t" anchorCtr="0">
            <a:spAutoFit/>
          </a:bodyPr>
          <a:p>
            <a:r>
              <a:rPr lang="zh-CN" altLang="en-US" sz="2800" b="1" dirty="0">
                <a:solidFill>
                  <a:schemeClr val="accent2"/>
                </a:solidFill>
                <a:latin typeface="Times New Roman" panose="02020603050405020304" pitchFamily="18" charset="0"/>
                <a:ea typeface="楷体_GB2312" pitchFamily="49" charset="-122"/>
              </a:rPr>
              <a:t>取决于时间零点的选择</a:t>
            </a:r>
            <a:endParaRPr lang="zh-CN" altLang="en-US" sz="2800" b="1" dirty="0">
              <a:solidFill>
                <a:schemeClr val="accent2"/>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9205"/>
                                        </p:tgtEl>
                                        <p:attrNameLst>
                                          <p:attrName>style.visibility</p:attrName>
                                        </p:attrNameLst>
                                      </p:cBhvr>
                                      <p:to>
                                        <p:strVal val="visible"/>
                                      </p:to>
                                    </p:set>
                                    <p:animEffect transition="in" filter="wipe(left)">
                                      <p:cBhvr>
                                        <p:cTn id="7" dur="500"/>
                                        <p:tgtEl>
                                          <p:spTgt spid="17920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9224"/>
                                        </p:tgtEl>
                                        <p:attrNameLst>
                                          <p:attrName>style.visibility</p:attrName>
                                        </p:attrNameLst>
                                      </p:cBhvr>
                                      <p:to>
                                        <p:strVal val="visible"/>
                                      </p:to>
                                    </p:set>
                                    <p:animEffect transition="in" filter="wipe(left)">
                                      <p:cBhvr>
                                        <p:cTn id="10" dur="500"/>
                                        <p:tgtEl>
                                          <p:spTgt spid="17922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79207"/>
                                        </p:tgtEl>
                                        <p:attrNameLst>
                                          <p:attrName>style.visibility</p:attrName>
                                        </p:attrNameLst>
                                      </p:cBhvr>
                                      <p:to>
                                        <p:strVal val="visible"/>
                                      </p:to>
                                    </p:set>
                                    <p:animEffect transition="in" filter="wipe(left)">
                                      <p:cBhvr>
                                        <p:cTn id="15" dur="500"/>
                                        <p:tgtEl>
                                          <p:spTgt spid="179207"/>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79208"/>
                                        </p:tgtEl>
                                        <p:attrNameLst>
                                          <p:attrName>style.visibility</p:attrName>
                                        </p:attrNameLst>
                                      </p:cBhvr>
                                      <p:to>
                                        <p:strVal val="visible"/>
                                      </p:to>
                                    </p:set>
                                    <p:animEffect transition="in" filter="wipe(left)">
                                      <p:cBhvr>
                                        <p:cTn id="19" dur="500"/>
                                        <p:tgtEl>
                                          <p:spTgt spid="17920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79215"/>
                                        </p:tgtEl>
                                        <p:attrNameLst>
                                          <p:attrName>style.visibility</p:attrName>
                                        </p:attrNameLst>
                                      </p:cBhvr>
                                      <p:to>
                                        <p:strVal val="visible"/>
                                      </p:to>
                                    </p:set>
                                    <p:animEffect transition="in" filter="wipe(left)">
                                      <p:cBhvr>
                                        <p:cTn id="22" dur="500"/>
                                        <p:tgtEl>
                                          <p:spTgt spid="1792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wipe(left)">
                                      <p:cBhvr>
                                        <p:cTn id="44" dur="500"/>
                                        <p:tgtEl>
                                          <p:spTgt spid="2"/>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left)">
                                      <p:cBhvr>
                                        <p:cTn id="48" dur="500"/>
                                        <p:tgtEl>
                                          <p:spTgt spid="6"/>
                                        </p:tgtEl>
                                      </p:cBhvr>
                                    </p:animEffect>
                                  </p:childTnLst>
                                </p:cTn>
                              </p:par>
                              <p:par>
                                <p:cTn id="49" presetID="22" presetClass="entr" presetSubtype="8"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left)">
                                      <p:cBhvr>
                                        <p:cTn id="59" dur="500"/>
                                        <p:tgtEl>
                                          <p:spTgt spid="25"/>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left)">
                                      <p:cBhvr>
                                        <p:cTn id="62" dur="500"/>
                                        <p:tgtEl>
                                          <p:spTgt spid="26"/>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wipe(left)">
                                      <p:cBhvr>
                                        <p:cTn id="66" dur="500"/>
                                        <p:tgtEl>
                                          <p:spTgt spid="27"/>
                                        </p:tgtEl>
                                      </p:cBhvr>
                                    </p:animEffect>
                                  </p:childTnLst>
                                </p:cTn>
                              </p:par>
                            </p:childTnLst>
                          </p:cTn>
                        </p:par>
                        <p:par>
                          <p:cTn id="67" fill="hold">
                            <p:stCondLst>
                              <p:cond delay="1000"/>
                            </p:stCondLst>
                            <p:childTnLst>
                              <p:par>
                                <p:cTn id="68" presetID="22" presetClass="entr" presetSubtype="8" fill="hold" grpId="0" nodeType="after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ipe(left)">
                                      <p:cBhvr>
                                        <p:cTn id="70" dur="500"/>
                                        <p:tgtEl>
                                          <p:spTgt spid="3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wipe(left)">
                                      <p:cBhvr>
                                        <p:cTn id="75" dur="500"/>
                                        <p:tgtEl>
                                          <p:spTgt spid="32"/>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wipe(left)">
                                      <p:cBhvr>
                                        <p:cTn id="7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5" grpId="0"/>
      <p:bldP spid="179207" grpId="0"/>
      <p:bldP spid="179215" grpId="0"/>
      <p:bldP spid="179224" grpId="0"/>
      <p:bldP spid="2" grpId="0"/>
      <p:bldP spid="5" grpId="0"/>
      <p:bldP spid="19" grpId="0"/>
      <p:bldP spid="21" grpId="0"/>
      <p:bldP spid="24" grpId="0"/>
      <p:bldP spid="25" grpId="0"/>
      <p:bldP spid="26" grpId="0"/>
      <p:bldP spid="34" grpId="0"/>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aphicFrame>
        <p:nvGraphicFramePr>
          <p:cNvPr id="114691" name="Object 3"/>
          <p:cNvGraphicFramePr>
            <a:graphicFrameLocks noChangeAspect="1"/>
          </p:cNvGraphicFramePr>
          <p:nvPr/>
        </p:nvGraphicFramePr>
        <p:xfrm>
          <a:off x="663575" y="1514475"/>
          <a:ext cx="2895600" cy="539750"/>
        </p:xfrm>
        <a:graphic>
          <a:graphicData uri="http://schemas.openxmlformats.org/presentationml/2006/ole">
            <mc:AlternateContent xmlns:mc="http://schemas.openxmlformats.org/markup-compatibility/2006">
              <mc:Choice xmlns:v="urn:schemas-microsoft-com:vml" Requires="v">
                <p:oleObj spid="_x0000_s3087" name="" r:id="rId1" imgW="1091565" imgH="215900" progId="Equation.DSMT4">
                  <p:embed/>
                </p:oleObj>
              </mc:Choice>
              <mc:Fallback>
                <p:oleObj name="" r:id="rId1" imgW="1091565" imgH="215900" progId="Equation.DSMT4">
                  <p:embed/>
                  <p:pic>
                    <p:nvPicPr>
                      <p:cNvPr id="0" name="图片 3086"/>
                      <p:cNvPicPr/>
                      <p:nvPr/>
                    </p:nvPicPr>
                    <p:blipFill>
                      <a:blip r:embed="rId2"/>
                      <a:stretch>
                        <a:fillRect/>
                      </a:stretch>
                    </p:blipFill>
                    <p:spPr>
                      <a:xfrm>
                        <a:off x="663575" y="1514475"/>
                        <a:ext cx="2895600" cy="539750"/>
                      </a:xfrm>
                      <a:prstGeom prst="rect">
                        <a:avLst/>
                      </a:prstGeom>
                      <a:noFill/>
                      <a:ln w="38100">
                        <a:noFill/>
                        <a:miter/>
                      </a:ln>
                    </p:spPr>
                  </p:pic>
                </p:oleObj>
              </mc:Fallback>
            </mc:AlternateContent>
          </a:graphicData>
        </a:graphic>
      </p:graphicFrame>
      <p:graphicFrame>
        <p:nvGraphicFramePr>
          <p:cNvPr id="114692" name="Object 4"/>
          <p:cNvGraphicFramePr>
            <a:graphicFrameLocks noChangeAspect="1"/>
          </p:cNvGraphicFramePr>
          <p:nvPr/>
        </p:nvGraphicFramePr>
        <p:xfrm>
          <a:off x="4849813" y="1311275"/>
          <a:ext cx="3328987" cy="842963"/>
        </p:xfrm>
        <a:graphic>
          <a:graphicData uri="http://schemas.openxmlformats.org/presentationml/2006/ole">
            <mc:AlternateContent xmlns:mc="http://schemas.openxmlformats.org/markup-compatibility/2006">
              <mc:Choice xmlns:v="urn:schemas-microsoft-com:vml" Requires="v">
                <p:oleObj spid="_x0000_s3088" name="" r:id="rId3" imgW="1625600" imgH="393700" progId="Equation.3">
                  <p:embed/>
                </p:oleObj>
              </mc:Choice>
              <mc:Fallback>
                <p:oleObj name="" r:id="rId3" imgW="1625600" imgH="393700" progId="Equation.3">
                  <p:embed/>
                  <p:pic>
                    <p:nvPicPr>
                      <p:cNvPr id="0" name="图片 3087"/>
                      <p:cNvPicPr/>
                      <p:nvPr/>
                    </p:nvPicPr>
                    <p:blipFill>
                      <a:blip r:embed="rId4"/>
                      <a:stretch>
                        <a:fillRect/>
                      </a:stretch>
                    </p:blipFill>
                    <p:spPr>
                      <a:xfrm>
                        <a:off x="4849813" y="1311275"/>
                        <a:ext cx="3328987" cy="842963"/>
                      </a:xfrm>
                      <a:prstGeom prst="rect">
                        <a:avLst/>
                      </a:prstGeom>
                      <a:noFill/>
                      <a:ln w="38100">
                        <a:noFill/>
                        <a:miter/>
                      </a:ln>
                    </p:spPr>
                  </p:pic>
                </p:oleObj>
              </mc:Fallback>
            </mc:AlternateContent>
          </a:graphicData>
        </a:graphic>
      </p:graphicFrame>
      <p:graphicFrame>
        <p:nvGraphicFramePr>
          <p:cNvPr id="114693" name="Object 5"/>
          <p:cNvGraphicFramePr>
            <a:graphicFrameLocks noChangeAspect="1"/>
          </p:cNvGraphicFramePr>
          <p:nvPr/>
        </p:nvGraphicFramePr>
        <p:xfrm>
          <a:off x="661988" y="2154238"/>
          <a:ext cx="3313112" cy="922337"/>
        </p:xfrm>
        <a:graphic>
          <a:graphicData uri="http://schemas.openxmlformats.org/presentationml/2006/ole">
            <mc:AlternateContent xmlns:mc="http://schemas.openxmlformats.org/markup-compatibility/2006">
              <mc:Choice xmlns:v="urn:schemas-microsoft-com:vml" Requires="v">
                <p:oleObj spid="_x0000_s3089" name="" r:id="rId5" imgW="1511300" imgH="431800" progId="Equation.3">
                  <p:embed/>
                </p:oleObj>
              </mc:Choice>
              <mc:Fallback>
                <p:oleObj name="" r:id="rId5" imgW="1511300" imgH="431800" progId="Equation.3">
                  <p:embed/>
                  <p:pic>
                    <p:nvPicPr>
                      <p:cNvPr id="0" name="图片 3088"/>
                      <p:cNvPicPr/>
                      <p:nvPr/>
                    </p:nvPicPr>
                    <p:blipFill>
                      <a:blip r:embed="rId6"/>
                      <a:stretch>
                        <a:fillRect/>
                      </a:stretch>
                    </p:blipFill>
                    <p:spPr>
                      <a:xfrm>
                        <a:off x="661988" y="2154238"/>
                        <a:ext cx="3313112" cy="922337"/>
                      </a:xfrm>
                      <a:prstGeom prst="rect">
                        <a:avLst/>
                      </a:prstGeom>
                      <a:noFill/>
                      <a:ln w="38100">
                        <a:noFill/>
                        <a:miter/>
                      </a:ln>
                    </p:spPr>
                  </p:pic>
                </p:oleObj>
              </mc:Fallback>
            </mc:AlternateContent>
          </a:graphicData>
        </a:graphic>
      </p:graphicFrame>
      <p:graphicFrame>
        <p:nvGraphicFramePr>
          <p:cNvPr id="114694" name="Object 6"/>
          <p:cNvGraphicFramePr>
            <a:graphicFrameLocks noChangeAspect="1"/>
          </p:cNvGraphicFramePr>
          <p:nvPr/>
        </p:nvGraphicFramePr>
        <p:xfrm>
          <a:off x="4927600" y="2530475"/>
          <a:ext cx="3303588" cy="1339850"/>
        </p:xfrm>
        <a:graphic>
          <a:graphicData uri="http://schemas.openxmlformats.org/presentationml/2006/ole">
            <mc:AlternateContent xmlns:mc="http://schemas.openxmlformats.org/markup-compatibility/2006">
              <mc:Choice xmlns:v="urn:schemas-microsoft-com:vml" Requires="v">
                <p:oleObj spid="_x0000_s3090" name="" r:id="rId7" imgW="1739900" imgH="634365" progId="Equation.3">
                  <p:embed/>
                </p:oleObj>
              </mc:Choice>
              <mc:Fallback>
                <p:oleObj name="" r:id="rId7" imgW="1739900" imgH="634365" progId="Equation.3">
                  <p:embed/>
                  <p:pic>
                    <p:nvPicPr>
                      <p:cNvPr id="0" name="图片 3089"/>
                      <p:cNvPicPr/>
                      <p:nvPr/>
                    </p:nvPicPr>
                    <p:blipFill>
                      <a:blip r:embed="rId8"/>
                      <a:stretch>
                        <a:fillRect/>
                      </a:stretch>
                    </p:blipFill>
                    <p:spPr>
                      <a:xfrm>
                        <a:off x="4927600" y="2530475"/>
                        <a:ext cx="3303588" cy="1339850"/>
                      </a:xfrm>
                      <a:prstGeom prst="rect">
                        <a:avLst/>
                      </a:prstGeom>
                      <a:noFill/>
                      <a:ln w="38100">
                        <a:noFill/>
                        <a:miter/>
                      </a:ln>
                    </p:spPr>
                  </p:pic>
                </p:oleObj>
              </mc:Fallback>
            </mc:AlternateContent>
          </a:graphicData>
        </a:graphic>
      </p:graphicFrame>
      <p:graphicFrame>
        <p:nvGraphicFramePr>
          <p:cNvPr id="114695" name="Object 7"/>
          <p:cNvGraphicFramePr>
            <a:graphicFrameLocks noChangeAspect="1"/>
          </p:cNvGraphicFramePr>
          <p:nvPr/>
        </p:nvGraphicFramePr>
        <p:xfrm>
          <a:off x="657225" y="3260725"/>
          <a:ext cx="3457575" cy="544513"/>
        </p:xfrm>
        <a:graphic>
          <a:graphicData uri="http://schemas.openxmlformats.org/presentationml/2006/ole">
            <mc:AlternateContent xmlns:mc="http://schemas.openxmlformats.org/markup-compatibility/2006">
              <mc:Choice xmlns:v="urn:schemas-microsoft-com:vml" Requires="v">
                <p:oleObj spid="_x0000_s3091" name="" r:id="rId9" imgW="1498600" imgH="228600" progId="Equation.3">
                  <p:embed/>
                </p:oleObj>
              </mc:Choice>
              <mc:Fallback>
                <p:oleObj name="" r:id="rId9" imgW="1498600" imgH="228600" progId="Equation.3">
                  <p:embed/>
                  <p:pic>
                    <p:nvPicPr>
                      <p:cNvPr id="0" name="图片 3090"/>
                      <p:cNvPicPr/>
                      <p:nvPr/>
                    </p:nvPicPr>
                    <p:blipFill>
                      <a:blip r:embed="rId10"/>
                      <a:stretch>
                        <a:fillRect/>
                      </a:stretch>
                    </p:blipFill>
                    <p:spPr>
                      <a:xfrm>
                        <a:off x="657225" y="3260725"/>
                        <a:ext cx="3457575" cy="544513"/>
                      </a:xfrm>
                      <a:prstGeom prst="rect">
                        <a:avLst/>
                      </a:prstGeom>
                      <a:noFill/>
                      <a:ln w="38100">
                        <a:noFill/>
                        <a:miter/>
                      </a:ln>
                    </p:spPr>
                  </p:pic>
                </p:oleObj>
              </mc:Fallback>
            </mc:AlternateContent>
          </a:graphicData>
        </a:graphic>
      </p:graphicFrame>
      <p:sp>
        <p:nvSpPr>
          <p:cNvPr id="114696" name="Line 8"/>
          <p:cNvSpPr/>
          <p:nvPr/>
        </p:nvSpPr>
        <p:spPr>
          <a:xfrm>
            <a:off x="4724400" y="1158875"/>
            <a:ext cx="0" cy="2819400"/>
          </a:xfrm>
          <a:prstGeom prst="line">
            <a:avLst/>
          </a:prstGeom>
          <a:ln w="28575" cap="flat" cmpd="sng">
            <a:solidFill>
              <a:srgbClr val="FF00FF"/>
            </a:solidFill>
            <a:prstDash val="lgDashDot"/>
            <a:round/>
            <a:headEnd type="none" w="med" len="med"/>
            <a:tailEnd type="none" w="med" len="med"/>
          </a:ln>
        </p:spPr>
      </p:sp>
      <p:sp>
        <p:nvSpPr>
          <p:cNvPr id="114697" name="Text Box 9"/>
          <p:cNvSpPr txBox="1"/>
          <p:nvPr/>
        </p:nvSpPr>
        <p:spPr>
          <a:xfrm>
            <a:off x="596900" y="944563"/>
            <a:ext cx="2322513" cy="522287"/>
          </a:xfrm>
          <a:prstGeom prst="rect">
            <a:avLst/>
          </a:prstGeom>
          <a:noFill/>
          <a:ln w="9525">
            <a:noFill/>
          </a:ln>
        </p:spPr>
        <p:txBody>
          <a:bodyPr wrap="square" anchor="t" anchorCtr="0">
            <a:spAutoFit/>
          </a:bodyPr>
          <a:p>
            <a:r>
              <a:rPr lang="en-US" altLang="zh-CN" sz="2800" dirty="0">
                <a:solidFill>
                  <a:srgbClr val="000000"/>
                </a:solidFill>
                <a:latin typeface="微软雅黑" panose="020B0503020204020204" charset="-122"/>
                <a:ea typeface="微软雅黑" panose="020B0503020204020204" charset="-122"/>
                <a:sym typeface="Monotype Sorts" pitchFamily="2" charset="2"/>
              </a:rPr>
              <a:t>1.</a:t>
            </a:r>
            <a:r>
              <a:rPr lang="zh-CN" altLang="en-US" sz="2800" dirty="0">
                <a:solidFill>
                  <a:srgbClr val="000000"/>
                </a:solidFill>
                <a:latin typeface="微软雅黑" panose="020B0503020204020204" charset="-122"/>
                <a:ea typeface="微软雅黑" panose="020B0503020204020204" charset="-122"/>
              </a:rPr>
              <a:t>解析描述</a:t>
            </a:r>
            <a:endParaRPr lang="zh-CN" altLang="en-US" sz="2800" dirty="0">
              <a:solidFill>
                <a:srgbClr val="000000"/>
              </a:solidFill>
              <a:latin typeface="微软雅黑" panose="020B0503020204020204" charset="-122"/>
              <a:ea typeface="微软雅黑" panose="020B0503020204020204" charset="-122"/>
            </a:endParaRPr>
          </a:p>
        </p:txBody>
      </p:sp>
      <p:sp>
        <p:nvSpPr>
          <p:cNvPr id="114698" name="Text Box 10"/>
          <p:cNvSpPr txBox="1"/>
          <p:nvPr/>
        </p:nvSpPr>
        <p:spPr>
          <a:xfrm>
            <a:off x="1042988" y="4005263"/>
            <a:ext cx="5334000" cy="522287"/>
          </a:xfrm>
          <a:prstGeom prst="rect">
            <a:avLst/>
          </a:prstGeom>
          <a:noFill/>
          <a:ln w="9525">
            <a:noFill/>
          </a:ln>
        </p:spPr>
        <p:txBody>
          <a:bodyPr anchor="t" anchorCtr="0">
            <a:spAutoFit/>
          </a:bodyPr>
          <a:p>
            <a:pPr>
              <a:spcBef>
                <a:spcPct val="50000"/>
              </a:spcBef>
            </a:pPr>
            <a:r>
              <a:rPr lang="en-US" altLang="zh-CN" sz="2800" i="1" dirty="0">
                <a:solidFill>
                  <a:srgbClr val="000000"/>
                </a:solidFill>
                <a:latin typeface="Times New Roman" panose="02020603050405020304" pitchFamily="18" charset="0"/>
                <a:ea typeface="楷体_GB2312" pitchFamily="49" charset="-122"/>
              </a:rPr>
              <a:t>x</a:t>
            </a:r>
            <a:r>
              <a:rPr lang="en-US" altLang="zh-CN" sz="2800" dirty="0">
                <a:solidFill>
                  <a:srgbClr val="000000"/>
                </a:solidFill>
                <a:latin typeface="Times New Roman" panose="02020603050405020304" pitchFamily="18" charset="0"/>
                <a:ea typeface="楷体_GB2312" pitchFamily="49" charset="-122"/>
              </a:rPr>
              <a:t>,  </a:t>
            </a:r>
            <a:r>
              <a:rPr lang="en-US" altLang="zh-CN" sz="2800" i="1" dirty="0">
                <a:solidFill>
                  <a:srgbClr val="000000"/>
                </a:solidFill>
                <a:latin typeface="Bookman Old Style" panose="02050604050505020204" pitchFamily="18" charset="0"/>
                <a:ea typeface="楷体_GB2312" pitchFamily="49" charset="-122"/>
              </a:rPr>
              <a:t>v</a:t>
            </a:r>
            <a:r>
              <a:rPr lang="en-US" altLang="zh-CN" sz="2800" dirty="0">
                <a:solidFill>
                  <a:srgbClr val="000000"/>
                </a:solidFill>
                <a:latin typeface="Times New Roman" panose="02020603050405020304" pitchFamily="18" charset="0"/>
                <a:ea typeface="楷体_GB2312" pitchFamily="49" charset="-122"/>
              </a:rPr>
              <a:t>,  </a:t>
            </a:r>
            <a:r>
              <a:rPr lang="en-US" altLang="zh-CN" sz="2800" i="1" dirty="0">
                <a:solidFill>
                  <a:srgbClr val="000000"/>
                </a:solidFill>
                <a:latin typeface="Times New Roman" panose="02020603050405020304" pitchFamily="18" charset="0"/>
                <a:ea typeface="楷体_GB2312" pitchFamily="49" charset="-122"/>
              </a:rPr>
              <a:t>a</a:t>
            </a:r>
            <a:r>
              <a:rPr lang="en-US" altLang="zh-CN" sz="2800" b="1" i="1" dirty="0">
                <a:solidFill>
                  <a:srgbClr val="000000"/>
                </a:solidFill>
                <a:latin typeface="Times New Roman" panose="02020603050405020304" pitchFamily="18" charset="0"/>
                <a:ea typeface="楷体_GB2312" pitchFamily="49" charset="-122"/>
              </a:rPr>
              <a:t>  </a:t>
            </a:r>
            <a:r>
              <a:rPr lang="zh-CN" altLang="en-US" sz="2800" dirty="0">
                <a:solidFill>
                  <a:srgbClr val="000000"/>
                </a:solidFill>
                <a:latin typeface="微软雅黑" panose="020B0503020204020204" charset="-122"/>
                <a:ea typeface="微软雅黑" panose="020B0503020204020204" charset="-122"/>
              </a:rPr>
              <a:t>均是作谐振动的物理量</a:t>
            </a:r>
            <a:endParaRPr lang="zh-CN" altLang="en-US" sz="2800" b="1" dirty="0">
              <a:solidFill>
                <a:srgbClr val="000000"/>
              </a:solidFill>
              <a:latin typeface="Times New Roman" panose="02020603050405020304" pitchFamily="18" charset="0"/>
              <a:ea typeface="楷体_GB2312" pitchFamily="49" charset="-122"/>
            </a:endParaRPr>
          </a:p>
        </p:txBody>
      </p:sp>
      <p:sp>
        <p:nvSpPr>
          <p:cNvPr id="114699" name="Text Box 11"/>
          <p:cNvSpPr txBox="1"/>
          <p:nvPr/>
        </p:nvSpPr>
        <p:spPr>
          <a:xfrm>
            <a:off x="1828800" y="4643438"/>
            <a:ext cx="2286000" cy="460375"/>
          </a:xfrm>
          <a:prstGeom prst="rect">
            <a:avLst/>
          </a:prstGeom>
          <a:noFill/>
          <a:ln w="9525">
            <a:noFill/>
          </a:ln>
        </p:spPr>
        <p:txBody>
          <a:bodyPr anchor="t" anchorCtr="0">
            <a:spAutoFit/>
          </a:bodyPr>
          <a:p>
            <a:pPr>
              <a:spcBef>
                <a:spcPct val="50000"/>
              </a:spcBef>
            </a:pPr>
            <a:r>
              <a:rPr lang="zh-CN" altLang="en-US" sz="2800" dirty="0">
                <a:solidFill>
                  <a:srgbClr val="000000"/>
                </a:solidFill>
                <a:latin typeface="微软雅黑" panose="020B0503020204020204" charset="-122"/>
                <a:ea typeface="微软雅黑" panose="020B0503020204020204" charset="-122"/>
              </a:rPr>
              <a:t>频率相同</a:t>
            </a:r>
            <a:endParaRPr lang="zh-CN" altLang="en-US" sz="2800" dirty="0">
              <a:solidFill>
                <a:srgbClr val="000000"/>
              </a:solidFill>
              <a:latin typeface="微软雅黑" panose="020B0503020204020204" charset="-122"/>
              <a:ea typeface="微软雅黑" panose="020B0503020204020204" charset="-122"/>
            </a:endParaRPr>
          </a:p>
        </p:txBody>
      </p:sp>
      <p:sp>
        <p:nvSpPr>
          <p:cNvPr id="114700" name="Text Box 12"/>
          <p:cNvSpPr txBox="1"/>
          <p:nvPr/>
        </p:nvSpPr>
        <p:spPr>
          <a:xfrm>
            <a:off x="1828800" y="5253038"/>
            <a:ext cx="3124200" cy="460375"/>
          </a:xfrm>
          <a:prstGeom prst="rect">
            <a:avLst/>
          </a:prstGeom>
          <a:noFill/>
          <a:ln w="9525">
            <a:noFill/>
          </a:ln>
        </p:spPr>
        <p:txBody>
          <a:bodyPr anchor="t" anchorCtr="0">
            <a:spAutoFit/>
          </a:bodyPr>
          <a:p>
            <a:pPr>
              <a:spcBef>
                <a:spcPct val="50000"/>
              </a:spcBef>
              <a:buSzTx/>
            </a:pPr>
            <a:r>
              <a:rPr lang="zh-CN" altLang="en-US" sz="2800" dirty="0">
                <a:solidFill>
                  <a:srgbClr val="000000"/>
                </a:solidFill>
                <a:latin typeface="微软雅黑" panose="020B0503020204020204" charset="-122"/>
                <a:ea typeface="微软雅黑" panose="020B0503020204020204" charset="-122"/>
              </a:rPr>
              <a:t>振幅的关系</a:t>
            </a:r>
            <a:endParaRPr lang="zh-CN" altLang="en-US" sz="2800" dirty="0">
              <a:solidFill>
                <a:srgbClr val="000000"/>
              </a:solidFill>
              <a:latin typeface="微软雅黑" panose="020B0503020204020204" charset="-122"/>
              <a:ea typeface="微软雅黑" panose="020B0503020204020204" charset="-122"/>
            </a:endParaRPr>
          </a:p>
        </p:txBody>
      </p:sp>
      <p:graphicFrame>
        <p:nvGraphicFramePr>
          <p:cNvPr id="114701" name="Object 13"/>
          <p:cNvGraphicFramePr>
            <a:graphicFrameLocks noChangeAspect="1"/>
          </p:cNvGraphicFramePr>
          <p:nvPr/>
        </p:nvGraphicFramePr>
        <p:xfrm>
          <a:off x="4244975" y="5121275"/>
          <a:ext cx="1385888" cy="576263"/>
        </p:xfrm>
        <a:graphic>
          <a:graphicData uri="http://schemas.openxmlformats.org/presentationml/2006/ole">
            <mc:AlternateContent xmlns:mc="http://schemas.openxmlformats.org/markup-compatibility/2006">
              <mc:Choice xmlns:v="urn:schemas-microsoft-com:vml" Requires="v">
                <p:oleObj spid="_x0000_s3100" name="" r:id="rId11" imgW="558800" imgH="228600" progId="Equation.3">
                  <p:embed/>
                </p:oleObj>
              </mc:Choice>
              <mc:Fallback>
                <p:oleObj name="" r:id="rId11" imgW="558800" imgH="228600" progId="Equation.3">
                  <p:embed/>
                  <p:pic>
                    <p:nvPicPr>
                      <p:cNvPr id="0" name="图片 3099"/>
                      <p:cNvPicPr/>
                      <p:nvPr/>
                    </p:nvPicPr>
                    <p:blipFill>
                      <a:blip r:embed="rId12"/>
                      <a:stretch>
                        <a:fillRect/>
                      </a:stretch>
                    </p:blipFill>
                    <p:spPr>
                      <a:xfrm>
                        <a:off x="4244975" y="5121275"/>
                        <a:ext cx="1385888" cy="576263"/>
                      </a:xfrm>
                      <a:prstGeom prst="rect">
                        <a:avLst/>
                      </a:prstGeom>
                      <a:noFill/>
                      <a:ln w="38100">
                        <a:noFill/>
                        <a:miter/>
                      </a:ln>
                    </p:spPr>
                  </p:pic>
                </p:oleObj>
              </mc:Fallback>
            </mc:AlternateContent>
          </a:graphicData>
        </a:graphic>
      </p:graphicFrame>
      <p:graphicFrame>
        <p:nvGraphicFramePr>
          <p:cNvPr id="114702" name="Object 14"/>
          <p:cNvGraphicFramePr>
            <a:graphicFrameLocks noChangeAspect="1"/>
          </p:cNvGraphicFramePr>
          <p:nvPr/>
        </p:nvGraphicFramePr>
        <p:xfrm>
          <a:off x="6051550" y="5056188"/>
          <a:ext cx="1770063" cy="665162"/>
        </p:xfrm>
        <a:graphic>
          <a:graphicData uri="http://schemas.openxmlformats.org/presentationml/2006/ole">
            <mc:AlternateContent xmlns:mc="http://schemas.openxmlformats.org/markup-compatibility/2006">
              <mc:Choice xmlns:v="urn:schemas-microsoft-com:vml" Requires="v">
                <p:oleObj spid="_x0000_s3101" name="" r:id="rId13" imgW="660400" imgH="241300" progId="Equation.3">
                  <p:embed/>
                </p:oleObj>
              </mc:Choice>
              <mc:Fallback>
                <p:oleObj name="" r:id="rId13" imgW="660400" imgH="241300" progId="Equation.3">
                  <p:embed/>
                  <p:pic>
                    <p:nvPicPr>
                      <p:cNvPr id="0" name="图片 3100"/>
                      <p:cNvPicPr/>
                      <p:nvPr/>
                    </p:nvPicPr>
                    <p:blipFill>
                      <a:blip r:embed="rId14"/>
                      <a:stretch>
                        <a:fillRect/>
                      </a:stretch>
                    </p:blipFill>
                    <p:spPr>
                      <a:xfrm>
                        <a:off x="6051550" y="5056188"/>
                        <a:ext cx="1770063" cy="665162"/>
                      </a:xfrm>
                      <a:prstGeom prst="rect">
                        <a:avLst/>
                      </a:prstGeom>
                      <a:noFill/>
                      <a:ln w="38100">
                        <a:noFill/>
                        <a:miter/>
                      </a:ln>
                    </p:spPr>
                  </p:pic>
                </p:oleObj>
              </mc:Fallback>
            </mc:AlternateContent>
          </a:graphicData>
        </a:graphic>
      </p:graphicFrame>
      <p:sp>
        <p:nvSpPr>
          <p:cNvPr id="114703" name="Text Box 15"/>
          <p:cNvSpPr txBox="1"/>
          <p:nvPr/>
        </p:nvSpPr>
        <p:spPr>
          <a:xfrm>
            <a:off x="1828800" y="5862638"/>
            <a:ext cx="1828800" cy="460375"/>
          </a:xfrm>
          <a:prstGeom prst="rect">
            <a:avLst/>
          </a:prstGeom>
          <a:noFill/>
          <a:ln w="9525">
            <a:noFill/>
          </a:ln>
        </p:spPr>
        <p:txBody>
          <a:bodyPr anchor="t" anchorCtr="0">
            <a:spAutoFit/>
          </a:bodyPr>
          <a:p>
            <a:pPr>
              <a:spcBef>
                <a:spcPct val="50000"/>
              </a:spcBef>
            </a:pPr>
            <a:r>
              <a:rPr lang="zh-CN" altLang="en-US" sz="2800" dirty="0">
                <a:solidFill>
                  <a:srgbClr val="000000"/>
                </a:solidFill>
                <a:latin typeface="微软雅黑" panose="020B0503020204020204" charset="-122"/>
                <a:ea typeface="微软雅黑" panose="020B0503020204020204" charset="-122"/>
              </a:rPr>
              <a:t>相位差</a:t>
            </a:r>
            <a:endParaRPr lang="zh-CN" altLang="en-US" sz="2400" b="1" dirty="0">
              <a:solidFill>
                <a:srgbClr val="000000"/>
              </a:solidFill>
              <a:latin typeface="Times New Roman" panose="02020603050405020304" pitchFamily="18" charset="0"/>
              <a:ea typeface="楷体_GB2312" pitchFamily="49" charset="-122"/>
            </a:endParaRPr>
          </a:p>
        </p:txBody>
      </p:sp>
      <p:sp>
        <p:nvSpPr>
          <p:cNvPr id="114704" name="Text Box 16"/>
          <p:cNvSpPr txBox="1"/>
          <p:nvPr/>
        </p:nvSpPr>
        <p:spPr>
          <a:xfrm>
            <a:off x="4213225" y="5807075"/>
            <a:ext cx="3581400" cy="522288"/>
          </a:xfrm>
          <a:prstGeom prst="rect">
            <a:avLst/>
          </a:prstGeom>
          <a:noFill/>
          <a:ln w="9525">
            <a:noFill/>
          </a:ln>
        </p:spPr>
        <p:txBody>
          <a:bodyPr anchor="t" anchorCtr="0">
            <a:spAutoFit/>
          </a:bodyPr>
          <a:p>
            <a:pPr>
              <a:spcBef>
                <a:spcPct val="50000"/>
              </a:spcBef>
            </a:pPr>
            <a:r>
              <a:rPr lang="zh-CN" altLang="en-US" sz="2800" dirty="0">
                <a:solidFill>
                  <a:srgbClr val="000000"/>
                </a:solidFill>
                <a:latin typeface="微软雅黑" panose="020B0503020204020204" charset="-122"/>
                <a:ea typeface="微软雅黑" panose="020B0503020204020204" charset="-122"/>
              </a:rPr>
              <a:t>超前           落后</a:t>
            </a:r>
            <a:endParaRPr lang="zh-CN" altLang="en-US" sz="2800" dirty="0">
              <a:solidFill>
                <a:srgbClr val="000000"/>
              </a:solidFill>
              <a:latin typeface="微软雅黑" panose="020B0503020204020204" charset="-122"/>
              <a:ea typeface="微软雅黑" panose="020B0503020204020204" charset="-122"/>
            </a:endParaRPr>
          </a:p>
        </p:txBody>
      </p:sp>
      <p:sp>
        <p:nvSpPr>
          <p:cNvPr id="114705" name="AutoShape 17"/>
          <p:cNvSpPr/>
          <p:nvPr/>
        </p:nvSpPr>
        <p:spPr>
          <a:xfrm>
            <a:off x="1524000" y="4795838"/>
            <a:ext cx="228600" cy="1447800"/>
          </a:xfrm>
          <a:prstGeom prst="leftBrace">
            <a:avLst>
              <a:gd name="adj1" fmla="val 52513"/>
              <a:gd name="adj2" fmla="val 50000"/>
            </a:avLst>
          </a:prstGeom>
          <a:noFill/>
          <a:ln w="38100" cap="flat" cmpd="sng">
            <a:solidFill>
              <a:srgbClr val="000000"/>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14706" name="Object 18"/>
          <p:cNvGraphicFramePr>
            <a:graphicFrameLocks noChangeAspect="1"/>
          </p:cNvGraphicFramePr>
          <p:nvPr/>
        </p:nvGraphicFramePr>
        <p:xfrm>
          <a:off x="4213225" y="4710113"/>
          <a:ext cx="381000" cy="352425"/>
        </p:xfrm>
        <a:graphic>
          <a:graphicData uri="http://schemas.openxmlformats.org/presentationml/2006/ole">
            <mc:AlternateContent xmlns:mc="http://schemas.openxmlformats.org/markup-compatibility/2006">
              <mc:Choice xmlns:v="urn:schemas-microsoft-com:vml" Requires="v">
                <p:oleObj spid="_x0000_s3098" name="" r:id="rId15" imgW="152400" imgH="139700" progId="Equation.3">
                  <p:embed/>
                </p:oleObj>
              </mc:Choice>
              <mc:Fallback>
                <p:oleObj name="" r:id="rId15" imgW="152400" imgH="139700" progId="Equation.3">
                  <p:embed/>
                  <p:pic>
                    <p:nvPicPr>
                      <p:cNvPr id="0" name="图片 3097"/>
                      <p:cNvPicPr/>
                      <p:nvPr/>
                    </p:nvPicPr>
                    <p:blipFill>
                      <a:blip r:embed="rId16"/>
                      <a:stretch>
                        <a:fillRect/>
                      </a:stretch>
                    </p:blipFill>
                    <p:spPr>
                      <a:xfrm>
                        <a:off x="4213225" y="4710113"/>
                        <a:ext cx="381000" cy="352425"/>
                      </a:xfrm>
                      <a:prstGeom prst="rect">
                        <a:avLst/>
                      </a:prstGeom>
                      <a:noFill/>
                      <a:ln w="38100">
                        <a:noFill/>
                        <a:miter/>
                      </a:ln>
                    </p:spPr>
                  </p:pic>
                </p:oleObj>
              </mc:Fallback>
            </mc:AlternateContent>
          </a:graphicData>
        </a:graphic>
      </p:graphicFrame>
      <p:sp>
        <p:nvSpPr>
          <p:cNvPr id="2" name="矩形 1"/>
          <p:cNvSpPr/>
          <p:nvPr/>
        </p:nvSpPr>
        <p:spPr>
          <a:xfrm>
            <a:off x="455613" y="239713"/>
            <a:ext cx="7481887" cy="565150"/>
          </a:xfrm>
          <a:prstGeom prst="rect">
            <a:avLst/>
          </a:prstGeom>
          <a:noFill/>
          <a:ln w="9525">
            <a:noFill/>
          </a:ln>
        </p:spPr>
        <p:txBody>
          <a:bodyPr wrap="square" anchor="t" anchorCtr="0">
            <a:spAutoFit/>
          </a:bodyPr>
          <a:p>
            <a:pPr>
              <a:lnSpc>
                <a:spcPct val="110000"/>
              </a:lnSpc>
            </a:pPr>
            <a:r>
              <a:rPr lang="zh-CN" altLang="en-US" sz="2800" b="1" dirty="0">
                <a:solidFill>
                  <a:srgbClr val="254265"/>
                </a:solidFill>
                <a:latin typeface="微软雅黑" panose="020B0503020204020204" charset="-122"/>
                <a:ea typeface="微软雅黑" panose="020B0503020204020204" charset="-122"/>
              </a:rPr>
              <a:t>三、</a:t>
            </a:r>
            <a:r>
              <a:rPr lang="zh-CN" altLang="en-US" sz="2800" b="1" dirty="0">
                <a:solidFill>
                  <a:srgbClr val="254265"/>
                </a:solidFill>
                <a:latin typeface="微软雅黑" panose="020B0503020204020204" charset="-122"/>
                <a:ea typeface="微软雅黑" panose="020B0503020204020204" charset="-122"/>
                <a:sym typeface="宋体" panose="02010600030101010101" pitchFamily="2" charset="-122"/>
              </a:rPr>
              <a:t>简谐振动的描述</a:t>
            </a:r>
            <a:endParaRPr lang="zh-CN" altLang="en-US" sz="2800" b="1" dirty="0">
              <a:solidFill>
                <a:srgbClr val="254265"/>
              </a:solidFill>
              <a:latin typeface="微软雅黑" panose="020B0503020204020204" charset="-122"/>
              <a:ea typeface="微软雅黑" panose="020B0503020204020204" charset="-122"/>
              <a:sym typeface="宋体" panose="02010600030101010101" pitchFamily="2" charset="-122"/>
            </a:endParaRPr>
          </a:p>
        </p:txBody>
      </p:sp>
      <p:sp>
        <p:nvSpPr>
          <p:cNvPr id="20" name="Text Box 9"/>
          <p:cNvSpPr txBox="1"/>
          <p:nvPr/>
        </p:nvSpPr>
        <p:spPr>
          <a:xfrm>
            <a:off x="7386638" y="5805488"/>
            <a:ext cx="1638300" cy="461962"/>
          </a:xfrm>
          <a:prstGeom prst="rect">
            <a:avLst/>
          </a:prstGeom>
          <a:noFill/>
          <a:ln w="9525">
            <a:noFill/>
          </a:ln>
        </p:spPr>
        <p:txBody>
          <a:bodyPr wrap="square" anchor="t" anchorCtr="0">
            <a:spAutoFit/>
          </a:bodyPr>
          <a:p>
            <a:r>
              <a:rPr lang="zh-CN" altLang="en-US" sz="2400" dirty="0">
                <a:solidFill>
                  <a:srgbClr val="FF0000"/>
                </a:solidFill>
                <a:latin typeface="微软雅黑" panose="020B0503020204020204" charset="-122"/>
                <a:ea typeface="微软雅黑" panose="020B0503020204020204" charset="-122"/>
                <a:sym typeface="Monotype Sorts" pitchFamily="2" charset="2"/>
              </a:rPr>
              <a:t>为什么？</a:t>
            </a:r>
            <a:endParaRPr lang="zh-CN" altLang="en-US" sz="2400" dirty="0">
              <a:solidFill>
                <a:srgbClr val="FF00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grpId="0" nodeType="afterEffect">
                                  <p:stCondLst>
                                    <p:cond delay="0"/>
                                  </p:stCondLst>
                                  <p:childTnLst>
                                    <p:set>
                                      <p:cBhvr>
                                        <p:cTn id="9" dur="1" fill="hold">
                                          <p:stCondLst>
                                            <p:cond delay="0"/>
                                          </p:stCondLst>
                                        </p:cTn>
                                        <p:tgtEl>
                                          <p:spTgt spid="114697"/>
                                        </p:tgtEl>
                                        <p:attrNameLst>
                                          <p:attrName>style.visibility</p:attrName>
                                        </p:attrNameLst>
                                      </p:cBhvr>
                                      <p:to>
                                        <p:strVal val="visible"/>
                                      </p:to>
                                    </p:set>
                                    <p:animEffect transition="in" filter="blinds(horizontal)">
                                      <p:cBhvr>
                                        <p:cTn id="10" dur="500"/>
                                        <p:tgtEl>
                                          <p:spTgt spid="114697"/>
                                        </p:tgtEl>
                                      </p:cBhvr>
                                    </p:animEffect>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114691"/>
                                        </p:tgtEl>
                                        <p:attrNameLst>
                                          <p:attrName>style.visibility</p:attrName>
                                        </p:attrNameLst>
                                      </p:cBhvr>
                                      <p:to>
                                        <p:strVal val="visible"/>
                                      </p:to>
                                    </p:set>
                                    <p:animEffect transition="in" filter="blinds(horizontal)">
                                      <p:cBhvr>
                                        <p:cTn id="14" dur="500"/>
                                        <p:tgtEl>
                                          <p:spTgt spid="114691"/>
                                        </p:tgtEl>
                                      </p:cBhvr>
                                    </p:animEffect>
                                  </p:childTnLst>
                                </p:cTn>
                              </p:par>
                            </p:childTnLst>
                          </p:cTn>
                        </p:par>
                        <p:par>
                          <p:cTn id="15" fill="hold">
                            <p:stCondLst>
                              <p:cond delay="1000"/>
                            </p:stCondLst>
                            <p:childTnLst>
                              <p:par>
                                <p:cTn id="16" presetID="3" presetClass="entr" presetSubtype="5" fill="hold" nodeType="afterEffect">
                                  <p:stCondLst>
                                    <p:cond delay="0"/>
                                  </p:stCondLst>
                                  <p:childTnLst>
                                    <p:set>
                                      <p:cBhvr>
                                        <p:cTn id="17" dur="1" fill="hold">
                                          <p:stCondLst>
                                            <p:cond delay="0"/>
                                          </p:stCondLst>
                                        </p:cTn>
                                        <p:tgtEl>
                                          <p:spTgt spid="114696"/>
                                        </p:tgtEl>
                                        <p:attrNameLst>
                                          <p:attrName>style.visibility</p:attrName>
                                        </p:attrNameLst>
                                      </p:cBhvr>
                                      <p:to>
                                        <p:strVal val="visible"/>
                                      </p:to>
                                    </p:set>
                                    <p:animEffect transition="in" filter="blinds(vertical)">
                                      <p:cBhvr>
                                        <p:cTn id="18" dur="500"/>
                                        <p:tgtEl>
                                          <p:spTgt spid="11469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14692"/>
                                        </p:tgtEl>
                                        <p:attrNameLst>
                                          <p:attrName>style.visibility</p:attrName>
                                        </p:attrNameLst>
                                      </p:cBhvr>
                                      <p:to>
                                        <p:strVal val="visible"/>
                                      </p:to>
                                    </p:set>
                                    <p:animEffect transition="in" filter="blinds(horizontal)">
                                      <p:cBhvr>
                                        <p:cTn id="23" dur="500"/>
                                        <p:tgtEl>
                                          <p:spTgt spid="114692"/>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114693"/>
                                        </p:tgtEl>
                                        <p:attrNameLst>
                                          <p:attrName>style.visibility</p:attrName>
                                        </p:attrNameLst>
                                      </p:cBhvr>
                                      <p:to>
                                        <p:strVal val="visible"/>
                                      </p:to>
                                    </p:set>
                                    <p:animEffect transition="in" filter="blinds(horizontal)">
                                      <p:cBhvr>
                                        <p:cTn id="27" dur="500"/>
                                        <p:tgtEl>
                                          <p:spTgt spid="11469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114694"/>
                                        </p:tgtEl>
                                        <p:attrNameLst>
                                          <p:attrName>style.visibility</p:attrName>
                                        </p:attrNameLst>
                                      </p:cBhvr>
                                      <p:to>
                                        <p:strVal val="visible"/>
                                      </p:to>
                                    </p:set>
                                    <p:animEffect transition="in" filter="blinds(vertical)">
                                      <p:cBhvr>
                                        <p:cTn id="32" dur="500"/>
                                        <p:tgtEl>
                                          <p:spTgt spid="114694"/>
                                        </p:tgtEl>
                                      </p:cBhvr>
                                    </p:animEffect>
                                  </p:childTnLst>
                                </p:cTn>
                              </p:par>
                            </p:childTnLst>
                          </p:cTn>
                        </p:par>
                        <p:par>
                          <p:cTn id="33" fill="hold">
                            <p:stCondLst>
                              <p:cond delay="500"/>
                            </p:stCondLst>
                            <p:childTnLst>
                              <p:par>
                                <p:cTn id="34" presetID="3" presetClass="entr" presetSubtype="5" fill="hold" nodeType="afterEffect">
                                  <p:stCondLst>
                                    <p:cond delay="0"/>
                                  </p:stCondLst>
                                  <p:childTnLst>
                                    <p:set>
                                      <p:cBhvr>
                                        <p:cTn id="35" dur="1" fill="hold">
                                          <p:stCondLst>
                                            <p:cond delay="0"/>
                                          </p:stCondLst>
                                        </p:cTn>
                                        <p:tgtEl>
                                          <p:spTgt spid="114695"/>
                                        </p:tgtEl>
                                        <p:attrNameLst>
                                          <p:attrName>style.visibility</p:attrName>
                                        </p:attrNameLst>
                                      </p:cBhvr>
                                      <p:to>
                                        <p:strVal val="visible"/>
                                      </p:to>
                                    </p:set>
                                    <p:animEffect transition="in" filter="blinds(vertical)">
                                      <p:cBhvr>
                                        <p:cTn id="36" dur="500"/>
                                        <p:tgtEl>
                                          <p:spTgt spid="114695"/>
                                        </p:tgtEl>
                                      </p:cBhvr>
                                    </p:animEffect>
                                  </p:childTnLst>
                                </p:cTn>
                              </p:par>
                            </p:childTnLst>
                          </p:cTn>
                        </p:par>
                        <p:par>
                          <p:cTn id="37" fill="hold">
                            <p:stCondLst>
                              <p:cond delay="1000"/>
                            </p:stCondLst>
                            <p:childTnLst>
                              <p:par>
                                <p:cTn id="38" presetID="3" presetClass="entr" presetSubtype="10" fill="hold" grpId="0" nodeType="afterEffect">
                                  <p:stCondLst>
                                    <p:cond delay="0"/>
                                  </p:stCondLst>
                                  <p:childTnLst>
                                    <p:set>
                                      <p:cBhvr>
                                        <p:cTn id="39" dur="1" fill="hold">
                                          <p:stCondLst>
                                            <p:cond delay="0"/>
                                          </p:stCondLst>
                                        </p:cTn>
                                        <p:tgtEl>
                                          <p:spTgt spid="114698">
                                            <p:txEl>
                                              <p:charRg st="0" end="22"/>
                                            </p:txEl>
                                          </p:spTgt>
                                        </p:tgtEl>
                                        <p:attrNameLst>
                                          <p:attrName>style.visibility</p:attrName>
                                        </p:attrNameLst>
                                      </p:cBhvr>
                                      <p:to>
                                        <p:strVal val="visible"/>
                                      </p:to>
                                    </p:set>
                                    <p:animEffect transition="in" filter="blinds(horizontal)">
                                      <p:cBhvr>
                                        <p:cTn id="40" dur="500"/>
                                        <p:tgtEl>
                                          <p:spTgt spid="114698">
                                            <p:txEl>
                                              <p:charRg st="0" end="2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5" fill="hold" grpId="0" nodeType="clickEffect">
                                  <p:stCondLst>
                                    <p:cond delay="0"/>
                                  </p:stCondLst>
                                  <p:childTnLst>
                                    <p:set>
                                      <p:cBhvr>
                                        <p:cTn id="44" dur="1" fill="hold">
                                          <p:stCondLst>
                                            <p:cond delay="0"/>
                                          </p:stCondLst>
                                        </p:cTn>
                                        <p:tgtEl>
                                          <p:spTgt spid="114705"/>
                                        </p:tgtEl>
                                        <p:attrNameLst>
                                          <p:attrName>style.visibility</p:attrName>
                                        </p:attrNameLst>
                                      </p:cBhvr>
                                      <p:to>
                                        <p:strVal val="visible"/>
                                      </p:to>
                                    </p:set>
                                    <p:animEffect transition="in" filter="blinds(vertical)">
                                      <p:cBhvr>
                                        <p:cTn id="45" dur="500"/>
                                        <p:tgtEl>
                                          <p:spTgt spid="114705"/>
                                        </p:tgtEl>
                                      </p:cBhvr>
                                    </p:animEffect>
                                  </p:childTnLst>
                                </p:cTn>
                              </p:par>
                            </p:childTnLst>
                          </p:cTn>
                        </p:par>
                        <p:par>
                          <p:cTn id="46" fill="hold">
                            <p:stCondLst>
                              <p:cond delay="500"/>
                            </p:stCondLst>
                            <p:childTnLst>
                              <p:par>
                                <p:cTn id="47" presetID="3" presetClass="entr" presetSubtype="10" fill="hold" grpId="0" nodeType="afterEffect">
                                  <p:stCondLst>
                                    <p:cond delay="0"/>
                                  </p:stCondLst>
                                  <p:childTnLst>
                                    <p:set>
                                      <p:cBhvr>
                                        <p:cTn id="48" dur="1" fill="hold">
                                          <p:stCondLst>
                                            <p:cond delay="0"/>
                                          </p:stCondLst>
                                        </p:cTn>
                                        <p:tgtEl>
                                          <p:spTgt spid="114699">
                                            <p:txEl>
                                              <p:charRg st="0" end="5"/>
                                            </p:txEl>
                                          </p:spTgt>
                                        </p:tgtEl>
                                        <p:attrNameLst>
                                          <p:attrName>style.visibility</p:attrName>
                                        </p:attrNameLst>
                                      </p:cBhvr>
                                      <p:to>
                                        <p:strVal val="visible"/>
                                      </p:to>
                                    </p:set>
                                    <p:animEffect transition="in" filter="blinds(horizontal)">
                                      <p:cBhvr>
                                        <p:cTn id="49" dur="500"/>
                                        <p:tgtEl>
                                          <p:spTgt spid="114699">
                                            <p:txEl>
                                              <p:charRg st="0" end="5"/>
                                            </p:txEl>
                                          </p:spTgt>
                                        </p:tgtEl>
                                      </p:cBhvr>
                                    </p:animEffect>
                                  </p:childTnLst>
                                </p:cTn>
                              </p:par>
                            </p:childTnLst>
                          </p:cTn>
                        </p:par>
                        <p:par>
                          <p:cTn id="50" fill="hold">
                            <p:stCondLst>
                              <p:cond delay="1000"/>
                            </p:stCondLst>
                            <p:childTnLst>
                              <p:par>
                                <p:cTn id="51" presetID="3" presetClass="entr" presetSubtype="10" fill="hold" nodeType="afterEffect">
                                  <p:stCondLst>
                                    <p:cond delay="0"/>
                                  </p:stCondLst>
                                  <p:childTnLst>
                                    <p:set>
                                      <p:cBhvr>
                                        <p:cTn id="52" dur="1" fill="hold">
                                          <p:stCondLst>
                                            <p:cond delay="0"/>
                                          </p:stCondLst>
                                        </p:cTn>
                                        <p:tgtEl>
                                          <p:spTgt spid="114706"/>
                                        </p:tgtEl>
                                        <p:attrNameLst>
                                          <p:attrName>style.visibility</p:attrName>
                                        </p:attrNameLst>
                                      </p:cBhvr>
                                      <p:to>
                                        <p:strVal val="visible"/>
                                      </p:to>
                                    </p:set>
                                    <p:animEffect transition="in" filter="blinds(horizontal)">
                                      <p:cBhvr>
                                        <p:cTn id="53" dur="500"/>
                                        <p:tgtEl>
                                          <p:spTgt spid="114706"/>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14700">
                                            <p:txEl>
                                              <p:charRg st="0" end="6"/>
                                            </p:txEl>
                                          </p:spTgt>
                                        </p:tgtEl>
                                        <p:attrNameLst>
                                          <p:attrName>style.visibility</p:attrName>
                                        </p:attrNameLst>
                                      </p:cBhvr>
                                      <p:to>
                                        <p:strVal val="visible"/>
                                      </p:to>
                                    </p:set>
                                    <p:animEffect transition="in" filter="blinds(horizontal)">
                                      <p:cBhvr>
                                        <p:cTn id="58" dur="500"/>
                                        <p:tgtEl>
                                          <p:spTgt spid="114700">
                                            <p:txEl>
                                              <p:charRg st="0" end="6"/>
                                            </p:txEl>
                                          </p:spTgt>
                                        </p:tgtEl>
                                      </p:cBhvr>
                                    </p:animEffect>
                                  </p:childTnLst>
                                </p:cTn>
                              </p:par>
                            </p:childTnLst>
                          </p:cTn>
                        </p:par>
                        <p:par>
                          <p:cTn id="59" fill="hold">
                            <p:stCondLst>
                              <p:cond delay="500"/>
                            </p:stCondLst>
                            <p:childTnLst>
                              <p:par>
                                <p:cTn id="60" presetID="3" presetClass="entr" presetSubtype="10" fill="hold" nodeType="afterEffect">
                                  <p:stCondLst>
                                    <p:cond delay="0"/>
                                  </p:stCondLst>
                                  <p:childTnLst>
                                    <p:set>
                                      <p:cBhvr>
                                        <p:cTn id="61" dur="1" fill="hold">
                                          <p:stCondLst>
                                            <p:cond delay="0"/>
                                          </p:stCondLst>
                                        </p:cTn>
                                        <p:tgtEl>
                                          <p:spTgt spid="114701"/>
                                        </p:tgtEl>
                                        <p:attrNameLst>
                                          <p:attrName>style.visibility</p:attrName>
                                        </p:attrNameLst>
                                      </p:cBhvr>
                                      <p:to>
                                        <p:strVal val="visible"/>
                                      </p:to>
                                    </p:set>
                                    <p:animEffect transition="in" filter="blinds(horizontal)">
                                      <p:cBhvr>
                                        <p:cTn id="62" dur="500"/>
                                        <p:tgtEl>
                                          <p:spTgt spid="114701"/>
                                        </p:tgtEl>
                                      </p:cBhvr>
                                    </p:animEffect>
                                  </p:childTnLst>
                                </p:cTn>
                              </p:par>
                            </p:childTnLst>
                          </p:cTn>
                        </p:par>
                        <p:par>
                          <p:cTn id="63" fill="hold">
                            <p:stCondLst>
                              <p:cond delay="1000"/>
                            </p:stCondLst>
                            <p:childTnLst>
                              <p:par>
                                <p:cTn id="64" presetID="3" presetClass="entr" presetSubtype="5" fill="hold" nodeType="afterEffect">
                                  <p:stCondLst>
                                    <p:cond delay="0"/>
                                  </p:stCondLst>
                                  <p:childTnLst>
                                    <p:set>
                                      <p:cBhvr>
                                        <p:cTn id="65" dur="1" fill="hold">
                                          <p:stCondLst>
                                            <p:cond delay="0"/>
                                          </p:stCondLst>
                                        </p:cTn>
                                        <p:tgtEl>
                                          <p:spTgt spid="114702"/>
                                        </p:tgtEl>
                                        <p:attrNameLst>
                                          <p:attrName>style.visibility</p:attrName>
                                        </p:attrNameLst>
                                      </p:cBhvr>
                                      <p:to>
                                        <p:strVal val="visible"/>
                                      </p:to>
                                    </p:set>
                                    <p:animEffect transition="in" filter="blinds(vertical)">
                                      <p:cBhvr>
                                        <p:cTn id="66" dur="500"/>
                                        <p:tgtEl>
                                          <p:spTgt spid="114702"/>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5" fill="hold" grpId="0" nodeType="clickEffect">
                                  <p:stCondLst>
                                    <p:cond delay="0"/>
                                  </p:stCondLst>
                                  <p:childTnLst>
                                    <p:set>
                                      <p:cBhvr>
                                        <p:cTn id="70" dur="1" fill="hold">
                                          <p:stCondLst>
                                            <p:cond delay="0"/>
                                          </p:stCondLst>
                                        </p:cTn>
                                        <p:tgtEl>
                                          <p:spTgt spid="114703">
                                            <p:txEl>
                                              <p:charRg st="0" end="4"/>
                                            </p:txEl>
                                          </p:spTgt>
                                        </p:tgtEl>
                                        <p:attrNameLst>
                                          <p:attrName>style.visibility</p:attrName>
                                        </p:attrNameLst>
                                      </p:cBhvr>
                                      <p:to>
                                        <p:strVal val="visible"/>
                                      </p:to>
                                    </p:set>
                                    <p:animEffect transition="in" filter="blinds(vertical)">
                                      <p:cBhvr>
                                        <p:cTn id="71" dur="500"/>
                                        <p:tgtEl>
                                          <p:spTgt spid="114703">
                                            <p:txEl>
                                              <p:charRg st="0" end="4"/>
                                            </p:txEl>
                                          </p:spTgt>
                                        </p:tgtEl>
                                      </p:cBhvr>
                                    </p:animEffect>
                                  </p:childTnLst>
                                </p:cTn>
                              </p:par>
                            </p:childTnLst>
                          </p:cTn>
                        </p:par>
                        <p:par>
                          <p:cTn id="72" fill="hold">
                            <p:stCondLst>
                              <p:cond delay="500"/>
                            </p:stCondLst>
                            <p:childTnLst>
                              <p:par>
                                <p:cTn id="73" presetID="3" presetClass="entr" presetSubtype="10" fill="hold" grpId="0" nodeType="afterEffect">
                                  <p:stCondLst>
                                    <p:cond delay="0"/>
                                  </p:stCondLst>
                                  <p:childTnLst>
                                    <p:set>
                                      <p:cBhvr>
                                        <p:cTn id="74" dur="1" fill="hold">
                                          <p:stCondLst>
                                            <p:cond delay="0"/>
                                          </p:stCondLst>
                                        </p:cTn>
                                        <p:tgtEl>
                                          <p:spTgt spid="114704">
                                            <p:txEl>
                                              <p:charRg st="0" end="16"/>
                                            </p:txEl>
                                          </p:spTgt>
                                        </p:tgtEl>
                                        <p:attrNameLst>
                                          <p:attrName>style.visibility</p:attrName>
                                        </p:attrNameLst>
                                      </p:cBhvr>
                                      <p:to>
                                        <p:strVal val="visible"/>
                                      </p:to>
                                    </p:set>
                                    <p:animEffect transition="in" filter="blinds(horizontal)">
                                      <p:cBhvr>
                                        <p:cTn id="75" dur="500"/>
                                        <p:tgtEl>
                                          <p:spTgt spid="114704">
                                            <p:txEl>
                                              <p:charRg st="0" end="16"/>
                                            </p:txEl>
                                          </p:spTgt>
                                        </p:tgtEl>
                                      </p:cBhvr>
                                    </p:animEffect>
                                  </p:childTnLst>
                                </p:cTn>
                              </p:par>
                            </p:childTnLst>
                          </p:cTn>
                        </p:par>
                        <p:par>
                          <p:cTn id="76" fill="hold">
                            <p:stCondLst>
                              <p:cond delay="1000"/>
                            </p:stCondLst>
                            <p:childTnLst>
                              <p:par>
                                <p:cTn id="77" presetID="3" presetClass="entr" presetSubtype="10" fill="hold" grpId="0" nodeType="after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blinds(horizontal)">
                                      <p:cBhvr>
                                        <p:cTn id="7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7" grpId="0"/>
      <p:bldP spid="114698" grpId="0" build="p"/>
      <p:bldP spid="114699" grpId="0" build="p"/>
      <p:bldP spid="114700" grpId="0" build="p"/>
      <p:bldP spid="114703" grpId="0" build="p"/>
      <p:bldP spid="114704" grpId="0" build="p"/>
      <p:bldP spid="114705" grpId="0" bldLvl="0" animBg="1"/>
      <p:bldP spid="2"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5362" name="Text Box 2"/>
          <p:cNvSpPr txBox="1"/>
          <p:nvPr/>
        </p:nvSpPr>
        <p:spPr>
          <a:xfrm>
            <a:off x="460375" y="538163"/>
            <a:ext cx="2971800" cy="460375"/>
          </a:xfrm>
          <a:prstGeom prst="rect">
            <a:avLst/>
          </a:prstGeom>
          <a:noFill/>
          <a:ln w="9525">
            <a:noFill/>
          </a:ln>
        </p:spPr>
        <p:txBody>
          <a:bodyPr anchor="t" anchorCtr="0">
            <a:spAutoFit/>
          </a:bodyPr>
          <a:p>
            <a:pPr>
              <a:spcBef>
                <a:spcPct val="50000"/>
              </a:spcBef>
            </a:pPr>
            <a:r>
              <a:rPr lang="en-US" altLang="zh-CN" sz="2800" dirty="0">
                <a:solidFill>
                  <a:srgbClr val="000000"/>
                </a:solidFill>
                <a:latin typeface="微软雅黑" panose="020B0503020204020204" charset="-122"/>
                <a:ea typeface="微软雅黑" panose="020B0503020204020204" charset="-122"/>
                <a:sym typeface="Monotype Sorts" pitchFamily="2" charset="2"/>
              </a:rPr>
              <a:t>2.</a:t>
            </a:r>
            <a:r>
              <a:rPr lang="en-US" altLang="zh-CN" sz="2800" dirty="0">
                <a:solidFill>
                  <a:srgbClr val="000000"/>
                </a:solidFill>
                <a:latin typeface="微软雅黑" panose="020B0503020204020204" charset="-122"/>
                <a:ea typeface="微软雅黑" panose="020B0503020204020204" charset="-122"/>
              </a:rPr>
              <a:t>曲线描述</a:t>
            </a:r>
            <a:endParaRPr lang="zh-CN" altLang="en-US" sz="2400" b="1" dirty="0">
              <a:solidFill>
                <a:srgbClr val="000000"/>
              </a:solidFill>
              <a:latin typeface="Times New Roman" panose="02020603050405020304" pitchFamily="18" charset="0"/>
              <a:ea typeface="楷体_GB2312" pitchFamily="49" charset="-122"/>
            </a:endParaRPr>
          </a:p>
        </p:txBody>
      </p:sp>
      <p:grpSp>
        <p:nvGrpSpPr>
          <p:cNvPr id="116739" name="Group 3"/>
          <p:cNvGrpSpPr/>
          <p:nvPr/>
        </p:nvGrpSpPr>
        <p:grpSpPr>
          <a:xfrm>
            <a:off x="3048000" y="4813300"/>
            <a:ext cx="1371600" cy="762000"/>
            <a:chOff x="1728" y="1200"/>
            <a:chExt cx="864" cy="480"/>
          </a:xfrm>
        </p:grpSpPr>
        <p:sp>
          <p:nvSpPr>
            <p:cNvPr id="15364" name="Line 4"/>
            <p:cNvSpPr/>
            <p:nvPr/>
          </p:nvSpPr>
          <p:spPr>
            <a:xfrm>
              <a:off x="1728" y="1200"/>
              <a:ext cx="0" cy="480"/>
            </a:xfrm>
            <a:prstGeom prst="line">
              <a:avLst/>
            </a:prstGeom>
            <a:ln w="9525" cap="flat" cmpd="sng">
              <a:solidFill>
                <a:schemeClr val="tx1"/>
              </a:solidFill>
              <a:prstDash val="sysDot"/>
              <a:round/>
              <a:headEnd type="none" w="med" len="med"/>
              <a:tailEnd type="none" w="med" len="med"/>
            </a:ln>
          </p:spPr>
        </p:sp>
        <p:sp>
          <p:nvSpPr>
            <p:cNvPr id="15365" name="Line 5"/>
            <p:cNvSpPr/>
            <p:nvPr/>
          </p:nvSpPr>
          <p:spPr>
            <a:xfrm>
              <a:off x="2592" y="1200"/>
              <a:ext cx="0" cy="480"/>
            </a:xfrm>
            <a:prstGeom prst="line">
              <a:avLst/>
            </a:prstGeom>
            <a:ln w="9525" cap="flat" cmpd="sng">
              <a:solidFill>
                <a:schemeClr val="tx1"/>
              </a:solidFill>
              <a:prstDash val="sysDot"/>
              <a:round/>
              <a:headEnd type="none" w="med" len="med"/>
              <a:tailEnd type="none" w="med" len="med"/>
            </a:ln>
          </p:spPr>
        </p:sp>
        <p:sp>
          <p:nvSpPr>
            <p:cNvPr id="15366" name="Line 6"/>
            <p:cNvSpPr/>
            <p:nvPr/>
          </p:nvSpPr>
          <p:spPr>
            <a:xfrm>
              <a:off x="2314" y="1584"/>
              <a:ext cx="278" cy="0"/>
            </a:xfrm>
            <a:prstGeom prst="line">
              <a:avLst/>
            </a:prstGeom>
            <a:ln w="38100" cap="flat" cmpd="sng">
              <a:solidFill>
                <a:schemeClr val="tx1"/>
              </a:solidFill>
              <a:prstDash val="solid"/>
              <a:round/>
              <a:headEnd type="none" w="med" len="med"/>
              <a:tailEnd type="triangle" w="med" len="med"/>
            </a:ln>
          </p:spPr>
        </p:sp>
        <p:sp>
          <p:nvSpPr>
            <p:cNvPr id="15367" name="Line 7"/>
            <p:cNvSpPr/>
            <p:nvPr/>
          </p:nvSpPr>
          <p:spPr>
            <a:xfrm flipH="1">
              <a:off x="1728" y="1584"/>
              <a:ext cx="309" cy="0"/>
            </a:xfrm>
            <a:prstGeom prst="line">
              <a:avLst/>
            </a:prstGeom>
            <a:ln w="38100" cap="flat" cmpd="sng">
              <a:solidFill>
                <a:schemeClr val="tx1"/>
              </a:solidFill>
              <a:prstDash val="solid"/>
              <a:round/>
              <a:headEnd type="none" w="med" len="med"/>
              <a:tailEnd type="triangle" w="med" len="med"/>
            </a:ln>
          </p:spPr>
        </p:sp>
        <p:graphicFrame>
          <p:nvGraphicFramePr>
            <p:cNvPr id="15368" name="Object 8"/>
            <p:cNvGraphicFramePr>
              <a:graphicFrameLocks noChangeAspect="1"/>
            </p:cNvGraphicFramePr>
            <p:nvPr/>
          </p:nvGraphicFramePr>
          <p:xfrm>
            <a:off x="2064" y="1392"/>
            <a:ext cx="252" cy="288"/>
          </p:xfrm>
          <a:graphic>
            <a:graphicData uri="http://schemas.openxmlformats.org/presentationml/2006/ole">
              <mc:AlternateContent xmlns:mc="http://schemas.openxmlformats.org/markup-compatibility/2006">
                <mc:Choice xmlns:v="urn:schemas-microsoft-com:vml" Requires="v">
                  <p:oleObj spid="_x0000_s3109" name="" r:id="rId1" imgW="139700" imgH="165100" progId="Equation.3">
                    <p:embed/>
                  </p:oleObj>
                </mc:Choice>
                <mc:Fallback>
                  <p:oleObj name="" r:id="rId1" imgW="139700" imgH="165100" progId="Equation.3">
                    <p:embed/>
                    <p:pic>
                      <p:nvPicPr>
                        <p:cNvPr id="0" name="图片 3108"/>
                        <p:cNvPicPr/>
                        <p:nvPr/>
                      </p:nvPicPr>
                      <p:blipFill>
                        <a:blip r:embed="rId2"/>
                        <a:stretch>
                          <a:fillRect/>
                        </a:stretch>
                      </p:blipFill>
                      <p:spPr>
                        <a:xfrm>
                          <a:off x="2064" y="1392"/>
                          <a:ext cx="252" cy="288"/>
                        </a:xfrm>
                        <a:prstGeom prst="rect">
                          <a:avLst/>
                        </a:prstGeom>
                        <a:noFill/>
                        <a:ln w="38100">
                          <a:noFill/>
                          <a:miter/>
                        </a:ln>
                      </p:spPr>
                    </p:pic>
                  </p:oleObj>
                </mc:Fallback>
              </mc:AlternateContent>
            </a:graphicData>
          </a:graphic>
        </p:graphicFrame>
      </p:grpSp>
      <p:grpSp>
        <p:nvGrpSpPr>
          <p:cNvPr id="116745" name="Group 9"/>
          <p:cNvGrpSpPr/>
          <p:nvPr/>
        </p:nvGrpSpPr>
        <p:grpSpPr>
          <a:xfrm>
            <a:off x="2743200" y="3136900"/>
            <a:ext cx="4495800" cy="1866900"/>
            <a:chOff x="1872" y="2208"/>
            <a:chExt cx="2784" cy="1176"/>
          </a:xfrm>
        </p:grpSpPr>
        <p:sp>
          <p:nvSpPr>
            <p:cNvPr id="15370" name="Line 10"/>
            <p:cNvSpPr/>
            <p:nvPr/>
          </p:nvSpPr>
          <p:spPr>
            <a:xfrm flipV="1">
              <a:off x="2064" y="2256"/>
              <a:ext cx="0" cy="960"/>
            </a:xfrm>
            <a:prstGeom prst="line">
              <a:avLst/>
            </a:prstGeom>
            <a:ln w="28575" cap="flat" cmpd="sng">
              <a:solidFill>
                <a:schemeClr val="tx1"/>
              </a:solidFill>
              <a:prstDash val="solid"/>
              <a:round/>
              <a:headEnd type="none" w="med" len="med"/>
              <a:tailEnd type="triangle" w="med" len="med"/>
            </a:ln>
          </p:spPr>
        </p:sp>
        <p:sp>
          <p:nvSpPr>
            <p:cNvPr id="15371" name="Line 11"/>
            <p:cNvSpPr/>
            <p:nvPr/>
          </p:nvSpPr>
          <p:spPr>
            <a:xfrm>
              <a:off x="2016" y="3216"/>
              <a:ext cx="2364" cy="0"/>
            </a:xfrm>
            <a:prstGeom prst="line">
              <a:avLst/>
            </a:prstGeom>
            <a:ln w="28575" cap="flat" cmpd="sng">
              <a:solidFill>
                <a:schemeClr val="tx1"/>
              </a:solidFill>
              <a:prstDash val="solid"/>
              <a:round/>
              <a:headEnd type="none" w="med" len="med"/>
              <a:tailEnd type="triangle" w="med" len="med"/>
            </a:ln>
          </p:spPr>
        </p:sp>
        <p:graphicFrame>
          <p:nvGraphicFramePr>
            <p:cNvPr id="15372" name="Object 12"/>
            <p:cNvGraphicFramePr>
              <a:graphicFrameLocks noChangeAspect="1"/>
            </p:cNvGraphicFramePr>
            <p:nvPr/>
          </p:nvGraphicFramePr>
          <p:xfrm>
            <a:off x="1872" y="3120"/>
            <a:ext cx="232" cy="264"/>
          </p:xfrm>
          <a:graphic>
            <a:graphicData uri="http://schemas.openxmlformats.org/presentationml/2006/ole">
              <mc:AlternateContent xmlns:mc="http://schemas.openxmlformats.org/markup-compatibility/2006">
                <mc:Choice xmlns:v="urn:schemas-microsoft-com:vml" Requires="v">
                  <p:oleObj spid="_x0000_s3099" name="" r:id="rId3" imgW="127000" imgH="139700" progId="Equation.3">
                    <p:embed/>
                  </p:oleObj>
                </mc:Choice>
                <mc:Fallback>
                  <p:oleObj name="" r:id="rId3" imgW="127000" imgH="139700" progId="Equation.3">
                    <p:embed/>
                    <p:pic>
                      <p:nvPicPr>
                        <p:cNvPr id="0" name="图片 3098"/>
                        <p:cNvPicPr/>
                        <p:nvPr/>
                      </p:nvPicPr>
                      <p:blipFill>
                        <a:blip r:embed="rId4"/>
                        <a:stretch>
                          <a:fillRect/>
                        </a:stretch>
                      </p:blipFill>
                      <p:spPr>
                        <a:xfrm>
                          <a:off x="1872" y="3120"/>
                          <a:ext cx="232" cy="264"/>
                        </a:xfrm>
                        <a:prstGeom prst="rect">
                          <a:avLst/>
                        </a:prstGeom>
                        <a:noFill/>
                        <a:ln w="38100">
                          <a:noFill/>
                          <a:miter/>
                        </a:ln>
                      </p:spPr>
                    </p:pic>
                  </p:oleObj>
                </mc:Fallback>
              </mc:AlternateContent>
            </a:graphicData>
          </a:graphic>
        </p:graphicFrame>
        <p:graphicFrame>
          <p:nvGraphicFramePr>
            <p:cNvPr id="15373" name="Object 13"/>
            <p:cNvGraphicFramePr>
              <a:graphicFrameLocks noChangeAspect="1"/>
            </p:cNvGraphicFramePr>
            <p:nvPr/>
          </p:nvGraphicFramePr>
          <p:xfrm>
            <a:off x="2112" y="2208"/>
            <a:ext cx="250" cy="288"/>
          </p:xfrm>
          <a:graphic>
            <a:graphicData uri="http://schemas.openxmlformats.org/presentationml/2006/ole">
              <mc:AlternateContent xmlns:mc="http://schemas.openxmlformats.org/markup-compatibility/2006">
                <mc:Choice xmlns:v="urn:schemas-microsoft-com:vml" Requires="v">
                  <p:oleObj spid="_x0000_s3103" name="" r:id="rId5" imgW="127000" imgH="139700" progId="Equation.3">
                    <p:embed/>
                  </p:oleObj>
                </mc:Choice>
                <mc:Fallback>
                  <p:oleObj name="" r:id="rId5" imgW="127000" imgH="139700" progId="Equation.3">
                    <p:embed/>
                    <p:pic>
                      <p:nvPicPr>
                        <p:cNvPr id="0" name="图片 3102"/>
                        <p:cNvPicPr/>
                        <p:nvPr/>
                      </p:nvPicPr>
                      <p:blipFill>
                        <a:blip r:embed="rId6"/>
                        <a:stretch>
                          <a:fillRect/>
                        </a:stretch>
                      </p:blipFill>
                      <p:spPr>
                        <a:xfrm>
                          <a:off x="2112" y="2208"/>
                          <a:ext cx="250" cy="288"/>
                        </a:xfrm>
                        <a:prstGeom prst="rect">
                          <a:avLst/>
                        </a:prstGeom>
                        <a:noFill/>
                        <a:ln w="38100">
                          <a:noFill/>
                          <a:miter/>
                        </a:ln>
                      </p:spPr>
                    </p:pic>
                  </p:oleObj>
                </mc:Fallback>
              </mc:AlternateContent>
            </a:graphicData>
          </a:graphic>
        </p:graphicFrame>
        <p:graphicFrame>
          <p:nvGraphicFramePr>
            <p:cNvPr id="15374" name="Object 14"/>
            <p:cNvGraphicFramePr>
              <a:graphicFrameLocks noChangeAspect="1"/>
            </p:cNvGraphicFramePr>
            <p:nvPr/>
          </p:nvGraphicFramePr>
          <p:xfrm>
            <a:off x="4468" y="2928"/>
            <a:ext cx="188" cy="336"/>
          </p:xfrm>
          <a:graphic>
            <a:graphicData uri="http://schemas.openxmlformats.org/presentationml/2006/ole">
              <mc:AlternateContent xmlns:mc="http://schemas.openxmlformats.org/markup-compatibility/2006">
                <mc:Choice xmlns:v="urn:schemas-microsoft-com:vml" Requires="v">
                  <p:oleObj spid="_x0000_s3107" name="" r:id="rId7" imgW="88265" imgH="151765" progId="Equation.3">
                    <p:embed/>
                  </p:oleObj>
                </mc:Choice>
                <mc:Fallback>
                  <p:oleObj name="" r:id="rId7" imgW="88265" imgH="151765" progId="Equation.3">
                    <p:embed/>
                    <p:pic>
                      <p:nvPicPr>
                        <p:cNvPr id="0" name="图片 3106"/>
                        <p:cNvPicPr/>
                        <p:nvPr/>
                      </p:nvPicPr>
                      <p:blipFill>
                        <a:blip r:embed="rId8"/>
                        <a:stretch>
                          <a:fillRect/>
                        </a:stretch>
                      </p:blipFill>
                      <p:spPr>
                        <a:xfrm>
                          <a:off x="4468" y="2928"/>
                          <a:ext cx="188" cy="336"/>
                        </a:xfrm>
                        <a:prstGeom prst="rect">
                          <a:avLst/>
                        </a:prstGeom>
                        <a:noFill/>
                        <a:ln w="38100">
                          <a:noFill/>
                          <a:miter/>
                        </a:ln>
                      </p:spPr>
                    </p:pic>
                  </p:oleObj>
                </mc:Fallback>
              </mc:AlternateContent>
            </a:graphicData>
          </a:graphic>
        </p:graphicFrame>
      </p:grpSp>
      <p:grpSp>
        <p:nvGrpSpPr>
          <p:cNvPr id="116751" name="Group 15"/>
          <p:cNvGrpSpPr/>
          <p:nvPr/>
        </p:nvGrpSpPr>
        <p:grpSpPr>
          <a:xfrm>
            <a:off x="3048000" y="4356100"/>
            <a:ext cx="2743200" cy="715963"/>
            <a:chOff x="2784" y="576"/>
            <a:chExt cx="1728" cy="451"/>
          </a:xfrm>
        </p:grpSpPr>
        <p:grpSp>
          <p:nvGrpSpPr>
            <p:cNvPr id="15376" name="Group 16"/>
            <p:cNvGrpSpPr/>
            <p:nvPr/>
          </p:nvGrpSpPr>
          <p:grpSpPr>
            <a:xfrm>
              <a:off x="2784" y="576"/>
              <a:ext cx="864" cy="451"/>
              <a:chOff x="0" y="0"/>
              <a:chExt cx="20000" cy="20000"/>
            </a:xfrm>
          </p:grpSpPr>
          <p:sp>
            <p:nvSpPr>
              <p:cNvPr id="15377" name="Freeform 17"/>
              <p:cNvSpPr/>
              <p:nvPr/>
            </p:nvSpPr>
            <p:spPr>
              <a:xfrm>
                <a:off x="0" y="0"/>
                <a:ext cx="9732" cy="10374"/>
              </a:xfrm>
              <a:custGeom>
                <a:avLst/>
                <a:gdLst/>
                <a:ahLst/>
                <a:cxnLst>
                  <a:cxn ang="0">
                    <a:pos x="69" y="4975"/>
                  </a:cxn>
                  <a:cxn ang="0">
                    <a:pos x="172" y="4653"/>
                  </a:cxn>
                  <a:cxn ang="0">
                    <a:pos x="274" y="4321"/>
                  </a:cxn>
                  <a:cxn ang="0">
                    <a:pos x="378" y="4008"/>
                  </a:cxn>
                  <a:cxn ang="0">
                    <a:pos x="446" y="3686"/>
                  </a:cxn>
                  <a:cxn ang="0">
                    <a:pos x="583" y="3381"/>
                  </a:cxn>
                  <a:cxn ang="0">
                    <a:pos x="687" y="3087"/>
                  </a:cxn>
                  <a:cxn ang="0">
                    <a:pos x="789" y="2782"/>
                  </a:cxn>
                  <a:cxn ang="0">
                    <a:pos x="892" y="2497"/>
                  </a:cxn>
                  <a:cxn ang="0">
                    <a:pos x="995" y="2211"/>
                  </a:cxn>
                  <a:cxn ang="0">
                    <a:pos x="1132" y="1953"/>
                  </a:cxn>
                  <a:cxn ang="0">
                    <a:pos x="1201" y="1704"/>
                  </a:cxn>
                  <a:cxn ang="0">
                    <a:pos x="1304" y="1465"/>
                  </a:cxn>
                  <a:cxn ang="0">
                    <a:pos x="1373" y="1226"/>
                  </a:cxn>
                  <a:cxn ang="0">
                    <a:pos x="1544" y="1014"/>
                  </a:cxn>
                  <a:cxn ang="0">
                    <a:pos x="1647" y="820"/>
                  </a:cxn>
                  <a:cxn ang="0">
                    <a:pos x="1716" y="654"/>
                  </a:cxn>
                  <a:cxn ang="0">
                    <a:pos x="1819" y="488"/>
                  </a:cxn>
                  <a:cxn ang="0">
                    <a:pos x="1922" y="350"/>
                  </a:cxn>
                  <a:cxn ang="0">
                    <a:pos x="2025" y="230"/>
                  </a:cxn>
                  <a:cxn ang="0">
                    <a:pos x="2128" y="138"/>
                  </a:cxn>
                  <a:cxn ang="0">
                    <a:pos x="2265" y="64"/>
                  </a:cxn>
                  <a:cxn ang="0">
                    <a:pos x="2333" y="27"/>
                  </a:cxn>
                  <a:cxn ang="0">
                    <a:pos x="2436" y="0"/>
                  </a:cxn>
                  <a:cxn ang="0">
                    <a:pos x="2540" y="9"/>
                  </a:cxn>
                  <a:cxn ang="0">
                    <a:pos x="2642" y="55"/>
                  </a:cxn>
                  <a:cxn ang="0">
                    <a:pos x="2745" y="138"/>
                  </a:cxn>
                  <a:cxn ang="0">
                    <a:pos x="2848" y="267"/>
                  </a:cxn>
                  <a:cxn ang="0">
                    <a:pos x="2951" y="424"/>
                  </a:cxn>
                  <a:cxn ang="0">
                    <a:pos x="3054" y="608"/>
                  </a:cxn>
                  <a:cxn ang="0">
                    <a:pos x="3191" y="838"/>
                  </a:cxn>
                  <a:cxn ang="0">
                    <a:pos x="3260" y="1078"/>
                  </a:cxn>
                  <a:cxn ang="0">
                    <a:pos x="3363" y="1336"/>
                  </a:cxn>
                  <a:cxn ang="0">
                    <a:pos x="3500" y="1613"/>
                  </a:cxn>
                  <a:cxn ang="0">
                    <a:pos x="3569" y="1898"/>
                  </a:cxn>
                  <a:cxn ang="0">
                    <a:pos x="3706" y="2202"/>
                  </a:cxn>
                  <a:cxn ang="0">
                    <a:pos x="3809" y="2515"/>
                  </a:cxn>
                  <a:cxn ang="0">
                    <a:pos x="3912" y="2810"/>
                  </a:cxn>
                  <a:cxn ang="0">
                    <a:pos x="4015" y="3124"/>
                  </a:cxn>
                  <a:cxn ang="0">
                    <a:pos x="4084" y="3428"/>
                  </a:cxn>
                  <a:cxn ang="0">
                    <a:pos x="4187" y="3732"/>
                  </a:cxn>
                  <a:cxn ang="0">
                    <a:pos x="4289" y="4027"/>
                  </a:cxn>
                  <a:cxn ang="0">
                    <a:pos x="4358" y="4284"/>
                  </a:cxn>
                  <a:cxn ang="0">
                    <a:pos x="4461" y="4543"/>
                  </a:cxn>
                  <a:cxn ang="0">
                    <a:pos x="4530" y="4773"/>
                  </a:cxn>
                  <a:cxn ang="0">
                    <a:pos x="4598" y="4985"/>
                  </a:cxn>
                  <a:cxn ang="0">
                    <a:pos x="4632" y="5160"/>
                  </a:cxn>
                  <a:cxn ang="0">
                    <a:pos x="4701" y="5317"/>
                  </a:cxn>
                </a:cxnLst>
                <a:pathLst>
                  <a:path w="20000" h="20000">
                    <a:moveTo>
                      <a:pt x="0" y="19075"/>
                    </a:moveTo>
                    <a:lnTo>
                      <a:pt x="290" y="18493"/>
                    </a:lnTo>
                    <a:lnTo>
                      <a:pt x="435" y="17877"/>
                    </a:lnTo>
                    <a:lnTo>
                      <a:pt x="725" y="17295"/>
                    </a:lnTo>
                    <a:lnTo>
                      <a:pt x="870" y="16678"/>
                    </a:lnTo>
                    <a:lnTo>
                      <a:pt x="1159" y="16062"/>
                    </a:lnTo>
                    <a:lnTo>
                      <a:pt x="1304" y="15479"/>
                    </a:lnTo>
                    <a:lnTo>
                      <a:pt x="1594" y="14897"/>
                    </a:lnTo>
                    <a:lnTo>
                      <a:pt x="1884" y="14281"/>
                    </a:lnTo>
                    <a:lnTo>
                      <a:pt x="1884" y="13699"/>
                    </a:lnTo>
                    <a:lnTo>
                      <a:pt x="2174" y="13151"/>
                    </a:lnTo>
                    <a:lnTo>
                      <a:pt x="2464" y="12568"/>
                    </a:lnTo>
                    <a:lnTo>
                      <a:pt x="2754" y="12021"/>
                    </a:lnTo>
                    <a:lnTo>
                      <a:pt x="2899" y="11473"/>
                    </a:lnTo>
                    <a:lnTo>
                      <a:pt x="3043" y="10890"/>
                    </a:lnTo>
                    <a:lnTo>
                      <a:pt x="3333" y="10342"/>
                    </a:lnTo>
                    <a:lnTo>
                      <a:pt x="3478" y="9795"/>
                    </a:lnTo>
                    <a:lnTo>
                      <a:pt x="3768" y="9281"/>
                    </a:lnTo>
                    <a:lnTo>
                      <a:pt x="4058" y="8733"/>
                    </a:lnTo>
                    <a:lnTo>
                      <a:pt x="4203" y="8219"/>
                    </a:lnTo>
                    <a:lnTo>
                      <a:pt x="4348" y="7740"/>
                    </a:lnTo>
                    <a:lnTo>
                      <a:pt x="4783" y="7260"/>
                    </a:lnTo>
                    <a:lnTo>
                      <a:pt x="4928" y="6781"/>
                    </a:lnTo>
                    <a:lnTo>
                      <a:pt x="5072" y="6336"/>
                    </a:lnTo>
                    <a:lnTo>
                      <a:pt x="5362" y="5890"/>
                    </a:lnTo>
                    <a:lnTo>
                      <a:pt x="5507" y="5445"/>
                    </a:lnTo>
                    <a:lnTo>
                      <a:pt x="5797" y="5000"/>
                    </a:lnTo>
                    <a:lnTo>
                      <a:pt x="5797" y="4555"/>
                    </a:lnTo>
                    <a:lnTo>
                      <a:pt x="6232" y="4178"/>
                    </a:lnTo>
                    <a:lnTo>
                      <a:pt x="6522" y="3767"/>
                    </a:lnTo>
                    <a:lnTo>
                      <a:pt x="6522" y="3425"/>
                    </a:lnTo>
                    <a:lnTo>
                      <a:pt x="6957" y="3048"/>
                    </a:lnTo>
                    <a:lnTo>
                      <a:pt x="7101" y="2705"/>
                    </a:lnTo>
                    <a:lnTo>
                      <a:pt x="7246" y="2432"/>
                    </a:lnTo>
                    <a:lnTo>
                      <a:pt x="7391" y="2089"/>
                    </a:lnTo>
                    <a:lnTo>
                      <a:pt x="7681" y="1815"/>
                    </a:lnTo>
                    <a:lnTo>
                      <a:pt x="7971" y="1575"/>
                    </a:lnTo>
                    <a:lnTo>
                      <a:pt x="8116" y="1301"/>
                    </a:lnTo>
                    <a:lnTo>
                      <a:pt x="8406" y="1062"/>
                    </a:lnTo>
                    <a:lnTo>
                      <a:pt x="8551" y="856"/>
                    </a:lnTo>
                    <a:lnTo>
                      <a:pt x="8841" y="685"/>
                    </a:lnTo>
                    <a:lnTo>
                      <a:pt x="8986" y="514"/>
                    </a:lnTo>
                    <a:lnTo>
                      <a:pt x="9130" y="377"/>
                    </a:lnTo>
                    <a:lnTo>
                      <a:pt x="9565" y="240"/>
                    </a:lnTo>
                    <a:lnTo>
                      <a:pt x="9565" y="137"/>
                    </a:lnTo>
                    <a:lnTo>
                      <a:pt x="9855" y="103"/>
                    </a:lnTo>
                    <a:lnTo>
                      <a:pt x="10000" y="34"/>
                    </a:lnTo>
                    <a:lnTo>
                      <a:pt x="10290" y="0"/>
                    </a:lnTo>
                    <a:lnTo>
                      <a:pt x="10435" y="34"/>
                    </a:lnTo>
                    <a:lnTo>
                      <a:pt x="10725" y="34"/>
                    </a:lnTo>
                    <a:lnTo>
                      <a:pt x="10870" y="103"/>
                    </a:lnTo>
                    <a:lnTo>
                      <a:pt x="11159" y="205"/>
                    </a:lnTo>
                    <a:lnTo>
                      <a:pt x="11304" y="342"/>
                    </a:lnTo>
                    <a:lnTo>
                      <a:pt x="11594" y="514"/>
                    </a:lnTo>
                    <a:lnTo>
                      <a:pt x="11884" y="753"/>
                    </a:lnTo>
                    <a:lnTo>
                      <a:pt x="12029" y="993"/>
                    </a:lnTo>
                    <a:lnTo>
                      <a:pt x="12174" y="1267"/>
                    </a:lnTo>
                    <a:lnTo>
                      <a:pt x="12464" y="1575"/>
                    </a:lnTo>
                    <a:lnTo>
                      <a:pt x="12754" y="1884"/>
                    </a:lnTo>
                    <a:lnTo>
                      <a:pt x="12899" y="2260"/>
                    </a:lnTo>
                    <a:lnTo>
                      <a:pt x="13043" y="2705"/>
                    </a:lnTo>
                    <a:lnTo>
                      <a:pt x="13478" y="3116"/>
                    </a:lnTo>
                    <a:lnTo>
                      <a:pt x="13478" y="3527"/>
                    </a:lnTo>
                    <a:lnTo>
                      <a:pt x="13768" y="4007"/>
                    </a:lnTo>
                    <a:lnTo>
                      <a:pt x="14203" y="4418"/>
                    </a:lnTo>
                    <a:lnTo>
                      <a:pt x="14203" y="4966"/>
                    </a:lnTo>
                    <a:lnTo>
                      <a:pt x="14493" y="5479"/>
                    </a:lnTo>
                    <a:lnTo>
                      <a:pt x="14783" y="5993"/>
                    </a:lnTo>
                    <a:lnTo>
                      <a:pt x="15072" y="6507"/>
                    </a:lnTo>
                    <a:lnTo>
                      <a:pt x="15072" y="7055"/>
                    </a:lnTo>
                    <a:lnTo>
                      <a:pt x="15362" y="7637"/>
                    </a:lnTo>
                    <a:lnTo>
                      <a:pt x="15652" y="8185"/>
                    </a:lnTo>
                    <a:lnTo>
                      <a:pt x="15797" y="8767"/>
                    </a:lnTo>
                    <a:lnTo>
                      <a:pt x="16087" y="9349"/>
                    </a:lnTo>
                    <a:lnTo>
                      <a:pt x="16232" y="9897"/>
                    </a:lnTo>
                    <a:lnTo>
                      <a:pt x="16522" y="10445"/>
                    </a:lnTo>
                    <a:lnTo>
                      <a:pt x="16667" y="11027"/>
                    </a:lnTo>
                    <a:lnTo>
                      <a:pt x="16957" y="11610"/>
                    </a:lnTo>
                    <a:lnTo>
                      <a:pt x="17246" y="12158"/>
                    </a:lnTo>
                    <a:lnTo>
                      <a:pt x="17246" y="12740"/>
                    </a:lnTo>
                    <a:lnTo>
                      <a:pt x="17536" y="13288"/>
                    </a:lnTo>
                    <a:lnTo>
                      <a:pt x="17681" y="13870"/>
                    </a:lnTo>
                    <a:lnTo>
                      <a:pt x="17971" y="14384"/>
                    </a:lnTo>
                    <a:lnTo>
                      <a:pt x="18116" y="14966"/>
                    </a:lnTo>
                    <a:lnTo>
                      <a:pt x="18261" y="15445"/>
                    </a:lnTo>
                    <a:lnTo>
                      <a:pt x="18406" y="15925"/>
                    </a:lnTo>
                    <a:lnTo>
                      <a:pt x="18696" y="16438"/>
                    </a:lnTo>
                    <a:lnTo>
                      <a:pt x="18841" y="16884"/>
                    </a:lnTo>
                    <a:lnTo>
                      <a:pt x="18986" y="17329"/>
                    </a:lnTo>
                    <a:lnTo>
                      <a:pt x="19130" y="17740"/>
                    </a:lnTo>
                    <a:lnTo>
                      <a:pt x="19275" y="18151"/>
                    </a:lnTo>
                    <a:lnTo>
                      <a:pt x="19420" y="18527"/>
                    </a:lnTo>
                    <a:lnTo>
                      <a:pt x="19565" y="18904"/>
                    </a:lnTo>
                    <a:lnTo>
                      <a:pt x="19565" y="19178"/>
                    </a:lnTo>
                    <a:lnTo>
                      <a:pt x="19710" y="19486"/>
                    </a:lnTo>
                    <a:lnTo>
                      <a:pt x="19855" y="19760"/>
                    </a:lnTo>
                    <a:lnTo>
                      <a:pt x="19855" y="19966"/>
                    </a:lnTo>
                  </a:path>
                </a:pathLst>
              </a:custGeom>
              <a:noFill/>
              <a:ln w="34925" cap="flat" cmpd="sng">
                <a:solidFill>
                  <a:schemeClr val="tx1"/>
                </a:solidFill>
                <a:prstDash val="solid"/>
                <a:round/>
                <a:headEnd type="none" w="med" len="med"/>
                <a:tailEnd type="none" w="med" len="med"/>
              </a:ln>
            </p:spPr>
            <p:txBody>
              <a:bodyPr/>
              <a:p>
                <a:endParaRPr lang="zh-CN" altLang="en-US"/>
              </a:p>
            </p:txBody>
          </p:sp>
          <p:sp>
            <p:nvSpPr>
              <p:cNvPr id="15378" name="Freeform 18"/>
              <p:cNvSpPr/>
              <p:nvPr/>
            </p:nvSpPr>
            <p:spPr>
              <a:xfrm>
                <a:off x="9649" y="9981"/>
                <a:ext cx="10351" cy="10019"/>
              </a:xfrm>
              <a:custGeom>
                <a:avLst/>
                <a:gdLst/>
                <a:ahLst/>
                <a:cxnLst>
                  <a:cxn ang="0">
                    <a:pos x="73" y="160"/>
                  </a:cxn>
                  <a:cxn ang="0">
                    <a:pos x="146" y="471"/>
                  </a:cxn>
                  <a:cxn ang="0">
                    <a:pos x="255" y="783"/>
                  </a:cxn>
                  <a:cxn ang="0">
                    <a:pos x="364" y="1086"/>
                  </a:cxn>
                  <a:cxn ang="0">
                    <a:pos x="474" y="1397"/>
                  </a:cxn>
                  <a:cxn ang="0">
                    <a:pos x="583" y="1691"/>
                  </a:cxn>
                  <a:cxn ang="0">
                    <a:pos x="692" y="1985"/>
                  </a:cxn>
                  <a:cxn ang="0">
                    <a:pos x="802" y="2260"/>
                  </a:cxn>
                  <a:cxn ang="0">
                    <a:pos x="875" y="2545"/>
                  </a:cxn>
                  <a:cxn ang="0">
                    <a:pos x="1021" y="2812"/>
                  </a:cxn>
                  <a:cxn ang="0">
                    <a:pos x="1094" y="3061"/>
                  </a:cxn>
                  <a:cxn ang="0">
                    <a:pos x="1239" y="3310"/>
                  </a:cxn>
                  <a:cxn ang="0">
                    <a:pos x="1348" y="3542"/>
                  </a:cxn>
                  <a:cxn ang="0">
                    <a:pos x="1421" y="3764"/>
                  </a:cxn>
                  <a:cxn ang="0">
                    <a:pos x="1530" y="3978"/>
                  </a:cxn>
                  <a:cxn ang="0">
                    <a:pos x="1640" y="4165"/>
                  </a:cxn>
                  <a:cxn ang="0">
                    <a:pos x="1786" y="4334"/>
                  </a:cxn>
                  <a:cxn ang="0">
                    <a:pos x="1859" y="4494"/>
                  </a:cxn>
                  <a:cxn ang="0">
                    <a:pos x="2004" y="4636"/>
                  </a:cxn>
                  <a:cxn ang="0">
                    <a:pos x="2114" y="4761"/>
                  </a:cxn>
                  <a:cxn ang="0">
                    <a:pos x="2187" y="4850"/>
                  </a:cxn>
                  <a:cxn ang="0">
                    <a:pos x="2296" y="4930"/>
                  </a:cxn>
                  <a:cxn ang="0">
                    <a:pos x="2406" y="4983"/>
                  </a:cxn>
                  <a:cxn ang="0">
                    <a:pos x="2551" y="5010"/>
                  </a:cxn>
                  <a:cxn ang="0">
                    <a:pos x="2660" y="5010"/>
                  </a:cxn>
                  <a:cxn ang="0">
                    <a:pos x="2769" y="4983"/>
                  </a:cxn>
                  <a:cxn ang="0">
                    <a:pos x="2879" y="4903"/>
                  </a:cxn>
                  <a:cxn ang="0">
                    <a:pos x="3025" y="4797"/>
                  </a:cxn>
                  <a:cxn ang="0">
                    <a:pos x="3171" y="4654"/>
                  </a:cxn>
                  <a:cxn ang="0">
                    <a:pos x="3243" y="4485"/>
                  </a:cxn>
                  <a:cxn ang="0">
                    <a:pos x="3389" y="4307"/>
                  </a:cxn>
                  <a:cxn ang="0">
                    <a:pos x="3535" y="4085"/>
                  </a:cxn>
                  <a:cxn ang="0">
                    <a:pos x="3681" y="3853"/>
                  </a:cxn>
                  <a:cxn ang="0">
                    <a:pos x="3790" y="3595"/>
                  </a:cxn>
                  <a:cxn ang="0">
                    <a:pos x="3936" y="3337"/>
                  </a:cxn>
                  <a:cxn ang="0">
                    <a:pos x="4081" y="3061"/>
                  </a:cxn>
                  <a:cxn ang="0">
                    <a:pos x="4191" y="2785"/>
                  </a:cxn>
                  <a:cxn ang="0">
                    <a:pos x="4300" y="2518"/>
                  </a:cxn>
                  <a:cxn ang="0">
                    <a:pos x="4446" y="2234"/>
                  </a:cxn>
                  <a:cxn ang="0">
                    <a:pos x="4555" y="1958"/>
                  </a:cxn>
                  <a:cxn ang="0">
                    <a:pos x="4665" y="1700"/>
                  </a:cxn>
                  <a:cxn ang="0">
                    <a:pos x="4774" y="1433"/>
                  </a:cxn>
                  <a:cxn ang="0">
                    <a:pos x="4883" y="1193"/>
                  </a:cxn>
                  <a:cxn ang="0">
                    <a:pos x="5030" y="970"/>
                  </a:cxn>
                  <a:cxn ang="0">
                    <a:pos x="5102" y="756"/>
                  </a:cxn>
                  <a:cxn ang="0">
                    <a:pos x="5175" y="561"/>
                  </a:cxn>
                  <a:cxn ang="0">
                    <a:pos x="5248" y="409"/>
                  </a:cxn>
                  <a:cxn ang="0">
                    <a:pos x="5284" y="258"/>
                  </a:cxn>
                </a:cxnLst>
                <a:pathLst>
                  <a:path w="20000" h="20000">
                    <a:moveTo>
                      <a:pt x="0" y="0"/>
                    </a:moveTo>
                    <a:lnTo>
                      <a:pt x="272" y="638"/>
                    </a:lnTo>
                    <a:lnTo>
                      <a:pt x="408" y="1241"/>
                    </a:lnTo>
                    <a:lnTo>
                      <a:pt x="544" y="1879"/>
                    </a:lnTo>
                    <a:lnTo>
                      <a:pt x="816" y="2518"/>
                    </a:lnTo>
                    <a:lnTo>
                      <a:pt x="952" y="3121"/>
                    </a:lnTo>
                    <a:lnTo>
                      <a:pt x="1224" y="3723"/>
                    </a:lnTo>
                    <a:lnTo>
                      <a:pt x="1361" y="4326"/>
                    </a:lnTo>
                    <a:lnTo>
                      <a:pt x="1633" y="4965"/>
                    </a:lnTo>
                    <a:lnTo>
                      <a:pt x="1769" y="5567"/>
                    </a:lnTo>
                    <a:lnTo>
                      <a:pt x="2041" y="6135"/>
                    </a:lnTo>
                    <a:lnTo>
                      <a:pt x="2177" y="6738"/>
                    </a:lnTo>
                    <a:lnTo>
                      <a:pt x="2449" y="7305"/>
                    </a:lnTo>
                    <a:lnTo>
                      <a:pt x="2585" y="7908"/>
                    </a:lnTo>
                    <a:lnTo>
                      <a:pt x="2721" y="8475"/>
                    </a:lnTo>
                    <a:lnTo>
                      <a:pt x="2993" y="9007"/>
                    </a:lnTo>
                    <a:lnTo>
                      <a:pt x="3265" y="9610"/>
                    </a:lnTo>
                    <a:lnTo>
                      <a:pt x="3265" y="10142"/>
                    </a:lnTo>
                    <a:lnTo>
                      <a:pt x="3537" y="10674"/>
                    </a:lnTo>
                    <a:lnTo>
                      <a:pt x="3810" y="11206"/>
                    </a:lnTo>
                    <a:lnTo>
                      <a:pt x="3946" y="11702"/>
                    </a:lnTo>
                    <a:lnTo>
                      <a:pt x="4082" y="12199"/>
                    </a:lnTo>
                    <a:lnTo>
                      <a:pt x="4354" y="12730"/>
                    </a:lnTo>
                    <a:lnTo>
                      <a:pt x="4626" y="13191"/>
                    </a:lnTo>
                    <a:lnTo>
                      <a:pt x="4626" y="13688"/>
                    </a:lnTo>
                    <a:lnTo>
                      <a:pt x="5034" y="14113"/>
                    </a:lnTo>
                    <a:lnTo>
                      <a:pt x="5170" y="14574"/>
                    </a:lnTo>
                    <a:lnTo>
                      <a:pt x="5306" y="15000"/>
                    </a:lnTo>
                    <a:lnTo>
                      <a:pt x="5578" y="15461"/>
                    </a:lnTo>
                    <a:lnTo>
                      <a:pt x="5714" y="15851"/>
                    </a:lnTo>
                    <a:lnTo>
                      <a:pt x="6122" y="16206"/>
                    </a:lnTo>
                    <a:lnTo>
                      <a:pt x="6122" y="16596"/>
                    </a:lnTo>
                    <a:lnTo>
                      <a:pt x="6395" y="16950"/>
                    </a:lnTo>
                    <a:lnTo>
                      <a:pt x="6667" y="17270"/>
                    </a:lnTo>
                    <a:lnTo>
                      <a:pt x="6803" y="17624"/>
                    </a:lnTo>
                    <a:lnTo>
                      <a:pt x="6939" y="17908"/>
                    </a:lnTo>
                    <a:lnTo>
                      <a:pt x="7211" y="18156"/>
                    </a:lnTo>
                    <a:lnTo>
                      <a:pt x="7483" y="18475"/>
                    </a:lnTo>
                    <a:lnTo>
                      <a:pt x="7483" y="18723"/>
                    </a:lnTo>
                    <a:lnTo>
                      <a:pt x="7891" y="18972"/>
                    </a:lnTo>
                    <a:lnTo>
                      <a:pt x="8027" y="19149"/>
                    </a:lnTo>
                    <a:lnTo>
                      <a:pt x="8163" y="19326"/>
                    </a:lnTo>
                    <a:lnTo>
                      <a:pt x="8435" y="19468"/>
                    </a:lnTo>
                    <a:lnTo>
                      <a:pt x="8571" y="19645"/>
                    </a:lnTo>
                    <a:lnTo>
                      <a:pt x="8980" y="19752"/>
                    </a:lnTo>
                    <a:lnTo>
                      <a:pt x="8980" y="19858"/>
                    </a:lnTo>
                    <a:lnTo>
                      <a:pt x="9252" y="19894"/>
                    </a:lnTo>
                    <a:lnTo>
                      <a:pt x="9524" y="19965"/>
                    </a:lnTo>
                    <a:lnTo>
                      <a:pt x="9660" y="19965"/>
                    </a:lnTo>
                    <a:lnTo>
                      <a:pt x="9932" y="19965"/>
                    </a:lnTo>
                    <a:lnTo>
                      <a:pt x="10068" y="19929"/>
                    </a:lnTo>
                    <a:lnTo>
                      <a:pt x="10340" y="19858"/>
                    </a:lnTo>
                    <a:lnTo>
                      <a:pt x="10476" y="19716"/>
                    </a:lnTo>
                    <a:lnTo>
                      <a:pt x="10748" y="19539"/>
                    </a:lnTo>
                    <a:lnTo>
                      <a:pt x="11020" y="19326"/>
                    </a:lnTo>
                    <a:lnTo>
                      <a:pt x="11293" y="19113"/>
                    </a:lnTo>
                    <a:lnTo>
                      <a:pt x="11429" y="18865"/>
                    </a:lnTo>
                    <a:lnTo>
                      <a:pt x="11837" y="18546"/>
                    </a:lnTo>
                    <a:lnTo>
                      <a:pt x="11973" y="18262"/>
                    </a:lnTo>
                    <a:lnTo>
                      <a:pt x="12109" y="17872"/>
                    </a:lnTo>
                    <a:lnTo>
                      <a:pt x="12517" y="17482"/>
                    </a:lnTo>
                    <a:lnTo>
                      <a:pt x="12653" y="17163"/>
                    </a:lnTo>
                    <a:lnTo>
                      <a:pt x="12925" y="16738"/>
                    </a:lnTo>
                    <a:lnTo>
                      <a:pt x="13197" y="16277"/>
                    </a:lnTo>
                    <a:lnTo>
                      <a:pt x="13333" y="15816"/>
                    </a:lnTo>
                    <a:lnTo>
                      <a:pt x="13741" y="15355"/>
                    </a:lnTo>
                    <a:lnTo>
                      <a:pt x="13878" y="14858"/>
                    </a:lnTo>
                    <a:lnTo>
                      <a:pt x="14150" y="14326"/>
                    </a:lnTo>
                    <a:lnTo>
                      <a:pt x="14422" y="13830"/>
                    </a:lnTo>
                    <a:lnTo>
                      <a:pt x="14694" y="13298"/>
                    </a:lnTo>
                    <a:lnTo>
                      <a:pt x="14830" y="12801"/>
                    </a:lnTo>
                    <a:lnTo>
                      <a:pt x="15238" y="12199"/>
                    </a:lnTo>
                    <a:lnTo>
                      <a:pt x="15374" y="11667"/>
                    </a:lnTo>
                    <a:lnTo>
                      <a:pt x="15646" y="11099"/>
                    </a:lnTo>
                    <a:lnTo>
                      <a:pt x="15918" y="10567"/>
                    </a:lnTo>
                    <a:lnTo>
                      <a:pt x="16054" y="10035"/>
                    </a:lnTo>
                    <a:lnTo>
                      <a:pt x="16327" y="9468"/>
                    </a:lnTo>
                    <a:lnTo>
                      <a:pt x="16599" y="8901"/>
                    </a:lnTo>
                    <a:lnTo>
                      <a:pt x="16735" y="8369"/>
                    </a:lnTo>
                    <a:lnTo>
                      <a:pt x="17007" y="7801"/>
                    </a:lnTo>
                    <a:lnTo>
                      <a:pt x="17279" y="7270"/>
                    </a:lnTo>
                    <a:lnTo>
                      <a:pt x="17415" y="6773"/>
                    </a:lnTo>
                    <a:lnTo>
                      <a:pt x="17687" y="6241"/>
                    </a:lnTo>
                    <a:lnTo>
                      <a:pt x="17823" y="5709"/>
                    </a:lnTo>
                    <a:lnTo>
                      <a:pt x="18231" y="5213"/>
                    </a:lnTo>
                    <a:lnTo>
                      <a:pt x="18231" y="4752"/>
                    </a:lnTo>
                    <a:lnTo>
                      <a:pt x="18367" y="4291"/>
                    </a:lnTo>
                    <a:lnTo>
                      <a:pt x="18776" y="3865"/>
                    </a:lnTo>
                    <a:lnTo>
                      <a:pt x="18912" y="3404"/>
                    </a:lnTo>
                    <a:lnTo>
                      <a:pt x="19048" y="3014"/>
                    </a:lnTo>
                    <a:lnTo>
                      <a:pt x="19184" y="2624"/>
                    </a:lnTo>
                    <a:lnTo>
                      <a:pt x="19320" y="2234"/>
                    </a:lnTo>
                    <a:lnTo>
                      <a:pt x="19456" y="1915"/>
                    </a:lnTo>
                    <a:lnTo>
                      <a:pt x="19592" y="1631"/>
                    </a:lnTo>
                    <a:lnTo>
                      <a:pt x="19728" y="1348"/>
                    </a:lnTo>
                    <a:lnTo>
                      <a:pt x="19728" y="1028"/>
                    </a:lnTo>
                    <a:lnTo>
                      <a:pt x="19864" y="851"/>
                    </a:lnTo>
                  </a:path>
                </a:pathLst>
              </a:custGeom>
              <a:noFill/>
              <a:ln w="34925" cap="flat" cmpd="sng">
                <a:solidFill>
                  <a:schemeClr val="tx1"/>
                </a:solidFill>
                <a:prstDash val="solid"/>
                <a:round/>
                <a:headEnd type="none" w="med" len="med"/>
                <a:tailEnd type="none" w="med" len="med"/>
              </a:ln>
            </p:spPr>
            <p:txBody>
              <a:bodyPr/>
              <a:p>
                <a:endParaRPr lang="zh-CN" altLang="en-US"/>
              </a:p>
            </p:txBody>
          </p:sp>
        </p:grpSp>
        <p:grpSp>
          <p:nvGrpSpPr>
            <p:cNvPr id="15379" name="Group 19"/>
            <p:cNvGrpSpPr/>
            <p:nvPr/>
          </p:nvGrpSpPr>
          <p:grpSpPr>
            <a:xfrm>
              <a:off x="3648" y="576"/>
              <a:ext cx="864" cy="451"/>
              <a:chOff x="0" y="0"/>
              <a:chExt cx="20000" cy="20000"/>
            </a:xfrm>
          </p:grpSpPr>
          <p:sp>
            <p:nvSpPr>
              <p:cNvPr id="15380" name="Freeform 20"/>
              <p:cNvSpPr/>
              <p:nvPr/>
            </p:nvSpPr>
            <p:spPr>
              <a:xfrm>
                <a:off x="0" y="0"/>
                <a:ext cx="9732" cy="10374"/>
              </a:xfrm>
              <a:custGeom>
                <a:avLst/>
                <a:gdLst/>
                <a:ahLst/>
                <a:cxnLst>
                  <a:cxn ang="0">
                    <a:pos x="69" y="4975"/>
                  </a:cxn>
                  <a:cxn ang="0">
                    <a:pos x="172" y="4653"/>
                  </a:cxn>
                  <a:cxn ang="0">
                    <a:pos x="274" y="4321"/>
                  </a:cxn>
                  <a:cxn ang="0">
                    <a:pos x="378" y="4008"/>
                  </a:cxn>
                  <a:cxn ang="0">
                    <a:pos x="446" y="3686"/>
                  </a:cxn>
                  <a:cxn ang="0">
                    <a:pos x="583" y="3381"/>
                  </a:cxn>
                  <a:cxn ang="0">
                    <a:pos x="687" y="3087"/>
                  </a:cxn>
                  <a:cxn ang="0">
                    <a:pos x="789" y="2782"/>
                  </a:cxn>
                  <a:cxn ang="0">
                    <a:pos x="892" y="2497"/>
                  </a:cxn>
                  <a:cxn ang="0">
                    <a:pos x="995" y="2211"/>
                  </a:cxn>
                  <a:cxn ang="0">
                    <a:pos x="1132" y="1953"/>
                  </a:cxn>
                  <a:cxn ang="0">
                    <a:pos x="1201" y="1704"/>
                  </a:cxn>
                  <a:cxn ang="0">
                    <a:pos x="1304" y="1465"/>
                  </a:cxn>
                  <a:cxn ang="0">
                    <a:pos x="1373" y="1226"/>
                  </a:cxn>
                  <a:cxn ang="0">
                    <a:pos x="1544" y="1014"/>
                  </a:cxn>
                  <a:cxn ang="0">
                    <a:pos x="1647" y="820"/>
                  </a:cxn>
                  <a:cxn ang="0">
                    <a:pos x="1716" y="654"/>
                  </a:cxn>
                  <a:cxn ang="0">
                    <a:pos x="1819" y="488"/>
                  </a:cxn>
                  <a:cxn ang="0">
                    <a:pos x="1922" y="350"/>
                  </a:cxn>
                  <a:cxn ang="0">
                    <a:pos x="2025" y="230"/>
                  </a:cxn>
                  <a:cxn ang="0">
                    <a:pos x="2128" y="138"/>
                  </a:cxn>
                  <a:cxn ang="0">
                    <a:pos x="2265" y="64"/>
                  </a:cxn>
                  <a:cxn ang="0">
                    <a:pos x="2333" y="27"/>
                  </a:cxn>
                  <a:cxn ang="0">
                    <a:pos x="2436" y="0"/>
                  </a:cxn>
                  <a:cxn ang="0">
                    <a:pos x="2540" y="9"/>
                  </a:cxn>
                  <a:cxn ang="0">
                    <a:pos x="2642" y="55"/>
                  </a:cxn>
                  <a:cxn ang="0">
                    <a:pos x="2745" y="138"/>
                  </a:cxn>
                  <a:cxn ang="0">
                    <a:pos x="2848" y="267"/>
                  </a:cxn>
                  <a:cxn ang="0">
                    <a:pos x="2951" y="424"/>
                  </a:cxn>
                  <a:cxn ang="0">
                    <a:pos x="3054" y="608"/>
                  </a:cxn>
                  <a:cxn ang="0">
                    <a:pos x="3191" y="838"/>
                  </a:cxn>
                  <a:cxn ang="0">
                    <a:pos x="3260" y="1078"/>
                  </a:cxn>
                  <a:cxn ang="0">
                    <a:pos x="3363" y="1336"/>
                  </a:cxn>
                  <a:cxn ang="0">
                    <a:pos x="3500" y="1613"/>
                  </a:cxn>
                  <a:cxn ang="0">
                    <a:pos x="3569" y="1898"/>
                  </a:cxn>
                  <a:cxn ang="0">
                    <a:pos x="3706" y="2202"/>
                  </a:cxn>
                  <a:cxn ang="0">
                    <a:pos x="3809" y="2515"/>
                  </a:cxn>
                  <a:cxn ang="0">
                    <a:pos x="3912" y="2810"/>
                  </a:cxn>
                  <a:cxn ang="0">
                    <a:pos x="4015" y="3124"/>
                  </a:cxn>
                  <a:cxn ang="0">
                    <a:pos x="4084" y="3428"/>
                  </a:cxn>
                  <a:cxn ang="0">
                    <a:pos x="4187" y="3732"/>
                  </a:cxn>
                  <a:cxn ang="0">
                    <a:pos x="4289" y="4027"/>
                  </a:cxn>
                  <a:cxn ang="0">
                    <a:pos x="4358" y="4284"/>
                  </a:cxn>
                  <a:cxn ang="0">
                    <a:pos x="4461" y="4543"/>
                  </a:cxn>
                  <a:cxn ang="0">
                    <a:pos x="4530" y="4773"/>
                  </a:cxn>
                  <a:cxn ang="0">
                    <a:pos x="4598" y="4985"/>
                  </a:cxn>
                  <a:cxn ang="0">
                    <a:pos x="4632" y="5160"/>
                  </a:cxn>
                  <a:cxn ang="0">
                    <a:pos x="4701" y="5317"/>
                  </a:cxn>
                </a:cxnLst>
                <a:pathLst>
                  <a:path w="20000" h="20000">
                    <a:moveTo>
                      <a:pt x="0" y="19075"/>
                    </a:moveTo>
                    <a:lnTo>
                      <a:pt x="290" y="18493"/>
                    </a:lnTo>
                    <a:lnTo>
                      <a:pt x="435" y="17877"/>
                    </a:lnTo>
                    <a:lnTo>
                      <a:pt x="725" y="17295"/>
                    </a:lnTo>
                    <a:lnTo>
                      <a:pt x="870" y="16678"/>
                    </a:lnTo>
                    <a:lnTo>
                      <a:pt x="1159" y="16062"/>
                    </a:lnTo>
                    <a:lnTo>
                      <a:pt x="1304" y="15479"/>
                    </a:lnTo>
                    <a:lnTo>
                      <a:pt x="1594" y="14897"/>
                    </a:lnTo>
                    <a:lnTo>
                      <a:pt x="1884" y="14281"/>
                    </a:lnTo>
                    <a:lnTo>
                      <a:pt x="1884" y="13699"/>
                    </a:lnTo>
                    <a:lnTo>
                      <a:pt x="2174" y="13151"/>
                    </a:lnTo>
                    <a:lnTo>
                      <a:pt x="2464" y="12568"/>
                    </a:lnTo>
                    <a:lnTo>
                      <a:pt x="2754" y="12021"/>
                    </a:lnTo>
                    <a:lnTo>
                      <a:pt x="2899" y="11473"/>
                    </a:lnTo>
                    <a:lnTo>
                      <a:pt x="3043" y="10890"/>
                    </a:lnTo>
                    <a:lnTo>
                      <a:pt x="3333" y="10342"/>
                    </a:lnTo>
                    <a:lnTo>
                      <a:pt x="3478" y="9795"/>
                    </a:lnTo>
                    <a:lnTo>
                      <a:pt x="3768" y="9281"/>
                    </a:lnTo>
                    <a:lnTo>
                      <a:pt x="4058" y="8733"/>
                    </a:lnTo>
                    <a:lnTo>
                      <a:pt x="4203" y="8219"/>
                    </a:lnTo>
                    <a:lnTo>
                      <a:pt x="4348" y="7740"/>
                    </a:lnTo>
                    <a:lnTo>
                      <a:pt x="4783" y="7260"/>
                    </a:lnTo>
                    <a:lnTo>
                      <a:pt x="4928" y="6781"/>
                    </a:lnTo>
                    <a:lnTo>
                      <a:pt x="5072" y="6336"/>
                    </a:lnTo>
                    <a:lnTo>
                      <a:pt x="5362" y="5890"/>
                    </a:lnTo>
                    <a:lnTo>
                      <a:pt x="5507" y="5445"/>
                    </a:lnTo>
                    <a:lnTo>
                      <a:pt x="5797" y="5000"/>
                    </a:lnTo>
                    <a:lnTo>
                      <a:pt x="5797" y="4555"/>
                    </a:lnTo>
                    <a:lnTo>
                      <a:pt x="6232" y="4178"/>
                    </a:lnTo>
                    <a:lnTo>
                      <a:pt x="6522" y="3767"/>
                    </a:lnTo>
                    <a:lnTo>
                      <a:pt x="6522" y="3425"/>
                    </a:lnTo>
                    <a:lnTo>
                      <a:pt x="6957" y="3048"/>
                    </a:lnTo>
                    <a:lnTo>
                      <a:pt x="7101" y="2705"/>
                    </a:lnTo>
                    <a:lnTo>
                      <a:pt x="7246" y="2432"/>
                    </a:lnTo>
                    <a:lnTo>
                      <a:pt x="7391" y="2089"/>
                    </a:lnTo>
                    <a:lnTo>
                      <a:pt x="7681" y="1815"/>
                    </a:lnTo>
                    <a:lnTo>
                      <a:pt x="7971" y="1575"/>
                    </a:lnTo>
                    <a:lnTo>
                      <a:pt x="8116" y="1301"/>
                    </a:lnTo>
                    <a:lnTo>
                      <a:pt x="8406" y="1062"/>
                    </a:lnTo>
                    <a:lnTo>
                      <a:pt x="8551" y="856"/>
                    </a:lnTo>
                    <a:lnTo>
                      <a:pt x="8841" y="685"/>
                    </a:lnTo>
                    <a:lnTo>
                      <a:pt x="8986" y="514"/>
                    </a:lnTo>
                    <a:lnTo>
                      <a:pt x="9130" y="377"/>
                    </a:lnTo>
                    <a:lnTo>
                      <a:pt x="9565" y="240"/>
                    </a:lnTo>
                    <a:lnTo>
                      <a:pt x="9565" y="137"/>
                    </a:lnTo>
                    <a:lnTo>
                      <a:pt x="9855" y="103"/>
                    </a:lnTo>
                    <a:lnTo>
                      <a:pt x="10000" y="34"/>
                    </a:lnTo>
                    <a:lnTo>
                      <a:pt x="10290" y="0"/>
                    </a:lnTo>
                    <a:lnTo>
                      <a:pt x="10435" y="34"/>
                    </a:lnTo>
                    <a:lnTo>
                      <a:pt x="10725" y="34"/>
                    </a:lnTo>
                    <a:lnTo>
                      <a:pt x="10870" y="103"/>
                    </a:lnTo>
                    <a:lnTo>
                      <a:pt x="11159" y="205"/>
                    </a:lnTo>
                    <a:lnTo>
                      <a:pt x="11304" y="342"/>
                    </a:lnTo>
                    <a:lnTo>
                      <a:pt x="11594" y="514"/>
                    </a:lnTo>
                    <a:lnTo>
                      <a:pt x="11884" y="753"/>
                    </a:lnTo>
                    <a:lnTo>
                      <a:pt x="12029" y="993"/>
                    </a:lnTo>
                    <a:lnTo>
                      <a:pt x="12174" y="1267"/>
                    </a:lnTo>
                    <a:lnTo>
                      <a:pt x="12464" y="1575"/>
                    </a:lnTo>
                    <a:lnTo>
                      <a:pt x="12754" y="1884"/>
                    </a:lnTo>
                    <a:lnTo>
                      <a:pt x="12899" y="2260"/>
                    </a:lnTo>
                    <a:lnTo>
                      <a:pt x="13043" y="2705"/>
                    </a:lnTo>
                    <a:lnTo>
                      <a:pt x="13478" y="3116"/>
                    </a:lnTo>
                    <a:lnTo>
                      <a:pt x="13478" y="3527"/>
                    </a:lnTo>
                    <a:lnTo>
                      <a:pt x="13768" y="4007"/>
                    </a:lnTo>
                    <a:lnTo>
                      <a:pt x="14203" y="4418"/>
                    </a:lnTo>
                    <a:lnTo>
                      <a:pt x="14203" y="4966"/>
                    </a:lnTo>
                    <a:lnTo>
                      <a:pt x="14493" y="5479"/>
                    </a:lnTo>
                    <a:lnTo>
                      <a:pt x="14783" y="5993"/>
                    </a:lnTo>
                    <a:lnTo>
                      <a:pt x="15072" y="6507"/>
                    </a:lnTo>
                    <a:lnTo>
                      <a:pt x="15072" y="7055"/>
                    </a:lnTo>
                    <a:lnTo>
                      <a:pt x="15362" y="7637"/>
                    </a:lnTo>
                    <a:lnTo>
                      <a:pt x="15652" y="8185"/>
                    </a:lnTo>
                    <a:lnTo>
                      <a:pt x="15797" y="8767"/>
                    </a:lnTo>
                    <a:lnTo>
                      <a:pt x="16087" y="9349"/>
                    </a:lnTo>
                    <a:lnTo>
                      <a:pt x="16232" y="9897"/>
                    </a:lnTo>
                    <a:lnTo>
                      <a:pt x="16522" y="10445"/>
                    </a:lnTo>
                    <a:lnTo>
                      <a:pt x="16667" y="11027"/>
                    </a:lnTo>
                    <a:lnTo>
                      <a:pt x="16957" y="11610"/>
                    </a:lnTo>
                    <a:lnTo>
                      <a:pt x="17246" y="12158"/>
                    </a:lnTo>
                    <a:lnTo>
                      <a:pt x="17246" y="12740"/>
                    </a:lnTo>
                    <a:lnTo>
                      <a:pt x="17536" y="13288"/>
                    </a:lnTo>
                    <a:lnTo>
                      <a:pt x="17681" y="13870"/>
                    </a:lnTo>
                    <a:lnTo>
                      <a:pt x="17971" y="14384"/>
                    </a:lnTo>
                    <a:lnTo>
                      <a:pt x="18116" y="14966"/>
                    </a:lnTo>
                    <a:lnTo>
                      <a:pt x="18261" y="15445"/>
                    </a:lnTo>
                    <a:lnTo>
                      <a:pt x="18406" y="15925"/>
                    </a:lnTo>
                    <a:lnTo>
                      <a:pt x="18696" y="16438"/>
                    </a:lnTo>
                    <a:lnTo>
                      <a:pt x="18841" y="16884"/>
                    </a:lnTo>
                    <a:lnTo>
                      <a:pt x="18986" y="17329"/>
                    </a:lnTo>
                    <a:lnTo>
                      <a:pt x="19130" y="17740"/>
                    </a:lnTo>
                    <a:lnTo>
                      <a:pt x="19275" y="18151"/>
                    </a:lnTo>
                    <a:lnTo>
                      <a:pt x="19420" y="18527"/>
                    </a:lnTo>
                    <a:lnTo>
                      <a:pt x="19565" y="18904"/>
                    </a:lnTo>
                    <a:lnTo>
                      <a:pt x="19565" y="19178"/>
                    </a:lnTo>
                    <a:lnTo>
                      <a:pt x="19710" y="19486"/>
                    </a:lnTo>
                    <a:lnTo>
                      <a:pt x="19855" y="19760"/>
                    </a:lnTo>
                    <a:lnTo>
                      <a:pt x="19855" y="19966"/>
                    </a:lnTo>
                  </a:path>
                </a:pathLst>
              </a:custGeom>
              <a:noFill/>
              <a:ln w="34925" cap="flat" cmpd="sng">
                <a:solidFill>
                  <a:schemeClr val="tx1"/>
                </a:solidFill>
                <a:prstDash val="solid"/>
                <a:round/>
                <a:headEnd type="none" w="med" len="med"/>
                <a:tailEnd type="none" w="med" len="med"/>
              </a:ln>
            </p:spPr>
            <p:txBody>
              <a:bodyPr/>
              <a:p>
                <a:endParaRPr lang="zh-CN" altLang="en-US"/>
              </a:p>
            </p:txBody>
          </p:sp>
          <p:sp>
            <p:nvSpPr>
              <p:cNvPr id="15381" name="Freeform 21"/>
              <p:cNvSpPr/>
              <p:nvPr/>
            </p:nvSpPr>
            <p:spPr>
              <a:xfrm>
                <a:off x="9649" y="9981"/>
                <a:ext cx="10351" cy="10019"/>
              </a:xfrm>
              <a:custGeom>
                <a:avLst/>
                <a:gdLst/>
                <a:ahLst/>
                <a:cxnLst>
                  <a:cxn ang="0">
                    <a:pos x="73" y="160"/>
                  </a:cxn>
                  <a:cxn ang="0">
                    <a:pos x="146" y="471"/>
                  </a:cxn>
                  <a:cxn ang="0">
                    <a:pos x="255" y="783"/>
                  </a:cxn>
                  <a:cxn ang="0">
                    <a:pos x="364" y="1086"/>
                  </a:cxn>
                  <a:cxn ang="0">
                    <a:pos x="474" y="1397"/>
                  </a:cxn>
                  <a:cxn ang="0">
                    <a:pos x="583" y="1691"/>
                  </a:cxn>
                  <a:cxn ang="0">
                    <a:pos x="692" y="1985"/>
                  </a:cxn>
                  <a:cxn ang="0">
                    <a:pos x="802" y="2260"/>
                  </a:cxn>
                  <a:cxn ang="0">
                    <a:pos x="875" y="2545"/>
                  </a:cxn>
                  <a:cxn ang="0">
                    <a:pos x="1021" y="2812"/>
                  </a:cxn>
                  <a:cxn ang="0">
                    <a:pos x="1094" y="3061"/>
                  </a:cxn>
                  <a:cxn ang="0">
                    <a:pos x="1239" y="3310"/>
                  </a:cxn>
                  <a:cxn ang="0">
                    <a:pos x="1348" y="3542"/>
                  </a:cxn>
                  <a:cxn ang="0">
                    <a:pos x="1421" y="3764"/>
                  </a:cxn>
                  <a:cxn ang="0">
                    <a:pos x="1530" y="3978"/>
                  </a:cxn>
                  <a:cxn ang="0">
                    <a:pos x="1640" y="4165"/>
                  </a:cxn>
                  <a:cxn ang="0">
                    <a:pos x="1786" y="4334"/>
                  </a:cxn>
                  <a:cxn ang="0">
                    <a:pos x="1859" y="4494"/>
                  </a:cxn>
                  <a:cxn ang="0">
                    <a:pos x="2004" y="4636"/>
                  </a:cxn>
                  <a:cxn ang="0">
                    <a:pos x="2114" y="4761"/>
                  </a:cxn>
                  <a:cxn ang="0">
                    <a:pos x="2187" y="4850"/>
                  </a:cxn>
                  <a:cxn ang="0">
                    <a:pos x="2296" y="4930"/>
                  </a:cxn>
                  <a:cxn ang="0">
                    <a:pos x="2406" y="4983"/>
                  </a:cxn>
                  <a:cxn ang="0">
                    <a:pos x="2551" y="5010"/>
                  </a:cxn>
                  <a:cxn ang="0">
                    <a:pos x="2660" y="5010"/>
                  </a:cxn>
                  <a:cxn ang="0">
                    <a:pos x="2769" y="4983"/>
                  </a:cxn>
                  <a:cxn ang="0">
                    <a:pos x="2879" y="4903"/>
                  </a:cxn>
                  <a:cxn ang="0">
                    <a:pos x="3025" y="4797"/>
                  </a:cxn>
                  <a:cxn ang="0">
                    <a:pos x="3171" y="4654"/>
                  </a:cxn>
                  <a:cxn ang="0">
                    <a:pos x="3243" y="4485"/>
                  </a:cxn>
                  <a:cxn ang="0">
                    <a:pos x="3389" y="4307"/>
                  </a:cxn>
                  <a:cxn ang="0">
                    <a:pos x="3535" y="4085"/>
                  </a:cxn>
                  <a:cxn ang="0">
                    <a:pos x="3681" y="3853"/>
                  </a:cxn>
                  <a:cxn ang="0">
                    <a:pos x="3790" y="3595"/>
                  </a:cxn>
                  <a:cxn ang="0">
                    <a:pos x="3936" y="3337"/>
                  </a:cxn>
                  <a:cxn ang="0">
                    <a:pos x="4081" y="3061"/>
                  </a:cxn>
                  <a:cxn ang="0">
                    <a:pos x="4191" y="2785"/>
                  </a:cxn>
                  <a:cxn ang="0">
                    <a:pos x="4300" y="2518"/>
                  </a:cxn>
                  <a:cxn ang="0">
                    <a:pos x="4446" y="2234"/>
                  </a:cxn>
                  <a:cxn ang="0">
                    <a:pos x="4555" y="1958"/>
                  </a:cxn>
                  <a:cxn ang="0">
                    <a:pos x="4665" y="1700"/>
                  </a:cxn>
                  <a:cxn ang="0">
                    <a:pos x="4774" y="1433"/>
                  </a:cxn>
                  <a:cxn ang="0">
                    <a:pos x="4883" y="1193"/>
                  </a:cxn>
                  <a:cxn ang="0">
                    <a:pos x="5030" y="970"/>
                  </a:cxn>
                  <a:cxn ang="0">
                    <a:pos x="5102" y="756"/>
                  </a:cxn>
                  <a:cxn ang="0">
                    <a:pos x="5175" y="561"/>
                  </a:cxn>
                  <a:cxn ang="0">
                    <a:pos x="5248" y="409"/>
                  </a:cxn>
                  <a:cxn ang="0">
                    <a:pos x="5284" y="258"/>
                  </a:cxn>
                </a:cxnLst>
                <a:pathLst>
                  <a:path w="20000" h="20000">
                    <a:moveTo>
                      <a:pt x="0" y="0"/>
                    </a:moveTo>
                    <a:lnTo>
                      <a:pt x="272" y="638"/>
                    </a:lnTo>
                    <a:lnTo>
                      <a:pt x="408" y="1241"/>
                    </a:lnTo>
                    <a:lnTo>
                      <a:pt x="544" y="1879"/>
                    </a:lnTo>
                    <a:lnTo>
                      <a:pt x="816" y="2518"/>
                    </a:lnTo>
                    <a:lnTo>
                      <a:pt x="952" y="3121"/>
                    </a:lnTo>
                    <a:lnTo>
                      <a:pt x="1224" y="3723"/>
                    </a:lnTo>
                    <a:lnTo>
                      <a:pt x="1361" y="4326"/>
                    </a:lnTo>
                    <a:lnTo>
                      <a:pt x="1633" y="4965"/>
                    </a:lnTo>
                    <a:lnTo>
                      <a:pt x="1769" y="5567"/>
                    </a:lnTo>
                    <a:lnTo>
                      <a:pt x="2041" y="6135"/>
                    </a:lnTo>
                    <a:lnTo>
                      <a:pt x="2177" y="6738"/>
                    </a:lnTo>
                    <a:lnTo>
                      <a:pt x="2449" y="7305"/>
                    </a:lnTo>
                    <a:lnTo>
                      <a:pt x="2585" y="7908"/>
                    </a:lnTo>
                    <a:lnTo>
                      <a:pt x="2721" y="8475"/>
                    </a:lnTo>
                    <a:lnTo>
                      <a:pt x="2993" y="9007"/>
                    </a:lnTo>
                    <a:lnTo>
                      <a:pt x="3265" y="9610"/>
                    </a:lnTo>
                    <a:lnTo>
                      <a:pt x="3265" y="10142"/>
                    </a:lnTo>
                    <a:lnTo>
                      <a:pt x="3537" y="10674"/>
                    </a:lnTo>
                    <a:lnTo>
                      <a:pt x="3810" y="11206"/>
                    </a:lnTo>
                    <a:lnTo>
                      <a:pt x="3946" y="11702"/>
                    </a:lnTo>
                    <a:lnTo>
                      <a:pt x="4082" y="12199"/>
                    </a:lnTo>
                    <a:lnTo>
                      <a:pt x="4354" y="12730"/>
                    </a:lnTo>
                    <a:lnTo>
                      <a:pt x="4626" y="13191"/>
                    </a:lnTo>
                    <a:lnTo>
                      <a:pt x="4626" y="13688"/>
                    </a:lnTo>
                    <a:lnTo>
                      <a:pt x="5034" y="14113"/>
                    </a:lnTo>
                    <a:lnTo>
                      <a:pt x="5170" y="14574"/>
                    </a:lnTo>
                    <a:lnTo>
                      <a:pt x="5306" y="15000"/>
                    </a:lnTo>
                    <a:lnTo>
                      <a:pt x="5578" y="15461"/>
                    </a:lnTo>
                    <a:lnTo>
                      <a:pt x="5714" y="15851"/>
                    </a:lnTo>
                    <a:lnTo>
                      <a:pt x="6122" y="16206"/>
                    </a:lnTo>
                    <a:lnTo>
                      <a:pt x="6122" y="16596"/>
                    </a:lnTo>
                    <a:lnTo>
                      <a:pt x="6395" y="16950"/>
                    </a:lnTo>
                    <a:lnTo>
                      <a:pt x="6667" y="17270"/>
                    </a:lnTo>
                    <a:lnTo>
                      <a:pt x="6803" y="17624"/>
                    </a:lnTo>
                    <a:lnTo>
                      <a:pt x="6939" y="17908"/>
                    </a:lnTo>
                    <a:lnTo>
                      <a:pt x="7211" y="18156"/>
                    </a:lnTo>
                    <a:lnTo>
                      <a:pt x="7483" y="18475"/>
                    </a:lnTo>
                    <a:lnTo>
                      <a:pt x="7483" y="18723"/>
                    </a:lnTo>
                    <a:lnTo>
                      <a:pt x="7891" y="18972"/>
                    </a:lnTo>
                    <a:lnTo>
                      <a:pt x="8027" y="19149"/>
                    </a:lnTo>
                    <a:lnTo>
                      <a:pt x="8163" y="19326"/>
                    </a:lnTo>
                    <a:lnTo>
                      <a:pt x="8435" y="19468"/>
                    </a:lnTo>
                    <a:lnTo>
                      <a:pt x="8571" y="19645"/>
                    </a:lnTo>
                    <a:lnTo>
                      <a:pt x="8980" y="19752"/>
                    </a:lnTo>
                    <a:lnTo>
                      <a:pt x="8980" y="19858"/>
                    </a:lnTo>
                    <a:lnTo>
                      <a:pt x="9252" y="19894"/>
                    </a:lnTo>
                    <a:lnTo>
                      <a:pt x="9524" y="19965"/>
                    </a:lnTo>
                    <a:lnTo>
                      <a:pt x="9660" y="19965"/>
                    </a:lnTo>
                    <a:lnTo>
                      <a:pt x="9932" y="19965"/>
                    </a:lnTo>
                    <a:lnTo>
                      <a:pt x="10068" y="19929"/>
                    </a:lnTo>
                    <a:lnTo>
                      <a:pt x="10340" y="19858"/>
                    </a:lnTo>
                    <a:lnTo>
                      <a:pt x="10476" y="19716"/>
                    </a:lnTo>
                    <a:lnTo>
                      <a:pt x="10748" y="19539"/>
                    </a:lnTo>
                    <a:lnTo>
                      <a:pt x="11020" y="19326"/>
                    </a:lnTo>
                    <a:lnTo>
                      <a:pt x="11293" y="19113"/>
                    </a:lnTo>
                    <a:lnTo>
                      <a:pt x="11429" y="18865"/>
                    </a:lnTo>
                    <a:lnTo>
                      <a:pt x="11837" y="18546"/>
                    </a:lnTo>
                    <a:lnTo>
                      <a:pt x="11973" y="18262"/>
                    </a:lnTo>
                    <a:lnTo>
                      <a:pt x="12109" y="17872"/>
                    </a:lnTo>
                    <a:lnTo>
                      <a:pt x="12517" y="17482"/>
                    </a:lnTo>
                    <a:lnTo>
                      <a:pt x="12653" y="17163"/>
                    </a:lnTo>
                    <a:lnTo>
                      <a:pt x="12925" y="16738"/>
                    </a:lnTo>
                    <a:lnTo>
                      <a:pt x="13197" y="16277"/>
                    </a:lnTo>
                    <a:lnTo>
                      <a:pt x="13333" y="15816"/>
                    </a:lnTo>
                    <a:lnTo>
                      <a:pt x="13741" y="15355"/>
                    </a:lnTo>
                    <a:lnTo>
                      <a:pt x="13878" y="14858"/>
                    </a:lnTo>
                    <a:lnTo>
                      <a:pt x="14150" y="14326"/>
                    </a:lnTo>
                    <a:lnTo>
                      <a:pt x="14422" y="13830"/>
                    </a:lnTo>
                    <a:lnTo>
                      <a:pt x="14694" y="13298"/>
                    </a:lnTo>
                    <a:lnTo>
                      <a:pt x="14830" y="12801"/>
                    </a:lnTo>
                    <a:lnTo>
                      <a:pt x="15238" y="12199"/>
                    </a:lnTo>
                    <a:lnTo>
                      <a:pt x="15374" y="11667"/>
                    </a:lnTo>
                    <a:lnTo>
                      <a:pt x="15646" y="11099"/>
                    </a:lnTo>
                    <a:lnTo>
                      <a:pt x="15918" y="10567"/>
                    </a:lnTo>
                    <a:lnTo>
                      <a:pt x="16054" y="10035"/>
                    </a:lnTo>
                    <a:lnTo>
                      <a:pt x="16327" y="9468"/>
                    </a:lnTo>
                    <a:lnTo>
                      <a:pt x="16599" y="8901"/>
                    </a:lnTo>
                    <a:lnTo>
                      <a:pt x="16735" y="8369"/>
                    </a:lnTo>
                    <a:lnTo>
                      <a:pt x="17007" y="7801"/>
                    </a:lnTo>
                    <a:lnTo>
                      <a:pt x="17279" y="7270"/>
                    </a:lnTo>
                    <a:lnTo>
                      <a:pt x="17415" y="6773"/>
                    </a:lnTo>
                    <a:lnTo>
                      <a:pt x="17687" y="6241"/>
                    </a:lnTo>
                    <a:lnTo>
                      <a:pt x="17823" y="5709"/>
                    </a:lnTo>
                    <a:lnTo>
                      <a:pt x="18231" y="5213"/>
                    </a:lnTo>
                    <a:lnTo>
                      <a:pt x="18231" y="4752"/>
                    </a:lnTo>
                    <a:lnTo>
                      <a:pt x="18367" y="4291"/>
                    </a:lnTo>
                    <a:lnTo>
                      <a:pt x="18776" y="3865"/>
                    </a:lnTo>
                    <a:lnTo>
                      <a:pt x="18912" y="3404"/>
                    </a:lnTo>
                    <a:lnTo>
                      <a:pt x="19048" y="3014"/>
                    </a:lnTo>
                    <a:lnTo>
                      <a:pt x="19184" y="2624"/>
                    </a:lnTo>
                    <a:lnTo>
                      <a:pt x="19320" y="2234"/>
                    </a:lnTo>
                    <a:lnTo>
                      <a:pt x="19456" y="1915"/>
                    </a:lnTo>
                    <a:lnTo>
                      <a:pt x="19592" y="1631"/>
                    </a:lnTo>
                    <a:lnTo>
                      <a:pt x="19728" y="1348"/>
                    </a:lnTo>
                    <a:lnTo>
                      <a:pt x="19728" y="1028"/>
                    </a:lnTo>
                    <a:lnTo>
                      <a:pt x="19864" y="851"/>
                    </a:lnTo>
                  </a:path>
                </a:pathLst>
              </a:custGeom>
              <a:noFill/>
              <a:ln w="34925" cap="flat" cmpd="sng">
                <a:solidFill>
                  <a:schemeClr val="tx1"/>
                </a:solidFill>
                <a:prstDash val="solid"/>
                <a:round/>
                <a:headEnd type="none" w="med" len="med"/>
                <a:tailEnd type="none" w="med" len="med"/>
              </a:ln>
            </p:spPr>
            <p:txBody>
              <a:bodyPr/>
              <a:p>
                <a:endParaRPr lang="zh-CN" altLang="en-US"/>
              </a:p>
            </p:txBody>
          </p:sp>
        </p:grpSp>
      </p:grpSp>
      <p:grpSp>
        <p:nvGrpSpPr>
          <p:cNvPr id="116759" name="Group 23"/>
          <p:cNvGrpSpPr/>
          <p:nvPr/>
        </p:nvGrpSpPr>
        <p:grpSpPr>
          <a:xfrm>
            <a:off x="2309813" y="3783013"/>
            <a:ext cx="3200400" cy="1600200"/>
            <a:chOff x="336" y="2640"/>
            <a:chExt cx="2016" cy="1008"/>
          </a:xfrm>
        </p:grpSpPr>
        <p:grpSp>
          <p:nvGrpSpPr>
            <p:cNvPr id="15383" name="Group 24"/>
            <p:cNvGrpSpPr/>
            <p:nvPr/>
          </p:nvGrpSpPr>
          <p:grpSpPr>
            <a:xfrm>
              <a:off x="1776" y="2976"/>
              <a:ext cx="480" cy="244"/>
              <a:chOff x="1776" y="2976"/>
              <a:chExt cx="480" cy="244"/>
            </a:xfrm>
          </p:grpSpPr>
          <p:graphicFrame>
            <p:nvGraphicFramePr>
              <p:cNvPr id="15384" name="Object 25"/>
              <p:cNvGraphicFramePr>
                <a:graphicFrameLocks noChangeAspect="1"/>
              </p:cNvGraphicFramePr>
              <p:nvPr/>
            </p:nvGraphicFramePr>
            <p:xfrm>
              <a:off x="1776" y="2976"/>
              <a:ext cx="226" cy="244"/>
            </p:xfrm>
            <a:graphic>
              <a:graphicData uri="http://schemas.openxmlformats.org/presentationml/2006/ole">
                <mc:AlternateContent xmlns:mc="http://schemas.openxmlformats.org/markup-compatibility/2006">
                  <mc:Choice xmlns:v="urn:schemas-microsoft-com:vml" Requires="v">
                    <p:oleObj spid="_x0000_s3102" name="" r:id="rId9" imgW="152400" imgH="165100" progId="Equation.3">
                      <p:embed/>
                    </p:oleObj>
                  </mc:Choice>
                  <mc:Fallback>
                    <p:oleObj name="" r:id="rId9" imgW="152400" imgH="165100" progId="Equation.3">
                      <p:embed/>
                      <p:pic>
                        <p:nvPicPr>
                          <p:cNvPr id="0" name="图片 3101"/>
                          <p:cNvPicPr/>
                          <p:nvPr/>
                        </p:nvPicPr>
                        <p:blipFill>
                          <a:blip r:embed="rId10"/>
                          <a:stretch>
                            <a:fillRect/>
                          </a:stretch>
                        </p:blipFill>
                        <p:spPr>
                          <a:xfrm>
                            <a:off x="1776" y="2976"/>
                            <a:ext cx="226" cy="244"/>
                          </a:xfrm>
                          <a:prstGeom prst="rect">
                            <a:avLst/>
                          </a:prstGeom>
                          <a:noFill/>
                          <a:ln w="38100">
                            <a:noFill/>
                            <a:miter/>
                          </a:ln>
                        </p:spPr>
                      </p:pic>
                    </p:oleObj>
                  </mc:Fallback>
                </mc:AlternateContent>
              </a:graphicData>
            </a:graphic>
          </p:graphicFrame>
          <p:sp>
            <p:nvSpPr>
              <p:cNvPr id="15385" name="Line 26"/>
              <p:cNvSpPr/>
              <p:nvPr/>
            </p:nvSpPr>
            <p:spPr>
              <a:xfrm>
                <a:off x="2016" y="3072"/>
                <a:ext cx="240" cy="0"/>
              </a:xfrm>
              <a:prstGeom prst="line">
                <a:avLst/>
              </a:prstGeom>
              <a:ln w="38100" cap="flat" cmpd="sng">
                <a:solidFill>
                  <a:schemeClr val="tx1"/>
                </a:solidFill>
                <a:prstDash val="dash"/>
                <a:round/>
                <a:headEnd type="none" w="med" len="med"/>
                <a:tailEnd type="none" w="med" len="med"/>
              </a:ln>
            </p:spPr>
          </p:sp>
        </p:grpSp>
        <p:grpSp>
          <p:nvGrpSpPr>
            <p:cNvPr id="15386" name="Group 27"/>
            <p:cNvGrpSpPr/>
            <p:nvPr/>
          </p:nvGrpSpPr>
          <p:grpSpPr>
            <a:xfrm>
              <a:off x="576" y="2832"/>
              <a:ext cx="1776" cy="816"/>
              <a:chOff x="2784" y="576"/>
              <a:chExt cx="1728" cy="451"/>
            </a:xfrm>
          </p:grpSpPr>
          <p:grpSp>
            <p:nvGrpSpPr>
              <p:cNvPr id="15387" name="Group 28"/>
              <p:cNvGrpSpPr/>
              <p:nvPr/>
            </p:nvGrpSpPr>
            <p:grpSpPr>
              <a:xfrm>
                <a:off x="2784" y="576"/>
                <a:ext cx="864" cy="451"/>
                <a:chOff x="0" y="0"/>
                <a:chExt cx="20000" cy="20000"/>
              </a:xfrm>
            </p:grpSpPr>
            <p:sp>
              <p:nvSpPr>
                <p:cNvPr id="15388" name="Freeform 29"/>
                <p:cNvSpPr/>
                <p:nvPr/>
              </p:nvSpPr>
              <p:spPr>
                <a:xfrm>
                  <a:off x="0" y="0"/>
                  <a:ext cx="9732" cy="10374"/>
                </a:xfrm>
                <a:custGeom>
                  <a:avLst/>
                  <a:gdLst/>
                  <a:ahLst/>
                  <a:cxnLst>
                    <a:cxn ang="0">
                      <a:pos x="69" y="4975"/>
                    </a:cxn>
                    <a:cxn ang="0">
                      <a:pos x="172" y="4653"/>
                    </a:cxn>
                    <a:cxn ang="0">
                      <a:pos x="274" y="4321"/>
                    </a:cxn>
                    <a:cxn ang="0">
                      <a:pos x="378" y="4008"/>
                    </a:cxn>
                    <a:cxn ang="0">
                      <a:pos x="446" y="3686"/>
                    </a:cxn>
                    <a:cxn ang="0">
                      <a:pos x="583" y="3381"/>
                    </a:cxn>
                    <a:cxn ang="0">
                      <a:pos x="687" y="3087"/>
                    </a:cxn>
                    <a:cxn ang="0">
                      <a:pos x="789" y="2782"/>
                    </a:cxn>
                    <a:cxn ang="0">
                      <a:pos x="892" y="2497"/>
                    </a:cxn>
                    <a:cxn ang="0">
                      <a:pos x="995" y="2211"/>
                    </a:cxn>
                    <a:cxn ang="0">
                      <a:pos x="1132" y="1953"/>
                    </a:cxn>
                    <a:cxn ang="0">
                      <a:pos x="1201" y="1704"/>
                    </a:cxn>
                    <a:cxn ang="0">
                      <a:pos x="1304" y="1465"/>
                    </a:cxn>
                    <a:cxn ang="0">
                      <a:pos x="1373" y="1226"/>
                    </a:cxn>
                    <a:cxn ang="0">
                      <a:pos x="1544" y="1014"/>
                    </a:cxn>
                    <a:cxn ang="0">
                      <a:pos x="1647" y="820"/>
                    </a:cxn>
                    <a:cxn ang="0">
                      <a:pos x="1716" y="654"/>
                    </a:cxn>
                    <a:cxn ang="0">
                      <a:pos x="1819" y="488"/>
                    </a:cxn>
                    <a:cxn ang="0">
                      <a:pos x="1922" y="350"/>
                    </a:cxn>
                    <a:cxn ang="0">
                      <a:pos x="2025" y="230"/>
                    </a:cxn>
                    <a:cxn ang="0">
                      <a:pos x="2128" y="138"/>
                    </a:cxn>
                    <a:cxn ang="0">
                      <a:pos x="2265" y="64"/>
                    </a:cxn>
                    <a:cxn ang="0">
                      <a:pos x="2333" y="27"/>
                    </a:cxn>
                    <a:cxn ang="0">
                      <a:pos x="2436" y="0"/>
                    </a:cxn>
                    <a:cxn ang="0">
                      <a:pos x="2540" y="9"/>
                    </a:cxn>
                    <a:cxn ang="0">
                      <a:pos x="2642" y="55"/>
                    </a:cxn>
                    <a:cxn ang="0">
                      <a:pos x="2745" y="138"/>
                    </a:cxn>
                    <a:cxn ang="0">
                      <a:pos x="2848" y="267"/>
                    </a:cxn>
                    <a:cxn ang="0">
                      <a:pos x="2951" y="424"/>
                    </a:cxn>
                    <a:cxn ang="0">
                      <a:pos x="3054" y="608"/>
                    </a:cxn>
                    <a:cxn ang="0">
                      <a:pos x="3191" y="838"/>
                    </a:cxn>
                    <a:cxn ang="0">
                      <a:pos x="3260" y="1078"/>
                    </a:cxn>
                    <a:cxn ang="0">
                      <a:pos x="3363" y="1336"/>
                    </a:cxn>
                    <a:cxn ang="0">
                      <a:pos x="3500" y="1613"/>
                    </a:cxn>
                    <a:cxn ang="0">
                      <a:pos x="3569" y="1898"/>
                    </a:cxn>
                    <a:cxn ang="0">
                      <a:pos x="3706" y="2202"/>
                    </a:cxn>
                    <a:cxn ang="0">
                      <a:pos x="3809" y="2515"/>
                    </a:cxn>
                    <a:cxn ang="0">
                      <a:pos x="3912" y="2810"/>
                    </a:cxn>
                    <a:cxn ang="0">
                      <a:pos x="4015" y="3124"/>
                    </a:cxn>
                    <a:cxn ang="0">
                      <a:pos x="4084" y="3428"/>
                    </a:cxn>
                    <a:cxn ang="0">
                      <a:pos x="4187" y="3732"/>
                    </a:cxn>
                    <a:cxn ang="0">
                      <a:pos x="4289" y="4027"/>
                    </a:cxn>
                    <a:cxn ang="0">
                      <a:pos x="4358" y="4284"/>
                    </a:cxn>
                    <a:cxn ang="0">
                      <a:pos x="4461" y="4543"/>
                    </a:cxn>
                    <a:cxn ang="0">
                      <a:pos x="4530" y="4773"/>
                    </a:cxn>
                    <a:cxn ang="0">
                      <a:pos x="4598" y="4985"/>
                    </a:cxn>
                    <a:cxn ang="0">
                      <a:pos x="4632" y="5160"/>
                    </a:cxn>
                    <a:cxn ang="0">
                      <a:pos x="4701" y="5317"/>
                    </a:cxn>
                  </a:cxnLst>
                  <a:pathLst>
                    <a:path w="20000" h="20000">
                      <a:moveTo>
                        <a:pt x="0" y="19075"/>
                      </a:moveTo>
                      <a:lnTo>
                        <a:pt x="290" y="18493"/>
                      </a:lnTo>
                      <a:lnTo>
                        <a:pt x="435" y="17877"/>
                      </a:lnTo>
                      <a:lnTo>
                        <a:pt x="725" y="17295"/>
                      </a:lnTo>
                      <a:lnTo>
                        <a:pt x="870" y="16678"/>
                      </a:lnTo>
                      <a:lnTo>
                        <a:pt x="1159" y="16062"/>
                      </a:lnTo>
                      <a:lnTo>
                        <a:pt x="1304" y="15479"/>
                      </a:lnTo>
                      <a:lnTo>
                        <a:pt x="1594" y="14897"/>
                      </a:lnTo>
                      <a:lnTo>
                        <a:pt x="1884" y="14281"/>
                      </a:lnTo>
                      <a:lnTo>
                        <a:pt x="1884" y="13699"/>
                      </a:lnTo>
                      <a:lnTo>
                        <a:pt x="2174" y="13151"/>
                      </a:lnTo>
                      <a:lnTo>
                        <a:pt x="2464" y="12568"/>
                      </a:lnTo>
                      <a:lnTo>
                        <a:pt x="2754" y="12021"/>
                      </a:lnTo>
                      <a:lnTo>
                        <a:pt x="2899" y="11473"/>
                      </a:lnTo>
                      <a:lnTo>
                        <a:pt x="3043" y="10890"/>
                      </a:lnTo>
                      <a:lnTo>
                        <a:pt x="3333" y="10342"/>
                      </a:lnTo>
                      <a:lnTo>
                        <a:pt x="3478" y="9795"/>
                      </a:lnTo>
                      <a:lnTo>
                        <a:pt x="3768" y="9281"/>
                      </a:lnTo>
                      <a:lnTo>
                        <a:pt x="4058" y="8733"/>
                      </a:lnTo>
                      <a:lnTo>
                        <a:pt x="4203" y="8219"/>
                      </a:lnTo>
                      <a:lnTo>
                        <a:pt x="4348" y="7740"/>
                      </a:lnTo>
                      <a:lnTo>
                        <a:pt x="4783" y="7260"/>
                      </a:lnTo>
                      <a:lnTo>
                        <a:pt x="4928" y="6781"/>
                      </a:lnTo>
                      <a:lnTo>
                        <a:pt x="5072" y="6336"/>
                      </a:lnTo>
                      <a:lnTo>
                        <a:pt x="5362" y="5890"/>
                      </a:lnTo>
                      <a:lnTo>
                        <a:pt x="5507" y="5445"/>
                      </a:lnTo>
                      <a:lnTo>
                        <a:pt x="5797" y="5000"/>
                      </a:lnTo>
                      <a:lnTo>
                        <a:pt x="5797" y="4555"/>
                      </a:lnTo>
                      <a:lnTo>
                        <a:pt x="6232" y="4178"/>
                      </a:lnTo>
                      <a:lnTo>
                        <a:pt x="6522" y="3767"/>
                      </a:lnTo>
                      <a:lnTo>
                        <a:pt x="6522" y="3425"/>
                      </a:lnTo>
                      <a:lnTo>
                        <a:pt x="6957" y="3048"/>
                      </a:lnTo>
                      <a:lnTo>
                        <a:pt x="7101" y="2705"/>
                      </a:lnTo>
                      <a:lnTo>
                        <a:pt x="7246" y="2432"/>
                      </a:lnTo>
                      <a:lnTo>
                        <a:pt x="7391" y="2089"/>
                      </a:lnTo>
                      <a:lnTo>
                        <a:pt x="7681" y="1815"/>
                      </a:lnTo>
                      <a:lnTo>
                        <a:pt x="7971" y="1575"/>
                      </a:lnTo>
                      <a:lnTo>
                        <a:pt x="8116" y="1301"/>
                      </a:lnTo>
                      <a:lnTo>
                        <a:pt x="8406" y="1062"/>
                      </a:lnTo>
                      <a:lnTo>
                        <a:pt x="8551" y="856"/>
                      </a:lnTo>
                      <a:lnTo>
                        <a:pt x="8841" y="685"/>
                      </a:lnTo>
                      <a:lnTo>
                        <a:pt x="8986" y="514"/>
                      </a:lnTo>
                      <a:lnTo>
                        <a:pt x="9130" y="377"/>
                      </a:lnTo>
                      <a:lnTo>
                        <a:pt x="9565" y="240"/>
                      </a:lnTo>
                      <a:lnTo>
                        <a:pt x="9565" y="137"/>
                      </a:lnTo>
                      <a:lnTo>
                        <a:pt x="9855" y="103"/>
                      </a:lnTo>
                      <a:lnTo>
                        <a:pt x="10000" y="34"/>
                      </a:lnTo>
                      <a:lnTo>
                        <a:pt x="10290" y="0"/>
                      </a:lnTo>
                      <a:lnTo>
                        <a:pt x="10435" y="34"/>
                      </a:lnTo>
                      <a:lnTo>
                        <a:pt x="10725" y="34"/>
                      </a:lnTo>
                      <a:lnTo>
                        <a:pt x="10870" y="103"/>
                      </a:lnTo>
                      <a:lnTo>
                        <a:pt x="11159" y="205"/>
                      </a:lnTo>
                      <a:lnTo>
                        <a:pt x="11304" y="342"/>
                      </a:lnTo>
                      <a:lnTo>
                        <a:pt x="11594" y="514"/>
                      </a:lnTo>
                      <a:lnTo>
                        <a:pt x="11884" y="753"/>
                      </a:lnTo>
                      <a:lnTo>
                        <a:pt x="12029" y="993"/>
                      </a:lnTo>
                      <a:lnTo>
                        <a:pt x="12174" y="1267"/>
                      </a:lnTo>
                      <a:lnTo>
                        <a:pt x="12464" y="1575"/>
                      </a:lnTo>
                      <a:lnTo>
                        <a:pt x="12754" y="1884"/>
                      </a:lnTo>
                      <a:lnTo>
                        <a:pt x="12899" y="2260"/>
                      </a:lnTo>
                      <a:lnTo>
                        <a:pt x="13043" y="2705"/>
                      </a:lnTo>
                      <a:lnTo>
                        <a:pt x="13478" y="3116"/>
                      </a:lnTo>
                      <a:lnTo>
                        <a:pt x="13478" y="3527"/>
                      </a:lnTo>
                      <a:lnTo>
                        <a:pt x="13768" y="4007"/>
                      </a:lnTo>
                      <a:lnTo>
                        <a:pt x="14203" y="4418"/>
                      </a:lnTo>
                      <a:lnTo>
                        <a:pt x="14203" y="4966"/>
                      </a:lnTo>
                      <a:lnTo>
                        <a:pt x="14493" y="5479"/>
                      </a:lnTo>
                      <a:lnTo>
                        <a:pt x="14783" y="5993"/>
                      </a:lnTo>
                      <a:lnTo>
                        <a:pt x="15072" y="6507"/>
                      </a:lnTo>
                      <a:lnTo>
                        <a:pt x="15072" y="7055"/>
                      </a:lnTo>
                      <a:lnTo>
                        <a:pt x="15362" y="7637"/>
                      </a:lnTo>
                      <a:lnTo>
                        <a:pt x="15652" y="8185"/>
                      </a:lnTo>
                      <a:lnTo>
                        <a:pt x="15797" y="8767"/>
                      </a:lnTo>
                      <a:lnTo>
                        <a:pt x="16087" y="9349"/>
                      </a:lnTo>
                      <a:lnTo>
                        <a:pt x="16232" y="9897"/>
                      </a:lnTo>
                      <a:lnTo>
                        <a:pt x="16522" y="10445"/>
                      </a:lnTo>
                      <a:lnTo>
                        <a:pt x="16667" y="11027"/>
                      </a:lnTo>
                      <a:lnTo>
                        <a:pt x="16957" y="11610"/>
                      </a:lnTo>
                      <a:lnTo>
                        <a:pt x="17246" y="12158"/>
                      </a:lnTo>
                      <a:lnTo>
                        <a:pt x="17246" y="12740"/>
                      </a:lnTo>
                      <a:lnTo>
                        <a:pt x="17536" y="13288"/>
                      </a:lnTo>
                      <a:lnTo>
                        <a:pt x="17681" y="13870"/>
                      </a:lnTo>
                      <a:lnTo>
                        <a:pt x="17971" y="14384"/>
                      </a:lnTo>
                      <a:lnTo>
                        <a:pt x="18116" y="14966"/>
                      </a:lnTo>
                      <a:lnTo>
                        <a:pt x="18261" y="15445"/>
                      </a:lnTo>
                      <a:lnTo>
                        <a:pt x="18406" y="15925"/>
                      </a:lnTo>
                      <a:lnTo>
                        <a:pt x="18696" y="16438"/>
                      </a:lnTo>
                      <a:lnTo>
                        <a:pt x="18841" y="16884"/>
                      </a:lnTo>
                      <a:lnTo>
                        <a:pt x="18986" y="17329"/>
                      </a:lnTo>
                      <a:lnTo>
                        <a:pt x="19130" y="17740"/>
                      </a:lnTo>
                      <a:lnTo>
                        <a:pt x="19275" y="18151"/>
                      </a:lnTo>
                      <a:lnTo>
                        <a:pt x="19420" y="18527"/>
                      </a:lnTo>
                      <a:lnTo>
                        <a:pt x="19565" y="18904"/>
                      </a:lnTo>
                      <a:lnTo>
                        <a:pt x="19565" y="19178"/>
                      </a:lnTo>
                      <a:lnTo>
                        <a:pt x="19710" y="19486"/>
                      </a:lnTo>
                      <a:lnTo>
                        <a:pt x="19855" y="19760"/>
                      </a:lnTo>
                      <a:lnTo>
                        <a:pt x="19855" y="19966"/>
                      </a:lnTo>
                    </a:path>
                  </a:pathLst>
                </a:custGeom>
                <a:noFill/>
                <a:ln w="34925" cap="flat" cmpd="sng">
                  <a:solidFill>
                    <a:srgbClr val="FF0000"/>
                  </a:solidFill>
                  <a:prstDash val="solid"/>
                  <a:round/>
                  <a:headEnd type="none" w="med" len="med"/>
                  <a:tailEnd type="none" w="med" len="med"/>
                </a:ln>
              </p:spPr>
              <p:txBody>
                <a:bodyPr/>
                <a:p>
                  <a:endParaRPr lang="zh-CN" altLang="en-US"/>
                </a:p>
              </p:txBody>
            </p:sp>
            <p:sp>
              <p:nvSpPr>
                <p:cNvPr id="15389" name="Freeform 30"/>
                <p:cNvSpPr/>
                <p:nvPr/>
              </p:nvSpPr>
              <p:spPr>
                <a:xfrm>
                  <a:off x="9649" y="9981"/>
                  <a:ext cx="10351" cy="10019"/>
                </a:xfrm>
                <a:custGeom>
                  <a:avLst/>
                  <a:gdLst/>
                  <a:ahLst/>
                  <a:cxnLst>
                    <a:cxn ang="0">
                      <a:pos x="73" y="160"/>
                    </a:cxn>
                    <a:cxn ang="0">
                      <a:pos x="146" y="471"/>
                    </a:cxn>
                    <a:cxn ang="0">
                      <a:pos x="255" y="783"/>
                    </a:cxn>
                    <a:cxn ang="0">
                      <a:pos x="364" y="1086"/>
                    </a:cxn>
                    <a:cxn ang="0">
                      <a:pos x="474" y="1397"/>
                    </a:cxn>
                    <a:cxn ang="0">
                      <a:pos x="583" y="1691"/>
                    </a:cxn>
                    <a:cxn ang="0">
                      <a:pos x="692" y="1985"/>
                    </a:cxn>
                    <a:cxn ang="0">
                      <a:pos x="802" y="2260"/>
                    </a:cxn>
                    <a:cxn ang="0">
                      <a:pos x="875" y="2545"/>
                    </a:cxn>
                    <a:cxn ang="0">
                      <a:pos x="1021" y="2812"/>
                    </a:cxn>
                    <a:cxn ang="0">
                      <a:pos x="1094" y="3061"/>
                    </a:cxn>
                    <a:cxn ang="0">
                      <a:pos x="1239" y="3310"/>
                    </a:cxn>
                    <a:cxn ang="0">
                      <a:pos x="1348" y="3542"/>
                    </a:cxn>
                    <a:cxn ang="0">
                      <a:pos x="1421" y="3764"/>
                    </a:cxn>
                    <a:cxn ang="0">
                      <a:pos x="1530" y="3978"/>
                    </a:cxn>
                    <a:cxn ang="0">
                      <a:pos x="1640" y="4165"/>
                    </a:cxn>
                    <a:cxn ang="0">
                      <a:pos x="1786" y="4334"/>
                    </a:cxn>
                    <a:cxn ang="0">
                      <a:pos x="1859" y="4494"/>
                    </a:cxn>
                    <a:cxn ang="0">
                      <a:pos x="2004" y="4636"/>
                    </a:cxn>
                    <a:cxn ang="0">
                      <a:pos x="2114" y="4761"/>
                    </a:cxn>
                    <a:cxn ang="0">
                      <a:pos x="2187" y="4850"/>
                    </a:cxn>
                    <a:cxn ang="0">
                      <a:pos x="2296" y="4930"/>
                    </a:cxn>
                    <a:cxn ang="0">
                      <a:pos x="2406" y="4983"/>
                    </a:cxn>
                    <a:cxn ang="0">
                      <a:pos x="2551" y="5010"/>
                    </a:cxn>
                    <a:cxn ang="0">
                      <a:pos x="2660" y="5010"/>
                    </a:cxn>
                    <a:cxn ang="0">
                      <a:pos x="2769" y="4983"/>
                    </a:cxn>
                    <a:cxn ang="0">
                      <a:pos x="2879" y="4903"/>
                    </a:cxn>
                    <a:cxn ang="0">
                      <a:pos x="3025" y="4797"/>
                    </a:cxn>
                    <a:cxn ang="0">
                      <a:pos x="3171" y="4654"/>
                    </a:cxn>
                    <a:cxn ang="0">
                      <a:pos x="3243" y="4485"/>
                    </a:cxn>
                    <a:cxn ang="0">
                      <a:pos x="3389" y="4307"/>
                    </a:cxn>
                    <a:cxn ang="0">
                      <a:pos x="3535" y="4085"/>
                    </a:cxn>
                    <a:cxn ang="0">
                      <a:pos x="3681" y="3853"/>
                    </a:cxn>
                    <a:cxn ang="0">
                      <a:pos x="3790" y="3595"/>
                    </a:cxn>
                    <a:cxn ang="0">
                      <a:pos x="3936" y="3337"/>
                    </a:cxn>
                    <a:cxn ang="0">
                      <a:pos x="4081" y="3061"/>
                    </a:cxn>
                    <a:cxn ang="0">
                      <a:pos x="4191" y="2785"/>
                    </a:cxn>
                    <a:cxn ang="0">
                      <a:pos x="4300" y="2518"/>
                    </a:cxn>
                    <a:cxn ang="0">
                      <a:pos x="4446" y="2234"/>
                    </a:cxn>
                    <a:cxn ang="0">
                      <a:pos x="4555" y="1958"/>
                    </a:cxn>
                    <a:cxn ang="0">
                      <a:pos x="4665" y="1700"/>
                    </a:cxn>
                    <a:cxn ang="0">
                      <a:pos x="4774" y="1433"/>
                    </a:cxn>
                    <a:cxn ang="0">
                      <a:pos x="4883" y="1193"/>
                    </a:cxn>
                    <a:cxn ang="0">
                      <a:pos x="5030" y="970"/>
                    </a:cxn>
                    <a:cxn ang="0">
                      <a:pos x="5102" y="756"/>
                    </a:cxn>
                    <a:cxn ang="0">
                      <a:pos x="5175" y="561"/>
                    </a:cxn>
                    <a:cxn ang="0">
                      <a:pos x="5248" y="409"/>
                    </a:cxn>
                    <a:cxn ang="0">
                      <a:pos x="5284" y="258"/>
                    </a:cxn>
                  </a:cxnLst>
                  <a:pathLst>
                    <a:path w="20000" h="20000">
                      <a:moveTo>
                        <a:pt x="0" y="0"/>
                      </a:moveTo>
                      <a:lnTo>
                        <a:pt x="272" y="638"/>
                      </a:lnTo>
                      <a:lnTo>
                        <a:pt x="408" y="1241"/>
                      </a:lnTo>
                      <a:lnTo>
                        <a:pt x="544" y="1879"/>
                      </a:lnTo>
                      <a:lnTo>
                        <a:pt x="816" y="2518"/>
                      </a:lnTo>
                      <a:lnTo>
                        <a:pt x="952" y="3121"/>
                      </a:lnTo>
                      <a:lnTo>
                        <a:pt x="1224" y="3723"/>
                      </a:lnTo>
                      <a:lnTo>
                        <a:pt x="1361" y="4326"/>
                      </a:lnTo>
                      <a:lnTo>
                        <a:pt x="1633" y="4965"/>
                      </a:lnTo>
                      <a:lnTo>
                        <a:pt x="1769" y="5567"/>
                      </a:lnTo>
                      <a:lnTo>
                        <a:pt x="2041" y="6135"/>
                      </a:lnTo>
                      <a:lnTo>
                        <a:pt x="2177" y="6738"/>
                      </a:lnTo>
                      <a:lnTo>
                        <a:pt x="2449" y="7305"/>
                      </a:lnTo>
                      <a:lnTo>
                        <a:pt x="2585" y="7908"/>
                      </a:lnTo>
                      <a:lnTo>
                        <a:pt x="2721" y="8475"/>
                      </a:lnTo>
                      <a:lnTo>
                        <a:pt x="2993" y="9007"/>
                      </a:lnTo>
                      <a:lnTo>
                        <a:pt x="3265" y="9610"/>
                      </a:lnTo>
                      <a:lnTo>
                        <a:pt x="3265" y="10142"/>
                      </a:lnTo>
                      <a:lnTo>
                        <a:pt x="3537" y="10674"/>
                      </a:lnTo>
                      <a:lnTo>
                        <a:pt x="3810" y="11206"/>
                      </a:lnTo>
                      <a:lnTo>
                        <a:pt x="3946" y="11702"/>
                      </a:lnTo>
                      <a:lnTo>
                        <a:pt x="4082" y="12199"/>
                      </a:lnTo>
                      <a:lnTo>
                        <a:pt x="4354" y="12730"/>
                      </a:lnTo>
                      <a:lnTo>
                        <a:pt x="4626" y="13191"/>
                      </a:lnTo>
                      <a:lnTo>
                        <a:pt x="4626" y="13688"/>
                      </a:lnTo>
                      <a:lnTo>
                        <a:pt x="5034" y="14113"/>
                      </a:lnTo>
                      <a:lnTo>
                        <a:pt x="5170" y="14574"/>
                      </a:lnTo>
                      <a:lnTo>
                        <a:pt x="5306" y="15000"/>
                      </a:lnTo>
                      <a:lnTo>
                        <a:pt x="5578" y="15461"/>
                      </a:lnTo>
                      <a:lnTo>
                        <a:pt x="5714" y="15851"/>
                      </a:lnTo>
                      <a:lnTo>
                        <a:pt x="6122" y="16206"/>
                      </a:lnTo>
                      <a:lnTo>
                        <a:pt x="6122" y="16596"/>
                      </a:lnTo>
                      <a:lnTo>
                        <a:pt x="6395" y="16950"/>
                      </a:lnTo>
                      <a:lnTo>
                        <a:pt x="6667" y="17270"/>
                      </a:lnTo>
                      <a:lnTo>
                        <a:pt x="6803" y="17624"/>
                      </a:lnTo>
                      <a:lnTo>
                        <a:pt x="6939" y="17908"/>
                      </a:lnTo>
                      <a:lnTo>
                        <a:pt x="7211" y="18156"/>
                      </a:lnTo>
                      <a:lnTo>
                        <a:pt x="7483" y="18475"/>
                      </a:lnTo>
                      <a:lnTo>
                        <a:pt x="7483" y="18723"/>
                      </a:lnTo>
                      <a:lnTo>
                        <a:pt x="7891" y="18972"/>
                      </a:lnTo>
                      <a:lnTo>
                        <a:pt x="8027" y="19149"/>
                      </a:lnTo>
                      <a:lnTo>
                        <a:pt x="8163" y="19326"/>
                      </a:lnTo>
                      <a:lnTo>
                        <a:pt x="8435" y="19468"/>
                      </a:lnTo>
                      <a:lnTo>
                        <a:pt x="8571" y="19645"/>
                      </a:lnTo>
                      <a:lnTo>
                        <a:pt x="8980" y="19752"/>
                      </a:lnTo>
                      <a:lnTo>
                        <a:pt x="8980" y="19858"/>
                      </a:lnTo>
                      <a:lnTo>
                        <a:pt x="9252" y="19894"/>
                      </a:lnTo>
                      <a:lnTo>
                        <a:pt x="9524" y="19965"/>
                      </a:lnTo>
                      <a:lnTo>
                        <a:pt x="9660" y="19965"/>
                      </a:lnTo>
                      <a:lnTo>
                        <a:pt x="9932" y="19965"/>
                      </a:lnTo>
                      <a:lnTo>
                        <a:pt x="10068" y="19929"/>
                      </a:lnTo>
                      <a:lnTo>
                        <a:pt x="10340" y="19858"/>
                      </a:lnTo>
                      <a:lnTo>
                        <a:pt x="10476" y="19716"/>
                      </a:lnTo>
                      <a:lnTo>
                        <a:pt x="10748" y="19539"/>
                      </a:lnTo>
                      <a:lnTo>
                        <a:pt x="11020" y="19326"/>
                      </a:lnTo>
                      <a:lnTo>
                        <a:pt x="11293" y="19113"/>
                      </a:lnTo>
                      <a:lnTo>
                        <a:pt x="11429" y="18865"/>
                      </a:lnTo>
                      <a:lnTo>
                        <a:pt x="11837" y="18546"/>
                      </a:lnTo>
                      <a:lnTo>
                        <a:pt x="11973" y="18262"/>
                      </a:lnTo>
                      <a:lnTo>
                        <a:pt x="12109" y="17872"/>
                      </a:lnTo>
                      <a:lnTo>
                        <a:pt x="12517" y="17482"/>
                      </a:lnTo>
                      <a:lnTo>
                        <a:pt x="12653" y="17163"/>
                      </a:lnTo>
                      <a:lnTo>
                        <a:pt x="12925" y="16738"/>
                      </a:lnTo>
                      <a:lnTo>
                        <a:pt x="13197" y="16277"/>
                      </a:lnTo>
                      <a:lnTo>
                        <a:pt x="13333" y="15816"/>
                      </a:lnTo>
                      <a:lnTo>
                        <a:pt x="13741" y="15355"/>
                      </a:lnTo>
                      <a:lnTo>
                        <a:pt x="13878" y="14858"/>
                      </a:lnTo>
                      <a:lnTo>
                        <a:pt x="14150" y="14326"/>
                      </a:lnTo>
                      <a:lnTo>
                        <a:pt x="14422" y="13830"/>
                      </a:lnTo>
                      <a:lnTo>
                        <a:pt x="14694" y="13298"/>
                      </a:lnTo>
                      <a:lnTo>
                        <a:pt x="14830" y="12801"/>
                      </a:lnTo>
                      <a:lnTo>
                        <a:pt x="15238" y="12199"/>
                      </a:lnTo>
                      <a:lnTo>
                        <a:pt x="15374" y="11667"/>
                      </a:lnTo>
                      <a:lnTo>
                        <a:pt x="15646" y="11099"/>
                      </a:lnTo>
                      <a:lnTo>
                        <a:pt x="15918" y="10567"/>
                      </a:lnTo>
                      <a:lnTo>
                        <a:pt x="16054" y="10035"/>
                      </a:lnTo>
                      <a:lnTo>
                        <a:pt x="16327" y="9468"/>
                      </a:lnTo>
                      <a:lnTo>
                        <a:pt x="16599" y="8901"/>
                      </a:lnTo>
                      <a:lnTo>
                        <a:pt x="16735" y="8369"/>
                      </a:lnTo>
                      <a:lnTo>
                        <a:pt x="17007" y="7801"/>
                      </a:lnTo>
                      <a:lnTo>
                        <a:pt x="17279" y="7270"/>
                      </a:lnTo>
                      <a:lnTo>
                        <a:pt x="17415" y="6773"/>
                      </a:lnTo>
                      <a:lnTo>
                        <a:pt x="17687" y="6241"/>
                      </a:lnTo>
                      <a:lnTo>
                        <a:pt x="17823" y="5709"/>
                      </a:lnTo>
                      <a:lnTo>
                        <a:pt x="18231" y="5213"/>
                      </a:lnTo>
                      <a:lnTo>
                        <a:pt x="18231" y="4752"/>
                      </a:lnTo>
                      <a:lnTo>
                        <a:pt x="18367" y="4291"/>
                      </a:lnTo>
                      <a:lnTo>
                        <a:pt x="18776" y="3865"/>
                      </a:lnTo>
                      <a:lnTo>
                        <a:pt x="18912" y="3404"/>
                      </a:lnTo>
                      <a:lnTo>
                        <a:pt x="19048" y="3014"/>
                      </a:lnTo>
                      <a:lnTo>
                        <a:pt x="19184" y="2624"/>
                      </a:lnTo>
                      <a:lnTo>
                        <a:pt x="19320" y="2234"/>
                      </a:lnTo>
                      <a:lnTo>
                        <a:pt x="19456" y="1915"/>
                      </a:lnTo>
                      <a:lnTo>
                        <a:pt x="19592" y="1631"/>
                      </a:lnTo>
                      <a:lnTo>
                        <a:pt x="19728" y="1348"/>
                      </a:lnTo>
                      <a:lnTo>
                        <a:pt x="19728" y="1028"/>
                      </a:lnTo>
                      <a:lnTo>
                        <a:pt x="19864" y="851"/>
                      </a:lnTo>
                    </a:path>
                  </a:pathLst>
                </a:custGeom>
                <a:noFill/>
                <a:ln w="34925" cap="flat" cmpd="sng">
                  <a:solidFill>
                    <a:srgbClr val="FF0000"/>
                  </a:solidFill>
                  <a:prstDash val="solid"/>
                  <a:round/>
                  <a:headEnd type="none" w="med" len="med"/>
                  <a:tailEnd type="none" w="med" len="med"/>
                </a:ln>
              </p:spPr>
              <p:txBody>
                <a:bodyPr/>
                <a:p>
                  <a:endParaRPr lang="zh-CN" altLang="en-US"/>
                </a:p>
              </p:txBody>
            </p:sp>
          </p:grpSp>
          <p:grpSp>
            <p:nvGrpSpPr>
              <p:cNvPr id="15390" name="Group 31"/>
              <p:cNvGrpSpPr/>
              <p:nvPr/>
            </p:nvGrpSpPr>
            <p:grpSpPr>
              <a:xfrm>
                <a:off x="3648" y="576"/>
                <a:ext cx="864" cy="451"/>
                <a:chOff x="0" y="0"/>
                <a:chExt cx="20000" cy="20000"/>
              </a:xfrm>
            </p:grpSpPr>
            <p:sp>
              <p:nvSpPr>
                <p:cNvPr id="15391" name="Freeform 32"/>
                <p:cNvSpPr/>
                <p:nvPr/>
              </p:nvSpPr>
              <p:spPr>
                <a:xfrm>
                  <a:off x="0" y="0"/>
                  <a:ext cx="9732" cy="10374"/>
                </a:xfrm>
                <a:custGeom>
                  <a:avLst/>
                  <a:gdLst/>
                  <a:ahLst/>
                  <a:cxnLst>
                    <a:cxn ang="0">
                      <a:pos x="69" y="4975"/>
                    </a:cxn>
                    <a:cxn ang="0">
                      <a:pos x="172" y="4653"/>
                    </a:cxn>
                    <a:cxn ang="0">
                      <a:pos x="274" y="4321"/>
                    </a:cxn>
                    <a:cxn ang="0">
                      <a:pos x="378" y="4008"/>
                    </a:cxn>
                    <a:cxn ang="0">
                      <a:pos x="446" y="3686"/>
                    </a:cxn>
                    <a:cxn ang="0">
                      <a:pos x="583" y="3381"/>
                    </a:cxn>
                    <a:cxn ang="0">
                      <a:pos x="687" y="3087"/>
                    </a:cxn>
                    <a:cxn ang="0">
                      <a:pos x="789" y="2782"/>
                    </a:cxn>
                    <a:cxn ang="0">
                      <a:pos x="892" y="2497"/>
                    </a:cxn>
                    <a:cxn ang="0">
                      <a:pos x="995" y="2211"/>
                    </a:cxn>
                    <a:cxn ang="0">
                      <a:pos x="1132" y="1953"/>
                    </a:cxn>
                    <a:cxn ang="0">
                      <a:pos x="1201" y="1704"/>
                    </a:cxn>
                    <a:cxn ang="0">
                      <a:pos x="1304" y="1465"/>
                    </a:cxn>
                    <a:cxn ang="0">
                      <a:pos x="1373" y="1226"/>
                    </a:cxn>
                    <a:cxn ang="0">
                      <a:pos x="1544" y="1014"/>
                    </a:cxn>
                    <a:cxn ang="0">
                      <a:pos x="1647" y="820"/>
                    </a:cxn>
                    <a:cxn ang="0">
                      <a:pos x="1716" y="654"/>
                    </a:cxn>
                    <a:cxn ang="0">
                      <a:pos x="1819" y="488"/>
                    </a:cxn>
                    <a:cxn ang="0">
                      <a:pos x="1922" y="350"/>
                    </a:cxn>
                    <a:cxn ang="0">
                      <a:pos x="2025" y="230"/>
                    </a:cxn>
                    <a:cxn ang="0">
                      <a:pos x="2128" y="138"/>
                    </a:cxn>
                    <a:cxn ang="0">
                      <a:pos x="2265" y="64"/>
                    </a:cxn>
                    <a:cxn ang="0">
                      <a:pos x="2333" y="27"/>
                    </a:cxn>
                    <a:cxn ang="0">
                      <a:pos x="2436" y="0"/>
                    </a:cxn>
                    <a:cxn ang="0">
                      <a:pos x="2540" y="9"/>
                    </a:cxn>
                    <a:cxn ang="0">
                      <a:pos x="2642" y="55"/>
                    </a:cxn>
                    <a:cxn ang="0">
                      <a:pos x="2745" y="138"/>
                    </a:cxn>
                    <a:cxn ang="0">
                      <a:pos x="2848" y="267"/>
                    </a:cxn>
                    <a:cxn ang="0">
                      <a:pos x="2951" y="424"/>
                    </a:cxn>
                    <a:cxn ang="0">
                      <a:pos x="3054" y="608"/>
                    </a:cxn>
                    <a:cxn ang="0">
                      <a:pos x="3191" y="838"/>
                    </a:cxn>
                    <a:cxn ang="0">
                      <a:pos x="3260" y="1078"/>
                    </a:cxn>
                    <a:cxn ang="0">
                      <a:pos x="3363" y="1336"/>
                    </a:cxn>
                    <a:cxn ang="0">
                      <a:pos x="3500" y="1613"/>
                    </a:cxn>
                    <a:cxn ang="0">
                      <a:pos x="3569" y="1898"/>
                    </a:cxn>
                    <a:cxn ang="0">
                      <a:pos x="3706" y="2202"/>
                    </a:cxn>
                    <a:cxn ang="0">
                      <a:pos x="3809" y="2515"/>
                    </a:cxn>
                    <a:cxn ang="0">
                      <a:pos x="3912" y="2810"/>
                    </a:cxn>
                    <a:cxn ang="0">
                      <a:pos x="4015" y="3124"/>
                    </a:cxn>
                    <a:cxn ang="0">
                      <a:pos x="4084" y="3428"/>
                    </a:cxn>
                    <a:cxn ang="0">
                      <a:pos x="4187" y="3732"/>
                    </a:cxn>
                    <a:cxn ang="0">
                      <a:pos x="4289" y="4027"/>
                    </a:cxn>
                    <a:cxn ang="0">
                      <a:pos x="4358" y="4284"/>
                    </a:cxn>
                    <a:cxn ang="0">
                      <a:pos x="4461" y="4543"/>
                    </a:cxn>
                    <a:cxn ang="0">
                      <a:pos x="4530" y="4773"/>
                    </a:cxn>
                    <a:cxn ang="0">
                      <a:pos x="4598" y="4985"/>
                    </a:cxn>
                    <a:cxn ang="0">
                      <a:pos x="4632" y="5160"/>
                    </a:cxn>
                    <a:cxn ang="0">
                      <a:pos x="4701" y="5317"/>
                    </a:cxn>
                  </a:cxnLst>
                  <a:pathLst>
                    <a:path w="20000" h="20000">
                      <a:moveTo>
                        <a:pt x="0" y="19075"/>
                      </a:moveTo>
                      <a:lnTo>
                        <a:pt x="290" y="18493"/>
                      </a:lnTo>
                      <a:lnTo>
                        <a:pt x="435" y="17877"/>
                      </a:lnTo>
                      <a:lnTo>
                        <a:pt x="725" y="17295"/>
                      </a:lnTo>
                      <a:lnTo>
                        <a:pt x="870" y="16678"/>
                      </a:lnTo>
                      <a:lnTo>
                        <a:pt x="1159" y="16062"/>
                      </a:lnTo>
                      <a:lnTo>
                        <a:pt x="1304" y="15479"/>
                      </a:lnTo>
                      <a:lnTo>
                        <a:pt x="1594" y="14897"/>
                      </a:lnTo>
                      <a:lnTo>
                        <a:pt x="1884" y="14281"/>
                      </a:lnTo>
                      <a:lnTo>
                        <a:pt x="1884" y="13699"/>
                      </a:lnTo>
                      <a:lnTo>
                        <a:pt x="2174" y="13151"/>
                      </a:lnTo>
                      <a:lnTo>
                        <a:pt x="2464" y="12568"/>
                      </a:lnTo>
                      <a:lnTo>
                        <a:pt x="2754" y="12021"/>
                      </a:lnTo>
                      <a:lnTo>
                        <a:pt x="2899" y="11473"/>
                      </a:lnTo>
                      <a:lnTo>
                        <a:pt x="3043" y="10890"/>
                      </a:lnTo>
                      <a:lnTo>
                        <a:pt x="3333" y="10342"/>
                      </a:lnTo>
                      <a:lnTo>
                        <a:pt x="3478" y="9795"/>
                      </a:lnTo>
                      <a:lnTo>
                        <a:pt x="3768" y="9281"/>
                      </a:lnTo>
                      <a:lnTo>
                        <a:pt x="4058" y="8733"/>
                      </a:lnTo>
                      <a:lnTo>
                        <a:pt x="4203" y="8219"/>
                      </a:lnTo>
                      <a:lnTo>
                        <a:pt x="4348" y="7740"/>
                      </a:lnTo>
                      <a:lnTo>
                        <a:pt x="4783" y="7260"/>
                      </a:lnTo>
                      <a:lnTo>
                        <a:pt x="4928" y="6781"/>
                      </a:lnTo>
                      <a:lnTo>
                        <a:pt x="5072" y="6336"/>
                      </a:lnTo>
                      <a:lnTo>
                        <a:pt x="5362" y="5890"/>
                      </a:lnTo>
                      <a:lnTo>
                        <a:pt x="5507" y="5445"/>
                      </a:lnTo>
                      <a:lnTo>
                        <a:pt x="5797" y="5000"/>
                      </a:lnTo>
                      <a:lnTo>
                        <a:pt x="5797" y="4555"/>
                      </a:lnTo>
                      <a:lnTo>
                        <a:pt x="6232" y="4178"/>
                      </a:lnTo>
                      <a:lnTo>
                        <a:pt x="6522" y="3767"/>
                      </a:lnTo>
                      <a:lnTo>
                        <a:pt x="6522" y="3425"/>
                      </a:lnTo>
                      <a:lnTo>
                        <a:pt x="6957" y="3048"/>
                      </a:lnTo>
                      <a:lnTo>
                        <a:pt x="7101" y="2705"/>
                      </a:lnTo>
                      <a:lnTo>
                        <a:pt x="7246" y="2432"/>
                      </a:lnTo>
                      <a:lnTo>
                        <a:pt x="7391" y="2089"/>
                      </a:lnTo>
                      <a:lnTo>
                        <a:pt x="7681" y="1815"/>
                      </a:lnTo>
                      <a:lnTo>
                        <a:pt x="7971" y="1575"/>
                      </a:lnTo>
                      <a:lnTo>
                        <a:pt x="8116" y="1301"/>
                      </a:lnTo>
                      <a:lnTo>
                        <a:pt x="8406" y="1062"/>
                      </a:lnTo>
                      <a:lnTo>
                        <a:pt x="8551" y="856"/>
                      </a:lnTo>
                      <a:lnTo>
                        <a:pt x="8841" y="685"/>
                      </a:lnTo>
                      <a:lnTo>
                        <a:pt x="8986" y="514"/>
                      </a:lnTo>
                      <a:lnTo>
                        <a:pt x="9130" y="377"/>
                      </a:lnTo>
                      <a:lnTo>
                        <a:pt x="9565" y="240"/>
                      </a:lnTo>
                      <a:lnTo>
                        <a:pt x="9565" y="137"/>
                      </a:lnTo>
                      <a:lnTo>
                        <a:pt x="9855" y="103"/>
                      </a:lnTo>
                      <a:lnTo>
                        <a:pt x="10000" y="34"/>
                      </a:lnTo>
                      <a:lnTo>
                        <a:pt x="10290" y="0"/>
                      </a:lnTo>
                      <a:lnTo>
                        <a:pt x="10435" y="34"/>
                      </a:lnTo>
                      <a:lnTo>
                        <a:pt x="10725" y="34"/>
                      </a:lnTo>
                      <a:lnTo>
                        <a:pt x="10870" y="103"/>
                      </a:lnTo>
                      <a:lnTo>
                        <a:pt x="11159" y="205"/>
                      </a:lnTo>
                      <a:lnTo>
                        <a:pt x="11304" y="342"/>
                      </a:lnTo>
                      <a:lnTo>
                        <a:pt x="11594" y="514"/>
                      </a:lnTo>
                      <a:lnTo>
                        <a:pt x="11884" y="753"/>
                      </a:lnTo>
                      <a:lnTo>
                        <a:pt x="12029" y="993"/>
                      </a:lnTo>
                      <a:lnTo>
                        <a:pt x="12174" y="1267"/>
                      </a:lnTo>
                      <a:lnTo>
                        <a:pt x="12464" y="1575"/>
                      </a:lnTo>
                      <a:lnTo>
                        <a:pt x="12754" y="1884"/>
                      </a:lnTo>
                      <a:lnTo>
                        <a:pt x="12899" y="2260"/>
                      </a:lnTo>
                      <a:lnTo>
                        <a:pt x="13043" y="2705"/>
                      </a:lnTo>
                      <a:lnTo>
                        <a:pt x="13478" y="3116"/>
                      </a:lnTo>
                      <a:lnTo>
                        <a:pt x="13478" y="3527"/>
                      </a:lnTo>
                      <a:lnTo>
                        <a:pt x="13768" y="4007"/>
                      </a:lnTo>
                      <a:lnTo>
                        <a:pt x="14203" y="4418"/>
                      </a:lnTo>
                      <a:lnTo>
                        <a:pt x="14203" y="4966"/>
                      </a:lnTo>
                      <a:lnTo>
                        <a:pt x="14493" y="5479"/>
                      </a:lnTo>
                      <a:lnTo>
                        <a:pt x="14783" y="5993"/>
                      </a:lnTo>
                      <a:lnTo>
                        <a:pt x="15072" y="6507"/>
                      </a:lnTo>
                      <a:lnTo>
                        <a:pt x="15072" y="7055"/>
                      </a:lnTo>
                      <a:lnTo>
                        <a:pt x="15362" y="7637"/>
                      </a:lnTo>
                      <a:lnTo>
                        <a:pt x="15652" y="8185"/>
                      </a:lnTo>
                      <a:lnTo>
                        <a:pt x="15797" y="8767"/>
                      </a:lnTo>
                      <a:lnTo>
                        <a:pt x="16087" y="9349"/>
                      </a:lnTo>
                      <a:lnTo>
                        <a:pt x="16232" y="9897"/>
                      </a:lnTo>
                      <a:lnTo>
                        <a:pt x="16522" y="10445"/>
                      </a:lnTo>
                      <a:lnTo>
                        <a:pt x="16667" y="11027"/>
                      </a:lnTo>
                      <a:lnTo>
                        <a:pt x="16957" y="11610"/>
                      </a:lnTo>
                      <a:lnTo>
                        <a:pt x="17246" y="12158"/>
                      </a:lnTo>
                      <a:lnTo>
                        <a:pt x="17246" y="12740"/>
                      </a:lnTo>
                      <a:lnTo>
                        <a:pt x="17536" y="13288"/>
                      </a:lnTo>
                      <a:lnTo>
                        <a:pt x="17681" y="13870"/>
                      </a:lnTo>
                      <a:lnTo>
                        <a:pt x="17971" y="14384"/>
                      </a:lnTo>
                      <a:lnTo>
                        <a:pt x="18116" y="14966"/>
                      </a:lnTo>
                      <a:lnTo>
                        <a:pt x="18261" y="15445"/>
                      </a:lnTo>
                      <a:lnTo>
                        <a:pt x="18406" y="15925"/>
                      </a:lnTo>
                      <a:lnTo>
                        <a:pt x="18696" y="16438"/>
                      </a:lnTo>
                      <a:lnTo>
                        <a:pt x="18841" y="16884"/>
                      </a:lnTo>
                      <a:lnTo>
                        <a:pt x="18986" y="17329"/>
                      </a:lnTo>
                      <a:lnTo>
                        <a:pt x="19130" y="17740"/>
                      </a:lnTo>
                      <a:lnTo>
                        <a:pt x="19275" y="18151"/>
                      </a:lnTo>
                      <a:lnTo>
                        <a:pt x="19420" y="18527"/>
                      </a:lnTo>
                      <a:lnTo>
                        <a:pt x="19565" y="18904"/>
                      </a:lnTo>
                      <a:lnTo>
                        <a:pt x="19565" y="19178"/>
                      </a:lnTo>
                      <a:lnTo>
                        <a:pt x="19710" y="19486"/>
                      </a:lnTo>
                      <a:lnTo>
                        <a:pt x="19855" y="19760"/>
                      </a:lnTo>
                      <a:lnTo>
                        <a:pt x="19855" y="19966"/>
                      </a:lnTo>
                    </a:path>
                  </a:pathLst>
                </a:custGeom>
                <a:noFill/>
                <a:ln w="34925" cap="flat" cmpd="sng">
                  <a:solidFill>
                    <a:srgbClr val="FF0000"/>
                  </a:solidFill>
                  <a:prstDash val="solid"/>
                  <a:round/>
                  <a:headEnd type="none" w="med" len="med"/>
                  <a:tailEnd type="none" w="med" len="med"/>
                </a:ln>
              </p:spPr>
              <p:txBody>
                <a:bodyPr/>
                <a:p>
                  <a:endParaRPr lang="zh-CN" altLang="en-US"/>
                </a:p>
              </p:txBody>
            </p:sp>
            <p:sp>
              <p:nvSpPr>
                <p:cNvPr id="15392" name="Freeform 33"/>
                <p:cNvSpPr/>
                <p:nvPr/>
              </p:nvSpPr>
              <p:spPr>
                <a:xfrm>
                  <a:off x="9649" y="9981"/>
                  <a:ext cx="10351" cy="10019"/>
                </a:xfrm>
                <a:custGeom>
                  <a:avLst/>
                  <a:gdLst/>
                  <a:ahLst/>
                  <a:cxnLst>
                    <a:cxn ang="0">
                      <a:pos x="73" y="160"/>
                    </a:cxn>
                    <a:cxn ang="0">
                      <a:pos x="146" y="471"/>
                    </a:cxn>
                    <a:cxn ang="0">
                      <a:pos x="255" y="783"/>
                    </a:cxn>
                    <a:cxn ang="0">
                      <a:pos x="364" y="1086"/>
                    </a:cxn>
                    <a:cxn ang="0">
                      <a:pos x="474" y="1397"/>
                    </a:cxn>
                    <a:cxn ang="0">
                      <a:pos x="583" y="1691"/>
                    </a:cxn>
                    <a:cxn ang="0">
                      <a:pos x="692" y="1985"/>
                    </a:cxn>
                    <a:cxn ang="0">
                      <a:pos x="802" y="2260"/>
                    </a:cxn>
                    <a:cxn ang="0">
                      <a:pos x="875" y="2545"/>
                    </a:cxn>
                    <a:cxn ang="0">
                      <a:pos x="1021" y="2812"/>
                    </a:cxn>
                    <a:cxn ang="0">
                      <a:pos x="1094" y="3061"/>
                    </a:cxn>
                    <a:cxn ang="0">
                      <a:pos x="1239" y="3310"/>
                    </a:cxn>
                    <a:cxn ang="0">
                      <a:pos x="1348" y="3542"/>
                    </a:cxn>
                    <a:cxn ang="0">
                      <a:pos x="1421" y="3764"/>
                    </a:cxn>
                    <a:cxn ang="0">
                      <a:pos x="1530" y="3978"/>
                    </a:cxn>
                    <a:cxn ang="0">
                      <a:pos x="1640" y="4165"/>
                    </a:cxn>
                    <a:cxn ang="0">
                      <a:pos x="1786" y="4334"/>
                    </a:cxn>
                    <a:cxn ang="0">
                      <a:pos x="1859" y="4494"/>
                    </a:cxn>
                    <a:cxn ang="0">
                      <a:pos x="2004" y="4636"/>
                    </a:cxn>
                    <a:cxn ang="0">
                      <a:pos x="2114" y="4761"/>
                    </a:cxn>
                    <a:cxn ang="0">
                      <a:pos x="2187" y="4850"/>
                    </a:cxn>
                    <a:cxn ang="0">
                      <a:pos x="2296" y="4930"/>
                    </a:cxn>
                    <a:cxn ang="0">
                      <a:pos x="2406" y="4983"/>
                    </a:cxn>
                    <a:cxn ang="0">
                      <a:pos x="2551" y="5010"/>
                    </a:cxn>
                    <a:cxn ang="0">
                      <a:pos x="2660" y="5010"/>
                    </a:cxn>
                    <a:cxn ang="0">
                      <a:pos x="2769" y="4983"/>
                    </a:cxn>
                    <a:cxn ang="0">
                      <a:pos x="2879" y="4903"/>
                    </a:cxn>
                    <a:cxn ang="0">
                      <a:pos x="3025" y="4797"/>
                    </a:cxn>
                    <a:cxn ang="0">
                      <a:pos x="3171" y="4654"/>
                    </a:cxn>
                    <a:cxn ang="0">
                      <a:pos x="3243" y="4485"/>
                    </a:cxn>
                    <a:cxn ang="0">
                      <a:pos x="3389" y="4307"/>
                    </a:cxn>
                    <a:cxn ang="0">
                      <a:pos x="3535" y="4085"/>
                    </a:cxn>
                    <a:cxn ang="0">
                      <a:pos x="3681" y="3853"/>
                    </a:cxn>
                    <a:cxn ang="0">
                      <a:pos x="3790" y="3595"/>
                    </a:cxn>
                    <a:cxn ang="0">
                      <a:pos x="3936" y="3337"/>
                    </a:cxn>
                    <a:cxn ang="0">
                      <a:pos x="4081" y="3061"/>
                    </a:cxn>
                    <a:cxn ang="0">
                      <a:pos x="4191" y="2785"/>
                    </a:cxn>
                    <a:cxn ang="0">
                      <a:pos x="4300" y="2518"/>
                    </a:cxn>
                    <a:cxn ang="0">
                      <a:pos x="4446" y="2234"/>
                    </a:cxn>
                    <a:cxn ang="0">
                      <a:pos x="4555" y="1958"/>
                    </a:cxn>
                    <a:cxn ang="0">
                      <a:pos x="4665" y="1700"/>
                    </a:cxn>
                    <a:cxn ang="0">
                      <a:pos x="4774" y="1433"/>
                    </a:cxn>
                    <a:cxn ang="0">
                      <a:pos x="4883" y="1193"/>
                    </a:cxn>
                    <a:cxn ang="0">
                      <a:pos x="5030" y="970"/>
                    </a:cxn>
                    <a:cxn ang="0">
                      <a:pos x="5102" y="756"/>
                    </a:cxn>
                    <a:cxn ang="0">
                      <a:pos x="5175" y="561"/>
                    </a:cxn>
                    <a:cxn ang="0">
                      <a:pos x="5248" y="409"/>
                    </a:cxn>
                    <a:cxn ang="0">
                      <a:pos x="5284" y="258"/>
                    </a:cxn>
                  </a:cxnLst>
                  <a:pathLst>
                    <a:path w="20000" h="20000">
                      <a:moveTo>
                        <a:pt x="0" y="0"/>
                      </a:moveTo>
                      <a:lnTo>
                        <a:pt x="272" y="638"/>
                      </a:lnTo>
                      <a:lnTo>
                        <a:pt x="408" y="1241"/>
                      </a:lnTo>
                      <a:lnTo>
                        <a:pt x="544" y="1879"/>
                      </a:lnTo>
                      <a:lnTo>
                        <a:pt x="816" y="2518"/>
                      </a:lnTo>
                      <a:lnTo>
                        <a:pt x="952" y="3121"/>
                      </a:lnTo>
                      <a:lnTo>
                        <a:pt x="1224" y="3723"/>
                      </a:lnTo>
                      <a:lnTo>
                        <a:pt x="1361" y="4326"/>
                      </a:lnTo>
                      <a:lnTo>
                        <a:pt x="1633" y="4965"/>
                      </a:lnTo>
                      <a:lnTo>
                        <a:pt x="1769" y="5567"/>
                      </a:lnTo>
                      <a:lnTo>
                        <a:pt x="2041" y="6135"/>
                      </a:lnTo>
                      <a:lnTo>
                        <a:pt x="2177" y="6738"/>
                      </a:lnTo>
                      <a:lnTo>
                        <a:pt x="2449" y="7305"/>
                      </a:lnTo>
                      <a:lnTo>
                        <a:pt x="2585" y="7908"/>
                      </a:lnTo>
                      <a:lnTo>
                        <a:pt x="2721" y="8475"/>
                      </a:lnTo>
                      <a:lnTo>
                        <a:pt x="2993" y="9007"/>
                      </a:lnTo>
                      <a:lnTo>
                        <a:pt x="3265" y="9610"/>
                      </a:lnTo>
                      <a:lnTo>
                        <a:pt x="3265" y="10142"/>
                      </a:lnTo>
                      <a:lnTo>
                        <a:pt x="3537" y="10674"/>
                      </a:lnTo>
                      <a:lnTo>
                        <a:pt x="3810" y="11206"/>
                      </a:lnTo>
                      <a:lnTo>
                        <a:pt x="3946" y="11702"/>
                      </a:lnTo>
                      <a:lnTo>
                        <a:pt x="4082" y="12199"/>
                      </a:lnTo>
                      <a:lnTo>
                        <a:pt x="4354" y="12730"/>
                      </a:lnTo>
                      <a:lnTo>
                        <a:pt x="4626" y="13191"/>
                      </a:lnTo>
                      <a:lnTo>
                        <a:pt x="4626" y="13688"/>
                      </a:lnTo>
                      <a:lnTo>
                        <a:pt x="5034" y="14113"/>
                      </a:lnTo>
                      <a:lnTo>
                        <a:pt x="5170" y="14574"/>
                      </a:lnTo>
                      <a:lnTo>
                        <a:pt x="5306" y="15000"/>
                      </a:lnTo>
                      <a:lnTo>
                        <a:pt x="5578" y="15461"/>
                      </a:lnTo>
                      <a:lnTo>
                        <a:pt x="5714" y="15851"/>
                      </a:lnTo>
                      <a:lnTo>
                        <a:pt x="6122" y="16206"/>
                      </a:lnTo>
                      <a:lnTo>
                        <a:pt x="6122" y="16596"/>
                      </a:lnTo>
                      <a:lnTo>
                        <a:pt x="6395" y="16950"/>
                      </a:lnTo>
                      <a:lnTo>
                        <a:pt x="6667" y="17270"/>
                      </a:lnTo>
                      <a:lnTo>
                        <a:pt x="6803" y="17624"/>
                      </a:lnTo>
                      <a:lnTo>
                        <a:pt x="6939" y="17908"/>
                      </a:lnTo>
                      <a:lnTo>
                        <a:pt x="7211" y="18156"/>
                      </a:lnTo>
                      <a:lnTo>
                        <a:pt x="7483" y="18475"/>
                      </a:lnTo>
                      <a:lnTo>
                        <a:pt x="7483" y="18723"/>
                      </a:lnTo>
                      <a:lnTo>
                        <a:pt x="7891" y="18972"/>
                      </a:lnTo>
                      <a:lnTo>
                        <a:pt x="8027" y="19149"/>
                      </a:lnTo>
                      <a:lnTo>
                        <a:pt x="8163" y="19326"/>
                      </a:lnTo>
                      <a:lnTo>
                        <a:pt x="8435" y="19468"/>
                      </a:lnTo>
                      <a:lnTo>
                        <a:pt x="8571" y="19645"/>
                      </a:lnTo>
                      <a:lnTo>
                        <a:pt x="8980" y="19752"/>
                      </a:lnTo>
                      <a:lnTo>
                        <a:pt x="8980" y="19858"/>
                      </a:lnTo>
                      <a:lnTo>
                        <a:pt x="9252" y="19894"/>
                      </a:lnTo>
                      <a:lnTo>
                        <a:pt x="9524" y="19965"/>
                      </a:lnTo>
                      <a:lnTo>
                        <a:pt x="9660" y="19965"/>
                      </a:lnTo>
                      <a:lnTo>
                        <a:pt x="9932" y="19965"/>
                      </a:lnTo>
                      <a:lnTo>
                        <a:pt x="10068" y="19929"/>
                      </a:lnTo>
                      <a:lnTo>
                        <a:pt x="10340" y="19858"/>
                      </a:lnTo>
                      <a:lnTo>
                        <a:pt x="10476" y="19716"/>
                      </a:lnTo>
                      <a:lnTo>
                        <a:pt x="10748" y="19539"/>
                      </a:lnTo>
                      <a:lnTo>
                        <a:pt x="11020" y="19326"/>
                      </a:lnTo>
                      <a:lnTo>
                        <a:pt x="11293" y="19113"/>
                      </a:lnTo>
                      <a:lnTo>
                        <a:pt x="11429" y="18865"/>
                      </a:lnTo>
                      <a:lnTo>
                        <a:pt x="11837" y="18546"/>
                      </a:lnTo>
                      <a:lnTo>
                        <a:pt x="11973" y="18262"/>
                      </a:lnTo>
                      <a:lnTo>
                        <a:pt x="12109" y="17872"/>
                      </a:lnTo>
                      <a:lnTo>
                        <a:pt x="12517" y="17482"/>
                      </a:lnTo>
                      <a:lnTo>
                        <a:pt x="12653" y="17163"/>
                      </a:lnTo>
                      <a:lnTo>
                        <a:pt x="12925" y="16738"/>
                      </a:lnTo>
                      <a:lnTo>
                        <a:pt x="13197" y="16277"/>
                      </a:lnTo>
                      <a:lnTo>
                        <a:pt x="13333" y="15816"/>
                      </a:lnTo>
                      <a:lnTo>
                        <a:pt x="13741" y="15355"/>
                      </a:lnTo>
                      <a:lnTo>
                        <a:pt x="13878" y="14858"/>
                      </a:lnTo>
                      <a:lnTo>
                        <a:pt x="14150" y="14326"/>
                      </a:lnTo>
                      <a:lnTo>
                        <a:pt x="14422" y="13830"/>
                      </a:lnTo>
                      <a:lnTo>
                        <a:pt x="14694" y="13298"/>
                      </a:lnTo>
                      <a:lnTo>
                        <a:pt x="14830" y="12801"/>
                      </a:lnTo>
                      <a:lnTo>
                        <a:pt x="15238" y="12199"/>
                      </a:lnTo>
                      <a:lnTo>
                        <a:pt x="15374" y="11667"/>
                      </a:lnTo>
                      <a:lnTo>
                        <a:pt x="15646" y="11099"/>
                      </a:lnTo>
                      <a:lnTo>
                        <a:pt x="15918" y="10567"/>
                      </a:lnTo>
                      <a:lnTo>
                        <a:pt x="16054" y="10035"/>
                      </a:lnTo>
                      <a:lnTo>
                        <a:pt x="16327" y="9468"/>
                      </a:lnTo>
                      <a:lnTo>
                        <a:pt x="16599" y="8901"/>
                      </a:lnTo>
                      <a:lnTo>
                        <a:pt x="16735" y="8369"/>
                      </a:lnTo>
                      <a:lnTo>
                        <a:pt x="17007" y="7801"/>
                      </a:lnTo>
                      <a:lnTo>
                        <a:pt x="17279" y="7270"/>
                      </a:lnTo>
                      <a:lnTo>
                        <a:pt x="17415" y="6773"/>
                      </a:lnTo>
                      <a:lnTo>
                        <a:pt x="17687" y="6241"/>
                      </a:lnTo>
                      <a:lnTo>
                        <a:pt x="17823" y="5709"/>
                      </a:lnTo>
                      <a:lnTo>
                        <a:pt x="18231" y="5213"/>
                      </a:lnTo>
                      <a:lnTo>
                        <a:pt x="18231" y="4752"/>
                      </a:lnTo>
                      <a:lnTo>
                        <a:pt x="18367" y="4291"/>
                      </a:lnTo>
                      <a:lnTo>
                        <a:pt x="18776" y="3865"/>
                      </a:lnTo>
                      <a:lnTo>
                        <a:pt x="18912" y="3404"/>
                      </a:lnTo>
                      <a:lnTo>
                        <a:pt x="19048" y="3014"/>
                      </a:lnTo>
                      <a:lnTo>
                        <a:pt x="19184" y="2624"/>
                      </a:lnTo>
                      <a:lnTo>
                        <a:pt x="19320" y="2234"/>
                      </a:lnTo>
                      <a:lnTo>
                        <a:pt x="19456" y="1915"/>
                      </a:lnTo>
                      <a:lnTo>
                        <a:pt x="19592" y="1631"/>
                      </a:lnTo>
                      <a:lnTo>
                        <a:pt x="19728" y="1348"/>
                      </a:lnTo>
                      <a:lnTo>
                        <a:pt x="19728" y="1028"/>
                      </a:lnTo>
                      <a:lnTo>
                        <a:pt x="19864" y="851"/>
                      </a:lnTo>
                    </a:path>
                  </a:pathLst>
                </a:custGeom>
                <a:noFill/>
                <a:ln w="34925" cap="flat" cmpd="sng">
                  <a:solidFill>
                    <a:srgbClr val="FF0000"/>
                  </a:solidFill>
                  <a:prstDash val="solid"/>
                  <a:round/>
                  <a:headEnd type="none" w="med" len="med"/>
                  <a:tailEnd type="none" w="med" len="med"/>
                </a:ln>
              </p:spPr>
              <p:txBody>
                <a:bodyPr/>
                <a:p>
                  <a:endParaRPr lang="zh-CN" altLang="en-US"/>
                </a:p>
              </p:txBody>
            </p:sp>
          </p:grpSp>
        </p:grpSp>
        <p:sp>
          <p:nvSpPr>
            <p:cNvPr id="15393" name="Line 34"/>
            <p:cNvSpPr/>
            <p:nvPr/>
          </p:nvSpPr>
          <p:spPr>
            <a:xfrm>
              <a:off x="1152" y="3312"/>
              <a:ext cx="1008" cy="0"/>
            </a:xfrm>
            <a:prstGeom prst="line">
              <a:avLst/>
            </a:prstGeom>
            <a:ln w="9525" cap="flat" cmpd="sng">
              <a:solidFill>
                <a:schemeClr val="tx1"/>
              </a:solidFill>
              <a:prstDash val="solid"/>
              <a:round/>
              <a:headEnd type="none" w="med" len="med"/>
              <a:tailEnd type="none" w="med" len="med"/>
            </a:ln>
          </p:spPr>
        </p:sp>
        <p:grpSp>
          <p:nvGrpSpPr>
            <p:cNvPr id="15394" name="Group 35"/>
            <p:cNvGrpSpPr/>
            <p:nvPr/>
          </p:nvGrpSpPr>
          <p:grpSpPr>
            <a:xfrm>
              <a:off x="336" y="2640"/>
              <a:ext cx="480" cy="242"/>
              <a:chOff x="1632" y="2688"/>
              <a:chExt cx="480" cy="242"/>
            </a:xfrm>
          </p:grpSpPr>
          <p:sp>
            <p:nvSpPr>
              <p:cNvPr id="15395" name="Line 36"/>
              <p:cNvSpPr/>
              <p:nvPr/>
            </p:nvSpPr>
            <p:spPr>
              <a:xfrm>
                <a:off x="1776" y="2880"/>
                <a:ext cx="336" cy="0"/>
              </a:xfrm>
              <a:prstGeom prst="line">
                <a:avLst/>
              </a:prstGeom>
              <a:ln w="9525" cap="flat" cmpd="sng">
                <a:solidFill>
                  <a:srgbClr val="FF0000"/>
                </a:solidFill>
                <a:prstDash val="dash"/>
                <a:round/>
                <a:headEnd type="none" w="med" len="med"/>
                <a:tailEnd type="none" w="med" len="med"/>
              </a:ln>
            </p:spPr>
          </p:sp>
          <p:graphicFrame>
            <p:nvGraphicFramePr>
              <p:cNvPr id="15396" name="Object 37"/>
              <p:cNvGraphicFramePr>
                <a:graphicFrameLocks noChangeAspect="1"/>
              </p:cNvGraphicFramePr>
              <p:nvPr/>
            </p:nvGraphicFramePr>
            <p:xfrm>
              <a:off x="1632" y="2688"/>
              <a:ext cx="312" cy="242"/>
            </p:xfrm>
            <a:graphic>
              <a:graphicData uri="http://schemas.openxmlformats.org/presentationml/2006/ole">
                <mc:AlternateContent xmlns:mc="http://schemas.openxmlformats.org/markup-compatibility/2006">
                  <mc:Choice xmlns:v="urn:schemas-microsoft-com:vml" Requires="v">
                    <p:oleObj spid="_x0000_s3108" name="" r:id="rId11" imgW="186690" imgH="141605" progId="Equation.3">
                      <p:embed/>
                    </p:oleObj>
                  </mc:Choice>
                  <mc:Fallback>
                    <p:oleObj name="" r:id="rId11" imgW="186690" imgH="141605" progId="Equation.3">
                      <p:embed/>
                      <p:pic>
                        <p:nvPicPr>
                          <p:cNvPr id="0" name="图片 3107"/>
                          <p:cNvPicPr/>
                          <p:nvPr/>
                        </p:nvPicPr>
                        <p:blipFill>
                          <a:blip r:embed="rId12">
                            <a:clrChange>
                              <a:clrFrom>
                                <a:srgbClr val="000000"/>
                              </a:clrFrom>
                              <a:clrTo>
                                <a:srgbClr val="000000">
                                  <a:alpha val="0"/>
                                </a:srgbClr>
                              </a:clrTo>
                            </a:clrChange>
                          </a:blip>
                          <a:stretch>
                            <a:fillRect/>
                          </a:stretch>
                        </p:blipFill>
                        <p:spPr>
                          <a:xfrm>
                            <a:off x="1632" y="2688"/>
                            <a:ext cx="312" cy="242"/>
                          </a:xfrm>
                          <a:prstGeom prst="rect">
                            <a:avLst/>
                          </a:prstGeom>
                          <a:noFill/>
                          <a:ln w="38100">
                            <a:noFill/>
                            <a:miter/>
                          </a:ln>
                        </p:spPr>
                      </p:pic>
                    </p:oleObj>
                  </mc:Fallback>
                </mc:AlternateContent>
              </a:graphicData>
            </a:graphic>
          </p:graphicFrame>
        </p:grpSp>
      </p:grpSp>
      <p:grpSp>
        <p:nvGrpSpPr>
          <p:cNvPr id="116774" name="Group 38"/>
          <p:cNvGrpSpPr/>
          <p:nvPr/>
        </p:nvGrpSpPr>
        <p:grpSpPr>
          <a:xfrm>
            <a:off x="2514600" y="3898900"/>
            <a:ext cx="3276600" cy="1762125"/>
            <a:chOff x="0" y="2640"/>
            <a:chExt cx="2064" cy="1110"/>
          </a:xfrm>
        </p:grpSpPr>
        <p:grpSp>
          <p:nvGrpSpPr>
            <p:cNvPr id="15398" name="Group 39"/>
            <p:cNvGrpSpPr/>
            <p:nvPr/>
          </p:nvGrpSpPr>
          <p:grpSpPr>
            <a:xfrm flipV="1">
              <a:off x="336" y="2640"/>
              <a:ext cx="1728" cy="1056"/>
              <a:chOff x="2784" y="576"/>
              <a:chExt cx="1728" cy="451"/>
            </a:xfrm>
          </p:grpSpPr>
          <p:grpSp>
            <p:nvGrpSpPr>
              <p:cNvPr id="15399" name="Group 40"/>
              <p:cNvGrpSpPr/>
              <p:nvPr/>
            </p:nvGrpSpPr>
            <p:grpSpPr>
              <a:xfrm>
                <a:off x="2784" y="576"/>
                <a:ext cx="864" cy="451"/>
                <a:chOff x="0" y="0"/>
                <a:chExt cx="20000" cy="20000"/>
              </a:xfrm>
            </p:grpSpPr>
            <p:sp>
              <p:nvSpPr>
                <p:cNvPr id="15400" name="Freeform 41"/>
                <p:cNvSpPr/>
                <p:nvPr/>
              </p:nvSpPr>
              <p:spPr>
                <a:xfrm>
                  <a:off x="0" y="0"/>
                  <a:ext cx="9732" cy="10374"/>
                </a:xfrm>
                <a:custGeom>
                  <a:avLst/>
                  <a:gdLst/>
                  <a:ahLst/>
                  <a:cxnLst>
                    <a:cxn ang="0">
                      <a:pos x="69" y="4975"/>
                    </a:cxn>
                    <a:cxn ang="0">
                      <a:pos x="172" y="4653"/>
                    </a:cxn>
                    <a:cxn ang="0">
                      <a:pos x="274" y="4321"/>
                    </a:cxn>
                    <a:cxn ang="0">
                      <a:pos x="378" y="4008"/>
                    </a:cxn>
                    <a:cxn ang="0">
                      <a:pos x="446" y="3686"/>
                    </a:cxn>
                    <a:cxn ang="0">
                      <a:pos x="583" y="3381"/>
                    </a:cxn>
                    <a:cxn ang="0">
                      <a:pos x="687" y="3087"/>
                    </a:cxn>
                    <a:cxn ang="0">
                      <a:pos x="789" y="2782"/>
                    </a:cxn>
                    <a:cxn ang="0">
                      <a:pos x="892" y="2497"/>
                    </a:cxn>
                    <a:cxn ang="0">
                      <a:pos x="995" y="2211"/>
                    </a:cxn>
                    <a:cxn ang="0">
                      <a:pos x="1132" y="1953"/>
                    </a:cxn>
                    <a:cxn ang="0">
                      <a:pos x="1201" y="1704"/>
                    </a:cxn>
                    <a:cxn ang="0">
                      <a:pos x="1304" y="1465"/>
                    </a:cxn>
                    <a:cxn ang="0">
                      <a:pos x="1373" y="1226"/>
                    </a:cxn>
                    <a:cxn ang="0">
                      <a:pos x="1544" y="1014"/>
                    </a:cxn>
                    <a:cxn ang="0">
                      <a:pos x="1647" y="820"/>
                    </a:cxn>
                    <a:cxn ang="0">
                      <a:pos x="1716" y="654"/>
                    </a:cxn>
                    <a:cxn ang="0">
                      <a:pos x="1819" y="488"/>
                    </a:cxn>
                    <a:cxn ang="0">
                      <a:pos x="1922" y="350"/>
                    </a:cxn>
                    <a:cxn ang="0">
                      <a:pos x="2025" y="230"/>
                    </a:cxn>
                    <a:cxn ang="0">
                      <a:pos x="2128" y="138"/>
                    </a:cxn>
                    <a:cxn ang="0">
                      <a:pos x="2265" y="64"/>
                    </a:cxn>
                    <a:cxn ang="0">
                      <a:pos x="2333" y="27"/>
                    </a:cxn>
                    <a:cxn ang="0">
                      <a:pos x="2436" y="0"/>
                    </a:cxn>
                    <a:cxn ang="0">
                      <a:pos x="2540" y="9"/>
                    </a:cxn>
                    <a:cxn ang="0">
                      <a:pos x="2642" y="55"/>
                    </a:cxn>
                    <a:cxn ang="0">
                      <a:pos x="2745" y="138"/>
                    </a:cxn>
                    <a:cxn ang="0">
                      <a:pos x="2848" y="267"/>
                    </a:cxn>
                    <a:cxn ang="0">
                      <a:pos x="2951" y="424"/>
                    </a:cxn>
                    <a:cxn ang="0">
                      <a:pos x="3054" y="608"/>
                    </a:cxn>
                    <a:cxn ang="0">
                      <a:pos x="3191" y="838"/>
                    </a:cxn>
                    <a:cxn ang="0">
                      <a:pos x="3260" y="1078"/>
                    </a:cxn>
                    <a:cxn ang="0">
                      <a:pos x="3363" y="1336"/>
                    </a:cxn>
                    <a:cxn ang="0">
                      <a:pos x="3500" y="1613"/>
                    </a:cxn>
                    <a:cxn ang="0">
                      <a:pos x="3569" y="1898"/>
                    </a:cxn>
                    <a:cxn ang="0">
                      <a:pos x="3706" y="2202"/>
                    </a:cxn>
                    <a:cxn ang="0">
                      <a:pos x="3809" y="2515"/>
                    </a:cxn>
                    <a:cxn ang="0">
                      <a:pos x="3912" y="2810"/>
                    </a:cxn>
                    <a:cxn ang="0">
                      <a:pos x="4015" y="3124"/>
                    </a:cxn>
                    <a:cxn ang="0">
                      <a:pos x="4084" y="3428"/>
                    </a:cxn>
                    <a:cxn ang="0">
                      <a:pos x="4187" y="3732"/>
                    </a:cxn>
                    <a:cxn ang="0">
                      <a:pos x="4289" y="4027"/>
                    </a:cxn>
                    <a:cxn ang="0">
                      <a:pos x="4358" y="4284"/>
                    </a:cxn>
                    <a:cxn ang="0">
                      <a:pos x="4461" y="4543"/>
                    </a:cxn>
                    <a:cxn ang="0">
                      <a:pos x="4530" y="4773"/>
                    </a:cxn>
                    <a:cxn ang="0">
                      <a:pos x="4598" y="4985"/>
                    </a:cxn>
                    <a:cxn ang="0">
                      <a:pos x="4632" y="5160"/>
                    </a:cxn>
                    <a:cxn ang="0">
                      <a:pos x="4701" y="5317"/>
                    </a:cxn>
                  </a:cxnLst>
                  <a:pathLst>
                    <a:path w="20000" h="20000">
                      <a:moveTo>
                        <a:pt x="0" y="19075"/>
                      </a:moveTo>
                      <a:lnTo>
                        <a:pt x="290" y="18493"/>
                      </a:lnTo>
                      <a:lnTo>
                        <a:pt x="435" y="17877"/>
                      </a:lnTo>
                      <a:lnTo>
                        <a:pt x="725" y="17295"/>
                      </a:lnTo>
                      <a:lnTo>
                        <a:pt x="870" y="16678"/>
                      </a:lnTo>
                      <a:lnTo>
                        <a:pt x="1159" y="16062"/>
                      </a:lnTo>
                      <a:lnTo>
                        <a:pt x="1304" y="15479"/>
                      </a:lnTo>
                      <a:lnTo>
                        <a:pt x="1594" y="14897"/>
                      </a:lnTo>
                      <a:lnTo>
                        <a:pt x="1884" y="14281"/>
                      </a:lnTo>
                      <a:lnTo>
                        <a:pt x="1884" y="13699"/>
                      </a:lnTo>
                      <a:lnTo>
                        <a:pt x="2174" y="13151"/>
                      </a:lnTo>
                      <a:lnTo>
                        <a:pt x="2464" y="12568"/>
                      </a:lnTo>
                      <a:lnTo>
                        <a:pt x="2754" y="12021"/>
                      </a:lnTo>
                      <a:lnTo>
                        <a:pt x="2899" y="11473"/>
                      </a:lnTo>
                      <a:lnTo>
                        <a:pt x="3043" y="10890"/>
                      </a:lnTo>
                      <a:lnTo>
                        <a:pt x="3333" y="10342"/>
                      </a:lnTo>
                      <a:lnTo>
                        <a:pt x="3478" y="9795"/>
                      </a:lnTo>
                      <a:lnTo>
                        <a:pt x="3768" y="9281"/>
                      </a:lnTo>
                      <a:lnTo>
                        <a:pt x="4058" y="8733"/>
                      </a:lnTo>
                      <a:lnTo>
                        <a:pt x="4203" y="8219"/>
                      </a:lnTo>
                      <a:lnTo>
                        <a:pt x="4348" y="7740"/>
                      </a:lnTo>
                      <a:lnTo>
                        <a:pt x="4783" y="7260"/>
                      </a:lnTo>
                      <a:lnTo>
                        <a:pt x="4928" y="6781"/>
                      </a:lnTo>
                      <a:lnTo>
                        <a:pt x="5072" y="6336"/>
                      </a:lnTo>
                      <a:lnTo>
                        <a:pt x="5362" y="5890"/>
                      </a:lnTo>
                      <a:lnTo>
                        <a:pt x="5507" y="5445"/>
                      </a:lnTo>
                      <a:lnTo>
                        <a:pt x="5797" y="5000"/>
                      </a:lnTo>
                      <a:lnTo>
                        <a:pt x="5797" y="4555"/>
                      </a:lnTo>
                      <a:lnTo>
                        <a:pt x="6232" y="4178"/>
                      </a:lnTo>
                      <a:lnTo>
                        <a:pt x="6522" y="3767"/>
                      </a:lnTo>
                      <a:lnTo>
                        <a:pt x="6522" y="3425"/>
                      </a:lnTo>
                      <a:lnTo>
                        <a:pt x="6957" y="3048"/>
                      </a:lnTo>
                      <a:lnTo>
                        <a:pt x="7101" y="2705"/>
                      </a:lnTo>
                      <a:lnTo>
                        <a:pt x="7246" y="2432"/>
                      </a:lnTo>
                      <a:lnTo>
                        <a:pt x="7391" y="2089"/>
                      </a:lnTo>
                      <a:lnTo>
                        <a:pt x="7681" y="1815"/>
                      </a:lnTo>
                      <a:lnTo>
                        <a:pt x="7971" y="1575"/>
                      </a:lnTo>
                      <a:lnTo>
                        <a:pt x="8116" y="1301"/>
                      </a:lnTo>
                      <a:lnTo>
                        <a:pt x="8406" y="1062"/>
                      </a:lnTo>
                      <a:lnTo>
                        <a:pt x="8551" y="856"/>
                      </a:lnTo>
                      <a:lnTo>
                        <a:pt x="8841" y="685"/>
                      </a:lnTo>
                      <a:lnTo>
                        <a:pt x="8986" y="514"/>
                      </a:lnTo>
                      <a:lnTo>
                        <a:pt x="9130" y="377"/>
                      </a:lnTo>
                      <a:lnTo>
                        <a:pt x="9565" y="240"/>
                      </a:lnTo>
                      <a:lnTo>
                        <a:pt x="9565" y="137"/>
                      </a:lnTo>
                      <a:lnTo>
                        <a:pt x="9855" y="103"/>
                      </a:lnTo>
                      <a:lnTo>
                        <a:pt x="10000" y="34"/>
                      </a:lnTo>
                      <a:lnTo>
                        <a:pt x="10290" y="0"/>
                      </a:lnTo>
                      <a:lnTo>
                        <a:pt x="10435" y="34"/>
                      </a:lnTo>
                      <a:lnTo>
                        <a:pt x="10725" y="34"/>
                      </a:lnTo>
                      <a:lnTo>
                        <a:pt x="10870" y="103"/>
                      </a:lnTo>
                      <a:lnTo>
                        <a:pt x="11159" y="205"/>
                      </a:lnTo>
                      <a:lnTo>
                        <a:pt x="11304" y="342"/>
                      </a:lnTo>
                      <a:lnTo>
                        <a:pt x="11594" y="514"/>
                      </a:lnTo>
                      <a:lnTo>
                        <a:pt x="11884" y="753"/>
                      </a:lnTo>
                      <a:lnTo>
                        <a:pt x="12029" y="993"/>
                      </a:lnTo>
                      <a:lnTo>
                        <a:pt x="12174" y="1267"/>
                      </a:lnTo>
                      <a:lnTo>
                        <a:pt x="12464" y="1575"/>
                      </a:lnTo>
                      <a:lnTo>
                        <a:pt x="12754" y="1884"/>
                      </a:lnTo>
                      <a:lnTo>
                        <a:pt x="12899" y="2260"/>
                      </a:lnTo>
                      <a:lnTo>
                        <a:pt x="13043" y="2705"/>
                      </a:lnTo>
                      <a:lnTo>
                        <a:pt x="13478" y="3116"/>
                      </a:lnTo>
                      <a:lnTo>
                        <a:pt x="13478" y="3527"/>
                      </a:lnTo>
                      <a:lnTo>
                        <a:pt x="13768" y="4007"/>
                      </a:lnTo>
                      <a:lnTo>
                        <a:pt x="14203" y="4418"/>
                      </a:lnTo>
                      <a:lnTo>
                        <a:pt x="14203" y="4966"/>
                      </a:lnTo>
                      <a:lnTo>
                        <a:pt x="14493" y="5479"/>
                      </a:lnTo>
                      <a:lnTo>
                        <a:pt x="14783" y="5993"/>
                      </a:lnTo>
                      <a:lnTo>
                        <a:pt x="15072" y="6507"/>
                      </a:lnTo>
                      <a:lnTo>
                        <a:pt x="15072" y="7055"/>
                      </a:lnTo>
                      <a:lnTo>
                        <a:pt x="15362" y="7637"/>
                      </a:lnTo>
                      <a:lnTo>
                        <a:pt x="15652" y="8185"/>
                      </a:lnTo>
                      <a:lnTo>
                        <a:pt x="15797" y="8767"/>
                      </a:lnTo>
                      <a:lnTo>
                        <a:pt x="16087" y="9349"/>
                      </a:lnTo>
                      <a:lnTo>
                        <a:pt x="16232" y="9897"/>
                      </a:lnTo>
                      <a:lnTo>
                        <a:pt x="16522" y="10445"/>
                      </a:lnTo>
                      <a:lnTo>
                        <a:pt x="16667" y="11027"/>
                      </a:lnTo>
                      <a:lnTo>
                        <a:pt x="16957" y="11610"/>
                      </a:lnTo>
                      <a:lnTo>
                        <a:pt x="17246" y="12158"/>
                      </a:lnTo>
                      <a:lnTo>
                        <a:pt x="17246" y="12740"/>
                      </a:lnTo>
                      <a:lnTo>
                        <a:pt x="17536" y="13288"/>
                      </a:lnTo>
                      <a:lnTo>
                        <a:pt x="17681" y="13870"/>
                      </a:lnTo>
                      <a:lnTo>
                        <a:pt x="17971" y="14384"/>
                      </a:lnTo>
                      <a:lnTo>
                        <a:pt x="18116" y="14966"/>
                      </a:lnTo>
                      <a:lnTo>
                        <a:pt x="18261" y="15445"/>
                      </a:lnTo>
                      <a:lnTo>
                        <a:pt x="18406" y="15925"/>
                      </a:lnTo>
                      <a:lnTo>
                        <a:pt x="18696" y="16438"/>
                      </a:lnTo>
                      <a:lnTo>
                        <a:pt x="18841" y="16884"/>
                      </a:lnTo>
                      <a:lnTo>
                        <a:pt x="18986" y="17329"/>
                      </a:lnTo>
                      <a:lnTo>
                        <a:pt x="19130" y="17740"/>
                      </a:lnTo>
                      <a:lnTo>
                        <a:pt x="19275" y="18151"/>
                      </a:lnTo>
                      <a:lnTo>
                        <a:pt x="19420" y="18527"/>
                      </a:lnTo>
                      <a:lnTo>
                        <a:pt x="19565" y="18904"/>
                      </a:lnTo>
                      <a:lnTo>
                        <a:pt x="19565" y="19178"/>
                      </a:lnTo>
                      <a:lnTo>
                        <a:pt x="19710" y="19486"/>
                      </a:lnTo>
                      <a:lnTo>
                        <a:pt x="19855" y="19760"/>
                      </a:lnTo>
                      <a:lnTo>
                        <a:pt x="19855" y="19966"/>
                      </a:lnTo>
                    </a:path>
                  </a:pathLst>
                </a:custGeom>
                <a:noFill/>
                <a:ln w="34925" cap="flat" cmpd="sng">
                  <a:solidFill>
                    <a:srgbClr val="0000FF"/>
                  </a:solidFill>
                  <a:prstDash val="sysDot"/>
                  <a:round/>
                  <a:headEnd type="none" w="med" len="med"/>
                  <a:tailEnd type="none" w="med" len="med"/>
                </a:ln>
              </p:spPr>
              <p:txBody>
                <a:bodyPr/>
                <a:p>
                  <a:endParaRPr lang="zh-CN" altLang="en-US"/>
                </a:p>
              </p:txBody>
            </p:sp>
            <p:sp>
              <p:nvSpPr>
                <p:cNvPr id="15401" name="Freeform 42"/>
                <p:cNvSpPr/>
                <p:nvPr/>
              </p:nvSpPr>
              <p:spPr>
                <a:xfrm>
                  <a:off x="9649" y="9981"/>
                  <a:ext cx="10351" cy="10019"/>
                </a:xfrm>
                <a:custGeom>
                  <a:avLst/>
                  <a:gdLst/>
                  <a:ahLst/>
                  <a:cxnLst>
                    <a:cxn ang="0">
                      <a:pos x="73" y="160"/>
                    </a:cxn>
                    <a:cxn ang="0">
                      <a:pos x="146" y="471"/>
                    </a:cxn>
                    <a:cxn ang="0">
                      <a:pos x="255" y="783"/>
                    </a:cxn>
                    <a:cxn ang="0">
                      <a:pos x="364" y="1086"/>
                    </a:cxn>
                    <a:cxn ang="0">
                      <a:pos x="474" y="1397"/>
                    </a:cxn>
                    <a:cxn ang="0">
                      <a:pos x="583" y="1691"/>
                    </a:cxn>
                    <a:cxn ang="0">
                      <a:pos x="692" y="1985"/>
                    </a:cxn>
                    <a:cxn ang="0">
                      <a:pos x="802" y="2260"/>
                    </a:cxn>
                    <a:cxn ang="0">
                      <a:pos x="875" y="2545"/>
                    </a:cxn>
                    <a:cxn ang="0">
                      <a:pos x="1021" y="2812"/>
                    </a:cxn>
                    <a:cxn ang="0">
                      <a:pos x="1094" y="3061"/>
                    </a:cxn>
                    <a:cxn ang="0">
                      <a:pos x="1239" y="3310"/>
                    </a:cxn>
                    <a:cxn ang="0">
                      <a:pos x="1348" y="3542"/>
                    </a:cxn>
                    <a:cxn ang="0">
                      <a:pos x="1421" y="3764"/>
                    </a:cxn>
                    <a:cxn ang="0">
                      <a:pos x="1530" y="3978"/>
                    </a:cxn>
                    <a:cxn ang="0">
                      <a:pos x="1640" y="4165"/>
                    </a:cxn>
                    <a:cxn ang="0">
                      <a:pos x="1786" y="4334"/>
                    </a:cxn>
                    <a:cxn ang="0">
                      <a:pos x="1859" y="4494"/>
                    </a:cxn>
                    <a:cxn ang="0">
                      <a:pos x="2004" y="4636"/>
                    </a:cxn>
                    <a:cxn ang="0">
                      <a:pos x="2114" y="4761"/>
                    </a:cxn>
                    <a:cxn ang="0">
                      <a:pos x="2187" y="4850"/>
                    </a:cxn>
                    <a:cxn ang="0">
                      <a:pos x="2296" y="4930"/>
                    </a:cxn>
                    <a:cxn ang="0">
                      <a:pos x="2406" y="4983"/>
                    </a:cxn>
                    <a:cxn ang="0">
                      <a:pos x="2551" y="5010"/>
                    </a:cxn>
                    <a:cxn ang="0">
                      <a:pos x="2660" y="5010"/>
                    </a:cxn>
                    <a:cxn ang="0">
                      <a:pos x="2769" y="4983"/>
                    </a:cxn>
                    <a:cxn ang="0">
                      <a:pos x="2879" y="4903"/>
                    </a:cxn>
                    <a:cxn ang="0">
                      <a:pos x="3025" y="4797"/>
                    </a:cxn>
                    <a:cxn ang="0">
                      <a:pos x="3171" y="4654"/>
                    </a:cxn>
                    <a:cxn ang="0">
                      <a:pos x="3243" y="4485"/>
                    </a:cxn>
                    <a:cxn ang="0">
                      <a:pos x="3389" y="4307"/>
                    </a:cxn>
                    <a:cxn ang="0">
                      <a:pos x="3535" y="4085"/>
                    </a:cxn>
                    <a:cxn ang="0">
                      <a:pos x="3681" y="3853"/>
                    </a:cxn>
                    <a:cxn ang="0">
                      <a:pos x="3790" y="3595"/>
                    </a:cxn>
                    <a:cxn ang="0">
                      <a:pos x="3936" y="3337"/>
                    </a:cxn>
                    <a:cxn ang="0">
                      <a:pos x="4081" y="3061"/>
                    </a:cxn>
                    <a:cxn ang="0">
                      <a:pos x="4191" y="2785"/>
                    </a:cxn>
                    <a:cxn ang="0">
                      <a:pos x="4300" y="2518"/>
                    </a:cxn>
                    <a:cxn ang="0">
                      <a:pos x="4446" y="2234"/>
                    </a:cxn>
                    <a:cxn ang="0">
                      <a:pos x="4555" y="1958"/>
                    </a:cxn>
                    <a:cxn ang="0">
                      <a:pos x="4665" y="1700"/>
                    </a:cxn>
                    <a:cxn ang="0">
                      <a:pos x="4774" y="1433"/>
                    </a:cxn>
                    <a:cxn ang="0">
                      <a:pos x="4883" y="1193"/>
                    </a:cxn>
                    <a:cxn ang="0">
                      <a:pos x="5030" y="970"/>
                    </a:cxn>
                    <a:cxn ang="0">
                      <a:pos x="5102" y="756"/>
                    </a:cxn>
                    <a:cxn ang="0">
                      <a:pos x="5175" y="561"/>
                    </a:cxn>
                    <a:cxn ang="0">
                      <a:pos x="5248" y="409"/>
                    </a:cxn>
                    <a:cxn ang="0">
                      <a:pos x="5284" y="258"/>
                    </a:cxn>
                  </a:cxnLst>
                  <a:pathLst>
                    <a:path w="20000" h="20000">
                      <a:moveTo>
                        <a:pt x="0" y="0"/>
                      </a:moveTo>
                      <a:lnTo>
                        <a:pt x="272" y="638"/>
                      </a:lnTo>
                      <a:lnTo>
                        <a:pt x="408" y="1241"/>
                      </a:lnTo>
                      <a:lnTo>
                        <a:pt x="544" y="1879"/>
                      </a:lnTo>
                      <a:lnTo>
                        <a:pt x="816" y="2518"/>
                      </a:lnTo>
                      <a:lnTo>
                        <a:pt x="952" y="3121"/>
                      </a:lnTo>
                      <a:lnTo>
                        <a:pt x="1224" y="3723"/>
                      </a:lnTo>
                      <a:lnTo>
                        <a:pt x="1361" y="4326"/>
                      </a:lnTo>
                      <a:lnTo>
                        <a:pt x="1633" y="4965"/>
                      </a:lnTo>
                      <a:lnTo>
                        <a:pt x="1769" y="5567"/>
                      </a:lnTo>
                      <a:lnTo>
                        <a:pt x="2041" y="6135"/>
                      </a:lnTo>
                      <a:lnTo>
                        <a:pt x="2177" y="6738"/>
                      </a:lnTo>
                      <a:lnTo>
                        <a:pt x="2449" y="7305"/>
                      </a:lnTo>
                      <a:lnTo>
                        <a:pt x="2585" y="7908"/>
                      </a:lnTo>
                      <a:lnTo>
                        <a:pt x="2721" y="8475"/>
                      </a:lnTo>
                      <a:lnTo>
                        <a:pt x="2993" y="9007"/>
                      </a:lnTo>
                      <a:lnTo>
                        <a:pt x="3265" y="9610"/>
                      </a:lnTo>
                      <a:lnTo>
                        <a:pt x="3265" y="10142"/>
                      </a:lnTo>
                      <a:lnTo>
                        <a:pt x="3537" y="10674"/>
                      </a:lnTo>
                      <a:lnTo>
                        <a:pt x="3810" y="11206"/>
                      </a:lnTo>
                      <a:lnTo>
                        <a:pt x="3946" y="11702"/>
                      </a:lnTo>
                      <a:lnTo>
                        <a:pt x="4082" y="12199"/>
                      </a:lnTo>
                      <a:lnTo>
                        <a:pt x="4354" y="12730"/>
                      </a:lnTo>
                      <a:lnTo>
                        <a:pt x="4626" y="13191"/>
                      </a:lnTo>
                      <a:lnTo>
                        <a:pt x="4626" y="13688"/>
                      </a:lnTo>
                      <a:lnTo>
                        <a:pt x="5034" y="14113"/>
                      </a:lnTo>
                      <a:lnTo>
                        <a:pt x="5170" y="14574"/>
                      </a:lnTo>
                      <a:lnTo>
                        <a:pt x="5306" y="15000"/>
                      </a:lnTo>
                      <a:lnTo>
                        <a:pt x="5578" y="15461"/>
                      </a:lnTo>
                      <a:lnTo>
                        <a:pt x="5714" y="15851"/>
                      </a:lnTo>
                      <a:lnTo>
                        <a:pt x="6122" y="16206"/>
                      </a:lnTo>
                      <a:lnTo>
                        <a:pt x="6122" y="16596"/>
                      </a:lnTo>
                      <a:lnTo>
                        <a:pt x="6395" y="16950"/>
                      </a:lnTo>
                      <a:lnTo>
                        <a:pt x="6667" y="17270"/>
                      </a:lnTo>
                      <a:lnTo>
                        <a:pt x="6803" y="17624"/>
                      </a:lnTo>
                      <a:lnTo>
                        <a:pt x="6939" y="17908"/>
                      </a:lnTo>
                      <a:lnTo>
                        <a:pt x="7211" y="18156"/>
                      </a:lnTo>
                      <a:lnTo>
                        <a:pt x="7483" y="18475"/>
                      </a:lnTo>
                      <a:lnTo>
                        <a:pt x="7483" y="18723"/>
                      </a:lnTo>
                      <a:lnTo>
                        <a:pt x="7891" y="18972"/>
                      </a:lnTo>
                      <a:lnTo>
                        <a:pt x="8027" y="19149"/>
                      </a:lnTo>
                      <a:lnTo>
                        <a:pt x="8163" y="19326"/>
                      </a:lnTo>
                      <a:lnTo>
                        <a:pt x="8435" y="19468"/>
                      </a:lnTo>
                      <a:lnTo>
                        <a:pt x="8571" y="19645"/>
                      </a:lnTo>
                      <a:lnTo>
                        <a:pt x="8980" y="19752"/>
                      </a:lnTo>
                      <a:lnTo>
                        <a:pt x="8980" y="19858"/>
                      </a:lnTo>
                      <a:lnTo>
                        <a:pt x="9252" y="19894"/>
                      </a:lnTo>
                      <a:lnTo>
                        <a:pt x="9524" y="19965"/>
                      </a:lnTo>
                      <a:lnTo>
                        <a:pt x="9660" y="19965"/>
                      </a:lnTo>
                      <a:lnTo>
                        <a:pt x="9932" y="19965"/>
                      </a:lnTo>
                      <a:lnTo>
                        <a:pt x="10068" y="19929"/>
                      </a:lnTo>
                      <a:lnTo>
                        <a:pt x="10340" y="19858"/>
                      </a:lnTo>
                      <a:lnTo>
                        <a:pt x="10476" y="19716"/>
                      </a:lnTo>
                      <a:lnTo>
                        <a:pt x="10748" y="19539"/>
                      </a:lnTo>
                      <a:lnTo>
                        <a:pt x="11020" y="19326"/>
                      </a:lnTo>
                      <a:lnTo>
                        <a:pt x="11293" y="19113"/>
                      </a:lnTo>
                      <a:lnTo>
                        <a:pt x="11429" y="18865"/>
                      </a:lnTo>
                      <a:lnTo>
                        <a:pt x="11837" y="18546"/>
                      </a:lnTo>
                      <a:lnTo>
                        <a:pt x="11973" y="18262"/>
                      </a:lnTo>
                      <a:lnTo>
                        <a:pt x="12109" y="17872"/>
                      </a:lnTo>
                      <a:lnTo>
                        <a:pt x="12517" y="17482"/>
                      </a:lnTo>
                      <a:lnTo>
                        <a:pt x="12653" y="17163"/>
                      </a:lnTo>
                      <a:lnTo>
                        <a:pt x="12925" y="16738"/>
                      </a:lnTo>
                      <a:lnTo>
                        <a:pt x="13197" y="16277"/>
                      </a:lnTo>
                      <a:lnTo>
                        <a:pt x="13333" y="15816"/>
                      </a:lnTo>
                      <a:lnTo>
                        <a:pt x="13741" y="15355"/>
                      </a:lnTo>
                      <a:lnTo>
                        <a:pt x="13878" y="14858"/>
                      </a:lnTo>
                      <a:lnTo>
                        <a:pt x="14150" y="14326"/>
                      </a:lnTo>
                      <a:lnTo>
                        <a:pt x="14422" y="13830"/>
                      </a:lnTo>
                      <a:lnTo>
                        <a:pt x="14694" y="13298"/>
                      </a:lnTo>
                      <a:lnTo>
                        <a:pt x="14830" y="12801"/>
                      </a:lnTo>
                      <a:lnTo>
                        <a:pt x="15238" y="12199"/>
                      </a:lnTo>
                      <a:lnTo>
                        <a:pt x="15374" y="11667"/>
                      </a:lnTo>
                      <a:lnTo>
                        <a:pt x="15646" y="11099"/>
                      </a:lnTo>
                      <a:lnTo>
                        <a:pt x="15918" y="10567"/>
                      </a:lnTo>
                      <a:lnTo>
                        <a:pt x="16054" y="10035"/>
                      </a:lnTo>
                      <a:lnTo>
                        <a:pt x="16327" y="9468"/>
                      </a:lnTo>
                      <a:lnTo>
                        <a:pt x="16599" y="8901"/>
                      </a:lnTo>
                      <a:lnTo>
                        <a:pt x="16735" y="8369"/>
                      </a:lnTo>
                      <a:lnTo>
                        <a:pt x="17007" y="7801"/>
                      </a:lnTo>
                      <a:lnTo>
                        <a:pt x="17279" y="7270"/>
                      </a:lnTo>
                      <a:lnTo>
                        <a:pt x="17415" y="6773"/>
                      </a:lnTo>
                      <a:lnTo>
                        <a:pt x="17687" y="6241"/>
                      </a:lnTo>
                      <a:lnTo>
                        <a:pt x="17823" y="5709"/>
                      </a:lnTo>
                      <a:lnTo>
                        <a:pt x="18231" y="5213"/>
                      </a:lnTo>
                      <a:lnTo>
                        <a:pt x="18231" y="4752"/>
                      </a:lnTo>
                      <a:lnTo>
                        <a:pt x="18367" y="4291"/>
                      </a:lnTo>
                      <a:lnTo>
                        <a:pt x="18776" y="3865"/>
                      </a:lnTo>
                      <a:lnTo>
                        <a:pt x="18912" y="3404"/>
                      </a:lnTo>
                      <a:lnTo>
                        <a:pt x="19048" y="3014"/>
                      </a:lnTo>
                      <a:lnTo>
                        <a:pt x="19184" y="2624"/>
                      </a:lnTo>
                      <a:lnTo>
                        <a:pt x="19320" y="2234"/>
                      </a:lnTo>
                      <a:lnTo>
                        <a:pt x="19456" y="1915"/>
                      </a:lnTo>
                      <a:lnTo>
                        <a:pt x="19592" y="1631"/>
                      </a:lnTo>
                      <a:lnTo>
                        <a:pt x="19728" y="1348"/>
                      </a:lnTo>
                      <a:lnTo>
                        <a:pt x="19728" y="1028"/>
                      </a:lnTo>
                      <a:lnTo>
                        <a:pt x="19864" y="851"/>
                      </a:lnTo>
                    </a:path>
                  </a:pathLst>
                </a:custGeom>
                <a:noFill/>
                <a:ln w="34925" cap="flat" cmpd="sng">
                  <a:solidFill>
                    <a:srgbClr val="0000FF"/>
                  </a:solidFill>
                  <a:prstDash val="sysDot"/>
                  <a:round/>
                  <a:headEnd type="none" w="med" len="med"/>
                  <a:tailEnd type="none" w="med" len="med"/>
                </a:ln>
              </p:spPr>
              <p:txBody>
                <a:bodyPr/>
                <a:p>
                  <a:endParaRPr lang="zh-CN" altLang="en-US"/>
                </a:p>
              </p:txBody>
            </p:sp>
          </p:grpSp>
          <p:grpSp>
            <p:nvGrpSpPr>
              <p:cNvPr id="15402" name="Group 43"/>
              <p:cNvGrpSpPr/>
              <p:nvPr/>
            </p:nvGrpSpPr>
            <p:grpSpPr>
              <a:xfrm>
                <a:off x="3648" y="576"/>
                <a:ext cx="864" cy="451"/>
                <a:chOff x="0" y="0"/>
                <a:chExt cx="20000" cy="20000"/>
              </a:xfrm>
            </p:grpSpPr>
            <p:sp>
              <p:nvSpPr>
                <p:cNvPr id="15403" name="Freeform 44"/>
                <p:cNvSpPr/>
                <p:nvPr/>
              </p:nvSpPr>
              <p:spPr>
                <a:xfrm>
                  <a:off x="0" y="0"/>
                  <a:ext cx="9732" cy="10374"/>
                </a:xfrm>
                <a:custGeom>
                  <a:avLst/>
                  <a:gdLst/>
                  <a:ahLst/>
                  <a:cxnLst>
                    <a:cxn ang="0">
                      <a:pos x="69" y="4975"/>
                    </a:cxn>
                    <a:cxn ang="0">
                      <a:pos x="172" y="4653"/>
                    </a:cxn>
                    <a:cxn ang="0">
                      <a:pos x="274" y="4321"/>
                    </a:cxn>
                    <a:cxn ang="0">
                      <a:pos x="378" y="4008"/>
                    </a:cxn>
                    <a:cxn ang="0">
                      <a:pos x="446" y="3686"/>
                    </a:cxn>
                    <a:cxn ang="0">
                      <a:pos x="583" y="3381"/>
                    </a:cxn>
                    <a:cxn ang="0">
                      <a:pos x="687" y="3087"/>
                    </a:cxn>
                    <a:cxn ang="0">
                      <a:pos x="789" y="2782"/>
                    </a:cxn>
                    <a:cxn ang="0">
                      <a:pos x="892" y="2497"/>
                    </a:cxn>
                    <a:cxn ang="0">
                      <a:pos x="995" y="2211"/>
                    </a:cxn>
                    <a:cxn ang="0">
                      <a:pos x="1132" y="1953"/>
                    </a:cxn>
                    <a:cxn ang="0">
                      <a:pos x="1201" y="1704"/>
                    </a:cxn>
                    <a:cxn ang="0">
                      <a:pos x="1304" y="1465"/>
                    </a:cxn>
                    <a:cxn ang="0">
                      <a:pos x="1373" y="1226"/>
                    </a:cxn>
                    <a:cxn ang="0">
                      <a:pos x="1544" y="1014"/>
                    </a:cxn>
                    <a:cxn ang="0">
                      <a:pos x="1647" y="820"/>
                    </a:cxn>
                    <a:cxn ang="0">
                      <a:pos x="1716" y="654"/>
                    </a:cxn>
                    <a:cxn ang="0">
                      <a:pos x="1819" y="488"/>
                    </a:cxn>
                    <a:cxn ang="0">
                      <a:pos x="1922" y="350"/>
                    </a:cxn>
                    <a:cxn ang="0">
                      <a:pos x="2025" y="230"/>
                    </a:cxn>
                    <a:cxn ang="0">
                      <a:pos x="2128" y="138"/>
                    </a:cxn>
                    <a:cxn ang="0">
                      <a:pos x="2265" y="64"/>
                    </a:cxn>
                    <a:cxn ang="0">
                      <a:pos x="2333" y="27"/>
                    </a:cxn>
                    <a:cxn ang="0">
                      <a:pos x="2436" y="0"/>
                    </a:cxn>
                    <a:cxn ang="0">
                      <a:pos x="2540" y="9"/>
                    </a:cxn>
                    <a:cxn ang="0">
                      <a:pos x="2642" y="55"/>
                    </a:cxn>
                    <a:cxn ang="0">
                      <a:pos x="2745" y="138"/>
                    </a:cxn>
                    <a:cxn ang="0">
                      <a:pos x="2848" y="267"/>
                    </a:cxn>
                    <a:cxn ang="0">
                      <a:pos x="2951" y="424"/>
                    </a:cxn>
                    <a:cxn ang="0">
                      <a:pos x="3054" y="608"/>
                    </a:cxn>
                    <a:cxn ang="0">
                      <a:pos x="3191" y="838"/>
                    </a:cxn>
                    <a:cxn ang="0">
                      <a:pos x="3260" y="1078"/>
                    </a:cxn>
                    <a:cxn ang="0">
                      <a:pos x="3363" y="1336"/>
                    </a:cxn>
                    <a:cxn ang="0">
                      <a:pos x="3500" y="1613"/>
                    </a:cxn>
                    <a:cxn ang="0">
                      <a:pos x="3569" y="1898"/>
                    </a:cxn>
                    <a:cxn ang="0">
                      <a:pos x="3706" y="2202"/>
                    </a:cxn>
                    <a:cxn ang="0">
                      <a:pos x="3809" y="2515"/>
                    </a:cxn>
                    <a:cxn ang="0">
                      <a:pos x="3912" y="2810"/>
                    </a:cxn>
                    <a:cxn ang="0">
                      <a:pos x="4015" y="3124"/>
                    </a:cxn>
                    <a:cxn ang="0">
                      <a:pos x="4084" y="3428"/>
                    </a:cxn>
                    <a:cxn ang="0">
                      <a:pos x="4187" y="3732"/>
                    </a:cxn>
                    <a:cxn ang="0">
                      <a:pos x="4289" y="4027"/>
                    </a:cxn>
                    <a:cxn ang="0">
                      <a:pos x="4358" y="4284"/>
                    </a:cxn>
                    <a:cxn ang="0">
                      <a:pos x="4461" y="4543"/>
                    </a:cxn>
                    <a:cxn ang="0">
                      <a:pos x="4530" y="4773"/>
                    </a:cxn>
                    <a:cxn ang="0">
                      <a:pos x="4598" y="4985"/>
                    </a:cxn>
                    <a:cxn ang="0">
                      <a:pos x="4632" y="5160"/>
                    </a:cxn>
                    <a:cxn ang="0">
                      <a:pos x="4701" y="5317"/>
                    </a:cxn>
                  </a:cxnLst>
                  <a:pathLst>
                    <a:path w="20000" h="20000">
                      <a:moveTo>
                        <a:pt x="0" y="19075"/>
                      </a:moveTo>
                      <a:lnTo>
                        <a:pt x="290" y="18493"/>
                      </a:lnTo>
                      <a:lnTo>
                        <a:pt x="435" y="17877"/>
                      </a:lnTo>
                      <a:lnTo>
                        <a:pt x="725" y="17295"/>
                      </a:lnTo>
                      <a:lnTo>
                        <a:pt x="870" y="16678"/>
                      </a:lnTo>
                      <a:lnTo>
                        <a:pt x="1159" y="16062"/>
                      </a:lnTo>
                      <a:lnTo>
                        <a:pt x="1304" y="15479"/>
                      </a:lnTo>
                      <a:lnTo>
                        <a:pt x="1594" y="14897"/>
                      </a:lnTo>
                      <a:lnTo>
                        <a:pt x="1884" y="14281"/>
                      </a:lnTo>
                      <a:lnTo>
                        <a:pt x="1884" y="13699"/>
                      </a:lnTo>
                      <a:lnTo>
                        <a:pt x="2174" y="13151"/>
                      </a:lnTo>
                      <a:lnTo>
                        <a:pt x="2464" y="12568"/>
                      </a:lnTo>
                      <a:lnTo>
                        <a:pt x="2754" y="12021"/>
                      </a:lnTo>
                      <a:lnTo>
                        <a:pt x="2899" y="11473"/>
                      </a:lnTo>
                      <a:lnTo>
                        <a:pt x="3043" y="10890"/>
                      </a:lnTo>
                      <a:lnTo>
                        <a:pt x="3333" y="10342"/>
                      </a:lnTo>
                      <a:lnTo>
                        <a:pt x="3478" y="9795"/>
                      </a:lnTo>
                      <a:lnTo>
                        <a:pt x="3768" y="9281"/>
                      </a:lnTo>
                      <a:lnTo>
                        <a:pt x="4058" y="8733"/>
                      </a:lnTo>
                      <a:lnTo>
                        <a:pt x="4203" y="8219"/>
                      </a:lnTo>
                      <a:lnTo>
                        <a:pt x="4348" y="7740"/>
                      </a:lnTo>
                      <a:lnTo>
                        <a:pt x="4783" y="7260"/>
                      </a:lnTo>
                      <a:lnTo>
                        <a:pt x="4928" y="6781"/>
                      </a:lnTo>
                      <a:lnTo>
                        <a:pt x="5072" y="6336"/>
                      </a:lnTo>
                      <a:lnTo>
                        <a:pt x="5362" y="5890"/>
                      </a:lnTo>
                      <a:lnTo>
                        <a:pt x="5507" y="5445"/>
                      </a:lnTo>
                      <a:lnTo>
                        <a:pt x="5797" y="5000"/>
                      </a:lnTo>
                      <a:lnTo>
                        <a:pt x="5797" y="4555"/>
                      </a:lnTo>
                      <a:lnTo>
                        <a:pt x="6232" y="4178"/>
                      </a:lnTo>
                      <a:lnTo>
                        <a:pt x="6522" y="3767"/>
                      </a:lnTo>
                      <a:lnTo>
                        <a:pt x="6522" y="3425"/>
                      </a:lnTo>
                      <a:lnTo>
                        <a:pt x="6957" y="3048"/>
                      </a:lnTo>
                      <a:lnTo>
                        <a:pt x="7101" y="2705"/>
                      </a:lnTo>
                      <a:lnTo>
                        <a:pt x="7246" y="2432"/>
                      </a:lnTo>
                      <a:lnTo>
                        <a:pt x="7391" y="2089"/>
                      </a:lnTo>
                      <a:lnTo>
                        <a:pt x="7681" y="1815"/>
                      </a:lnTo>
                      <a:lnTo>
                        <a:pt x="7971" y="1575"/>
                      </a:lnTo>
                      <a:lnTo>
                        <a:pt x="8116" y="1301"/>
                      </a:lnTo>
                      <a:lnTo>
                        <a:pt x="8406" y="1062"/>
                      </a:lnTo>
                      <a:lnTo>
                        <a:pt x="8551" y="856"/>
                      </a:lnTo>
                      <a:lnTo>
                        <a:pt x="8841" y="685"/>
                      </a:lnTo>
                      <a:lnTo>
                        <a:pt x="8986" y="514"/>
                      </a:lnTo>
                      <a:lnTo>
                        <a:pt x="9130" y="377"/>
                      </a:lnTo>
                      <a:lnTo>
                        <a:pt x="9565" y="240"/>
                      </a:lnTo>
                      <a:lnTo>
                        <a:pt x="9565" y="137"/>
                      </a:lnTo>
                      <a:lnTo>
                        <a:pt x="9855" y="103"/>
                      </a:lnTo>
                      <a:lnTo>
                        <a:pt x="10000" y="34"/>
                      </a:lnTo>
                      <a:lnTo>
                        <a:pt x="10290" y="0"/>
                      </a:lnTo>
                      <a:lnTo>
                        <a:pt x="10435" y="34"/>
                      </a:lnTo>
                      <a:lnTo>
                        <a:pt x="10725" y="34"/>
                      </a:lnTo>
                      <a:lnTo>
                        <a:pt x="10870" y="103"/>
                      </a:lnTo>
                      <a:lnTo>
                        <a:pt x="11159" y="205"/>
                      </a:lnTo>
                      <a:lnTo>
                        <a:pt x="11304" y="342"/>
                      </a:lnTo>
                      <a:lnTo>
                        <a:pt x="11594" y="514"/>
                      </a:lnTo>
                      <a:lnTo>
                        <a:pt x="11884" y="753"/>
                      </a:lnTo>
                      <a:lnTo>
                        <a:pt x="12029" y="993"/>
                      </a:lnTo>
                      <a:lnTo>
                        <a:pt x="12174" y="1267"/>
                      </a:lnTo>
                      <a:lnTo>
                        <a:pt x="12464" y="1575"/>
                      </a:lnTo>
                      <a:lnTo>
                        <a:pt x="12754" y="1884"/>
                      </a:lnTo>
                      <a:lnTo>
                        <a:pt x="12899" y="2260"/>
                      </a:lnTo>
                      <a:lnTo>
                        <a:pt x="13043" y="2705"/>
                      </a:lnTo>
                      <a:lnTo>
                        <a:pt x="13478" y="3116"/>
                      </a:lnTo>
                      <a:lnTo>
                        <a:pt x="13478" y="3527"/>
                      </a:lnTo>
                      <a:lnTo>
                        <a:pt x="13768" y="4007"/>
                      </a:lnTo>
                      <a:lnTo>
                        <a:pt x="14203" y="4418"/>
                      </a:lnTo>
                      <a:lnTo>
                        <a:pt x="14203" y="4966"/>
                      </a:lnTo>
                      <a:lnTo>
                        <a:pt x="14493" y="5479"/>
                      </a:lnTo>
                      <a:lnTo>
                        <a:pt x="14783" y="5993"/>
                      </a:lnTo>
                      <a:lnTo>
                        <a:pt x="15072" y="6507"/>
                      </a:lnTo>
                      <a:lnTo>
                        <a:pt x="15072" y="7055"/>
                      </a:lnTo>
                      <a:lnTo>
                        <a:pt x="15362" y="7637"/>
                      </a:lnTo>
                      <a:lnTo>
                        <a:pt x="15652" y="8185"/>
                      </a:lnTo>
                      <a:lnTo>
                        <a:pt x="15797" y="8767"/>
                      </a:lnTo>
                      <a:lnTo>
                        <a:pt x="16087" y="9349"/>
                      </a:lnTo>
                      <a:lnTo>
                        <a:pt x="16232" y="9897"/>
                      </a:lnTo>
                      <a:lnTo>
                        <a:pt x="16522" y="10445"/>
                      </a:lnTo>
                      <a:lnTo>
                        <a:pt x="16667" y="11027"/>
                      </a:lnTo>
                      <a:lnTo>
                        <a:pt x="16957" y="11610"/>
                      </a:lnTo>
                      <a:lnTo>
                        <a:pt x="17246" y="12158"/>
                      </a:lnTo>
                      <a:lnTo>
                        <a:pt x="17246" y="12740"/>
                      </a:lnTo>
                      <a:lnTo>
                        <a:pt x="17536" y="13288"/>
                      </a:lnTo>
                      <a:lnTo>
                        <a:pt x="17681" y="13870"/>
                      </a:lnTo>
                      <a:lnTo>
                        <a:pt x="17971" y="14384"/>
                      </a:lnTo>
                      <a:lnTo>
                        <a:pt x="18116" y="14966"/>
                      </a:lnTo>
                      <a:lnTo>
                        <a:pt x="18261" y="15445"/>
                      </a:lnTo>
                      <a:lnTo>
                        <a:pt x="18406" y="15925"/>
                      </a:lnTo>
                      <a:lnTo>
                        <a:pt x="18696" y="16438"/>
                      </a:lnTo>
                      <a:lnTo>
                        <a:pt x="18841" y="16884"/>
                      </a:lnTo>
                      <a:lnTo>
                        <a:pt x="18986" y="17329"/>
                      </a:lnTo>
                      <a:lnTo>
                        <a:pt x="19130" y="17740"/>
                      </a:lnTo>
                      <a:lnTo>
                        <a:pt x="19275" y="18151"/>
                      </a:lnTo>
                      <a:lnTo>
                        <a:pt x="19420" y="18527"/>
                      </a:lnTo>
                      <a:lnTo>
                        <a:pt x="19565" y="18904"/>
                      </a:lnTo>
                      <a:lnTo>
                        <a:pt x="19565" y="19178"/>
                      </a:lnTo>
                      <a:lnTo>
                        <a:pt x="19710" y="19486"/>
                      </a:lnTo>
                      <a:lnTo>
                        <a:pt x="19855" y="19760"/>
                      </a:lnTo>
                      <a:lnTo>
                        <a:pt x="19855" y="19966"/>
                      </a:lnTo>
                    </a:path>
                  </a:pathLst>
                </a:custGeom>
                <a:noFill/>
                <a:ln w="34925" cap="flat" cmpd="sng">
                  <a:solidFill>
                    <a:srgbClr val="0000FF"/>
                  </a:solidFill>
                  <a:prstDash val="sysDot"/>
                  <a:round/>
                  <a:headEnd type="none" w="med" len="med"/>
                  <a:tailEnd type="none" w="med" len="med"/>
                </a:ln>
              </p:spPr>
              <p:txBody>
                <a:bodyPr/>
                <a:p>
                  <a:endParaRPr lang="zh-CN" altLang="en-US"/>
                </a:p>
              </p:txBody>
            </p:sp>
            <p:sp>
              <p:nvSpPr>
                <p:cNvPr id="15404" name="Freeform 45"/>
                <p:cNvSpPr/>
                <p:nvPr/>
              </p:nvSpPr>
              <p:spPr>
                <a:xfrm>
                  <a:off x="9649" y="9981"/>
                  <a:ext cx="10351" cy="10019"/>
                </a:xfrm>
                <a:custGeom>
                  <a:avLst/>
                  <a:gdLst/>
                  <a:ahLst/>
                  <a:cxnLst>
                    <a:cxn ang="0">
                      <a:pos x="73" y="160"/>
                    </a:cxn>
                    <a:cxn ang="0">
                      <a:pos x="146" y="471"/>
                    </a:cxn>
                    <a:cxn ang="0">
                      <a:pos x="255" y="783"/>
                    </a:cxn>
                    <a:cxn ang="0">
                      <a:pos x="364" y="1086"/>
                    </a:cxn>
                    <a:cxn ang="0">
                      <a:pos x="474" y="1397"/>
                    </a:cxn>
                    <a:cxn ang="0">
                      <a:pos x="583" y="1691"/>
                    </a:cxn>
                    <a:cxn ang="0">
                      <a:pos x="692" y="1985"/>
                    </a:cxn>
                    <a:cxn ang="0">
                      <a:pos x="802" y="2260"/>
                    </a:cxn>
                    <a:cxn ang="0">
                      <a:pos x="875" y="2545"/>
                    </a:cxn>
                    <a:cxn ang="0">
                      <a:pos x="1021" y="2812"/>
                    </a:cxn>
                    <a:cxn ang="0">
                      <a:pos x="1094" y="3061"/>
                    </a:cxn>
                    <a:cxn ang="0">
                      <a:pos x="1239" y="3310"/>
                    </a:cxn>
                    <a:cxn ang="0">
                      <a:pos x="1348" y="3542"/>
                    </a:cxn>
                    <a:cxn ang="0">
                      <a:pos x="1421" y="3764"/>
                    </a:cxn>
                    <a:cxn ang="0">
                      <a:pos x="1530" y="3978"/>
                    </a:cxn>
                    <a:cxn ang="0">
                      <a:pos x="1640" y="4165"/>
                    </a:cxn>
                    <a:cxn ang="0">
                      <a:pos x="1786" y="4334"/>
                    </a:cxn>
                    <a:cxn ang="0">
                      <a:pos x="1859" y="4494"/>
                    </a:cxn>
                    <a:cxn ang="0">
                      <a:pos x="2004" y="4636"/>
                    </a:cxn>
                    <a:cxn ang="0">
                      <a:pos x="2114" y="4761"/>
                    </a:cxn>
                    <a:cxn ang="0">
                      <a:pos x="2187" y="4850"/>
                    </a:cxn>
                    <a:cxn ang="0">
                      <a:pos x="2296" y="4930"/>
                    </a:cxn>
                    <a:cxn ang="0">
                      <a:pos x="2406" y="4983"/>
                    </a:cxn>
                    <a:cxn ang="0">
                      <a:pos x="2551" y="5010"/>
                    </a:cxn>
                    <a:cxn ang="0">
                      <a:pos x="2660" y="5010"/>
                    </a:cxn>
                    <a:cxn ang="0">
                      <a:pos x="2769" y="4983"/>
                    </a:cxn>
                    <a:cxn ang="0">
                      <a:pos x="2879" y="4903"/>
                    </a:cxn>
                    <a:cxn ang="0">
                      <a:pos x="3025" y="4797"/>
                    </a:cxn>
                    <a:cxn ang="0">
                      <a:pos x="3171" y="4654"/>
                    </a:cxn>
                    <a:cxn ang="0">
                      <a:pos x="3243" y="4485"/>
                    </a:cxn>
                    <a:cxn ang="0">
                      <a:pos x="3389" y="4307"/>
                    </a:cxn>
                    <a:cxn ang="0">
                      <a:pos x="3535" y="4085"/>
                    </a:cxn>
                    <a:cxn ang="0">
                      <a:pos x="3681" y="3853"/>
                    </a:cxn>
                    <a:cxn ang="0">
                      <a:pos x="3790" y="3595"/>
                    </a:cxn>
                    <a:cxn ang="0">
                      <a:pos x="3936" y="3337"/>
                    </a:cxn>
                    <a:cxn ang="0">
                      <a:pos x="4081" y="3061"/>
                    </a:cxn>
                    <a:cxn ang="0">
                      <a:pos x="4191" y="2785"/>
                    </a:cxn>
                    <a:cxn ang="0">
                      <a:pos x="4300" y="2518"/>
                    </a:cxn>
                    <a:cxn ang="0">
                      <a:pos x="4446" y="2234"/>
                    </a:cxn>
                    <a:cxn ang="0">
                      <a:pos x="4555" y="1958"/>
                    </a:cxn>
                    <a:cxn ang="0">
                      <a:pos x="4665" y="1700"/>
                    </a:cxn>
                    <a:cxn ang="0">
                      <a:pos x="4774" y="1433"/>
                    </a:cxn>
                    <a:cxn ang="0">
                      <a:pos x="4883" y="1193"/>
                    </a:cxn>
                    <a:cxn ang="0">
                      <a:pos x="5030" y="970"/>
                    </a:cxn>
                    <a:cxn ang="0">
                      <a:pos x="5102" y="756"/>
                    </a:cxn>
                    <a:cxn ang="0">
                      <a:pos x="5175" y="561"/>
                    </a:cxn>
                    <a:cxn ang="0">
                      <a:pos x="5248" y="409"/>
                    </a:cxn>
                    <a:cxn ang="0">
                      <a:pos x="5284" y="258"/>
                    </a:cxn>
                  </a:cxnLst>
                  <a:pathLst>
                    <a:path w="20000" h="20000">
                      <a:moveTo>
                        <a:pt x="0" y="0"/>
                      </a:moveTo>
                      <a:lnTo>
                        <a:pt x="272" y="638"/>
                      </a:lnTo>
                      <a:lnTo>
                        <a:pt x="408" y="1241"/>
                      </a:lnTo>
                      <a:lnTo>
                        <a:pt x="544" y="1879"/>
                      </a:lnTo>
                      <a:lnTo>
                        <a:pt x="816" y="2518"/>
                      </a:lnTo>
                      <a:lnTo>
                        <a:pt x="952" y="3121"/>
                      </a:lnTo>
                      <a:lnTo>
                        <a:pt x="1224" y="3723"/>
                      </a:lnTo>
                      <a:lnTo>
                        <a:pt x="1361" y="4326"/>
                      </a:lnTo>
                      <a:lnTo>
                        <a:pt x="1633" y="4965"/>
                      </a:lnTo>
                      <a:lnTo>
                        <a:pt x="1769" y="5567"/>
                      </a:lnTo>
                      <a:lnTo>
                        <a:pt x="2041" y="6135"/>
                      </a:lnTo>
                      <a:lnTo>
                        <a:pt x="2177" y="6738"/>
                      </a:lnTo>
                      <a:lnTo>
                        <a:pt x="2449" y="7305"/>
                      </a:lnTo>
                      <a:lnTo>
                        <a:pt x="2585" y="7908"/>
                      </a:lnTo>
                      <a:lnTo>
                        <a:pt x="2721" y="8475"/>
                      </a:lnTo>
                      <a:lnTo>
                        <a:pt x="2993" y="9007"/>
                      </a:lnTo>
                      <a:lnTo>
                        <a:pt x="3265" y="9610"/>
                      </a:lnTo>
                      <a:lnTo>
                        <a:pt x="3265" y="10142"/>
                      </a:lnTo>
                      <a:lnTo>
                        <a:pt x="3537" y="10674"/>
                      </a:lnTo>
                      <a:lnTo>
                        <a:pt x="3810" y="11206"/>
                      </a:lnTo>
                      <a:lnTo>
                        <a:pt x="3946" y="11702"/>
                      </a:lnTo>
                      <a:lnTo>
                        <a:pt x="4082" y="12199"/>
                      </a:lnTo>
                      <a:lnTo>
                        <a:pt x="4354" y="12730"/>
                      </a:lnTo>
                      <a:lnTo>
                        <a:pt x="4626" y="13191"/>
                      </a:lnTo>
                      <a:lnTo>
                        <a:pt x="4626" y="13688"/>
                      </a:lnTo>
                      <a:lnTo>
                        <a:pt x="5034" y="14113"/>
                      </a:lnTo>
                      <a:lnTo>
                        <a:pt x="5170" y="14574"/>
                      </a:lnTo>
                      <a:lnTo>
                        <a:pt x="5306" y="15000"/>
                      </a:lnTo>
                      <a:lnTo>
                        <a:pt x="5578" y="15461"/>
                      </a:lnTo>
                      <a:lnTo>
                        <a:pt x="5714" y="15851"/>
                      </a:lnTo>
                      <a:lnTo>
                        <a:pt x="6122" y="16206"/>
                      </a:lnTo>
                      <a:lnTo>
                        <a:pt x="6122" y="16596"/>
                      </a:lnTo>
                      <a:lnTo>
                        <a:pt x="6395" y="16950"/>
                      </a:lnTo>
                      <a:lnTo>
                        <a:pt x="6667" y="17270"/>
                      </a:lnTo>
                      <a:lnTo>
                        <a:pt x="6803" y="17624"/>
                      </a:lnTo>
                      <a:lnTo>
                        <a:pt x="6939" y="17908"/>
                      </a:lnTo>
                      <a:lnTo>
                        <a:pt x="7211" y="18156"/>
                      </a:lnTo>
                      <a:lnTo>
                        <a:pt x="7483" y="18475"/>
                      </a:lnTo>
                      <a:lnTo>
                        <a:pt x="7483" y="18723"/>
                      </a:lnTo>
                      <a:lnTo>
                        <a:pt x="7891" y="18972"/>
                      </a:lnTo>
                      <a:lnTo>
                        <a:pt x="8027" y="19149"/>
                      </a:lnTo>
                      <a:lnTo>
                        <a:pt x="8163" y="19326"/>
                      </a:lnTo>
                      <a:lnTo>
                        <a:pt x="8435" y="19468"/>
                      </a:lnTo>
                      <a:lnTo>
                        <a:pt x="8571" y="19645"/>
                      </a:lnTo>
                      <a:lnTo>
                        <a:pt x="8980" y="19752"/>
                      </a:lnTo>
                      <a:lnTo>
                        <a:pt x="8980" y="19858"/>
                      </a:lnTo>
                      <a:lnTo>
                        <a:pt x="9252" y="19894"/>
                      </a:lnTo>
                      <a:lnTo>
                        <a:pt x="9524" y="19965"/>
                      </a:lnTo>
                      <a:lnTo>
                        <a:pt x="9660" y="19965"/>
                      </a:lnTo>
                      <a:lnTo>
                        <a:pt x="9932" y="19965"/>
                      </a:lnTo>
                      <a:lnTo>
                        <a:pt x="10068" y="19929"/>
                      </a:lnTo>
                      <a:lnTo>
                        <a:pt x="10340" y="19858"/>
                      </a:lnTo>
                      <a:lnTo>
                        <a:pt x="10476" y="19716"/>
                      </a:lnTo>
                      <a:lnTo>
                        <a:pt x="10748" y="19539"/>
                      </a:lnTo>
                      <a:lnTo>
                        <a:pt x="11020" y="19326"/>
                      </a:lnTo>
                      <a:lnTo>
                        <a:pt x="11293" y="19113"/>
                      </a:lnTo>
                      <a:lnTo>
                        <a:pt x="11429" y="18865"/>
                      </a:lnTo>
                      <a:lnTo>
                        <a:pt x="11837" y="18546"/>
                      </a:lnTo>
                      <a:lnTo>
                        <a:pt x="11973" y="18262"/>
                      </a:lnTo>
                      <a:lnTo>
                        <a:pt x="12109" y="17872"/>
                      </a:lnTo>
                      <a:lnTo>
                        <a:pt x="12517" y="17482"/>
                      </a:lnTo>
                      <a:lnTo>
                        <a:pt x="12653" y="17163"/>
                      </a:lnTo>
                      <a:lnTo>
                        <a:pt x="12925" y="16738"/>
                      </a:lnTo>
                      <a:lnTo>
                        <a:pt x="13197" y="16277"/>
                      </a:lnTo>
                      <a:lnTo>
                        <a:pt x="13333" y="15816"/>
                      </a:lnTo>
                      <a:lnTo>
                        <a:pt x="13741" y="15355"/>
                      </a:lnTo>
                      <a:lnTo>
                        <a:pt x="13878" y="14858"/>
                      </a:lnTo>
                      <a:lnTo>
                        <a:pt x="14150" y="14326"/>
                      </a:lnTo>
                      <a:lnTo>
                        <a:pt x="14422" y="13830"/>
                      </a:lnTo>
                      <a:lnTo>
                        <a:pt x="14694" y="13298"/>
                      </a:lnTo>
                      <a:lnTo>
                        <a:pt x="14830" y="12801"/>
                      </a:lnTo>
                      <a:lnTo>
                        <a:pt x="15238" y="12199"/>
                      </a:lnTo>
                      <a:lnTo>
                        <a:pt x="15374" y="11667"/>
                      </a:lnTo>
                      <a:lnTo>
                        <a:pt x="15646" y="11099"/>
                      </a:lnTo>
                      <a:lnTo>
                        <a:pt x="15918" y="10567"/>
                      </a:lnTo>
                      <a:lnTo>
                        <a:pt x="16054" y="10035"/>
                      </a:lnTo>
                      <a:lnTo>
                        <a:pt x="16327" y="9468"/>
                      </a:lnTo>
                      <a:lnTo>
                        <a:pt x="16599" y="8901"/>
                      </a:lnTo>
                      <a:lnTo>
                        <a:pt x="16735" y="8369"/>
                      </a:lnTo>
                      <a:lnTo>
                        <a:pt x="17007" y="7801"/>
                      </a:lnTo>
                      <a:lnTo>
                        <a:pt x="17279" y="7270"/>
                      </a:lnTo>
                      <a:lnTo>
                        <a:pt x="17415" y="6773"/>
                      </a:lnTo>
                      <a:lnTo>
                        <a:pt x="17687" y="6241"/>
                      </a:lnTo>
                      <a:lnTo>
                        <a:pt x="17823" y="5709"/>
                      </a:lnTo>
                      <a:lnTo>
                        <a:pt x="18231" y="5213"/>
                      </a:lnTo>
                      <a:lnTo>
                        <a:pt x="18231" y="4752"/>
                      </a:lnTo>
                      <a:lnTo>
                        <a:pt x="18367" y="4291"/>
                      </a:lnTo>
                      <a:lnTo>
                        <a:pt x="18776" y="3865"/>
                      </a:lnTo>
                      <a:lnTo>
                        <a:pt x="18912" y="3404"/>
                      </a:lnTo>
                      <a:lnTo>
                        <a:pt x="19048" y="3014"/>
                      </a:lnTo>
                      <a:lnTo>
                        <a:pt x="19184" y="2624"/>
                      </a:lnTo>
                      <a:lnTo>
                        <a:pt x="19320" y="2234"/>
                      </a:lnTo>
                      <a:lnTo>
                        <a:pt x="19456" y="1915"/>
                      </a:lnTo>
                      <a:lnTo>
                        <a:pt x="19592" y="1631"/>
                      </a:lnTo>
                      <a:lnTo>
                        <a:pt x="19728" y="1348"/>
                      </a:lnTo>
                      <a:lnTo>
                        <a:pt x="19728" y="1028"/>
                      </a:lnTo>
                      <a:lnTo>
                        <a:pt x="19864" y="851"/>
                      </a:lnTo>
                    </a:path>
                  </a:pathLst>
                </a:custGeom>
                <a:noFill/>
                <a:ln w="34925" cap="flat" cmpd="sng">
                  <a:solidFill>
                    <a:srgbClr val="0000CC"/>
                  </a:solidFill>
                  <a:prstDash val="sysDot"/>
                  <a:round/>
                  <a:headEnd type="none" w="med" len="med"/>
                  <a:tailEnd type="none" w="med" len="med"/>
                </a:ln>
              </p:spPr>
              <p:txBody>
                <a:bodyPr/>
                <a:p>
                  <a:endParaRPr lang="zh-CN" altLang="en-US"/>
                </a:p>
              </p:txBody>
            </p:sp>
          </p:grpSp>
        </p:grpSp>
        <p:grpSp>
          <p:nvGrpSpPr>
            <p:cNvPr id="15405" name="Group 46"/>
            <p:cNvGrpSpPr/>
            <p:nvPr/>
          </p:nvGrpSpPr>
          <p:grpSpPr>
            <a:xfrm>
              <a:off x="0" y="3504"/>
              <a:ext cx="624" cy="246"/>
              <a:chOff x="1632" y="3648"/>
              <a:chExt cx="624" cy="246"/>
            </a:xfrm>
          </p:grpSpPr>
          <p:sp>
            <p:nvSpPr>
              <p:cNvPr id="15406" name="Line 47"/>
              <p:cNvSpPr/>
              <p:nvPr/>
            </p:nvSpPr>
            <p:spPr>
              <a:xfrm>
                <a:off x="1872" y="3840"/>
                <a:ext cx="384" cy="0"/>
              </a:xfrm>
              <a:prstGeom prst="line">
                <a:avLst/>
              </a:prstGeom>
              <a:ln w="9525" cap="flat" cmpd="sng">
                <a:solidFill>
                  <a:schemeClr val="accent2"/>
                </a:solidFill>
                <a:prstDash val="dash"/>
                <a:round/>
                <a:headEnd type="none" w="med" len="med"/>
                <a:tailEnd type="none" w="med" len="med"/>
              </a:ln>
            </p:spPr>
          </p:sp>
          <p:graphicFrame>
            <p:nvGraphicFramePr>
              <p:cNvPr id="15407" name="Object 48"/>
              <p:cNvGraphicFramePr>
                <a:graphicFrameLocks noChangeAspect="1"/>
              </p:cNvGraphicFramePr>
              <p:nvPr/>
            </p:nvGraphicFramePr>
            <p:xfrm>
              <a:off x="1632" y="3648"/>
              <a:ext cx="384" cy="246"/>
            </p:xfrm>
            <a:graphic>
              <a:graphicData uri="http://schemas.openxmlformats.org/presentationml/2006/ole">
                <mc:AlternateContent xmlns:mc="http://schemas.openxmlformats.org/markup-compatibility/2006">
                  <mc:Choice xmlns:v="urn:schemas-microsoft-com:vml" Requires="v">
                    <p:oleObj spid="_x0000_s3104" name="" r:id="rId13" imgW="264160" imgH="167640" progId="Equation.3">
                      <p:embed/>
                    </p:oleObj>
                  </mc:Choice>
                  <mc:Fallback>
                    <p:oleObj name="" r:id="rId13" imgW="264160" imgH="167640" progId="Equation.3">
                      <p:embed/>
                      <p:pic>
                        <p:nvPicPr>
                          <p:cNvPr id="0" name="图片 3103"/>
                          <p:cNvPicPr/>
                          <p:nvPr/>
                        </p:nvPicPr>
                        <p:blipFill>
                          <a:blip r:embed="rId14">
                            <a:clrChange>
                              <a:clrFrom>
                                <a:srgbClr val="000000"/>
                              </a:clrFrom>
                              <a:clrTo>
                                <a:srgbClr val="000000">
                                  <a:alpha val="0"/>
                                </a:srgbClr>
                              </a:clrTo>
                            </a:clrChange>
                          </a:blip>
                          <a:stretch>
                            <a:fillRect/>
                          </a:stretch>
                        </p:blipFill>
                        <p:spPr>
                          <a:xfrm>
                            <a:off x="1632" y="3648"/>
                            <a:ext cx="384" cy="246"/>
                          </a:xfrm>
                          <a:prstGeom prst="rect">
                            <a:avLst/>
                          </a:prstGeom>
                          <a:noFill/>
                          <a:ln w="38100">
                            <a:noFill/>
                            <a:miter/>
                          </a:ln>
                        </p:spPr>
                      </p:pic>
                    </p:oleObj>
                  </mc:Fallback>
                </mc:AlternateContent>
              </a:graphicData>
            </a:graphic>
          </p:graphicFrame>
        </p:grpSp>
      </p:grpSp>
      <p:grpSp>
        <p:nvGrpSpPr>
          <p:cNvPr id="15408" name="Group 49"/>
          <p:cNvGrpSpPr/>
          <p:nvPr/>
        </p:nvGrpSpPr>
        <p:grpSpPr>
          <a:xfrm>
            <a:off x="2665413" y="469900"/>
            <a:ext cx="3541712" cy="2133600"/>
            <a:chOff x="1055" y="240"/>
            <a:chExt cx="2761" cy="1584"/>
          </a:xfrm>
        </p:grpSpPr>
        <p:graphicFrame>
          <p:nvGraphicFramePr>
            <p:cNvPr id="15409" name="Object 50"/>
            <p:cNvGraphicFramePr>
              <a:graphicFrameLocks noChangeAspect="1"/>
            </p:cNvGraphicFramePr>
            <p:nvPr/>
          </p:nvGraphicFramePr>
          <p:xfrm>
            <a:off x="1056" y="240"/>
            <a:ext cx="2160" cy="403"/>
          </p:xfrm>
          <a:graphic>
            <a:graphicData uri="http://schemas.openxmlformats.org/presentationml/2006/ole">
              <mc:AlternateContent xmlns:mc="http://schemas.openxmlformats.org/markup-compatibility/2006">
                <mc:Choice xmlns:v="urn:schemas-microsoft-com:vml" Requires="v">
                  <p:oleObj spid="_x0000_s3096" name="" r:id="rId15" imgW="1090930" imgH="215900" progId="Equation.3">
                    <p:embed/>
                  </p:oleObj>
                </mc:Choice>
                <mc:Fallback>
                  <p:oleObj name="" r:id="rId15" imgW="1090930" imgH="215900" progId="Equation.3">
                    <p:embed/>
                    <p:pic>
                      <p:nvPicPr>
                        <p:cNvPr id="0" name="图片 3095"/>
                        <p:cNvPicPr/>
                        <p:nvPr/>
                      </p:nvPicPr>
                      <p:blipFill>
                        <a:blip r:embed="rId16"/>
                        <a:stretch>
                          <a:fillRect/>
                        </a:stretch>
                      </p:blipFill>
                      <p:spPr>
                        <a:xfrm>
                          <a:off x="1056" y="240"/>
                          <a:ext cx="2160" cy="403"/>
                        </a:xfrm>
                        <a:prstGeom prst="rect">
                          <a:avLst/>
                        </a:prstGeom>
                        <a:noFill/>
                        <a:ln w="38100">
                          <a:noFill/>
                          <a:miter/>
                        </a:ln>
                      </p:spPr>
                    </p:pic>
                  </p:oleObj>
                </mc:Fallback>
              </mc:AlternateContent>
            </a:graphicData>
          </a:graphic>
        </p:graphicFrame>
        <p:graphicFrame>
          <p:nvGraphicFramePr>
            <p:cNvPr id="15410" name="Object 51"/>
            <p:cNvGraphicFramePr>
              <a:graphicFrameLocks noChangeAspect="1"/>
            </p:cNvGraphicFramePr>
            <p:nvPr/>
          </p:nvGraphicFramePr>
          <p:xfrm>
            <a:off x="1055" y="624"/>
            <a:ext cx="2761" cy="768"/>
          </p:xfrm>
          <a:graphic>
            <a:graphicData uri="http://schemas.openxmlformats.org/presentationml/2006/ole">
              <mc:AlternateContent xmlns:mc="http://schemas.openxmlformats.org/markup-compatibility/2006">
                <mc:Choice xmlns:v="urn:schemas-microsoft-com:vml" Requires="v">
                  <p:oleObj spid="_x0000_s3097" name="" r:id="rId17" imgW="1511300" imgH="431800" progId="Equation.3">
                    <p:embed/>
                  </p:oleObj>
                </mc:Choice>
                <mc:Fallback>
                  <p:oleObj name="" r:id="rId17" imgW="1511300" imgH="431800" progId="Equation.3">
                    <p:embed/>
                    <p:pic>
                      <p:nvPicPr>
                        <p:cNvPr id="0" name="图片 3096"/>
                        <p:cNvPicPr/>
                        <p:nvPr/>
                      </p:nvPicPr>
                      <p:blipFill>
                        <a:blip r:embed="rId18"/>
                        <a:stretch>
                          <a:fillRect/>
                        </a:stretch>
                      </p:blipFill>
                      <p:spPr>
                        <a:xfrm>
                          <a:off x="1055" y="624"/>
                          <a:ext cx="2761" cy="768"/>
                        </a:xfrm>
                        <a:prstGeom prst="rect">
                          <a:avLst/>
                        </a:prstGeom>
                        <a:noFill/>
                        <a:ln w="38100">
                          <a:noFill/>
                          <a:miter/>
                        </a:ln>
                      </p:spPr>
                    </p:pic>
                  </p:oleObj>
                </mc:Fallback>
              </mc:AlternateContent>
            </a:graphicData>
          </a:graphic>
        </p:graphicFrame>
        <p:graphicFrame>
          <p:nvGraphicFramePr>
            <p:cNvPr id="15411" name="Object 52"/>
            <p:cNvGraphicFramePr>
              <a:graphicFrameLocks noChangeAspect="1"/>
            </p:cNvGraphicFramePr>
            <p:nvPr/>
          </p:nvGraphicFramePr>
          <p:xfrm>
            <a:off x="1056" y="1417"/>
            <a:ext cx="2732" cy="407"/>
          </p:xfrm>
          <a:graphic>
            <a:graphicData uri="http://schemas.openxmlformats.org/presentationml/2006/ole">
              <mc:AlternateContent xmlns:mc="http://schemas.openxmlformats.org/markup-compatibility/2006">
                <mc:Choice xmlns:v="urn:schemas-microsoft-com:vml" Requires="v">
                  <p:oleObj spid="_x0000_s3105" name="" r:id="rId19" imgW="1498600" imgH="228600" progId="Equation.3">
                    <p:embed/>
                  </p:oleObj>
                </mc:Choice>
                <mc:Fallback>
                  <p:oleObj name="" r:id="rId19" imgW="1498600" imgH="228600" progId="Equation.3">
                    <p:embed/>
                    <p:pic>
                      <p:nvPicPr>
                        <p:cNvPr id="0" name="图片 3104"/>
                        <p:cNvPicPr/>
                        <p:nvPr/>
                      </p:nvPicPr>
                      <p:blipFill>
                        <a:blip r:embed="rId20"/>
                        <a:stretch>
                          <a:fillRect/>
                        </a:stretch>
                      </p:blipFill>
                      <p:spPr>
                        <a:xfrm>
                          <a:off x="1056" y="1417"/>
                          <a:ext cx="2732" cy="407"/>
                        </a:xfrm>
                        <a:prstGeom prst="rect">
                          <a:avLst/>
                        </a:prstGeom>
                        <a:noFill/>
                        <a:ln w="38100">
                          <a:noFill/>
                          <a:miter/>
                        </a:ln>
                      </p:spPr>
                    </p:pic>
                  </p:oleObj>
                </mc:Fallback>
              </mc:AlternateContent>
            </a:graphicData>
          </a:graphic>
        </p:graphicFrame>
      </p:grpSp>
      <p:sp>
        <p:nvSpPr>
          <p:cNvPr id="116789" name="Text Box 53"/>
          <p:cNvSpPr txBox="1"/>
          <p:nvPr/>
        </p:nvSpPr>
        <p:spPr>
          <a:xfrm>
            <a:off x="1219200" y="5791200"/>
            <a:ext cx="6781800" cy="522288"/>
          </a:xfrm>
          <a:prstGeom prst="rect">
            <a:avLst/>
          </a:prstGeom>
          <a:noFill/>
          <a:ln w="25400">
            <a:noFill/>
          </a:ln>
        </p:spPr>
        <p:txBody>
          <a:bodyPr anchor="t" anchorCtr="0">
            <a:spAutoFit/>
          </a:bodyPr>
          <a:p>
            <a:pPr algn="ctr">
              <a:spcBef>
                <a:spcPct val="50000"/>
              </a:spcBef>
            </a:pPr>
            <a:r>
              <a:rPr lang="en-US" altLang="zh-CN" sz="2800" dirty="0">
                <a:solidFill>
                  <a:srgbClr val="000000"/>
                </a:solidFill>
                <a:latin typeface="微软雅黑" panose="020B0503020204020204" charset="-122"/>
                <a:ea typeface="微软雅黑" panose="020B0503020204020204" charset="-122"/>
              </a:rPr>
              <a:t>表示 </a:t>
            </a:r>
            <a:r>
              <a:rPr lang="en-US" altLang="zh-CN" sz="2800" b="1" i="1" dirty="0">
                <a:solidFill>
                  <a:srgbClr val="000000"/>
                </a:solidFill>
                <a:latin typeface="Times New Roman" panose="02020603050405020304" pitchFamily="18" charset="0"/>
                <a:ea typeface="宋体" panose="02010600030101010101" pitchFamily="2" charset="-122"/>
              </a:rPr>
              <a:t>x</a:t>
            </a:r>
            <a:r>
              <a:rPr lang="zh-CN" altLang="en-US" sz="2800" b="1" dirty="0">
                <a:solidFill>
                  <a:srgbClr val="000000"/>
                </a:solidFill>
                <a:latin typeface="Times New Roman" panose="02020603050405020304" pitchFamily="18" charset="0"/>
                <a:ea typeface="宋体" panose="02010600030101010101" pitchFamily="2" charset="-122"/>
              </a:rPr>
              <a:t>－</a:t>
            </a:r>
            <a:r>
              <a:rPr lang="en-US" altLang="zh-CN" sz="2800" b="1" i="1" dirty="0">
                <a:solidFill>
                  <a:srgbClr val="000000"/>
                </a:solidFill>
                <a:latin typeface="Times New Roman" panose="02020603050405020304" pitchFamily="18" charset="0"/>
                <a:ea typeface="宋体" panose="02010600030101010101" pitchFamily="2" charset="-122"/>
              </a:rPr>
              <a:t>t </a:t>
            </a:r>
            <a:r>
              <a:rPr lang="en-US" altLang="zh-CN" sz="2800" dirty="0">
                <a:solidFill>
                  <a:srgbClr val="000000"/>
                </a:solidFill>
                <a:latin typeface="微软雅黑" panose="020B0503020204020204" charset="-122"/>
                <a:ea typeface="微软雅黑" panose="020B0503020204020204" charset="-122"/>
              </a:rPr>
              <a:t>关系的一条曲线叫</a:t>
            </a:r>
            <a:r>
              <a:rPr lang="zh-CN" altLang="en-US" sz="2800" dirty="0">
                <a:solidFill>
                  <a:srgbClr val="FF0000"/>
                </a:solidFill>
                <a:latin typeface="微软雅黑" panose="020B0503020204020204" charset="-122"/>
                <a:ea typeface="微软雅黑" panose="020B0503020204020204" charset="-122"/>
              </a:rPr>
              <a:t>振动曲线</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
        <p:nvSpPr>
          <p:cNvPr id="116790" name="Text Box 54"/>
          <p:cNvSpPr txBox="1"/>
          <p:nvPr/>
        </p:nvSpPr>
        <p:spPr>
          <a:xfrm>
            <a:off x="3794125" y="2976563"/>
            <a:ext cx="719138" cy="641350"/>
          </a:xfrm>
          <a:prstGeom prst="rect">
            <a:avLst/>
          </a:prstGeom>
          <a:noFill/>
          <a:ln w="9525">
            <a:noFill/>
          </a:ln>
        </p:spPr>
        <p:txBody>
          <a:bodyPr anchor="t" anchorCtr="0">
            <a:spAutoFit/>
          </a:bodyPr>
          <a:p>
            <a:pPr algn="ctr" eaLnBrk="0" hangingPunct="0">
              <a:spcBef>
                <a:spcPct val="50000"/>
              </a:spcBef>
            </a:pPr>
            <a:r>
              <a:rPr lang="en-US" altLang="zh-CN" sz="3600" i="1" dirty="0">
                <a:solidFill>
                  <a:srgbClr val="0000CC"/>
                </a:solidFill>
                <a:latin typeface="Times New Roman" panose="02020603050405020304" pitchFamily="18" charset="0"/>
                <a:ea typeface="宋体" panose="02010600030101010101" pitchFamily="2" charset="-122"/>
              </a:rPr>
              <a:t>a</a:t>
            </a:r>
            <a:endParaRPr lang="en-US" altLang="zh-CN" sz="3600" i="1" dirty="0">
              <a:solidFill>
                <a:srgbClr val="0000CC"/>
              </a:solidFill>
              <a:latin typeface="Times New Roman" panose="02020603050405020304" pitchFamily="18" charset="0"/>
              <a:ea typeface="宋体" panose="02010600030101010101" pitchFamily="2" charset="-122"/>
            </a:endParaRPr>
          </a:p>
        </p:txBody>
      </p:sp>
      <p:sp>
        <p:nvSpPr>
          <p:cNvPr id="2" name="Text Box 2"/>
          <p:cNvSpPr txBox="1"/>
          <p:nvPr/>
        </p:nvSpPr>
        <p:spPr>
          <a:xfrm>
            <a:off x="2422525" y="4108450"/>
            <a:ext cx="579438" cy="460375"/>
          </a:xfrm>
          <a:prstGeom prst="rect">
            <a:avLst/>
          </a:prstGeom>
          <a:solidFill>
            <a:schemeClr val="bg1"/>
          </a:solidFill>
          <a:ln w="9525">
            <a:noFill/>
          </a:ln>
        </p:spPr>
        <p:txBody>
          <a:bodyPr wrap="square" anchor="t" anchorCtr="0">
            <a:spAutoFit/>
          </a:bodyPr>
          <a:p>
            <a:pPr>
              <a:spcBef>
                <a:spcPct val="50000"/>
              </a:spcBef>
            </a:pPr>
            <a:endParaRPr lang="zh-CN" altLang="en-US" sz="2400" b="1" dirty="0">
              <a:solidFill>
                <a:srgbClr val="000000"/>
              </a:solidFill>
              <a:latin typeface="Times New Roman" panose="02020603050405020304" pitchFamily="18" charset="0"/>
              <a:ea typeface="楷体_GB2312" pitchFamily="49" charset="-122"/>
            </a:endParaRPr>
          </a:p>
        </p:txBody>
      </p:sp>
      <p:sp>
        <p:nvSpPr>
          <p:cNvPr id="3" name="Text Box 2"/>
          <p:cNvSpPr txBox="1"/>
          <p:nvPr/>
        </p:nvSpPr>
        <p:spPr>
          <a:xfrm>
            <a:off x="2205038" y="4279900"/>
            <a:ext cx="579437" cy="460375"/>
          </a:xfrm>
          <a:prstGeom prst="rect">
            <a:avLst/>
          </a:prstGeom>
          <a:solidFill>
            <a:schemeClr val="bg1"/>
          </a:solidFill>
          <a:ln w="9525">
            <a:noFill/>
          </a:ln>
        </p:spPr>
        <p:txBody>
          <a:bodyPr wrap="square" anchor="t" anchorCtr="0">
            <a:spAutoFit/>
          </a:bodyPr>
          <a:p>
            <a:pPr>
              <a:spcBef>
                <a:spcPct val="50000"/>
              </a:spcBef>
            </a:pPr>
            <a:endParaRPr lang="zh-CN" altLang="en-US" sz="2400" b="1" dirty="0">
              <a:solidFill>
                <a:srgbClr val="000000"/>
              </a:solidFill>
              <a:latin typeface="Times New Roman" panose="02020603050405020304" pitchFamily="18" charset="0"/>
              <a:ea typeface="楷体_GB2312" pitchFamily="49" charset="-122"/>
            </a:endParaRPr>
          </a:p>
        </p:txBody>
      </p:sp>
      <p:graphicFrame>
        <p:nvGraphicFramePr>
          <p:cNvPr id="4" name="Object 51"/>
          <p:cNvGraphicFramePr>
            <a:graphicFrameLocks noChangeAspect="1"/>
          </p:cNvGraphicFramePr>
          <p:nvPr/>
        </p:nvGraphicFramePr>
        <p:xfrm>
          <a:off x="3581400" y="3189288"/>
          <a:ext cx="312738" cy="352425"/>
        </p:xfrm>
        <a:graphic>
          <a:graphicData uri="http://schemas.openxmlformats.org/presentationml/2006/ole">
            <mc:AlternateContent xmlns:mc="http://schemas.openxmlformats.org/markup-compatibility/2006">
              <mc:Choice xmlns:v="urn:schemas-microsoft-com:vml" Requires="v">
                <p:oleObj spid="_x0000_s3110" name="" r:id="rId21" imgW="127000" imgH="139700" progId="Equation.3">
                  <p:embed/>
                </p:oleObj>
              </mc:Choice>
              <mc:Fallback>
                <p:oleObj name="" r:id="rId21" imgW="127000" imgH="139700" progId="Equation.3">
                  <p:embed/>
                  <p:pic>
                    <p:nvPicPr>
                      <p:cNvPr id="0" name="图片 3109"/>
                      <p:cNvPicPr/>
                      <p:nvPr/>
                    </p:nvPicPr>
                    <p:blipFill>
                      <a:blip r:embed="rId22"/>
                      <a:stretch>
                        <a:fillRect/>
                      </a:stretch>
                    </p:blipFill>
                    <p:spPr>
                      <a:xfrm>
                        <a:off x="3581400" y="3189288"/>
                        <a:ext cx="312738" cy="3524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par>
                          <p:cTn id="8" fill="hold">
                            <p:stCondLst>
                              <p:cond delay="500"/>
                            </p:stCondLst>
                            <p:childTnLst>
                              <p:par>
                                <p:cTn id="9" presetID="3" presetClass="entr" presetSubtype="5"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blinds(vertical)">
                                      <p:cBhvr>
                                        <p:cTn id="11" dur="500"/>
                                        <p:tgtEl>
                                          <p:spTgt spid="3"/>
                                        </p:tgtEl>
                                      </p:cBhvr>
                                    </p:animEffect>
                                  </p:childTnLst>
                                </p:cTn>
                              </p:par>
                            </p:childTnLst>
                          </p:cTn>
                        </p:par>
                        <p:par>
                          <p:cTn id="12" fill="hold">
                            <p:stCondLst>
                              <p:cond delay="1000"/>
                            </p:stCondLst>
                            <p:childTnLst>
                              <p:par>
                                <p:cTn id="13" presetID="3" presetClass="entr" presetSubtype="5" fill="hold" grpId="0" nodeType="afterEffect" nodePh="1">
                                  <p:stCondLst>
                                    <p:cond delay="0"/>
                                  </p:stCondLst>
                                  <p:endCondLst>
                                    <p:cond evt="begin" delay="0">
                                      <p:tn val="13"/>
                                    </p:cond>
                                  </p:endCondLst>
                                  <p:childTnLst>
                                    <p:set>
                                      <p:cBhvr>
                                        <p:cTn id="14" dur="1" fill="hold">
                                          <p:stCondLst>
                                            <p:cond delay="0"/>
                                          </p:stCondLst>
                                        </p:cTn>
                                        <p:tgtEl>
                                          <p:spTgt spid="3">
                                            <p:txEl>
                                              <p:charRg st="0" end="1"/>
                                            </p:txEl>
                                          </p:spTgt>
                                        </p:tgtEl>
                                        <p:attrNameLst>
                                          <p:attrName>style.visibility</p:attrName>
                                        </p:attrNameLst>
                                      </p:cBhvr>
                                      <p:to>
                                        <p:strVal val="visible"/>
                                      </p:to>
                                    </p:set>
                                    <p:animEffect transition="in" filter="blinds(vertical)">
                                      <p:cBhvr>
                                        <p:cTn id="15" dur="500"/>
                                        <p:tgtEl>
                                          <p:spTgt spid="3">
                                            <p:txEl>
                                              <p:charRg st="0"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6745"/>
                                        </p:tgtEl>
                                        <p:attrNameLst>
                                          <p:attrName>style.visibility</p:attrName>
                                        </p:attrNameLst>
                                      </p:cBhvr>
                                      <p:to>
                                        <p:strVal val="visible"/>
                                      </p:to>
                                    </p:set>
                                    <p:animEffect transition="in" filter="blinds(horizontal)">
                                      <p:cBhvr>
                                        <p:cTn id="20" dur="500"/>
                                        <p:tgtEl>
                                          <p:spTgt spid="116745"/>
                                        </p:tgtEl>
                                      </p:cBhvr>
                                    </p:animEffect>
                                  </p:childTnLst>
                                </p:cTn>
                              </p:par>
                            </p:childTnLst>
                          </p:cTn>
                        </p:par>
                        <p:par>
                          <p:cTn id="21" fill="hold">
                            <p:stCondLst>
                              <p:cond delay="500"/>
                            </p:stCondLst>
                            <p:childTnLst>
                              <p:par>
                                <p:cTn id="22" presetID="3" presetClass="entr" presetSubtype="5" fill="hold" nodeType="afterEffect">
                                  <p:stCondLst>
                                    <p:cond delay="0"/>
                                  </p:stCondLst>
                                  <p:childTnLst>
                                    <p:set>
                                      <p:cBhvr>
                                        <p:cTn id="23" dur="1" fill="hold">
                                          <p:stCondLst>
                                            <p:cond delay="0"/>
                                          </p:stCondLst>
                                        </p:cTn>
                                        <p:tgtEl>
                                          <p:spTgt spid="116751"/>
                                        </p:tgtEl>
                                        <p:attrNameLst>
                                          <p:attrName>style.visibility</p:attrName>
                                        </p:attrNameLst>
                                      </p:cBhvr>
                                      <p:to>
                                        <p:strVal val="visible"/>
                                      </p:to>
                                    </p:set>
                                    <p:animEffect transition="in" filter="blinds(vertical)">
                                      <p:cBhvr>
                                        <p:cTn id="24" dur="500"/>
                                        <p:tgtEl>
                                          <p:spTgt spid="116751"/>
                                        </p:tgtEl>
                                      </p:cBhvr>
                                    </p:animEffect>
                                  </p:childTnLst>
                                </p:cTn>
                              </p:par>
                            </p:childTnLst>
                          </p:cTn>
                        </p:par>
                        <p:par>
                          <p:cTn id="25" fill="hold">
                            <p:stCondLst>
                              <p:cond delay="1000"/>
                            </p:stCondLst>
                            <p:childTnLst>
                              <p:par>
                                <p:cTn id="26" presetID="3" presetClass="entr" presetSubtype="5" fill="hold" nodeType="afterEffect">
                                  <p:stCondLst>
                                    <p:cond delay="0"/>
                                  </p:stCondLst>
                                  <p:childTnLst>
                                    <p:set>
                                      <p:cBhvr>
                                        <p:cTn id="27" dur="1" fill="hold">
                                          <p:stCondLst>
                                            <p:cond delay="0"/>
                                          </p:stCondLst>
                                        </p:cTn>
                                        <p:tgtEl>
                                          <p:spTgt spid="116739"/>
                                        </p:tgtEl>
                                        <p:attrNameLst>
                                          <p:attrName>style.visibility</p:attrName>
                                        </p:attrNameLst>
                                      </p:cBhvr>
                                      <p:to>
                                        <p:strVal val="visible"/>
                                      </p:to>
                                    </p:set>
                                    <p:animEffect transition="in" filter="blinds(vertical)">
                                      <p:cBhvr>
                                        <p:cTn id="28" dur="500"/>
                                        <p:tgtEl>
                                          <p:spTgt spid="11673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500"/>
                                        <p:tgtEl>
                                          <p:spTgt spid="4"/>
                                        </p:tgtEl>
                                      </p:cBhvr>
                                    </p:animEffect>
                                  </p:childTnLst>
                                </p:cTn>
                              </p:par>
                            </p:childTnLst>
                          </p:cTn>
                        </p:par>
                        <p:par>
                          <p:cTn id="34" fill="hold">
                            <p:stCondLst>
                              <p:cond delay="500"/>
                            </p:stCondLst>
                            <p:childTnLst>
                              <p:par>
                                <p:cTn id="35" presetID="3" presetClass="entr" presetSubtype="10" fill="hold" nodeType="afterEffect">
                                  <p:stCondLst>
                                    <p:cond delay="0"/>
                                  </p:stCondLst>
                                  <p:childTnLst>
                                    <p:set>
                                      <p:cBhvr>
                                        <p:cTn id="36" dur="1" fill="hold">
                                          <p:stCondLst>
                                            <p:cond delay="0"/>
                                          </p:stCondLst>
                                        </p:cTn>
                                        <p:tgtEl>
                                          <p:spTgt spid="116759"/>
                                        </p:tgtEl>
                                        <p:attrNameLst>
                                          <p:attrName>style.visibility</p:attrName>
                                        </p:attrNameLst>
                                      </p:cBhvr>
                                      <p:to>
                                        <p:strVal val="visible"/>
                                      </p:to>
                                    </p:set>
                                    <p:animEffect transition="in" filter="blinds(horizontal)">
                                      <p:cBhvr>
                                        <p:cTn id="37" dur="500"/>
                                        <p:tgtEl>
                                          <p:spTgt spid="11675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16774"/>
                                        </p:tgtEl>
                                        <p:attrNameLst>
                                          <p:attrName>style.visibility</p:attrName>
                                        </p:attrNameLst>
                                      </p:cBhvr>
                                      <p:to>
                                        <p:strVal val="visible"/>
                                      </p:to>
                                    </p:set>
                                    <p:animEffect transition="in" filter="blinds(horizontal)">
                                      <p:cBhvr>
                                        <p:cTn id="42" dur="500"/>
                                        <p:tgtEl>
                                          <p:spTgt spid="116774"/>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16790"/>
                                        </p:tgtEl>
                                        <p:attrNameLst>
                                          <p:attrName>style.visibility</p:attrName>
                                        </p:attrNameLst>
                                      </p:cBhvr>
                                      <p:to>
                                        <p:strVal val="visible"/>
                                      </p:to>
                                    </p:set>
                                    <p:animEffect transition="in" filter="wipe(left)">
                                      <p:cBhvr>
                                        <p:cTn id="46" dur="500"/>
                                        <p:tgtEl>
                                          <p:spTgt spid="116790"/>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grpId="0" nodeType="clickEffect">
                                  <p:stCondLst>
                                    <p:cond delay="0"/>
                                  </p:stCondLst>
                                  <p:childTnLst>
                                    <p:set>
                                      <p:cBhvr>
                                        <p:cTn id="50" dur="1" fill="hold">
                                          <p:stCondLst>
                                            <p:cond delay="0"/>
                                          </p:stCondLst>
                                        </p:cTn>
                                        <p:tgtEl>
                                          <p:spTgt spid="116789"/>
                                        </p:tgtEl>
                                        <p:attrNameLst>
                                          <p:attrName>style.visibility</p:attrName>
                                        </p:attrNameLst>
                                      </p:cBhvr>
                                      <p:to>
                                        <p:strVal val="visible"/>
                                      </p:to>
                                    </p:set>
                                    <p:animEffect transition="in" filter="box(in)">
                                      <p:cBhvr>
                                        <p:cTn id="51" dur="500"/>
                                        <p:tgtEl>
                                          <p:spTgt spid="116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89" grpId="0"/>
      <p:bldP spid="116790" grpId="0"/>
      <p:bldP spid="2" grpId="0" animBg="1" uiExpand="1" build="p"/>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aphicFrame>
        <p:nvGraphicFramePr>
          <p:cNvPr id="118853" name="Object 69"/>
          <p:cNvGraphicFramePr>
            <a:graphicFrameLocks noChangeAspect="1"/>
          </p:cNvGraphicFramePr>
          <p:nvPr/>
        </p:nvGraphicFramePr>
        <p:xfrm>
          <a:off x="863600" y="1008063"/>
          <a:ext cx="3438525" cy="671512"/>
        </p:xfrm>
        <a:graphic>
          <a:graphicData uri="http://schemas.openxmlformats.org/presentationml/2006/ole">
            <mc:AlternateContent xmlns:mc="http://schemas.openxmlformats.org/markup-compatibility/2006">
              <mc:Choice xmlns:v="urn:schemas-microsoft-com:vml" Requires="v">
                <p:oleObj spid="_x0000_s3081" name="" r:id="rId1" imgW="774065" imgH="152400" progId="Equation.3">
                  <p:embed/>
                </p:oleObj>
              </mc:Choice>
              <mc:Fallback>
                <p:oleObj name="" r:id="rId1" imgW="774065" imgH="152400" progId="Equation.3">
                  <p:embed/>
                  <p:pic>
                    <p:nvPicPr>
                      <p:cNvPr id="0" name="图片 3080"/>
                      <p:cNvPicPr/>
                      <p:nvPr/>
                    </p:nvPicPr>
                    <p:blipFill>
                      <a:blip r:embed="rId2"/>
                      <a:stretch>
                        <a:fillRect/>
                      </a:stretch>
                    </p:blipFill>
                    <p:spPr>
                      <a:xfrm>
                        <a:off x="863600" y="1008063"/>
                        <a:ext cx="3438525" cy="671512"/>
                      </a:xfrm>
                      <a:prstGeom prst="rect">
                        <a:avLst/>
                      </a:prstGeom>
                      <a:noFill/>
                      <a:ln w="38100">
                        <a:noFill/>
                        <a:miter/>
                      </a:ln>
                    </p:spPr>
                  </p:pic>
                </p:oleObj>
              </mc:Fallback>
            </mc:AlternateContent>
          </a:graphicData>
        </a:graphic>
      </p:graphicFrame>
      <p:grpSp>
        <p:nvGrpSpPr>
          <p:cNvPr id="118854" name="Group 70"/>
          <p:cNvGrpSpPr/>
          <p:nvPr/>
        </p:nvGrpSpPr>
        <p:grpSpPr>
          <a:xfrm>
            <a:off x="719138" y="3224213"/>
            <a:ext cx="3133725" cy="533400"/>
            <a:chOff x="3504" y="3120"/>
            <a:chExt cx="1974" cy="336"/>
          </a:xfrm>
        </p:grpSpPr>
        <p:sp>
          <p:nvSpPr>
            <p:cNvPr id="17412" name="Line 71"/>
            <p:cNvSpPr/>
            <p:nvPr/>
          </p:nvSpPr>
          <p:spPr>
            <a:xfrm>
              <a:off x="3696" y="3264"/>
              <a:ext cx="1536" cy="0"/>
            </a:xfrm>
            <a:prstGeom prst="line">
              <a:avLst/>
            </a:prstGeom>
            <a:ln w="9525" cap="flat" cmpd="sng">
              <a:solidFill>
                <a:schemeClr val="tx1"/>
              </a:solidFill>
              <a:prstDash val="solid"/>
              <a:round/>
              <a:headEnd type="none" w="med" len="med"/>
              <a:tailEnd type="triangle" w="med" len="med"/>
            </a:ln>
          </p:spPr>
        </p:sp>
        <p:sp>
          <p:nvSpPr>
            <p:cNvPr id="17413" name="Text Box 72"/>
            <p:cNvSpPr txBox="1"/>
            <p:nvPr/>
          </p:nvSpPr>
          <p:spPr>
            <a:xfrm>
              <a:off x="3504" y="3168"/>
              <a:ext cx="212"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o</a:t>
              </a:r>
              <a:endParaRPr lang="en-US" altLang="zh-CN" sz="2400" dirty="0">
                <a:latin typeface="Times New Roman" panose="02020603050405020304" pitchFamily="18" charset="0"/>
                <a:ea typeface="宋体" panose="02010600030101010101" pitchFamily="2" charset="-122"/>
              </a:endParaRPr>
            </a:p>
          </p:txBody>
        </p:sp>
        <p:graphicFrame>
          <p:nvGraphicFramePr>
            <p:cNvPr id="17414" name="Object 73"/>
            <p:cNvGraphicFramePr>
              <a:graphicFrameLocks noChangeAspect="1"/>
            </p:cNvGraphicFramePr>
            <p:nvPr/>
          </p:nvGraphicFramePr>
          <p:xfrm>
            <a:off x="5233" y="3120"/>
            <a:ext cx="245" cy="276"/>
          </p:xfrm>
          <a:graphic>
            <a:graphicData uri="http://schemas.openxmlformats.org/presentationml/2006/ole">
              <mc:AlternateContent xmlns:mc="http://schemas.openxmlformats.org/markup-compatibility/2006">
                <mc:Choice xmlns:v="urn:schemas-microsoft-com:vml" Requires="v">
                  <p:oleObj spid="_x0000_s3082" name="" r:id="rId3" imgW="101600" imgH="114300" progId="Equation.3">
                    <p:embed/>
                  </p:oleObj>
                </mc:Choice>
                <mc:Fallback>
                  <p:oleObj name="" r:id="rId3" imgW="101600" imgH="114300" progId="Equation.3">
                    <p:embed/>
                    <p:pic>
                      <p:nvPicPr>
                        <p:cNvPr id="0" name="图片 3081"/>
                        <p:cNvPicPr/>
                        <p:nvPr/>
                      </p:nvPicPr>
                      <p:blipFill>
                        <a:blip r:embed="rId4"/>
                        <a:stretch>
                          <a:fillRect/>
                        </a:stretch>
                      </p:blipFill>
                      <p:spPr>
                        <a:xfrm>
                          <a:off x="5233" y="3120"/>
                          <a:ext cx="245" cy="276"/>
                        </a:xfrm>
                        <a:prstGeom prst="rect">
                          <a:avLst/>
                        </a:prstGeom>
                        <a:noFill/>
                        <a:ln w="38100">
                          <a:noFill/>
                          <a:miter/>
                        </a:ln>
                      </p:spPr>
                    </p:pic>
                  </p:oleObj>
                </mc:Fallback>
              </mc:AlternateContent>
            </a:graphicData>
          </a:graphic>
        </p:graphicFrame>
      </p:grpSp>
      <p:grpSp>
        <p:nvGrpSpPr>
          <p:cNvPr id="118858" name="Group 74"/>
          <p:cNvGrpSpPr/>
          <p:nvPr/>
        </p:nvGrpSpPr>
        <p:grpSpPr>
          <a:xfrm>
            <a:off x="1023938" y="1928813"/>
            <a:ext cx="1066800" cy="1524000"/>
            <a:chOff x="3696" y="2304"/>
            <a:chExt cx="672" cy="960"/>
          </a:xfrm>
        </p:grpSpPr>
        <p:sp>
          <p:nvSpPr>
            <p:cNvPr id="17416" name="Line 75"/>
            <p:cNvSpPr/>
            <p:nvPr/>
          </p:nvSpPr>
          <p:spPr>
            <a:xfrm flipV="1">
              <a:off x="3696" y="2592"/>
              <a:ext cx="672" cy="672"/>
            </a:xfrm>
            <a:prstGeom prst="line">
              <a:avLst/>
            </a:prstGeom>
            <a:ln w="9525" cap="flat" cmpd="sng">
              <a:solidFill>
                <a:schemeClr val="tx1"/>
              </a:solidFill>
              <a:prstDash val="solid"/>
              <a:round/>
              <a:headEnd type="none" w="med" len="med"/>
              <a:tailEnd type="triangle" w="med" len="med"/>
            </a:ln>
          </p:spPr>
        </p:sp>
        <p:graphicFrame>
          <p:nvGraphicFramePr>
            <p:cNvPr id="17417" name="Object 76"/>
            <p:cNvGraphicFramePr>
              <a:graphicFrameLocks noChangeAspect="1"/>
            </p:cNvGraphicFramePr>
            <p:nvPr/>
          </p:nvGraphicFramePr>
          <p:xfrm>
            <a:off x="4033" y="2304"/>
            <a:ext cx="245" cy="273"/>
          </p:xfrm>
          <a:graphic>
            <a:graphicData uri="http://schemas.openxmlformats.org/presentationml/2006/ole">
              <mc:AlternateContent xmlns:mc="http://schemas.openxmlformats.org/markup-compatibility/2006">
                <mc:Choice xmlns:v="urn:schemas-microsoft-com:vml" Requires="v">
                  <p:oleObj spid="_x0000_s3106" name="" r:id="rId5" imgW="114300" imgH="127000" progId="Equation.3">
                    <p:embed/>
                  </p:oleObj>
                </mc:Choice>
                <mc:Fallback>
                  <p:oleObj name="" r:id="rId5" imgW="114300" imgH="127000" progId="Equation.3">
                    <p:embed/>
                    <p:pic>
                      <p:nvPicPr>
                        <p:cNvPr id="0" name="图片 3105"/>
                        <p:cNvPicPr/>
                        <p:nvPr/>
                      </p:nvPicPr>
                      <p:blipFill>
                        <a:blip r:embed="rId6"/>
                        <a:stretch>
                          <a:fillRect/>
                        </a:stretch>
                      </p:blipFill>
                      <p:spPr>
                        <a:xfrm>
                          <a:off x="4033" y="2304"/>
                          <a:ext cx="245" cy="273"/>
                        </a:xfrm>
                        <a:prstGeom prst="rect">
                          <a:avLst/>
                        </a:prstGeom>
                        <a:noFill/>
                        <a:ln w="38100">
                          <a:noFill/>
                          <a:miter/>
                        </a:ln>
                      </p:spPr>
                    </p:pic>
                  </p:oleObj>
                </mc:Fallback>
              </mc:AlternateContent>
            </a:graphicData>
          </a:graphic>
        </p:graphicFrame>
      </p:grpSp>
      <p:grpSp>
        <p:nvGrpSpPr>
          <p:cNvPr id="118861" name="Group 77"/>
          <p:cNvGrpSpPr/>
          <p:nvPr/>
        </p:nvGrpSpPr>
        <p:grpSpPr>
          <a:xfrm>
            <a:off x="1252538" y="2614613"/>
            <a:ext cx="1311275" cy="1066800"/>
            <a:chOff x="3840" y="2736"/>
            <a:chExt cx="826" cy="672"/>
          </a:xfrm>
        </p:grpSpPr>
        <p:sp>
          <p:nvSpPr>
            <p:cNvPr id="17419" name="Line 78"/>
            <p:cNvSpPr/>
            <p:nvPr/>
          </p:nvSpPr>
          <p:spPr>
            <a:xfrm rot="1350134" flipV="1">
              <a:off x="3840" y="2736"/>
              <a:ext cx="672" cy="672"/>
            </a:xfrm>
            <a:prstGeom prst="line">
              <a:avLst/>
            </a:prstGeom>
            <a:ln w="9525" cap="flat" cmpd="sng">
              <a:solidFill>
                <a:schemeClr val="tx1"/>
              </a:solidFill>
              <a:prstDash val="solid"/>
              <a:round/>
              <a:headEnd type="none" w="med" len="med"/>
              <a:tailEnd type="triangle" w="med" len="med"/>
            </a:ln>
          </p:spPr>
        </p:sp>
        <p:graphicFrame>
          <p:nvGraphicFramePr>
            <p:cNvPr id="17420" name="Object 79"/>
            <p:cNvGraphicFramePr>
              <a:graphicFrameLocks noChangeAspect="1"/>
            </p:cNvGraphicFramePr>
            <p:nvPr/>
          </p:nvGraphicFramePr>
          <p:xfrm>
            <a:off x="4464" y="2976"/>
            <a:ext cx="202" cy="225"/>
          </p:xfrm>
          <a:graphic>
            <a:graphicData uri="http://schemas.openxmlformats.org/presentationml/2006/ole">
              <mc:AlternateContent xmlns:mc="http://schemas.openxmlformats.org/markup-compatibility/2006">
                <mc:Choice xmlns:v="urn:schemas-microsoft-com:vml" Requires="v">
                  <p:oleObj spid="_x0000_s3083" name="" r:id="rId7" imgW="114300" imgH="127000" progId="Equation.3">
                    <p:embed/>
                  </p:oleObj>
                </mc:Choice>
                <mc:Fallback>
                  <p:oleObj name="" r:id="rId7" imgW="114300" imgH="127000" progId="Equation.3">
                    <p:embed/>
                    <p:pic>
                      <p:nvPicPr>
                        <p:cNvPr id="0" name="图片 3082"/>
                        <p:cNvPicPr/>
                        <p:nvPr/>
                      </p:nvPicPr>
                      <p:blipFill>
                        <a:blip r:embed="rId8"/>
                        <a:stretch>
                          <a:fillRect/>
                        </a:stretch>
                      </p:blipFill>
                      <p:spPr>
                        <a:xfrm>
                          <a:off x="4464" y="2976"/>
                          <a:ext cx="202" cy="225"/>
                        </a:xfrm>
                        <a:prstGeom prst="rect">
                          <a:avLst/>
                        </a:prstGeom>
                        <a:noFill/>
                        <a:ln w="38100">
                          <a:noFill/>
                          <a:miter/>
                        </a:ln>
                      </p:spPr>
                    </p:pic>
                  </p:oleObj>
                </mc:Fallback>
              </mc:AlternateContent>
            </a:graphicData>
          </a:graphic>
        </p:graphicFrame>
      </p:grpSp>
      <p:grpSp>
        <p:nvGrpSpPr>
          <p:cNvPr id="118864" name="Group 80"/>
          <p:cNvGrpSpPr/>
          <p:nvPr/>
        </p:nvGrpSpPr>
        <p:grpSpPr>
          <a:xfrm>
            <a:off x="1404938" y="3146425"/>
            <a:ext cx="488950" cy="457200"/>
            <a:chOff x="3936" y="3071"/>
            <a:chExt cx="308" cy="288"/>
          </a:xfrm>
        </p:grpSpPr>
        <p:sp>
          <p:nvSpPr>
            <p:cNvPr id="17422" name="Arc 81"/>
            <p:cNvSpPr/>
            <p:nvPr/>
          </p:nvSpPr>
          <p:spPr>
            <a:xfrm>
              <a:off x="3936" y="3168"/>
              <a:ext cx="48" cy="96"/>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solidFill>
              <a:prstDash val="solid"/>
              <a:round/>
              <a:headEnd type="none" w="med" len="med"/>
              <a:tailEnd type="none" w="med" len="med"/>
            </a:ln>
          </p:spPr>
          <p:txBody>
            <a:bodyPr/>
            <a:p>
              <a:endParaRPr lang="zh-CN" altLang="en-US"/>
            </a:p>
          </p:txBody>
        </p:sp>
        <p:graphicFrame>
          <p:nvGraphicFramePr>
            <p:cNvPr id="17423" name="Object 82"/>
            <p:cNvGraphicFramePr>
              <a:graphicFrameLocks noChangeAspect="1"/>
            </p:cNvGraphicFramePr>
            <p:nvPr/>
          </p:nvGraphicFramePr>
          <p:xfrm>
            <a:off x="3985" y="3071"/>
            <a:ext cx="259" cy="288"/>
          </p:xfrm>
          <a:graphic>
            <a:graphicData uri="http://schemas.openxmlformats.org/presentationml/2006/ole">
              <mc:AlternateContent xmlns:mc="http://schemas.openxmlformats.org/markup-compatibility/2006">
                <mc:Choice xmlns:v="urn:schemas-microsoft-com:vml" Requires="v">
                  <p:oleObj spid="_x0000_s3084" name="" r:id="rId9" imgW="114300" imgH="127000" progId="Equation.3">
                    <p:embed/>
                  </p:oleObj>
                </mc:Choice>
                <mc:Fallback>
                  <p:oleObj name="" r:id="rId9" imgW="114300" imgH="127000" progId="Equation.3">
                    <p:embed/>
                    <p:pic>
                      <p:nvPicPr>
                        <p:cNvPr id="0" name="图片 3083"/>
                        <p:cNvPicPr/>
                        <p:nvPr/>
                      </p:nvPicPr>
                      <p:blipFill>
                        <a:blip r:embed="rId10"/>
                        <a:stretch>
                          <a:fillRect/>
                        </a:stretch>
                      </p:blipFill>
                      <p:spPr>
                        <a:xfrm>
                          <a:off x="3985" y="3071"/>
                          <a:ext cx="259" cy="288"/>
                        </a:xfrm>
                        <a:prstGeom prst="rect">
                          <a:avLst/>
                        </a:prstGeom>
                        <a:noFill/>
                        <a:ln w="38100">
                          <a:noFill/>
                          <a:miter/>
                        </a:ln>
                      </p:spPr>
                    </p:pic>
                  </p:oleObj>
                </mc:Fallback>
              </mc:AlternateContent>
            </a:graphicData>
          </a:graphic>
        </p:graphicFrame>
      </p:grpSp>
      <p:grpSp>
        <p:nvGrpSpPr>
          <p:cNvPr id="118867" name="Group 83"/>
          <p:cNvGrpSpPr/>
          <p:nvPr/>
        </p:nvGrpSpPr>
        <p:grpSpPr>
          <a:xfrm>
            <a:off x="1481138" y="1852613"/>
            <a:ext cx="1905000" cy="1752600"/>
            <a:chOff x="3984" y="2256"/>
            <a:chExt cx="1200" cy="1104"/>
          </a:xfrm>
        </p:grpSpPr>
        <p:sp>
          <p:nvSpPr>
            <p:cNvPr id="17425" name="Arc 84"/>
            <p:cNvSpPr/>
            <p:nvPr/>
          </p:nvSpPr>
          <p:spPr>
            <a:xfrm>
              <a:off x="3984" y="2976"/>
              <a:ext cx="233" cy="384"/>
            </a:xfrm>
            <a:custGeom>
              <a:avLst/>
              <a:gdLst/>
              <a:ahLst/>
              <a:cxnLst>
                <a:cxn ang="0">
                  <a:pos x="0" y="0"/>
                </a:cxn>
                <a:cxn ang="0">
                  <a:pos x="3" y="5"/>
                </a:cxn>
                <a:cxn ang="0">
                  <a:pos x="0" y="7"/>
                </a:cxn>
              </a:cxnLst>
              <a:pathLst>
                <a:path w="20953" h="21600" fill="none">
                  <a:moveTo>
                    <a:pt x="0" y="0"/>
                  </a:moveTo>
                  <a:cubicBezTo>
                    <a:pt x="9907" y="0"/>
                    <a:pt x="18544" y="6740"/>
                    <a:pt x="20952" y="16351"/>
                  </a:cubicBezTo>
                </a:path>
                <a:path w="20953" h="21600" stroke="0">
                  <a:moveTo>
                    <a:pt x="0" y="0"/>
                  </a:moveTo>
                  <a:cubicBezTo>
                    <a:pt x="9907" y="0"/>
                    <a:pt x="18544" y="6740"/>
                    <a:pt x="20952" y="16351"/>
                  </a:cubicBezTo>
                  <a:lnTo>
                    <a:pt x="0" y="21600"/>
                  </a:lnTo>
                  <a:lnTo>
                    <a:pt x="0" y="0"/>
                  </a:lnTo>
                  <a:close/>
                </a:path>
              </a:pathLst>
            </a:custGeom>
            <a:noFill/>
            <a:ln w="9525" cap="flat" cmpd="sng">
              <a:solidFill>
                <a:srgbClr val="FF0000"/>
              </a:solidFill>
              <a:prstDash val="solid"/>
              <a:round/>
              <a:headEnd type="none" w="med" len="med"/>
              <a:tailEnd type="none" w="med" len="med"/>
            </a:ln>
          </p:spPr>
          <p:txBody>
            <a:bodyPr/>
            <a:p>
              <a:endParaRPr lang="zh-CN" altLang="en-US"/>
            </a:p>
          </p:txBody>
        </p:sp>
        <p:sp>
          <p:nvSpPr>
            <p:cNvPr id="17426" name="AutoShape 85"/>
            <p:cNvSpPr/>
            <p:nvPr/>
          </p:nvSpPr>
          <p:spPr>
            <a:xfrm>
              <a:off x="4464" y="2256"/>
              <a:ext cx="720" cy="336"/>
            </a:xfrm>
            <a:prstGeom prst="wedgeRectCallout">
              <a:avLst>
                <a:gd name="adj1" fmla="val -99306"/>
                <a:gd name="adj2" fmla="val 179764"/>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endParaRPr lang="zh-CN" altLang="zh-CN" sz="2400" dirty="0">
                <a:latin typeface="Times New Roman" panose="02020603050405020304" pitchFamily="18" charset="0"/>
                <a:ea typeface="宋体" panose="02010600030101010101" pitchFamily="2" charset="-122"/>
              </a:endParaRPr>
            </a:p>
          </p:txBody>
        </p:sp>
        <p:graphicFrame>
          <p:nvGraphicFramePr>
            <p:cNvPr id="17427" name="Object 86"/>
            <p:cNvGraphicFramePr>
              <a:graphicFrameLocks noChangeAspect="1"/>
            </p:cNvGraphicFramePr>
            <p:nvPr/>
          </p:nvGraphicFramePr>
          <p:xfrm>
            <a:off x="4513" y="2304"/>
            <a:ext cx="671" cy="284"/>
          </p:xfrm>
          <a:graphic>
            <a:graphicData uri="http://schemas.openxmlformats.org/presentationml/2006/ole">
              <mc:AlternateContent xmlns:mc="http://schemas.openxmlformats.org/markup-compatibility/2006">
                <mc:Choice xmlns:v="urn:schemas-microsoft-com:vml" Requires="v">
                  <p:oleObj spid="_x0000_s3085" name="" r:id="rId11" imgW="330200" imgH="139700" progId="Equation.3">
                    <p:embed/>
                  </p:oleObj>
                </mc:Choice>
                <mc:Fallback>
                  <p:oleObj name="" r:id="rId11" imgW="330200" imgH="139700" progId="Equation.3">
                    <p:embed/>
                    <p:pic>
                      <p:nvPicPr>
                        <p:cNvPr id="0" name="图片 3084"/>
                        <p:cNvPicPr/>
                        <p:nvPr/>
                      </p:nvPicPr>
                      <p:blipFill>
                        <a:blip r:embed="rId12"/>
                        <a:stretch>
                          <a:fillRect/>
                        </a:stretch>
                      </p:blipFill>
                      <p:spPr>
                        <a:xfrm>
                          <a:off x="4513" y="2304"/>
                          <a:ext cx="671" cy="284"/>
                        </a:xfrm>
                        <a:prstGeom prst="rect">
                          <a:avLst/>
                        </a:prstGeom>
                        <a:noFill/>
                        <a:ln w="38100">
                          <a:noFill/>
                          <a:miter/>
                        </a:ln>
                      </p:spPr>
                    </p:pic>
                  </p:oleObj>
                </mc:Fallback>
              </mc:AlternateContent>
            </a:graphicData>
          </a:graphic>
        </p:graphicFrame>
      </p:grpSp>
      <p:grpSp>
        <p:nvGrpSpPr>
          <p:cNvPr id="118871" name="Group 87"/>
          <p:cNvGrpSpPr/>
          <p:nvPr/>
        </p:nvGrpSpPr>
        <p:grpSpPr>
          <a:xfrm>
            <a:off x="2681288" y="2616200"/>
            <a:ext cx="685800" cy="609600"/>
            <a:chOff x="4752" y="2640"/>
            <a:chExt cx="432" cy="384"/>
          </a:xfrm>
        </p:grpSpPr>
        <p:graphicFrame>
          <p:nvGraphicFramePr>
            <p:cNvPr id="17429" name="Object 88"/>
            <p:cNvGraphicFramePr>
              <a:graphicFrameLocks noChangeAspect="1"/>
            </p:cNvGraphicFramePr>
            <p:nvPr/>
          </p:nvGraphicFramePr>
          <p:xfrm>
            <a:off x="4848" y="2640"/>
            <a:ext cx="336" cy="302"/>
          </p:xfrm>
          <a:graphic>
            <a:graphicData uri="http://schemas.openxmlformats.org/presentationml/2006/ole">
              <mc:AlternateContent xmlns:mc="http://schemas.openxmlformats.org/markup-compatibility/2006">
                <mc:Choice xmlns:v="urn:schemas-microsoft-com:vml" Requires="v">
                  <p:oleObj spid="_x0000_s3086" name="" r:id="rId13" imgW="127000" imgH="114300" progId="Equation.3">
                    <p:embed/>
                  </p:oleObj>
                </mc:Choice>
                <mc:Fallback>
                  <p:oleObj name="" r:id="rId13" imgW="127000" imgH="114300" progId="Equation.3">
                    <p:embed/>
                    <p:pic>
                      <p:nvPicPr>
                        <p:cNvPr id="0" name="图片 3085"/>
                        <p:cNvPicPr/>
                        <p:nvPr/>
                      </p:nvPicPr>
                      <p:blipFill>
                        <a:blip r:embed="rId14"/>
                        <a:stretch>
                          <a:fillRect/>
                        </a:stretch>
                      </p:blipFill>
                      <p:spPr>
                        <a:xfrm>
                          <a:off x="4848" y="2640"/>
                          <a:ext cx="336" cy="302"/>
                        </a:xfrm>
                        <a:prstGeom prst="rect">
                          <a:avLst/>
                        </a:prstGeom>
                        <a:noFill/>
                        <a:ln w="38100">
                          <a:noFill/>
                          <a:miter/>
                        </a:ln>
                      </p:spPr>
                    </p:pic>
                  </p:oleObj>
                </mc:Fallback>
              </mc:AlternateContent>
            </a:graphicData>
          </a:graphic>
        </p:graphicFrame>
        <p:sp>
          <p:nvSpPr>
            <p:cNvPr id="17430" name="Arc 89"/>
            <p:cNvSpPr/>
            <p:nvPr/>
          </p:nvSpPr>
          <p:spPr>
            <a:xfrm>
              <a:off x="4752" y="2784"/>
              <a:ext cx="96" cy="240"/>
            </a:xfrm>
            <a:custGeom>
              <a:avLst/>
              <a:gdLst/>
              <a:ahLst/>
              <a:cxnLst>
                <a:cxn ang="0">
                  <a:pos x="0" y="0"/>
                </a:cxn>
                <a:cxn ang="0">
                  <a:pos x="0" y="3"/>
                </a:cxn>
                <a:cxn ang="0">
                  <a:pos x="0" y="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solidFill>
              <a:prstDash val="solid"/>
              <a:round/>
              <a:headEnd type="triangle" w="med" len="med"/>
              <a:tailEnd type="none" w="med" len="med"/>
            </a:ln>
          </p:spPr>
          <p:txBody>
            <a:bodyPr/>
            <a:p>
              <a:endParaRPr lang="zh-CN" altLang="en-US"/>
            </a:p>
          </p:txBody>
        </p:sp>
      </p:grpSp>
      <p:grpSp>
        <p:nvGrpSpPr>
          <p:cNvPr id="118874" name="Group 90"/>
          <p:cNvGrpSpPr/>
          <p:nvPr/>
        </p:nvGrpSpPr>
        <p:grpSpPr>
          <a:xfrm>
            <a:off x="1023938" y="2462213"/>
            <a:ext cx="1143000" cy="1504950"/>
            <a:chOff x="3696" y="2640"/>
            <a:chExt cx="720" cy="948"/>
          </a:xfrm>
        </p:grpSpPr>
        <p:grpSp>
          <p:nvGrpSpPr>
            <p:cNvPr id="17432" name="Group 91"/>
            <p:cNvGrpSpPr/>
            <p:nvPr/>
          </p:nvGrpSpPr>
          <p:grpSpPr>
            <a:xfrm>
              <a:off x="3696" y="2640"/>
              <a:ext cx="672" cy="948"/>
              <a:chOff x="3696" y="2592"/>
              <a:chExt cx="672" cy="948"/>
            </a:xfrm>
          </p:grpSpPr>
          <p:sp>
            <p:nvSpPr>
              <p:cNvPr id="17433" name="Line 92"/>
              <p:cNvSpPr/>
              <p:nvPr/>
            </p:nvSpPr>
            <p:spPr>
              <a:xfrm>
                <a:off x="3696" y="3264"/>
                <a:ext cx="0" cy="96"/>
              </a:xfrm>
              <a:prstGeom prst="line">
                <a:avLst/>
              </a:prstGeom>
              <a:ln w="9525" cap="flat" cmpd="sng">
                <a:solidFill>
                  <a:schemeClr val="tx1"/>
                </a:solidFill>
                <a:prstDash val="solid"/>
                <a:round/>
                <a:headEnd type="none" w="med" len="med"/>
                <a:tailEnd type="none" w="med" len="med"/>
              </a:ln>
            </p:spPr>
          </p:sp>
          <p:grpSp>
            <p:nvGrpSpPr>
              <p:cNvPr id="17434" name="Group 93"/>
              <p:cNvGrpSpPr/>
              <p:nvPr/>
            </p:nvGrpSpPr>
            <p:grpSpPr>
              <a:xfrm>
                <a:off x="3696" y="2592"/>
                <a:ext cx="672" cy="948"/>
                <a:chOff x="3696" y="2592"/>
                <a:chExt cx="672" cy="948"/>
              </a:xfrm>
            </p:grpSpPr>
            <p:sp>
              <p:nvSpPr>
                <p:cNvPr id="17435" name="Line 94"/>
                <p:cNvSpPr/>
                <p:nvPr/>
              </p:nvSpPr>
              <p:spPr>
                <a:xfrm>
                  <a:off x="3696" y="3360"/>
                  <a:ext cx="0" cy="96"/>
                </a:xfrm>
                <a:prstGeom prst="line">
                  <a:avLst/>
                </a:prstGeom>
                <a:ln w="9525" cap="flat" cmpd="sng">
                  <a:solidFill>
                    <a:schemeClr val="tx1"/>
                  </a:solidFill>
                  <a:prstDash val="solid"/>
                  <a:round/>
                  <a:headEnd type="none" w="med" len="med"/>
                  <a:tailEnd type="none" w="med" len="med"/>
                </a:ln>
              </p:spPr>
            </p:sp>
            <p:sp>
              <p:nvSpPr>
                <p:cNvPr id="17436" name="Line 95"/>
                <p:cNvSpPr/>
                <p:nvPr/>
              </p:nvSpPr>
              <p:spPr>
                <a:xfrm>
                  <a:off x="4128" y="3360"/>
                  <a:ext cx="240" cy="0"/>
                </a:xfrm>
                <a:prstGeom prst="line">
                  <a:avLst/>
                </a:prstGeom>
                <a:ln w="9525" cap="flat" cmpd="sng">
                  <a:solidFill>
                    <a:schemeClr val="tx1"/>
                  </a:solidFill>
                  <a:prstDash val="solid"/>
                  <a:round/>
                  <a:headEnd type="none" w="med" len="med"/>
                  <a:tailEnd type="triangle" w="med" len="med"/>
                </a:ln>
              </p:spPr>
            </p:sp>
            <p:sp>
              <p:nvSpPr>
                <p:cNvPr id="17437" name="Line 96"/>
                <p:cNvSpPr/>
                <p:nvPr/>
              </p:nvSpPr>
              <p:spPr>
                <a:xfrm flipH="1">
                  <a:off x="3696" y="3360"/>
                  <a:ext cx="192" cy="0"/>
                </a:xfrm>
                <a:prstGeom prst="line">
                  <a:avLst/>
                </a:prstGeom>
                <a:ln w="9525" cap="flat" cmpd="sng">
                  <a:solidFill>
                    <a:schemeClr val="tx1"/>
                  </a:solidFill>
                  <a:prstDash val="solid"/>
                  <a:round/>
                  <a:headEnd type="none" w="med" len="med"/>
                  <a:tailEnd type="triangle" w="med" len="med"/>
                </a:ln>
              </p:spPr>
            </p:sp>
            <p:graphicFrame>
              <p:nvGraphicFramePr>
                <p:cNvPr id="17438" name="Object 97"/>
                <p:cNvGraphicFramePr>
                  <a:graphicFrameLocks noChangeAspect="1"/>
                </p:cNvGraphicFramePr>
                <p:nvPr/>
              </p:nvGraphicFramePr>
              <p:xfrm>
                <a:off x="3889" y="3264"/>
                <a:ext cx="245" cy="276"/>
              </p:xfrm>
              <a:graphic>
                <a:graphicData uri="http://schemas.openxmlformats.org/presentationml/2006/ole">
                  <mc:AlternateContent xmlns:mc="http://schemas.openxmlformats.org/markup-compatibility/2006">
                    <mc:Choice xmlns:v="urn:schemas-microsoft-com:vml" Requires="v">
                      <p:oleObj spid="_x0000_s3080" name="" r:id="rId15" imgW="101600" imgH="114300" progId="Equation.3">
                        <p:embed/>
                      </p:oleObj>
                    </mc:Choice>
                    <mc:Fallback>
                      <p:oleObj name="" r:id="rId15" imgW="101600" imgH="114300" progId="Equation.3">
                        <p:embed/>
                        <p:pic>
                          <p:nvPicPr>
                            <p:cNvPr id="0" name="图片 3079"/>
                            <p:cNvPicPr/>
                            <p:nvPr/>
                          </p:nvPicPr>
                          <p:blipFill>
                            <a:blip r:embed="rId16"/>
                            <a:stretch>
                              <a:fillRect/>
                            </a:stretch>
                          </p:blipFill>
                          <p:spPr>
                            <a:xfrm>
                              <a:off x="3889" y="3264"/>
                              <a:ext cx="245" cy="276"/>
                            </a:xfrm>
                            <a:prstGeom prst="rect">
                              <a:avLst/>
                            </a:prstGeom>
                            <a:noFill/>
                            <a:ln w="38100">
                              <a:noFill/>
                              <a:miter/>
                            </a:ln>
                          </p:spPr>
                        </p:pic>
                      </p:oleObj>
                    </mc:Fallback>
                  </mc:AlternateContent>
                </a:graphicData>
              </a:graphic>
            </p:graphicFrame>
            <p:sp>
              <p:nvSpPr>
                <p:cNvPr id="17439" name="Line 98"/>
                <p:cNvSpPr/>
                <p:nvPr/>
              </p:nvSpPr>
              <p:spPr>
                <a:xfrm>
                  <a:off x="4368" y="2592"/>
                  <a:ext cx="0" cy="864"/>
                </a:xfrm>
                <a:prstGeom prst="line">
                  <a:avLst/>
                </a:prstGeom>
                <a:ln w="9525" cap="flat" cmpd="sng">
                  <a:solidFill>
                    <a:schemeClr val="tx1"/>
                  </a:solidFill>
                  <a:prstDash val="dash"/>
                  <a:round/>
                  <a:headEnd type="none" w="med" len="med"/>
                  <a:tailEnd type="none" w="med" len="med"/>
                </a:ln>
              </p:spPr>
            </p:sp>
          </p:grpSp>
        </p:grpSp>
        <p:sp>
          <p:nvSpPr>
            <p:cNvPr id="17440" name="Oval 99"/>
            <p:cNvSpPr/>
            <p:nvPr/>
          </p:nvSpPr>
          <p:spPr>
            <a:xfrm>
              <a:off x="4320" y="3216"/>
              <a:ext cx="96" cy="96"/>
            </a:xfrm>
            <a:prstGeom prst="ellipse">
              <a:avLst/>
            </a:prstGeom>
            <a:solidFill>
              <a:srgbClr val="FF0000"/>
            </a:solidFill>
            <a:ln w="9525" cap="flat" cmpd="sng">
              <a:solidFill>
                <a:schemeClr val="tx1"/>
              </a:solidFill>
              <a:prstDash val="solid"/>
              <a:round/>
              <a:headEnd type="none" w="med" len="med"/>
              <a:tailEnd type="none" w="med" len="med"/>
            </a:ln>
          </p:spPr>
          <p:txBody>
            <a:bodyPr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grpSp>
      <p:sp>
        <p:nvSpPr>
          <p:cNvPr id="118884" name="AutoShape 100"/>
          <p:cNvSpPr/>
          <p:nvPr/>
        </p:nvSpPr>
        <p:spPr>
          <a:xfrm>
            <a:off x="3455988" y="2433638"/>
            <a:ext cx="1835150" cy="503237"/>
          </a:xfrm>
          <a:prstGeom prst="wedgeEllipseCallout">
            <a:avLst>
              <a:gd name="adj1" fmla="val -81227"/>
              <a:gd name="adj2" fmla="val 75551"/>
            </a:avLst>
          </a:prstGeom>
          <a:noFill/>
          <a:ln w="19050" cap="flat" cmpd="sng">
            <a:solidFill>
              <a:srgbClr val="FF00FF"/>
            </a:solidFill>
            <a:prstDash val="dash"/>
            <a:miter/>
            <a:headEnd type="none" w="med" len="med"/>
            <a:tailEnd type="none" w="med" len="med"/>
          </a:ln>
        </p:spPr>
        <p:txBody>
          <a:bodyPr lIns="0" tIns="0" rIns="0" bIns="0" anchor="t" anchorCtr="0"/>
          <a:p>
            <a:pPr algn="ctr"/>
            <a:r>
              <a:rPr lang="zh-CN" altLang="en-US" sz="2400" b="1" dirty="0">
                <a:latin typeface="Arial" panose="020B0604020202020204" pitchFamily="34" charset="0"/>
                <a:ea typeface="宋体" panose="02010600030101010101" pitchFamily="2" charset="-122"/>
              </a:rPr>
              <a:t>逆时钟转</a:t>
            </a:r>
            <a:endParaRPr lang="zh-CN" altLang="en-US" sz="2400" b="1" dirty="0">
              <a:latin typeface="Arial" panose="020B0604020202020204" pitchFamily="34" charset="0"/>
              <a:ea typeface="宋体" panose="02010600030101010101" pitchFamily="2" charset="-122"/>
            </a:endParaRPr>
          </a:p>
        </p:txBody>
      </p:sp>
      <p:sp>
        <p:nvSpPr>
          <p:cNvPr id="17442" name="矩形 1"/>
          <p:cNvSpPr/>
          <p:nvPr/>
        </p:nvSpPr>
        <p:spPr>
          <a:xfrm>
            <a:off x="436563" y="327025"/>
            <a:ext cx="7481887" cy="565150"/>
          </a:xfrm>
          <a:prstGeom prst="rect">
            <a:avLst/>
          </a:prstGeom>
          <a:noFill/>
          <a:ln w="9525">
            <a:noFill/>
          </a:ln>
        </p:spPr>
        <p:txBody>
          <a:bodyPr wrap="square" anchor="t" anchorCtr="0">
            <a:spAutoFit/>
          </a:bodyPr>
          <a:p>
            <a:pPr>
              <a:lnSpc>
                <a:spcPct val="110000"/>
              </a:lnSpc>
            </a:pPr>
            <a:r>
              <a:rPr lang="zh-CN" altLang="en-US" sz="2800" b="1" dirty="0">
                <a:solidFill>
                  <a:srgbClr val="254265"/>
                </a:solidFill>
                <a:latin typeface="微软雅黑" panose="020B0503020204020204" charset="-122"/>
                <a:ea typeface="微软雅黑" panose="020B0503020204020204" charset="-122"/>
              </a:rPr>
              <a:t>四、</a:t>
            </a:r>
            <a:r>
              <a:rPr lang="zh-CN" altLang="en-US" sz="2800" b="1" dirty="0">
                <a:solidFill>
                  <a:srgbClr val="254265"/>
                </a:solidFill>
                <a:latin typeface="微软雅黑" panose="020B0503020204020204" charset="-122"/>
                <a:ea typeface="微软雅黑" panose="020B0503020204020204" charset="-122"/>
                <a:sym typeface="宋体" panose="02010600030101010101" pitchFamily="2" charset="-122"/>
              </a:rPr>
              <a:t>简谐振动的矢量图示法</a:t>
            </a:r>
            <a:endParaRPr lang="zh-CN" altLang="en-US" sz="2800" b="1" dirty="0">
              <a:solidFill>
                <a:srgbClr val="254265"/>
              </a:solidFill>
              <a:latin typeface="微软雅黑" panose="020B0503020204020204" charset="-122"/>
              <a:ea typeface="微软雅黑" panose="020B0503020204020204" charset="-122"/>
              <a:sym typeface="宋体" panose="02010600030101010101" pitchFamily="2" charset="-122"/>
            </a:endParaRPr>
          </a:p>
        </p:txBody>
      </p:sp>
      <p:sp>
        <p:nvSpPr>
          <p:cNvPr id="3" name="文本框 99"/>
          <p:cNvSpPr txBox="1"/>
          <p:nvPr/>
        </p:nvSpPr>
        <p:spPr>
          <a:xfrm>
            <a:off x="5026025" y="250825"/>
            <a:ext cx="3841750" cy="460375"/>
          </a:xfrm>
          <a:prstGeom prst="rect">
            <a:avLst/>
          </a:prstGeom>
          <a:noFill/>
          <a:ln w="19050" cap="flat" cmpd="sng">
            <a:solidFill>
              <a:srgbClr val="00B050"/>
            </a:solidFill>
            <a:prstDash val="solid"/>
            <a:round/>
            <a:headEnd type="none" w="med" len="med"/>
            <a:tailEnd type="none" w="med" len="med"/>
          </a:ln>
        </p:spPr>
        <p:txBody>
          <a:bodyPr wrap="square" anchor="t" anchorCtr="0">
            <a:spAutoFit/>
          </a:bodyPr>
          <a:p>
            <a:pPr indent="127000"/>
            <a:r>
              <a:rPr lang="zh-CN" altLang="zh-CN" sz="2400">
                <a:solidFill>
                  <a:srgbClr val="C00000"/>
                </a:solidFill>
                <a:latin typeface="微软雅黑" panose="020B0503020204020204" charset="-122"/>
                <a:ea typeface="微软雅黑" panose="020B0503020204020204" charset="-122"/>
              </a:rPr>
              <a:t>科学方法</a:t>
            </a:r>
            <a:r>
              <a:rPr lang="en-US" altLang="zh-CN" sz="2400">
                <a:solidFill>
                  <a:srgbClr val="C00000"/>
                </a:solidFill>
                <a:latin typeface="微软雅黑" panose="020B0503020204020204" charset="-122"/>
                <a:ea typeface="微软雅黑" panose="020B0503020204020204" charset="-122"/>
              </a:rPr>
              <a:t>——</a:t>
            </a:r>
            <a:r>
              <a:rPr lang="zh-CN" altLang="zh-CN" sz="2400">
                <a:solidFill>
                  <a:srgbClr val="C00000"/>
                </a:solidFill>
                <a:latin typeface="微软雅黑" panose="020B0503020204020204" charset="-122"/>
                <a:ea typeface="微软雅黑" panose="020B0503020204020204" charset="-122"/>
              </a:rPr>
              <a:t>集合与映射</a:t>
            </a:r>
            <a:endParaRPr lang="zh-CN" altLang="en-US" sz="2400">
              <a:solidFill>
                <a:srgbClr val="1A356C"/>
              </a:solidFill>
              <a:latin typeface="微软雅黑" panose="020B0503020204020204" charset="-122"/>
              <a:ea typeface="微软雅黑" panose="020B0503020204020204" charset="-122"/>
              <a:sym typeface="宋体" panose="02010600030101010101" pitchFamily="2" charset="-122"/>
            </a:endParaRPr>
          </a:p>
        </p:txBody>
      </p:sp>
      <p:grpSp>
        <p:nvGrpSpPr>
          <p:cNvPr id="40995" name="组合 4"/>
          <p:cNvGrpSpPr/>
          <p:nvPr/>
        </p:nvGrpSpPr>
        <p:grpSpPr>
          <a:xfrm>
            <a:off x="730250" y="4071938"/>
            <a:ext cx="5213350" cy="466725"/>
            <a:chOff x="1037" y="6115"/>
            <a:chExt cx="8210" cy="735"/>
          </a:xfrm>
        </p:grpSpPr>
        <p:graphicFrame>
          <p:nvGraphicFramePr>
            <p:cNvPr id="17445" name="Object 102"/>
            <p:cNvGraphicFramePr>
              <a:graphicFrameLocks noChangeAspect="1"/>
            </p:cNvGraphicFramePr>
            <p:nvPr/>
          </p:nvGraphicFramePr>
          <p:xfrm>
            <a:off x="3079" y="6115"/>
            <a:ext cx="488" cy="609"/>
          </p:xfrm>
          <a:graphic>
            <a:graphicData uri="http://schemas.openxmlformats.org/presentationml/2006/ole">
              <mc:AlternateContent xmlns:mc="http://schemas.openxmlformats.org/markup-compatibility/2006">
                <mc:Choice xmlns:v="urn:schemas-microsoft-com:vml" Requires="v">
                  <p:oleObj spid="_x0000_s3114" name="" r:id="rId17" imgW="152400" imgH="190500" progId="Equation.3">
                    <p:embed/>
                  </p:oleObj>
                </mc:Choice>
                <mc:Fallback>
                  <p:oleObj name="" r:id="rId17" imgW="152400" imgH="190500" progId="Equation.3">
                    <p:embed/>
                    <p:pic>
                      <p:nvPicPr>
                        <p:cNvPr id="0" name="图片 3113"/>
                        <p:cNvPicPr/>
                        <p:nvPr/>
                      </p:nvPicPr>
                      <p:blipFill>
                        <a:blip r:embed="rId18"/>
                        <a:stretch>
                          <a:fillRect/>
                        </a:stretch>
                      </p:blipFill>
                      <p:spPr>
                        <a:xfrm>
                          <a:off x="3079" y="6115"/>
                          <a:ext cx="488" cy="609"/>
                        </a:xfrm>
                        <a:prstGeom prst="rect">
                          <a:avLst/>
                        </a:prstGeom>
                        <a:noFill/>
                        <a:ln w="38100">
                          <a:noFill/>
                          <a:miter/>
                        </a:ln>
                      </p:spPr>
                    </p:pic>
                  </p:oleObj>
                </mc:Fallback>
              </mc:AlternateContent>
            </a:graphicData>
          </a:graphic>
        </p:graphicFrame>
        <p:sp>
          <p:nvSpPr>
            <p:cNvPr id="17446" name="Text Box 103"/>
            <p:cNvSpPr txBox="1"/>
            <p:nvPr/>
          </p:nvSpPr>
          <p:spPr>
            <a:xfrm>
              <a:off x="1037" y="6130"/>
              <a:ext cx="8210" cy="720"/>
            </a:xfrm>
            <a:prstGeom prst="rect">
              <a:avLst/>
            </a:prstGeom>
            <a:noFill/>
            <a:ln w="9525">
              <a:noFill/>
            </a:ln>
          </p:spPr>
          <p:txBody>
            <a:bodyPr wrap="none" anchor="t" anchorCtr="0">
              <a:spAutoFit/>
            </a:bodyPr>
            <a:p>
              <a:pPr algn="ctr" eaLnBrk="0" hangingPunct="0"/>
              <a:r>
                <a:rPr lang="zh-CN" altLang="en-US" sz="2400" b="1" dirty="0">
                  <a:latin typeface="Times New Roman" panose="02020603050405020304" pitchFamily="18" charset="0"/>
                  <a:ea typeface="宋体" panose="02010600030101010101" pitchFamily="2" charset="-122"/>
                </a:rPr>
                <a:t>旋转矢量    在</a:t>
              </a:r>
              <a:r>
                <a:rPr lang="en-US" altLang="zh-CN" sz="2400" b="1" dirty="0">
                  <a:latin typeface="Times New Roman" panose="02020603050405020304" pitchFamily="18" charset="0"/>
                  <a:ea typeface="宋体" panose="02010600030101010101" pitchFamily="2" charset="-122"/>
                </a:rPr>
                <a:t>x</a:t>
              </a:r>
              <a:r>
                <a:rPr lang="zh-CN" altLang="en-US" sz="2400" b="1" dirty="0">
                  <a:latin typeface="Times New Roman" panose="02020603050405020304" pitchFamily="18" charset="0"/>
                  <a:ea typeface="宋体" panose="02010600030101010101" pitchFamily="2" charset="-122"/>
                </a:rPr>
                <a:t>轴上的投影作简谐振动</a:t>
              </a:r>
              <a:endParaRPr lang="zh-CN" altLang="en-US" sz="2400" b="1" dirty="0">
                <a:latin typeface="Times New Roman" panose="02020603050405020304" pitchFamily="18" charset="0"/>
                <a:ea typeface="宋体" panose="02010600030101010101" pitchFamily="2" charset="-122"/>
              </a:endParaRPr>
            </a:p>
          </p:txBody>
        </p:sp>
      </p:grpSp>
      <p:graphicFrame>
        <p:nvGraphicFramePr>
          <p:cNvPr id="41000" name="Object 105"/>
          <p:cNvGraphicFramePr>
            <a:graphicFrameLocks noChangeAspect="1"/>
          </p:cNvGraphicFramePr>
          <p:nvPr/>
        </p:nvGraphicFramePr>
        <p:xfrm>
          <a:off x="5532438" y="5910263"/>
          <a:ext cx="293687" cy="441325"/>
        </p:xfrm>
        <a:graphic>
          <a:graphicData uri="http://schemas.openxmlformats.org/presentationml/2006/ole">
            <mc:AlternateContent xmlns:mc="http://schemas.openxmlformats.org/markup-compatibility/2006">
              <mc:Choice xmlns:v="urn:schemas-microsoft-com:vml" Requires="v">
                <p:oleObj spid="_x0000_s3115" name="" r:id="rId19" imgW="152400" imgH="190500" progId="Equation.3">
                  <p:embed/>
                </p:oleObj>
              </mc:Choice>
              <mc:Fallback>
                <p:oleObj name="" r:id="rId19" imgW="152400" imgH="190500" progId="Equation.3">
                  <p:embed/>
                  <p:pic>
                    <p:nvPicPr>
                      <p:cNvPr id="0" name="图片 3114"/>
                      <p:cNvPicPr/>
                      <p:nvPr/>
                    </p:nvPicPr>
                    <p:blipFill>
                      <a:blip r:embed="rId20"/>
                      <a:stretch>
                        <a:fillRect/>
                      </a:stretch>
                    </p:blipFill>
                    <p:spPr>
                      <a:xfrm>
                        <a:off x="5532438" y="5910263"/>
                        <a:ext cx="293687" cy="441325"/>
                      </a:xfrm>
                      <a:prstGeom prst="rect">
                        <a:avLst/>
                      </a:prstGeom>
                      <a:noFill/>
                      <a:ln w="38100">
                        <a:noFill/>
                        <a:miter/>
                      </a:ln>
                    </p:spPr>
                  </p:pic>
                </p:oleObj>
              </mc:Fallback>
            </mc:AlternateContent>
          </a:graphicData>
        </a:graphic>
      </p:graphicFrame>
      <p:graphicFrame>
        <p:nvGraphicFramePr>
          <p:cNvPr id="41001" name="Object 107"/>
          <p:cNvGraphicFramePr>
            <a:graphicFrameLocks noChangeAspect="1"/>
          </p:cNvGraphicFramePr>
          <p:nvPr/>
        </p:nvGraphicFramePr>
        <p:xfrm>
          <a:off x="2112963" y="5935663"/>
          <a:ext cx="276225" cy="415925"/>
        </p:xfrm>
        <a:graphic>
          <a:graphicData uri="http://schemas.openxmlformats.org/presentationml/2006/ole">
            <mc:AlternateContent xmlns:mc="http://schemas.openxmlformats.org/markup-compatibility/2006">
              <mc:Choice xmlns:v="urn:schemas-microsoft-com:vml" Requires="v">
                <p:oleObj spid="_x0000_s3116" name="" r:id="rId21" imgW="152400" imgH="190500" progId="Equation.3">
                  <p:embed/>
                </p:oleObj>
              </mc:Choice>
              <mc:Fallback>
                <p:oleObj name="" r:id="rId21" imgW="152400" imgH="190500" progId="Equation.3">
                  <p:embed/>
                  <p:pic>
                    <p:nvPicPr>
                      <p:cNvPr id="0" name="图片 3115"/>
                      <p:cNvPicPr/>
                      <p:nvPr/>
                    </p:nvPicPr>
                    <p:blipFill>
                      <a:blip r:embed="rId20"/>
                      <a:stretch>
                        <a:fillRect/>
                      </a:stretch>
                    </p:blipFill>
                    <p:spPr>
                      <a:xfrm>
                        <a:off x="2112963" y="5935663"/>
                        <a:ext cx="276225" cy="415925"/>
                      </a:xfrm>
                      <a:prstGeom prst="rect">
                        <a:avLst/>
                      </a:prstGeom>
                      <a:noFill/>
                      <a:ln w="38100">
                        <a:noFill/>
                        <a:miter/>
                      </a:ln>
                    </p:spPr>
                  </p:pic>
                </p:oleObj>
              </mc:Fallback>
            </mc:AlternateContent>
          </a:graphicData>
        </a:graphic>
      </p:graphicFrame>
      <p:sp>
        <p:nvSpPr>
          <p:cNvPr id="41002" name="Rectangle 106"/>
          <p:cNvSpPr/>
          <p:nvPr/>
        </p:nvSpPr>
        <p:spPr>
          <a:xfrm>
            <a:off x="892175" y="5956300"/>
            <a:ext cx="6883400" cy="460375"/>
          </a:xfrm>
          <a:prstGeom prst="rect">
            <a:avLst/>
          </a:prstGeom>
          <a:noFill/>
          <a:ln w="9525">
            <a:noFill/>
          </a:ln>
        </p:spPr>
        <p:txBody>
          <a:bodyPr wrap="square" anchor="t" anchorCtr="0">
            <a:spAutoFit/>
          </a:bodyPr>
          <a:p>
            <a:pPr>
              <a:spcBef>
                <a:spcPct val="50000"/>
              </a:spcBef>
            </a:pPr>
            <a:r>
              <a:rPr lang="en-US" altLang="zh-CN" sz="2400" i="1" dirty="0">
                <a:latin typeface="Bookman Old Style" panose="02050604050505020204" pitchFamily="18" charset="0"/>
                <a:ea typeface="宋体" panose="02010600030101010101" pitchFamily="2" charset="-122"/>
              </a:rPr>
              <a:t>v</a:t>
            </a:r>
            <a:r>
              <a:rPr lang="en-US" altLang="zh-CN" sz="2400" dirty="0">
                <a:latin typeface="Times New Roman" panose="02020603050405020304" pitchFamily="18" charset="0"/>
                <a:ea typeface="宋体" panose="02010600030101010101" pitchFamily="2" charset="-122"/>
              </a:rPr>
              <a:t>&gt;0,</a:t>
            </a:r>
            <a:r>
              <a:rPr lang="zh-CN" altLang="en-US" sz="2400" b="1" dirty="0">
                <a:latin typeface="Times New Roman" panose="02020603050405020304" pitchFamily="18" charset="0"/>
                <a:ea typeface="宋体" panose="02010600030101010101" pitchFamily="2" charset="-122"/>
              </a:rPr>
              <a:t>矢量     在</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象限，</a:t>
            </a:r>
            <a:r>
              <a:rPr lang="en-US" altLang="zh-CN" sz="2400" i="1" dirty="0">
                <a:latin typeface="Bookman Old Style" panose="02050604050505020204" pitchFamily="18" charset="0"/>
                <a:ea typeface="宋体" panose="02010600030101010101" pitchFamily="2" charset="-122"/>
              </a:rPr>
              <a:t>v</a:t>
            </a:r>
            <a:r>
              <a:rPr lang="en-US" altLang="zh-CN" sz="2400" i="1"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&lt;0,</a:t>
            </a:r>
            <a:r>
              <a:rPr lang="zh-CN" altLang="en-US" sz="2400" b="1" dirty="0">
                <a:latin typeface="Times New Roman" panose="02020603050405020304" pitchFamily="18" charset="0"/>
                <a:ea typeface="宋体" panose="02010600030101010101" pitchFamily="2" charset="-122"/>
              </a:rPr>
              <a:t>矢量     在</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象限。</a:t>
            </a:r>
            <a:endParaRPr lang="zh-CN" altLang="en-US" sz="2400" b="1" dirty="0">
              <a:latin typeface="Times New Roman" panose="02020603050405020304" pitchFamily="18" charset="0"/>
              <a:ea typeface="宋体" panose="02010600030101010101" pitchFamily="2" charset="-122"/>
            </a:endParaRPr>
          </a:p>
        </p:txBody>
      </p:sp>
      <p:sp>
        <p:nvSpPr>
          <p:cNvPr id="41003" name="Rectangle 112"/>
          <p:cNvSpPr/>
          <p:nvPr/>
        </p:nvSpPr>
        <p:spPr>
          <a:xfrm>
            <a:off x="782638" y="5381625"/>
            <a:ext cx="6992937" cy="1035050"/>
          </a:xfrm>
          <a:prstGeom prst="rect">
            <a:avLst/>
          </a:prstGeom>
          <a:noFill/>
          <a:ln w="19050" cap="flat" cmpd="sng">
            <a:solidFill>
              <a:srgbClr val="FF00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41004" name="Object 109"/>
          <p:cNvGraphicFramePr>
            <a:graphicFrameLocks noChangeAspect="1"/>
          </p:cNvGraphicFramePr>
          <p:nvPr/>
        </p:nvGraphicFramePr>
        <p:xfrm>
          <a:off x="2114550" y="5381625"/>
          <a:ext cx="323850" cy="463550"/>
        </p:xfrm>
        <a:graphic>
          <a:graphicData uri="http://schemas.openxmlformats.org/presentationml/2006/ole">
            <mc:AlternateContent xmlns:mc="http://schemas.openxmlformats.org/markup-compatibility/2006">
              <mc:Choice xmlns:v="urn:schemas-microsoft-com:vml" Requires="v">
                <p:oleObj spid="_x0000_s3117" name="" r:id="rId22" imgW="152400" imgH="190500" progId="Equation.3">
                  <p:embed/>
                </p:oleObj>
              </mc:Choice>
              <mc:Fallback>
                <p:oleObj name="" r:id="rId22" imgW="152400" imgH="190500" progId="Equation.3">
                  <p:embed/>
                  <p:pic>
                    <p:nvPicPr>
                      <p:cNvPr id="0" name="图片 3116"/>
                      <p:cNvPicPr/>
                      <p:nvPr/>
                    </p:nvPicPr>
                    <p:blipFill>
                      <a:blip r:embed="rId20"/>
                      <a:stretch>
                        <a:fillRect/>
                      </a:stretch>
                    </p:blipFill>
                    <p:spPr>
                      <a:xfrm>
                        <a:off x="2114550" y="5381625"/>
                        <a:ext cx="323850" cy="463550"/>
                      </a:xfrm>
                      <a:prstGeom prst="rect">
                        <a:avLst/>
                      </a:prstGeom>
                      <a:noFill/>
                      <a:ln w="38100">
                        <a:noFill/>
                        <a:miter/>
                      </a:ln>
                    </p:spPr>
                  </p:pic>
                </p:oleObj>
              </mc:Fallback>
            </mc:AlternateContent>
          </a:graphicData>
        </a:graphic>
      </p:graphicFrame>
      <p:sp>
        <p:nvSpPr>
          <p:cNvPr id="41005" name="Rectangle 110"/>
          <p:cNvSpPr/>
          <p:nvPr/>
        </p:nvSpPr>
        <p:spPr>
          <a:xfrm>
            <a:off x="896938" y="5429250"/>
            <a:ext cx="6784975" cy="460375"/>
          </a:xfrm>
          <a:prstGeom prst="rect">
            <a:avLst/>
          </a:prstGeom>
          <a:noFill/>
          <a:ln w="9525">
            <a:noFill/>
          </a:ln>
        </p:spPr>
        <p:txBody>
          <a:bodyPr wrap="square" anchor="t" anchorCtr="0">
            <a:spAutoFit/>
          </a:bodyPr>
          <a:p>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&gt;0,</a:t>
            </a:r>
            <a:r>
              <a:rPr lang="zh-CN" altLang="en-US" sz="2400" b="1" dirty="0">
                <a:latin typeface="Times New Roman" panose="02020603050405020304" pitchFamily="18" charset="0"/>
                <a:ea typeface="宋体" panose="02010600030101010101" pitchFamily="2" charset="-122"/>
              </a:rPr>
              <a:t>矢量     在</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象限，</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&lt;0,</a:t>
            </a:r>
            <a:r>
              <a:rPr lang="zh-CN" altLang="en-US" sz="2400" b="1" dirty="0">
                <a:latin typeface="Times New Roman" panose="02020603050405020304" pitchFamily="18" charset="0"/>
                <a:ea typeface="宋体" panose="02010600030101010101" pitchFamily="2" charset="-122"/>
              </a:rPr>
              <a:t>矢量      在</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象限</a:t>
            </a:r>
            <a:r>
              <a:rPr lang="zh-CN" altLang="en-US" sz="2400" b="1" dirty="0">
                <a:latin typeface="Impact" panose="020B0806030902050204" pitchFamily="34" charset="0"/>
                <a:ea typeface="宋体" panose="02010600030101010101" pitchFamily="2" charset="-122"/>
              </a:rPr>
              <a:t>；</a:t>
            </a:r>
            <a:endParaRPr lang="zh-CN" altLang="en-US" sz="2400" b="1" dirty="0">
              <a:latin typeface="Impact" panose="020B0806030902050204" pitchFamily="34" charset="0"/>
              <a:ea typeface="宋体" panose="02010600030101010101" pitchFamily="2" charset="-122"/>
            </a:endParaRPr>
          </a:p>
        </p:txBody>
      </p:sp>
      <p:graphicFrame>
        <p:nvGraphicFramePr>
          <p:cNvPr id="41006" name="Object 111"/>
          <p:cNvGraphicFramePr>
            <a:graphicFrameLocks noChangeAspect="1"/>
          </p:cNvGraphicFramePr>
          <p:nvPr/>
        </p:nvGraphicFramePr>
        <p:xfrm>
          <a:off x="5510213" y="5437188"/>
          <a:ext cx="284162" cy="407987"/>
        </p:xfrm>
        <a:graphic>
          <a:graphicData uri="http://schemas.openxmlformats.org/presentationml/2006/ole">
            <mc:AlternateContent xmlns:mc="http://schemas.openxmlformats.org/markup-compatibility/2006">
              <mc:Choice xmlns:v="urn:schemas-microsoft-com:vml" Requires="v">
                <p:oleObj spid="_x0000_s3113" name="" r:id="rId23" imgW="152400" imgH="190500" progId="Equation.3">
                  <p:embed/>
                </p:oleObj>
              </mc:Choice>
              <mc:Fallback>
                <p:oleObj name="" r:id="rId23" imgW="152400" imgH="190500" progId="Equation.3">
                  <p:embed/>
                  <p:pic>
                    <p:nvPicPr>
                      <p:cNvPr id="0" name="图片 3112"/>
                      <p:cNvPicPr/>
                      <p:nvPr/>
                    </p:nvPicPr>
                    <p:blipFill>
                      <a:blip r:embed="rId20"/>
                      <a:stretch>
                        <a:fillRect/>
                      </a:stretch>
                    </p:blipFill>
                    <p:spPr>
                      <a:xfrm>
                        <a:off x="5510213" y="5437188"/>
                        <a:ext cx="284162" cy="407987"/>
                      </a:xfrm>
                      <a:prstGeom prst="rect">
                        <a:avLst/>
                      </a:prstGeom>
                      <a:noFill/>
                      <a:ln w="38100">
                        <a:noFill/>
                        <a:miter/>
                      </a:ln>
                    </p:spPr>
                  </p:pic>
                </p:oleObj>
              </mc:Fallback>
            </mc:AlternateContent>
          </a:graphicData>
        </a:graphic>
      </p:graphicFrame>
      <p:sp>
        <p:nvSpPr>
          <p:cNvPr id="41007" name="Text Box 4"/>
          <p:cNvSpPr txBox="1"/>
          <p:nvPr/>
        </p:nvSpPr>
        <p:spPr>
          <a:xfrm>
            <a:off x="896938" y="4729163"/>
            <a:ext cx="4953000" cy="460375"/>
          </a:xfrm>
          <a:prstGeom prst="rect">
            <a:avLst/>
          </a:prstGeom>
          <a:noFill/>
          <a:ln w="9525">
            <a:noFill/>
          </a:ln>
        </p:spPr>
        <p:txBody>
          <a:bodyPr wrap="square" anchor="t" anchorCtr="0">
            <a:spAutoFit/>
          </a:bodyPr>
          <a:p>
            <a:pPr algn="just" eaLnBrk="0" hangingPunct="0"/>
            <a:r>
              <a:rPr lang="zh-CN" altLang="en-US" sz="2400" b="1" dirty="0">
                <a:solidFill>
                  <a:srgbClr val="FF0000"/>
                </a:solidFill>
                <a:latin typeface="等线" panose="02010600030101010101" charset="-122"/>
                <a:ea typeface="等线" panose="02010600030101010101" charset="-122"/>
              </a:rPr>
              <a:t>注意：旋转矢量状态的确定</a:t>
            </a:r>
            <a:endParaRPr lang="zh-CN" altLang="en-US" sz="2400" b="1" dirty="0">
              <a:solidFill>
                <a:srgbClr val="FF0000"/>
              </a:solidFill>
              <a:latin typeface="等线" panose="02010600030101010101" charset="-122"/>
              <a:ea typeface="等线" panose="02010600030101010101" charset="-122"/>
            </a:endParaRPr>
          </a:p>
        </p:txBody>
      </p:sp>
      <p:cxnSp>
        <p:nvCxnSpPr>
          <p:cNvPr id="6" name="直接箭头连接符 5"/>
          <p:cNvCxnSpPr/>
          <p:nvPr/>
        </p:nvCxnSpPr>
        <p:spPr>
          <a:xfrm flipH="1">
            <a:off x="5969000" y="992188"/>
            <a:ext cx="2103438" cy="0"/>
          </a:xfrm>
          <a:prstGeom prst="straightConnector1">
            <a:avLst/>
          </a:prstGeom>
          <a:ln w="15875">
            <a:solidFill>
              <a:srgbClr val="0066FF"/>
            </a:solidFill>
            <a:tailEnd type="arrow"/>
          </a:ln>
        </p:spPr>
        <p:style>
          <a:lnRef idx="1">
            <a:schemeClr val="accent1"/>
          </a:lnRef>
          <a:fillRef idx="0">
            <a:schemeClr val="accent1"/>
          </a:fillRef>
          <a:effectRef idx="0">
            <a:schemeClr val="accent1"/>
          </a:effectRef>
          <a:fontRef idx="minor">
            <a:schemeClr val="tx1"/>
          </a:fontRef>
        </p:style>
      </p:cxnSp>
      <p:sp>
        <p:nvSpPr>
          <p:cNvPr id="41011" name="Text Box 4"/>
          <p:cNvSpPr txBox="1"/>
          <p:nvPr/>
        </p:nvSpPr>
        <p:spPr>
          <a:xfrm>
            <a:off x="8016875" y="736600"/>
            <a:ext cx="917575" cy="460375"/>
          </a:xfrm>
          <a:prstGeom prst="rect">
            <a:avLst/>
          </a:prstGeom>
          <a:noFill/>
          <a:ln w="9525">
            <a:noFill/>
          </a:ln>
        </p:spPr>
        <p:txBody>
          <a:bodyPr wrap="square" anchor="t" anchorCtr="0">
            <a:spAutoFit/>
          </a:bodyPr>
          <a:p>
            <a:pPr algn="just" eaLnBrk="0" hangingPunct="0"/>
            <a:r>
              <a:rPr lang="en-US" altLang="zh-CN" sz="2400" b="1" i="1" dirty="0">
                <a:solidFill>
                  <a:srgbClr val="0000CC"/>
                </a:solidFill>
                <a:latin typeface="Bookman Old Style" panose="02050604050505020204" pitchFamily="18" charset="0"/>
                <a:ea typeface="楷体_GB2312" pitchFamily="49" charset="-122"/>
              </a:rPr>
              <a:t>v</a:t>
            </a:r>
            <a:r>
              <a:rPr lang="zh-CN" altLang="en-US" sz="2400" b="1" dirty="0">
                <a:solidFill>
                  <a:srgbClr val="0000CC"/>
                </a:solidFill>
                <a:latin typeface="楷体_GB2312" pitchFamily="49" charset="-122"/>
                <a:ea typeface="楷体_GB2312" pitchFamily="49" charset="-122"/>
              </a:rPr>
              <a:t>＜</a:t>
            </a:r>
            <a:r>
              <a:rPr lang="en-US" altLang="zh-CN" sz="2400" b="1" dirty="0">
                <a:solidFill>
                  <a:srgbClr val="0000CC"/>
                </a:solidFill>
                <a:latin typeface="楷体_GB2312" pitchFamily="49" charset="-122"/>
                <a:ea typeface="楷体_GB2312" pitchFamily="49" charset="-122"/>
              </a:rPr>
              <a:t>0</a:t>
            </a:r>
            <a:endParaRPr lang="en-US" altLang="zh-CN" sz="2400" b="1" dirty="0">
              <a:solidFill>
                <a:srgbClr val="0000CC"/>
              </a:solidFill>
              <a:latin typeface="楷体_GB2312" pitchFamily="49" charset="-122"/>
              <a:ea typeface="楷体_GB2312" pitchFamily="49" charset="-122"/>
            </a:endParaRPr>
          </a:p>
        </p:txBody>
      </p:sp>
      <p:cxnSp>
        <p:nvCxnSpPr>
          <p:cNvPr id="7" name="直接箭头连接符 6"/>
          <p:cNvCxnSpPr/>
          <p:nvPr/>
        </p:nvCxnSpPr>
        <p:spPr>
          <a:xfrm flipH="1">
            <a:off x="5969000" y="4289425"/>
            <a:ext cx="2103438" cy="0"/>
          </a:xfrm>
          <a:prstGeom prst="straightConnector1">
            <a:avLst/>
          </a:prstGeom>
          <a:ln w="158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1010" name="Text Box 4"/>
          <p:cNvSpPr txBox="1"/>
          <p:nvPr/>
        </p:nvSpPr>
        <p:spPr>
          <a:xfrm>
            <a:off x="8016875" y="4059238"/>
            <a:ext cx="917575" cy="460375"/>
          </a:xfrm>
          <a:prstGeom prst="rect">
            <a:avLst/>
          </a:prstGeom>
          <a:noFill/>
          <a:ln w="9525">
            <a:noFill/>
          </a:ln>
        </p:spPr>
        <p:txBody>
          <a:bodyPr wrap="square" anchor="t" anchorCtr="0">
            <a:spAutoFit/>
          </a:bodyPr>
          <a:p>
            <a:pPr algn="just" eaLnBrk="0" hangingPunct="0"/>
            <a:r>
              <a:rPr lang="en-US" altLang="zh-CN" sz="2400" b="1" i="1" dirty="0">
                <a:solidFill>
                  <a:srgbClr val="FF0000"/>
                </a:solidFill>
                <a:latin typeface="Bookman Old Style" panose="02050604050505020204" pitchFamily="18" charset="0"/>
                <a:ea typeface="楷体_GB2312" pitchFamily="49" charset="-122"/>
              </a:rPr>
              <a:t>v</a:t>
            </a:r>
            <a:r>
              <a:rPr lang="zh-CN" altLang="en-US" sz="2400" b="1" dirty="0">
                <a:solidFill>
                  <a:srgbClr val="FF0000"/>
                </a:solidFill>
                <a:latin typeface="楷体_GB2312" pitchFamily="49" charset="-122"/>
                <a:ea typeface="楷体_GB2312" pitchFamily="49" charset="-122"/>
              </a:rPr>
              <a:t>＞</a:t>
            </a:r>
            <a:r>
              <a:rPr lang="en-US" altLang="zh-CN" sz="2400" b="1" dirty="0">
                <a:solidFill>
                  <a:srgbClr val="FF0000"/>
                </a:solidFill>
                <a:latin typeface="楷体_GB2312" pitchFamily="49" charset="-122"/>
                <a:ea typeface="楷体_GB2312" pitchFamily="49" charset="-122"/>
              </a:rPr>
              <a:t>0</a:t>
            </a:r>
            <a:endParaRPr lang="en-US" altLang="zh-CN" sz="2400" b="1" dirty="0">
              <a:solidFill>
                <a:srgbClr val="FF0000"/>
              </a:solidFill>
              <a:latin typeface="楷体_GB2312" pitchFamily="49" charset="-122"/>
              <a:ea typeface="楷体_GB2312" pitchFamily="49" charset="-122"/>
            </a:endParaRPr>
          </a:p>
        </p:txBody>
      </p:sp>
      <p:pic>
        <p:nvPicPr>
          <p:cNvPr id="17459" name="图片 7"/>
          <p:cNvPicPr>
            <a:picLocks noChangeAspect="1"/>
          </p:cNvPicPr>
          <p:nvPr/>
        </p:nvPicPr>
        <p:blipFill>
          <a:blip r:embed="rId24"/>
          <a:stretch>
            <a:fillRect/>
          </a:stretch>
        </p:blipFill>
        <p:spPr>
          <a:xfrm>
            <a:off x="5651818" y="1127125"/>
            <a:ext cx="2933700" cy="28559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8853"/>
                                        </p:tgtEl>
                                        <p:attrNameLst>
                                          <p:attrName>style.visibility</p:attrName>
                                        </p:attrNameLst>
                                      </p:cBhvr>
                                      <p:to>
                                        <p:strVal val="visible"/>
                                      </p:to>
                                    </p:set>
                                    <p:animEffect transition="in" filter="wipe(left)">
                                      <p:cBhvr>
                                        <p:cTn id="7" dur="500"/>
                                        <p:tgtEl>
                                          <p:spTgt spid="1188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8854"/>
                                        </p:tgtEl>
                                        <p:attrNameLst>
                                          <p:attrName>style.visibility</p:attrName>
                                        </p:attrNameLst>
                                      </p:cBhvr>
                                      <p:to>
                                        <p:strVal val="visible"/>
                                      </p:to>
                                    </p:set>
                                    <p:animEffect transition="in" filter="wipe(left)">
                                      <p:cBhvr>
                                        <p:cTn id="12" dur="500"/>
                                        <p:tgtEl>
                                          <p:spTgt spid="118854"/>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499"/>
                                          </p:stCondLst>
                                        </p:cTn>
                                        <p:tgtEl>
                                          <p:spTgt spid="118861"/>
                                        </p:tgtEl>
                                        <p:attrNameLst>
                                          <p:attrName>style.visibility</p:attrName>
                                        </p:attrNameLst>
                                      </p:cBhvr>
                                      <p:to>
                                        <p:strVal val="visible"/>
                                      </p:to>
                                    </p:set>
                                  </p:childTnLst>
                                </p:cTn>
                              </p:par>
                            </p:childTnLst>
                          </p:cTn>
                        </p:par>
                        <p:par>
                          <p:cTn id="16" fill="hold">
                            <p:stCondLst>
                              <p:cond delay="1000"/>
                            </p:stCondLst>
                            <p:childTnLst>
                              <p:par>
                                <p:cTn id="17" presetID="1" presetClass="entr" presetSubtype="0" fill="hold" nodeType="afterEffect">
                                  <p:stCondLst>
                                    <p:cond delay="0"/>
                                  </p:stCondLst>
                                  <p:childTnLst>
                                    <p:set>
                                      <p:cBhvr>
                                        <p:cTn id="18" dur="1" fill="hold">
                                          <p:stCondLst>
                                            <p:cond delay="499"/>
                                          </p:stCondLst>
                                        </p:cTn>
                                        <p:tgtEl>
                                          <p:spTgt spid="118864"/>
                                        </p:tgtEl>
                                        <p:attrNameLst>
                                          <p:attrName>style.visibility</p:attrName>
                                        </p:attrNameLst>
                                      </p:cBhvr>
                                      <p:to>
                                        <p:strVal val="visible"/>
                                      </p:to>
                                    </p:set>
                                  </p:childTnLst>
                                </p:cTn>
                              </p:par>
                            </p:childTnLst>
                          </p:cTn>
                        </p:par>
                        <p:par>
                          <p:cTn id="19" fill="hold">
                            <p:stCondLst>
                              <p:cond delay="1500"/>
                            </p:stCondLst>
                            <p:childTnLst>
                              <p:par>
                                <p:cTn id="20" presetID="1" presetClass="entr" presetSubtype="0" fill="hold" nodeType="afterEffect">
                                  <p:stCondLst>
                                    <p:cond delay="0"/>
                                  </p:stCondLst>
                                  <p:childTnLst>
                                    <p:set>
                                      <p:cBhvr>
                                        <p:cTn id="21" dur="1" fill="hold">
                                          <p:stCondLst>
                                            <p:cond delay="499"/>
                                          </p:stCondLst>
                                        </p:cTn>
                                        <p:tgtEl>
                                          <p:spTgt spid="118871"/>
                                        </p:tgtEl>
                                        <p:attrNameLst>
                                          <p:attrName>style.visibility</p:attrName>
                                        </p:attrNameLst>
                                      </p:cBhvr>
                                      <p:to>
                                        <p:strVal val="visible"/>
                                      </p:to>
                                    </p:set>
                                  </p:childTnLst>
                                </p:cTn>
                              </p:par>
                            </p:childTnLst>
                          </p:cTn>
                        </p:par>
                        <p:par>
                          <p:cTn id="22" fill="hold">
                            <p:stCondLst>
                              <p:cond delay="2000"/>
                            </p:stCondLst>
                            <p:childTnLst>
                              <p:par>
                                <p:cTn id="23" presetID="22" presetClass="entr" presetSubtype="4" fill="hold" grpId="0" nodeType="afterEffect">
                                  <p:stCondLst>
                                    <p:cond delay="0"/>
                                  </p:stCondLst>
                                  <p:childTnLst>
                                    <p:set>
                                      <p:cBhvr>
                                        <p:cTn id="24" dur="1" fill="hold">
                                          <p:stCondLst>
                                            <p:cond delay="0"/>
                                          </p:stCondLst>
                                        </p:cTn>
                                        <p:tgtEl>
                                          <p:spTgt spid="118884"/>
                                        </p:tgtEl>
                                        <p:attrNameLst>
                                          <p:attrName>style.visibility</p:attrName>
                                        </p:attrNameLst>
                                      </p:cBhvr>
                                      <p:to>
                                        <p:strVal val="visible"/>
                                      </p:to>
                                    </p:set>
                                    <p:animEffect transition="in" filter="wipe(down)">
                                      <p:cBhvr>
                                        <p:cTn id="25" dur="500"/>
                                        <p:tgtEl>
                                          <p:spTgt spid="118884"/>
                                        </p:tgtEl>
                                      </p:cBhvr>
                                    </p:animEffect>
                                  </p:childTnLst>
                                </p:cTn>
                              </p:par>
                            </p:childTnLst>
                          </p:cTn>
                        </p:par>
                        <p:par>
                          <p:cTn id="26" fill="hold">
                            <p:stCondLst>
                              <p:cond delay="2500"/>
                            </p:stCondLst>
                            <p:childTnLst>
                              <p:par>
                                <p:cTn id="27" presetID="1" presetClass="entr" presetSubtype="0" fill="hold" nodeType="afterEffect">
                                  <p:stCondLst>
                                    <p:cond delay="0"/>
                                  </p:stCondLst>
                                  <p:childTnLst>
                                    <p:set>
                                      <p:cBhvr>
                                        <p:cTn id="28" dur="1" fill="hold">
                                          <p:stCondLst>
                                            <p:cond delay="499"/>
                                          </p:stCondLst>
                                        </p:cTn>
                                        <p:tgtEl>
                                          <p:spTgt spid="118858"/>
                                        </p:tgtEl>
                                        <p:attrNameLst>
                                          <p:attrName>style.visibility</p:attrName>
                                        </p:attrNameLst>
                                      </p:cBhvr>
                                      <p:to>
                                        <p:strVal val="visible"/>
                                      </p:to>
                                    </p:set>
                                  </p:childTnLst>
                                </p:cTn>
                              </p:par>
                            </p:childTnLst>
                          </p:cTn>
                        </p:par>
                        <p:par>
                          <p:cTn id="29" fill="hold">
                            <p:stCondLst>
                              <p:cond delay="3000"/>
                            </p:stCondLst>
                            <p:childTnLst>
                              <p:par>
                                <p:cTn id="30" presetID="1" presetClass="entr" presetSubtype="0" fill="hold" nodeType="afterEffect">
                                  <p:stCondLst>
                                    <p:cond delay="0"/>
                                  </p:stCondLst>
                                  <p:childTnLst>
                                    <p:set>
                                      <p:cBhvr>
                                        <p:cTn id="31" dur="1" fill="hold">
                                          <p:stCondLst>
                                            <p:cond delay="499"/>
                                          </p:stCondLst>
                                        </p:cTn>
                                        <p:tgtEl>
                                          <p:spTgt spid="118867"/>
                                        </p:tgtEl>
                                        <p:attrNameLst>
                                          <p:attrName>style.visibility</p:attrName>
                                        </p:attrNameLst>
                                      </p:cBhvr>
                                      <p:to>
                                        <p:strVal val="visible"/>
                                      </p:to>
                                    </p:set>
                                  </p:childTnLst>
                                </p:cTn>
                              </p:par>
                            </p:childTnLst>
                          </p:cTn>
                        </p:par>
                        <p:par>
                          <p:cTn id="32" fill="hold">
                            <p:stCondLst>
                              <p:cond delay="3500"/>
                            </p:stCondLst>
                            <p:childTnLst>
                              <p:par>
                                <p:cTn id="33" presetID="16" presetClass="entr" presetSubtype="37" fill="hold" nodeType="afterEffect">
                                  <p:stCondLst>
                                    <p:cond delay="0"/>
                                  </p:stCondLst>
                                  <p:childTnLst>
                                    <p:set>
                                      <p:cBhvr>
                                        <p:cTn id="34" dur="1" fill="hold">
                                          <p:stCondLst>
                                            <p:cond delay="0"/>
                                          </p:stCondLst>
                                        </p:cTn>
                                        <p:tgtEl>
                                          <p:spTgt spid="118874"/>
                                        </p:tgtEl>
                                        <p:attrNameLst>
                                          <p:attrName>style.visibility</p:attrName>
                                        </p:attrNameLst>
                                      </p:cBhvr>
                                      <p:to>
                                        <p:strVal val="visible"/>
                                      </p:to>
                                    </p:set>
                                    <p:animEffect transition="in" filter="barn(outVertical)">
                                      <p:cBhvr>
                                        <p:cTn id="35" dur="500"/>
                                        <p:tgtEl>
                                          <p:spTgt spid="118874"/>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40995"/>
                                        </p:tgtEl>
                                        <p:attrNameLst>
                                          <p:attrName>style.visibility</p:attrName>
                                        </p:attrNameLst>
                                      </p:cBhvr>
                                      <p:to>
                                        <p:strVal val="visible"/>
                                      </p:to>
                                    </p:set>
                                    <p:animEffect transition="in" filter="barn(inVertical)">
                                      <p:cBhvr>
                                        <p:cTn id="40" dur="500"/>
                                        <p:tgtEl>
                                          <p:spTgt spid="40995"/>
                                        </p:tgtEl>
                                      </p:cBhvr>
                                    </p:animEffect>
                                  </p:childTnLst>
                                </p:cTn>
                              </p:par>
                            </p:childTnLst>
                          </p:cTn>
                        </p:par>
                        <p:par>
                          <p:cTn id="41" fill="hold">
                            <p:stCondLst>
                              <p:cond delay="500"/>
                            </p:stCondLst>
                            <p:childTnLst>
                              <p:par>
                                <p:cTn id="42" presetID="21" presetClass="entr" presetSubtype="4" fill="hold" grpId="0" nodeType="afterEffect">
                                  <p:stCondLst>
                                    <p:cond delay="0"/>
                                  </p:stCondLst>
                                  <p:childTnLst>
                                    <p:set>
                                      <p:cBhvr>
                                        <p:cTn id="43" dur="1000" fill="hold">
                                          <p:stCondLst>
                                            <p:cond delay="0"/>
                                          </p:stCondLst>
                                        </p:cTn>
                                        <p:tgtEl>
                                          <p:spTgt spid="3"/>
                                        </p:tgtEl>
                                        <p:attrNameLst>
                                          <p:attrName>style.visibility</p:attrName>
                                        </p:attrNameLst>
                                      </p:cBhvr>
                                      <p:to>
                                        <p:strVal val="visible"/>
                                      </p:to>
                                    </p:set>
                                    <p:animEffect transition="in" filter="wheel(4)">
                                      <p:cBhvr>
                                        <p:cTn id="44" dur="1000"/>
                                        <p:tgtEl>
                                          <p:spTgt spid="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1007"/>
                                        </p:tgtEl>
                                        <p:attrNameLst>
                                          <p:attrName>style.visibility</p:attrName>
                                        </p:attrNameLst>
                                      </p:cBhvr>
                                      <p:to>
                                        <p:strVal val="visible"/>
                                      </p:to>
                                    </p:set>
                                    <p:animEffect transition="in" filter="wipe(left)">
                                      <p:cBhvr>
                                        <p:cTn id="49" dur="500"/>
                                        <p:tgtEl>
                                          <p:spTgt spid="4100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right)">
                                      <p:cBhvr>
                                        <p:cTn id="54" dur="500"/>
                                        <p:tgtEl>
                                          <p:spTgt spid="6"/>
                                        </p:tgtEl>
                                      </p:cBhvr>
                                    </p:animEffect>
                                  </p:childTnLst>
                                </p:cTn>
                              </p:par>
                            </p:childTnLst>
                          </p:cTn>
                        </p:par>
                        <p:par>
                          <p:cTn id="55" fill="hold">
                            <p:stCondLst>
                              <p:cond delay="500"/>
                            </p:stCondLst>
                            <p:childTnLst>
                              <p:par>
                                <p:cTn id="56" presetID="22" presetClass="entr" presetSubtype="2" fill="hold" grpId="0" nodeType="afterEffect">
                                  <p:stCondLst>
                                    <p:cond delay="0"/>
                                  </p:stCondLst>
                                  <p:childTnLst>
                                    <p:set>
                                      <p:cBhvr>
                                        <p:cTn id="57" dur="1" fill="hold">
                                          <p:stCondLst>
                                            <p:cond delay="0"/>
                                          </p:stCondLst>
                                        </p:cTn>
                                        <p:tgtEl>
                                          <p:spTgt spid="41011"/>
                                        </p:tgtEl>
                                        <p:attrNameLst>
                                          <p:attrName>style.visibility</p:attrName>
                                        </p:attrNameLst>
                                      </p:cBhvr>
                                      <p:to>
                                        <p:strVal val="visible"/>
                                      </p:to>
                                    </p:set>
                                    <p:animEffect transition="in" filter="wipe(right)">
                                      <p:cBhvr>
                                        <p:cTn id="58" dur="500"/>
                                        <p:tgtEl>
                                          <p:spTgt spid="4101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wipe(left)">
                                      <p:cBhvr>
                                        <p:cTn id="63" dur="500"/>
                                        <p:tgtEl>
                                          <p:spTgt spid="7"/>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41010"/>
                                        </p:tgtEl>
                                        <p:attrNameLst>
                                          <p:attrName>style.visibility</p:attrName>
                                        </p:attrNameLst>
                                      </p:cBhvr>
                                      <p:to>
                                        <p:strVal val="visible"/>
                                      </p:to>
                                    </p:set>
                                    <p:animEffect transition="in" filter="wipe(left)">
                                      <p:cBhvr>
                                        <p:cTn id="67" dur="500"/>
                                        <p:tgtEl>
                                          <p:spTgt spid="4101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41000"/>
                                        </p:tgtEl>
                                        <p:attrNameLst>
                                          <p:attrName>style.visibility</p:attrName>
                                        </p:attrNameLst>
                                      </p:cBhvr>
                                      <p:to>
                                        <p:strVal val="visible"/>
                                      </p:to>
                                    </p:set>
                                    <p:animEffect transition="in" filter="wipe(down)">
                                      <p:cBhvr>
                                        <p:cTn id="72" dur="500"/>
                                        <p:tgtEl>
                                          <p:spTgt spid="41000"/>
                                        </p:tgtEl>
                                      </p:cBhvr>
                                    </p:animEffect>
                                  </p:childTnLst>
                                </p:cTn>
                              </p:par>
                              <p:par>
                                <p:cTn id="73" presetID="22" presetClass="entr" presetSubtype="4" fill="hold" nodeType="withEffect">
                                  <p:stCondLst>
                                    <p:cond delay="0"/>
                                  </p:stCondLst>
                                  <p:childTnLst>
                                    <p:set>
                                      <p:cBhvr>
                                        <p:cTn id="74" dur="1" fill="hold">
                                          <p:stCondLst>
                                            <p:cond delay="0"/>
                                          </p:stCondLst>
                                        </p:cTn>
                                        <p:tgtEl>
                                          <p:spTgt spid="41001"/>
                                        </p:tgtEl>
                                        <p:attrNameLst>
                                          <p:attrName>style.visibility</p:attrName>
                                        </p:attrNameLst>
                                      </p:cBhvr>
                                      <p:to>
                                        <p:strVal val="visible"/>
                                      </p:to>
                                    </p:set>
                                    <p:animEffect transition="in" filter="wipe(down)">
                                      <p:cBhvr>
                                        <p:cTn id="75" dur="500"/>
                                        <p:tgtEl>
                                          <p:spTgt spid="41001"/>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41002"/>
                                        </p:tgtEl>
                                        <p:attrNameLst>
                                          <p:attrName>style.visibility</p:attrName>
                                        </p:attrNameLst>
                                      </p:cBhvr>
                                      <p:to>
                                        <p:strVal val="visible"/>
                                      </p:to>
                                    </p:set>
                                    <p:animEffect transition="in" filter="wipe(down)">
                                      <p:cBhvr>
                                        <p:cTn id="78" dur="500"/>
                                        <p:tgtEl>
                                          <p:spTgt spid="41002"/>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41003"/>
                                        </p:tgtEl>
                                        <p:attrNameLst>
                                          <p:attrName>style.visibility</p:attrName>
                                        </p:attrNameLst>
                                      </p:cBhvr>
                                      <p:to>
                                        <p:strVal val="visible"/>
                                      </p:to>
                                    </p:set>
                                    <p:animEffect transition="in" filter="wipe(down)">
                                      <p:cBhvr>
                                        <p:cTn id="81" dur="500"/>
                                        <p:tgtEl>
                                          <p:spTgt spid="41003"/>
                                        </p:tgtEl>
                                      </p:cBhvr>
                                    </p:animEffect>
                                  </p:childTnLst>
                                </p:cTn>
                              </p:par>
                              <p:par>
                                <p:cTn id="82" presetID="22" presetClass="entr" presetSubtype="4" fill="hold" nodeType="withEffect">
                                  <p:stCondLst>
                                    <p:cond delay="0"/>
                                  </p:stCondLst>
                                  <p:childTnLst>
                                    <p:set>
                                      <p:cBhvr>
                                        <p:cTn id="83" dur="1" fill="hold">
                                          <p:stCondLst>
                                            <p:cond delay="0"/>
                                          </p:stCondLst>
                                        </p:cTn>
                                        <p:tgtEl>
                                          <p:spTgt spid="41004"/>
                                        </p:tgtEl>
                                        <p:attrNameLst>
                                          <p:attrName>style.visibility</p:attrName>
                                        </p:attrNameLst>
                                      </p:cBhvr>
                                      <p:to>
                                        <p:strVal val="visible"/>
                                      </p:to>
                                    </p:set>
                                    <p:animEffect transition="in" filter="wipe(down)">
                                      <p:cBhvr>
                                        <p:cTn id="84" dur="500"/>
                                        <p:tgtEl>
                                          <p:spTgt spid="41004"/>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41005"/>
                                        </p:tgtEl>
                                        <p:attrNameLst>
                                          <p:attrName>style.visibility</p:attrName>
                                        </p:attrNameLst>
                                      </p:cBhvr>
                                      <p:to>
                                        <p:strVal val="visible"/>
                                      </p:to>
                                    </p:set>
                                    <p:animEffect transition="in" filter="wipe(down)">
                                      <p:cBhvr>
                                        <p:cTn id="87" dur="500"/>
                                        <p:tgtEl>
                                          <p:spTgt spid="41005"/>
                                        </p:tgtEl>
                                      </p:cBhvr>
                                    </p:animEffect>
                                  </p:childTnLst>
                                </p:cTn>
                              </p:par>
                              <p:par>
                                <p:cTn id="88" presetID="22" presetClass="entr" presetSubtype="4" fill="hold" nodeType="withEffect">
                                  <p:stCondLst>
                                    <p:cond delay="0"/>
                                  </p:stCondLst>
                                  <p:childTnLst>
                                    <p:set>
                                      <p:cBhvr>
                                        <p:cTn id="89" dur="1" fill="hold">
                                          <p:stCondLst>
                                            <p:cond delay="0"/>
                                          </p:stCondLst>
                                        </p:cTn>
                                        <p:tgtEl>
                                          <p:spTgt spid="41006"/>
                                        </p:tgtEl>
                                        <p:attrNameLst>
                                          <p:attrName>style.visibility</p:attrName>
                                        </p:attrNameLst>
                                      </p:cBhvr>
                                      <p:to>
                                        <p:strVal val="visible"/>
                                      </p:to>
                                    </p:set>
                                    <p:animEffect transition="in" filter="wipe(down)">
                                      <p:cBhvr>
                                        <p:cTn id="90" dur="500"/>
                                        <p:tgtEl>
                                          <p:spTgt spid="4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84" grpId="0" bldLvl="0" animBg="1"/>
      <p:bldP spid="3" grpId="0" bldLvl="0" animBg="1"/>
      <p:bldP spid="41002" grpId="0"/>
      <p:bldP spid="41003" grpId="0" bldLvl="0" animBg="1"/>
      <p:bldP spid="41005" grpId="0"/>
      <p:bldP spid="41007" grpId="0"/>
      <p:bldP spid="41011" grpId="0"/>
      <p:bldP spid="410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aphicFrame>
        <p:nvGraphicFramePr>
          <p:cNvPr id="180226" name="Object 2"/>
          <p:cNvGraphicFramePr>
            <a:graphicFrameLocks noChangeAspect="1"/>
          </p:cNvGraphicFramePr>
          <p:nvPr/>
        </p:nvGraphicFramePr>
        <p:xfrm>
          <a:off x="3981450" y="1339850"/>
          <a:ext cx="3013075" cy="588963"/>
        </p:xfrm>
        <a:graphic>
          <a:graphicData uri="http://schemas.openxmlformats.org/presentationml/2006/ole">
            <mc:AlternateContent xmlns:mc="http://schemas.openxmlformats.org/markup-compatibility/2006">
              <mc:Choice xmlns:v="urn:schemas-microsoft-com:vml" Requires="v">
                <p:oleObj spid="_x0000_s3124" name="" r:id="rId1" imgW="1091565" imgH="215900" progId="Equation.3">
                  <p:embed/>
                </p:oleObj>
              </mc:Choice>
              <mc:Fallback>
                <p:oleObj name="" r:id="rId1" imgW="1091565" imgH="215900" progId="Equation.3">
                  <p:embed/>
                  <p:pic>
                    <p:nvPicPr>
                      <p:cNvPr id="0" name="图片 3123"/>
                      <p:cNvPicPr/>
                      <p:nvPr/>
                    </p:nvPicPr>
                    <p:blipFill>
                      <a:blip r:embed="rId2"/>
                      <a:stretch>
                        <a:fillRect/>
                      </a:stretch>
                    </p:blipFill>
                    <p:spPr>
                      <a:xfrm>
                        <a:off x="3981450" y="1339850"/>
                        <a:ext cx="3013075" cy="588963"/>
                      </a:xfrm>
                      <a:prstGeom prst="rect">
                        <a:avLst/>
                      </a:prstGeom>
                      <a:noFill/>
                      <a:ln w="38100">
                        <a:noFill/>
                        <a:miter/>
                      </a:ln>
                    </p:spPr>
                  </p:pic>
                </p:oleObj>
              </mc:Fallback>
            </mc:AlternateContent>
          </a:graphicData>
        </a:graphic>
      </p:graphicFrame>
      <p:grpSp>
        <p:nvGrpSpPr>
          <p:cNvPr id="180231" name="Group 7"/>
          <p:cNvGrpSpPr/>
          <p:nvPr/>
        </p:nvGrpSpPr>
        <p:grpSpPr>
          <a:xfrm>
            <a:off x="5311775" y="5486400"/>
            <a:ext cx="3679825" cy="609600"/>
            <a:chOff x="2640" y="3120"/>
            <a:chExt cx="2942" cy="384"/>
          </a:xfrm>
        </p:grpSpPr>
        <p:graphicFrame>
          <p:nvGraphicFramePr>
            <p:cNvPr id="18436" name="Object 8"/>
            <p:cNvGraphicFramePr>
              <a:graphicFrameLocks noChangeAspect="1"/>
            </p:cNvGraphicFramePr>
            <p:nvPr/>
          </p:nvGraphicFramePr>
          <p:xfrm>
            <a:off x="5280" y="3120"/>
            <a:ext cx="302" cy="336"/>
          </p:xfrm>
          <a:graphic>
            <a:graphicData uri="http://schemas.openxmlformats.org/presentationml/2006/ole">
              <mc:AlternateContent xmlns:mc="http://schemas.openxmlformats.org/markup-compatibility/2006">
                <mc:Choice xmlns:v="urn:schemas-microsoft-com:vml" Requires="v">
                  <p:oleObj spid="_x0000_s3119" name="" r:id="rId3" imgW="127000" imgH="139700" progId="Equation.3">
                    <p:embed/>
                  </p:oleObj>
                </mc:Choice>
                <mc:Fallback>
                  <p:oleObj name="" r:id="rId3" imgW="127000" imgH="139700" progId="Equation.3">
                    <p:embed/>
                    <p:pic>
                      <p:nvPicPr>
                        <p:cNvPr id="0" name="图片 3118"/>
                        <p:cNvPicPr/>
                        <p:nvPr/>
                      </p:nvPicPr>
                      <p:blipFill>
                        <a:blip r:embed="rId4"/>
                        <a:stretch>
                          <a:fillRect/>
                        </a:stretch>
                      </p:blipFill>
                      <p:spPr>
                        <a:xfrm>
                          <a:off x="5280" y="3120"/>
                          <a:ext cx="302" cy="336"/>
                        </a:xfrm>
                        <a:prstGeom prst="rect">
                          <a:avLst/>
                        </a:prstGeom>
                        <a:noFill/>
                        <a:ln w="38100">
                          <a:noFill/>
                          <a:miter/>
                        </a:ln>
                      </p:spPr>
                    </p:pic>
                  </p:oleObj>
                </mc:Fallback>
              </mc:AlternateContent>
            </a:graphicData>
          </a:graphic>
        </p:graphicFrame>
        <p:sp>
          <p:nvSpPr>
            <p:cNvPr id="18437" name="Line 9"/>
            <p:cNvSpPr/>
            <p:nvPr/>
          </p:nvSpPr>
          <p:spPr>
            <a:xfrm>
              <a:off x="2640" y="3504"/>
              <a:ext cx="2832" cy="0"/>
            </a:xfrm>
            <a:prstGeom prst="line">
              <a:avLst/>
            </a:prstGeom>
            <a:ln w="28575" cap="flat" cmpd="sng">
              <a:solidFill>
                <a:schemeClr val="tx1"/>
              </a:solidFill>
              <a:prstDash val="solid"/>
              <a:round/>
              <a:headEnd type="none" w="med" len="med"/>
              <a:tailEnd type="triangle" w="med" len="med"/>
            </a:ln>
          </p:spPr>
        </p:sp>
      </p:grpSp>
      <p:sp>
        <p:nvSpPr>
          <p:cNvPr id="180234" name="Line 10"/>
          <p:cNvSpPr/>
          <p:nvPr/>
        </p:nvSpPr>
        <p:spPr>
          <a:xfrm>
            <a:off x="6988175" y="2971800"/>
            <a:ext cx="0" cy="3124200"/>
          </a:xfrm>
          <a:prstGeom prst="line">
            <a:avLst/>
          </a:prstGeom>
          <a:ln w="28575" cap="rnd" cmpd="sng">
            <a:solidFill>
              <a:schemeClr val="tx1"/>
            </a:solidFill>
            <a:prstDash val="sysDot"/>
            <a:round/>
            <a:headEnd type="none" w="med" len="med"/>
            <a:tailEnd type="none" w="med" len="med"/>
          </a:ln>
        </p:spPr>
      </p:sp>
      <p:sp>
        <p:nvSpPr>
          <p:cNvPr id="180235" name="Line 11"/>
          <p:cNvSpPr/>
          <p:nvPr/>
        </p:nvSpPr>
        <p:spPr>
          <a:xfrm>
            <a:off x="7445375" y="3581400"/>
            <a:ext cx="0" cy="2514600"/>
          </a:xfrm>
          <a:prstGeom prst="line">
            <a:avLst/>
          </a:prstGeom>
          <a:ln w="9525" cap="rnd" cmpd="sng">
            <a:solidFill>
              <a:schemeClr val="tx1"/>
            </a:solidFill>
            <a:prstDash val="sysDot"/>
            <a:round/>
            <a:headEnd type="none" w="med" len="med"/>
            <a:tailEnd type="none" w="med" len="med"/>
          </a:ln>
        </p:spPr>
      </p:sp>
      <p:sp>
        <p:nvSpPr>
          <p:cNvPr id="180236" name="Text Box 12"/>
          <p:cNvSpPr txBox="1"/>
          <p:nvPr/>
        </p:nvSpPr>
        <p:spPr>
          <a:xfrm>
            <a:off x="444500" y="1982788"/>
            <a:ext cx="7391400" cy="1014412"/>
          </a:xfrm>
          <a:prstGeom prst="rect">
            <a:avLst/>
          </a:prstGeom>
          <a:noFill/>
          <a:ln w="9525">
            <a:noFill/>
          </a:ln>
        </p:spPr>
        <p:txBody>
          <a:bodyPr anchor="t" anchorCtr="0">
            <a:spAutoFit/>
          </a:bodyPr>
          <a:p>
            <a:pPr>
              <a:spcBef>
                <a:spcPct val="50000"/>
              </a:spcBef>
            </a:pPr>
            <a:r>
              <a:rPr lang="zh-CN" altLang="en-US" sz="2400" b="1" dirty="0">
                <a:latin typeface="Times New Roman" panose="02020603050405020304" pitchFamily="18" charset="0"/>
                <a:ea typeface="楷体_GB2312" pitchFamily="49" charset="-122"/>
                <a:sym typeface="Monotype Sorts" pitchFamily="2" charset="2"/>
              </a:rPr>
              <a:t>如  文字叙述说   </a:t>
            </a:r>
            <a:r>
              <a:rPr lang="en-US" altLang="zh-CN" sz="2400" b="1" i="1" dirty="0">
                <a:latin typeface="Times New Roman" panose="02020603050405020304" pitchFamily="18" charset="0"/>
                <a:ea typeface="楷体_GB2312" pitchFamily="49" charset="-122"/>
                <a:sym typeface="Monotype Sorts" pitchFamily="2" charset="2"/>
              </a:rPr>
              <a:t>t  </a:t>
            </a:r>
            <a:r>
              <a:rPr lang="zh-CN" altLang="en-US" sz="2400" b="1" dirty="0">
                <a:latin typeface="Times New Roman" panose="02020603050405020304" pitchFamily="18" charset="0"/>
                <a:ea typeface="楷体_GB2312" pitchFamily="49" charset="-122"/>
                <a:sym typeface="Monotype Sorts" pitchFamily="2" charset="2"/>
              </a:rPr>
              <a:t>时刻弹簧振子质点</a:t>
            </a:r>
            <a:endParaRPr lang="zh-CN" altLang="en-US" sz="2400" b="1" dirty="0">
              <a:latin typeface="Times New Roman" panose="02020603050405020304" pitchFamily="18" charset="0"/>
              <a:ea typeface="楷体_GB2312" pitchFamily="49" charset="-122"/>
              <a:sym typeface="Monotype Sorts" pitchFamily="2" charset="2"/>
            </a:endParaRPr>
          </a:p>
          <a:p>
            <a:pPr>
              <a:spcBef>
                <a:spcPct val="50000"/>
              </a:spcBef>
              <a:buChar char="•"/>
            </a:pPr>
            <a:r>
              <a:rPr lang="zh-CN" altLang="en-US" sz="2400" b="1" dirty="0">
                <a:latin typeface="Times New Roman" panose="02020603050405020304" pitchFamily="18" charset="0"/>
                <a:ea typeface="楷体_GB2312" pitchFamily="49" charset="-122"/>
                <a:sym typeface="Monotype Sorts" pitchFamily="2" charset="2"/>
              </a:rPr>
              <a:t> </a:t>
            </a:r>
            <a:r>
              <a:rPr lang="zh-CN" altLang="en-US" sz="2400" b="1" dirty="0">
                <a:latin typeface="Times New Roman" panose="02020603050405020304" pitchFamily="18" charset="0"/>
                <a:ea typeface="楷体_GB2312" pitchFamily="49" charset="-122"/>
              </a:rPr>
              <a:t>在正的端点</a:t>
            </a:r>
            <a:endParaRPr lang="zh-CN" altLang="en-US" sz="2400" b="1" dirty="0">
              <a:latin typeface="Times New Roman" panose="02020603050405020304" pitchFamily="18" charset="0"/>
              <a:ea typeface="楷体_GB2312" pitchFamily="49" charset="-122"/>
            </a:endParaRPr>
          </a:p>
        </p:txBody>
      </p:sp>
      <p:graphicFrame>
        <p:nvGraphicFramePr>
          <p:cNvPr id="180237" name="Object 13"/>
          <p:cNvGraphicFramePr>
            <a:graphicFrameLocks noChangeAspect="1"/>
          </p:cNvGraphicFramePr>
          <p:nvPr/>
        </p:nvGraphicFramePr>
        <p:xfrm>
          <a:off x="3057525" y="3146425"/>
          <a:ext cx="990600" cy="457200"/>
        </p:xfrm>
        <a:graphic>
          <a:graphicData uri="http://schemas.openxmlformats.org/presentationml/2006/ole">
            <mc:AlternateContent xmlns:mc="http://schemas.openxmlformats.org/markup-compatibility/2006">
              <mc:Choice xmlns:v="urn:schemas-microsoft-com:vml" Requires="v">
                <p:oleObj spid="_x0000_s3120" name="" r:id="rId5" imgW="380365" imgH="177800" progId="Equation.3">
                  <p:embed/>
                </p:oleObj>
              </mc:Choice>
              <mc:Fallback>
                <p:oleObj name="" r:id="rId5" imgW="380365" imgH="177800" progId="Equation.3">
                  <p:embed/>
                  <p:pic>
                    <p:nvPicPr>
                      <p:cNvPr id="0" name="图片 3119"/>
                      <p:cNvPicPr/>
                      <p:nvPr/>
                    </p:nvPicPr>
                    <p:blipFill>
                      <a:blip r:embed="rId6"/>
                      <a:stretch>
                        <a:fillRect/>
                      </a:stretch>
                    </p:blipFill>
                    <p:spPr>
                      <a:xfrm>
                        <a:off x="3057525" y="3146425"/>
                        <a:ext cx="990600" cy="457200"/>
                      </a:xfrm>
                      <a:prstGeom prst="rect">
                        <a:avLst/>
                      </a:prstGeom>
                      <a:noFill/>
                      <a:ln w="38100">
                        <a:noFill/>
                        <a:miter/>
                      </a:ln>
                    </p:spPr>
                  </p:pic>
                </p:oleObj>
              </mc:Fallback>
            </mc:AlternateContent>
          </a:graphicData>
        </a:graphic>
      </p:graphicFrame>
      <p:graphicFrame>
        <p:nvGraphicFramePr>
          <p:cNvPr id="180238" name="Object 14"/>
          <p:cNvGraphicFramePr>
            <a:graphicFrameLocks noChangeAspect="1"/>
          </p:cNvGraphicFramePr>
          <p:nvPr/>
        </p:nvGraphicFramePr>
        <p:xfrm>
          <a:off x="596900" y="3192463"/>
          <a:ext cx="1644650" cy="503237"/>
        </p:xfrm>
        <a:graphic>
          <a:graphicData uri="http://schemas.openxmlformats.org/presentationml/2006/ole">
            <mc:AlternateContent xmlns:mc="http://schemas.openxmlformats.org/markup-compatibility/2006">
              <mc:Choice xmlns:v="urn:schemas-microsoft-com:vml" Requires="v">
                <p:oleObj spid="_x0000_s3126" name="" r:id="rId7" imgW="660400" imgH="203200" progId="Equation.3">
                  <p:embed/>
                </p:oleObj>
              </mc:Choice>
              <mc:Fallback>
                <p:oleObj name="" r:id="rId7" imgW="660400" imgH="203200" progId="Equation.3">
                  <p:embed/>
                  <p:pic>
                    <p:nvPicPr>
                      <p:cNvPr id="0" name="图片 3125"/>
                      <p:cNvPicPr/>
                      <p:nvPr/>
                    </p:nvPicPr>
                    <p:blipFill>
                      <a:blip r:embed="rId8"/>
                      <a:stretch>
                        <a:fillRect/>
                      </a:stretch>
                    </p:blipFill>
                    <p:spPr>
                      <a:xfrm>
                        <a:off x="596900" y="3192463"/>
                        <a:ext cx="1644650" cy="503237"/>
                      </a:xfrm>
                      <a:prstGeom prst="rect">
                        <a:avLst/>
                      </a:prstGeom>
                      <a:noFill/>
                      <a:ln w="38100">
                        <a:noFill/>
                        <a:miter/>
                      </a:ln>
                    </p:spPr>
                  </p:pic>
                </p:oleObj>
              </mc:Fallback>
            </mc:AlternateContent>
          </a:graphicData>
        </a:graphic>
      </p:graphicFrame>
      <p:sp>
        <p:nvSpPr>
          <p:cNvPr id="180239" name="Text Box 15"/>
          <p:cNvSpPr txBox="1"/>
          <p:nvPr/>
        </p:nvSpPr>
        <p:spPr>
          <a:xfrm>
            <a:off x="2438400" y="2532063"/>
            <a:ext cx="3657600" cy="460375"/>
          </a:xfrm>
          <a:prstGeom prst="rect">
            <a:avLst/>
          </a:prstGeom>
          <a:noFill/>
          <a:ln w="9525">
            <a:noFill/>
          </a:ln>
        </p:spPr>
        <p:txBody>
          <a:bodyPr anchor="t" anchorCtr="0">
            <a:spAutoFit/>
          </a:bodyPr>
          <a:p>
            <a:pPr>
              <a:spcBef>
                <a:spcPct val="50000"/>
              </a:spcBef>
            </a:pPr>
            <a:r>
              <a:rPr lang="zh-CN" altLang="en-US" sz="2400" b="1" dirty="0">
                <a:solidFill>
                  <a:srgbClr val="0000FF"/>
                </a:solidFill>
                <a:latin typeface="Times New Roman" panose="02020603050405020304" pitchFamily="18" charset="0"/>
                <a:ea typeface="楷体_GB2312" pitchFamily="49" charset="-122"/>
              </a:rPr>
              <a:t>旋矢与轴夹角为零</a:t>
            </a:r>
            <a:endParaRPr lang="zh-CN" altLang="en-US" sz="2400" b="1" dirty="0">
              <a:solidFill>
                <a:srgbClr val="0000FF"/>
              </a:solidFill>
              <a:latin typeface="Times New Roman" panose="02020603050405020304" pitchFamily="18" charset="0"/>
              <a:ea typeface="楷体_GB2312" pitchFamily="49" charset="-122"/>
            </a:endParaRPr>
          </a:p>
        </p:txBody>
      </p:sp>
      <p:grpSp>
        <p:nvGrpSpPr>
          <p:cNvPr id="180240" name="Group 16"/>
          <p:cNvGrpSpPr/>
          <p:nvPr/>
        </p:nvGrpSpPr>
        <p:grpSpPr>
          <a:xfrm>
            <a:off x="7292975" y="5867400"/>
            <a:ext cx="392113" cy="615950"/>
            <a:chOff x="4368" y="3360"/>
            <a:chExt cx="247" cy="388"/>
          </a:xfrm>
        </p:grpSpPr>
        <p:sp>
          <p:nvSpPr>
            <p:cNvPr id="18445" name="Rectangle 17"/>
            <p:cNvSpPr/>
            <p:nvPr/>
          </p:nvSpPr>
          <p:spPr>
            <a:xfrm>
              <a:off x="4368" y="3360"/>
              <a:ext cx="192" cy="144"/>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8446" name="Object 18"/>
            <p:cNvGraphicFramePr>
              <a:graphicFrameLocks noChangeAspect="1"/>
            </p:cNvGraphicFramePr>
            <p:nvPr/>
          </p:nvGraphicFramePr>
          <p:xfrm>
            <a:off x="4416" y="3504"/>
            <a:ext cx="199" cy="244"/>
          </p:xfrm>
          <a:graphic>
            <a:graphicData uri="http://schemas.openxmlformats.org/presentationml/2006/ole">
              <mc:AlternateContent xmlns:mc="http://schemas.openxmlformats.org/markup-compatibility/2006">
                <mc:Choice xmlns:v="urn:schemas-microsoft-com:vml" Requires="v">
                  <p:oleObj spid="_x0000_s3121" name="" r:id="rId9" imgW="88900" imgH="164465" progId="Equation.3">
                    <p:embed/>
                  </p:oleObj>
                </mc:Choice>
                <mc:Fallback>
                  <p:oleObj name="" r:id="rId9" imgW="88900" imgH="164465" progId="Equation.3">
                    <p:embed/>
                    <p:pic>
                      <p:nvPicPr>
                        <p:cNvPr id="0" name="图片 3120"/>
                        <p:cNvPicPr/>
                        <p:nvPr/>
                      </p:nvPicPr>
                      <p:blipFill>
                        <a:blip r:embed="rId10"/>
                        <a:stretch>
                          <a:fillRect/>
                        </a:stretch>
                      </p:blipFill>
                      <p:spPr>
                        <a:xfrm>
                          <a:off x="4416" y="3504"/>
                          <a:ext cx="199" cy="244"/>
                        </a:xfrm>
                        <a:prstGeom prst="rect">
                          <a:avLst/>
                        </a:prstGeom>
                        <a:noFill/>
                        <a:ln w="38100">
                          <a:noFill/>
                          <a:miter/>
                        </a:ln>
                      </p:spPr>
                    </p:pic>
                  </p:oleObj>
                </mc:Fallback>
              </mc:AlternateContent>
            </a:graphicData>
          </a:graphic>
        </p:graphicFrame>
      </p:grpSp>
      <p:grpSp>
        <p:nvGrpSpPr>
          <p:cNvPr id="180243" name="Group 19"/>
          <p:cNvGrpSpPr/>
          <p:nvPr/>
        </p:nvGrpSpPr>
        <p:grpSpPr>
          <a:xfrm>
            <a:off x="6759575" y="5867400"/>
            <a:ext cx="381000" cy="609600"/>
            <a:chOff x="4032" y="3360"/>
            <a:chExt cx="240" cy="384"/>
          </a:xfrm>
        </p:grpSpPr>
        <p:sp>
          <p:nvSpPr>
            <p:cNvPr id="18448" name="Rectangle 20"/>
            <p:cNvSpPr/>
            <p:nvPr/>
          </p:nvSpPr>
          <p:spPr>
            <a:xfrm>
              <a:off x="4080" y="3360"/>
              <a:ext cx="192" cy="144"/>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8449" name="Object 21"/>
            <p:cNvGraphicFramePr>
              <a:graphicFrameLocks noChangeAspect="1"/>
            </p:cNvGraphicFramePr>
            <p:nvPr/>
          </p:nvGraphicFramePr>
          <p:xfrm>
            <a:off x="4032" y="3504"/>
            <a:ext cx="183" cy="240"/>
          </p:xfrm>
          <a:graphic>
            <a:graphicData uri="http://schemas.openxmlformats.org/presentationml/2006/ole">
              <mc:AlternateContent xmlns:mc="http://schemas.openxmlformats.org/markup-compatibility/2006">
                <mc:Choice xmlns:v="urn:schemas-microsoft-com:vml" Requires="v">
                  <p:oleObj spid="_x0000_s3125" name="" r:id="rId11" imgW="127000" imgH="165100" progId="Equation.3">
                    <p:embed/>
                  </p:oleObj>
                </mc:Choice>
                <mc:Fallback>
                  <p:oleObj name="" r:id="rId11" imgW="127000" imgH="165100" progId="Equation.3">
                    <p:embed/>
                    <p:pic>
                      <p:nvPicPr>
                        <p:cNvPr id="0" name="图片 3124"/>
                        <p:cNvPicPr/>
                        <p:nvPr/>
                      </p:nvPicPr>
                      <p:blipFill>
                        <a:blip r:embed="rId12"/>
                        <a:stretch>
                          <a:fillRect/>
                        </a:stretch>
                      </p:blipFill>
                      <p:spPr>
                        <a:xfrm>
                          <a:off x="4032" y="3504"/>
                          <a:ext cx="183" cy="240"/>
                        </a:xfrm>
                        <a:prstGeom prst="rect">
                          <a:avLst/>
                        </a:prstGeom>
                        <a:noFill/>
                        <a:ln w="38100">
                          <a:noFill/>
                          <a:miter/>
                        </a:ln>
                      </p:spPr>
                    </p:pic>
                  </p:oleObj>
                </mc:Fallback>
              </mc:AlternateContent>
            </a:graphicData>
          </a:graphic>
        </p:graphicFrame>
      </p:grpSp>
      <p:graphicFrame>
        <p:nvGraphicFramePr>
          <p:cNvPr id="180246" name="Object 22"/>
          <p:cNvGraphicFramePr>
            <a:graphicFrameLocks noChangeAspect="1"/>
          </p:cNvGraphicFramePr>
          <p:nvPr/>
        </p:nvGraphicFramePr>
        <p:xfrm>
          <a:off x="838200" y="5049838"/>
          <a:ext cx="1403350" cy="906462"/>
        </p:xfrm>
        <a:graphic>
          <a:graphicData uri="http://schemas.openxmlformats.org/presentationml/2006/ole">
            <mc:AlternateContent xmlns:mc="http://schemas.openxmlformats.org/markup-compatibility/2006">
              <mc:Choice xmlns:v="urn:schemas-microsoft-com:vml" Requires="v">
                <p:oleObj spid="_x0000_s3122" name="" r:id="rId13" imgW="735965" imgH="393700" progId="Equation.3">
                  <p:embed/>
                </p:oleObj>
              </mc:Choice>
              <mc:Fallback>
                <p:oleObj name="" r:id="rId13" imgW="735965" imgH="393700" progId="Equation.3">
                  <p:embed/>
                  <p:pic>
                    <p:nvPicPr>
                      <p:cNvPr id="0" name="图片 3121"/>
                      <p:cNvPicPr/>
                      <p:nvPr/>
                    </p:nvPicPr>
                    <p:blipFill>
                      <a:blip r:embed="rId14"/>
                      <a:stretch>
                        <a:fillRect/>
                      </a:stretch>
                    </p:blipFill>
                    <p:spPr>
                      <a:xfrm>
                        <a:off x="838200" y="5049838"/>
                        <a:ext cx="1403350" cy="906462"/>
                      </a:xfrm>
                      <a:prstGeom prst="rect">
                        <a:avLst/>
                      </a:prstGeom>
                      <a:noFill/>
                      <a:ln w="38100">
                        <a:noFill/>
                        <a:miter/>
                      </a:ln>
                    </p:spPr>
                  </p:pic>
                </p:oleObj>
              </mc:Fallback>
            </mc:AlternateContent>
          </a:graphicData>
        </a:graphic>
      </p:graphicFrame>
      <p:sp>
        <p:nvSpPr>
          <p:cNvPr id="180247" name="Text Box 23"/>
          <p:cNvSpPr txBox="1"/>
          <p:nvPr/>
        </p:nvSpPr>
        <p:spPr>
          <a:xfrm>
            <a:off x="447675" y="3911600"/>
            <a:ext cx="4648200" cy="830263"/>
          </a:xfrm>
          <a:prstGeom prst="rect">
            <a:avLst/>
          </a:prstGeom>
          <a:noFill/>
          <a:ln w="9525">
            <a:noFill/>
          </a:ln>
        </p:spPr>
        <p:txBody>
          <a:bodyPr anchor="t" anchorCtr="0">
            <a:spAutoFit/>
          </a:bodyPr>
          <a:p>
            <a:pPr>
              <a:spcBef>
                <a:spcPct val="50000"/>
              </a:spcBef>
              <a:buChar char="•"/>
            </a:pPr>
            <a:r>
              <a:rPr lang="en-US" altLang="zh-CN" sz="2400" b="1" dirty="0">
                <a:solidFill>
                  <a:schemeClr val="accent2"/>
                </a:solidFill>
                <a:latin typeface="Times New Roman" panose="02020603050405020304" pitchFamily="18" charset="0"/>
                <a:ea typeface="楷体_GB2312" pitchFamily="49" charset="-122"/>
                <a:sym typeface="Monotype Sorts" pitchFamily="2" charset="2"/>
              </a:rPr>
              <a:t> </a:t>
            </a:r>
            <a:r>
              <a:rPr lang="zh-CN" altLang="en-US" sz="2400" b="1" dirty="0">
                <a:solidFill>
                  <a:schemeClr val="accent2"/>
                </a:solidFill>
                <a:latin typeface="Times New Roman" panose="02020603050405020304" pitchFamily="18" charset="0"/>
                <a:ea typeface="楷体_GB2312" pitchFamily="49" charset="-122"/>
                <a:sym typeface="Monotype Sorts" pitchFamily="2" charset="2"/>
              </a:rPr>
              <a:t>质点经二分之一振幅处向负方向运动</a:t>
            </a:r>
            <a:endParaRPr lang="zh-CN" altLang="en-US" sz="2400" b="1" dirty="0">
              <a:solidFill>
                <a:schemeClr val="accent2"/>
              </a:solidFill>
              <a:latin typeface="Times New Roman" panose="02020603050405020304" pitchFamily="18" charset="0"/>
              <a:ea typeface="楷体_GB2312" pitchFamily="49" charset="-122"/>
            </a:endParaRPr>
          </a:p>
        </p:txBody>
      </p:sp>
      <p:grpSp>
        <p:nvGrpSpPr>
          <p:cNvPr id="180248" name="Group 24"/>
          <p:cNvGrpSpPr/>
          <p:nvPr/>
        </p:nvGrpSpPr>
        <p:grpSpPr>
          <a:xfrm>
            <a:off x="4625975" y="2743200"/>
            <a:ext cx="4594225" cy="1752600"/>
            <a:chOff x="2688" y="1200"/>
            <a:chExt cx="2894" cy="1104"/>
          </a:xfrm>
        </p:grpSpPr>
        <p:grpSp>
          <p:nvGrpSpPr>
            <p:cNvPr id="18453" name="Group 25"/>
            <p:cNvGrpSpPr/>
            <p:nvPr/>
          </p:nvGrpSpPr>
          <p:grpSpPr>
            <a:xfrm>
              <a:off x="2688" y="1488"/>
              <a:ext cx="2894" cy="336"/>
              <a:chOff x="2688" y="1824"/>
              <a:chExt cx="2894" cy="336"/>
            </a:xfrm>
          </p:grpSpPr>
          <p:graphicFrame>
            <p:nvGraphicFramePr>
              <p:cNvPr id="18454" name="Object 26"/>
              <p:cNvGraphicFramePr>
                <a:graphicFrameLocks noChangeAspect="1"/>
              </p:cNvGraphicFramePr>
              <p:nvPr/>
            </p:nvGraphicFramePr>
            <p:xfrm>
              <a:off x="5280" y="1824"/>
              <a:ext cx="302" cy="336"/>
            </p:xfrm>
            <a:graphic>
              <a:graphicData uri="http://schemas.openxmlformats.org/presentationml/2006/ole">
                <mc:AlternateContent xmlns:mc="http://schemas.openxmlformats.org/markup-compatibility/2006">
                  <mc:Choice xmlns:v="urn:schemas-microsoft-com:vml" Requires="v">
                    <p:oleObj spid="_x0000_s3123" name="" r:id="rId15" imgW="127000" imgH="139700" progId="Equation.3">
                      <p:embed/>
                    </p:oleObj>
                  </mc:Choice>
                  <mc:Fallback>
                    <p:oleObj name="" r:id="rId15" imgW="127000" imgH="139700" progId="Equation.3">
                      <p:embed/>
                      <p:pic>
                        <p:nvPicPr>
                          <p:cNvPr id="0" name="图片 3122"/>
                          <p:cNvPicPr/>
                          <p:nvPr/>
                        </p:nvPicPr>
                        <p:blipFill>
                          <a:blip r:embed="rId4"/>
                          <a:stretch>
                            <a:fillRect/>
                          </a:stretch>
                        </p:blipFill>
                        <p:spPr>
                          <a:xfrm>
                            <a:off x="5280" y="1824"/>
                            <a:ext cx="302" cy="336"/>
                          </a:xfrm>
                          <a:prstGeom prst="rect">
                            <a:avLst/>
                          </a:prstGeom>
                          <a:noFill/>
                          <a:ln w="38100">
                            <a:noFill/>
                            <a:miter/>
                          </a:ln>
                        </p:spPr>
                      </p:pic>
                    </p:oleObj>
                  </mc:Fallback>
                </mc:AlternateContent>
              </a:graphicData>
            </a:graphic>
          </p:graphicFrame>
          <p:sp>
            <p:nvSpPr>
              <p:cNvPr id="18455" name="Line 27"/>
              <p:cNvSpPr/>
              <p:nvPr/>
            </p:nvSpPr>
            <p:spPr>
              <a:xfrm>
                <a:off x="2688" y="2064"/>
                <a:ext cx="2640" cy="0"/>
              </a:xfrm>
              <a:prstGeom prst="line">
                <a:avLst/>
              </a:prstGeom>
              <a:ln w="38100" cap="flat" cmpd="sng">
                <a:solidFill>
                  <a:schemeClr val="tx1"/>
                </a:solidFill>
                <a:prstDash val="solid"/>
                <a:round/>
                <a:headEnd type="none" w="med" len="med"/>
                <a:tailEnd type="triangle" w="med" len="med"/>
              </a:ln>
            </p:spPr>
          </p:sp>
          <p:sp>
            <p:nvSpPr>
              <p:cNvPr id="18456" name="Oval 28"/>
              <p:cNvSpPr/>
              <p:nvPr/>
            </p:nvSpPr>
            <p:spPr>
              <a:xfrm>
                <a:off x="3840" y="2016"/>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aphicFrame>
          <p:nvGraphicFramePr>
            <p:cNvPr id="18457" name="Object 29"/>
            <p:cNvGraphicFramePr>
              <a:graphicFrameLocks noChangeAspect="1"/>
            </p:cNvGraphicFramePr>
            <p:nvPr/>
          </p:nvGraphicFramePr>
          <p:xfrm>
            <a:off x="3758" y="1728"/>
            <a:ext cx="211" cy="232"/>
          </p:xfrm>
          <a:graphic>
            <a:graphicData uri="http://schemas.openxmlformats.org/presentationml/2006/ole">
              <mc:AlternateContent xmlns:mc="http://schemas.openxmlformats.org/markup-compatibility/2006">
                <mc:Choice xmlns:v="urn:schemas-microsoft-com:vml" Requires="v">
                  <p:oleObj spid="_x0000_s3127" name="" r:id="rId16" imgW="127000" imgH="139700" progId="Equation.3">
                    <p:embed/>
                  </p:oleObj>
                </mc:Choice>
                <mc:Fallback>
                  <p:oleObj name="" r:id="rId16" imgW="127000" imgH="139700" progId="Equation.3">
                    <p:embed/>
                    <p:pic>
                      <p:nvPicPr>
                        <p:cNvPr id="0" name="图片 3126"/>
                        <p:cNvPicPr/>
                        <p:nvPr/>
                      </p:nvPicPr>
                      <p:blipFill>
                        <a:blip r:embed="rId17"/>
                        <a:stretch>
                          <a:fillRect/>
                        </a:stretch>
                      </p:blipFill>
                      <p:spPr>
                        <a:xfrm>
                          <a:off x="3758" y="1728"/>
                          <a:ext cx="211" cy="232"/>
                        </a:xfrm>
                        <a:prstGeom prst="rect">
                          <a:avLst/>
                        </a:prstGeom>
                        <a:noFill/>
                        <a:ln w="38100">
                          <a:noFill/>
                          <a:miter/>
                        </a:ln>
                      </p:spPr>
                    </p:pic>
                  </p:oleObj>
                </mc:Fallback>
              </mc:AlternateContent>
            </a:graphicData>
          </a:graphic>
        </p:graphicFrame>
        <p:sp>
          <p:nvSpPr>
            <p:cNvPr id="18458" name="Oval 30"/>
            <p:cNvSpPr/>
            <p:nvPr/>
          </p:nvSpPr>
          <p:spPr>
            <a:xfrm>
              <a:off x="3264" y="1200"/>
              <a:ext cx="1200" cy="1104"/>
            </a:xfrm>
            <a:prstGeom prst="ellipse">
              <a:avLst/>
            </a:prstGeom>
            <a:noFill/>
            <a:ln w="9525" cap="flat" cmpd="sng">
              <a:solidFill>
                <a:schemeClr val="tx1"/>
              </a:solidFill>
              <a:prstDash val="sysDot"/>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80255" name="Group 31"/>
          <p:cNvGrpSpPr/>
          <p:nvPr/>
        </p:nvGrpSpPr>
        <p:grpSpPr>
          <a:xfrm>
            <a:off x="6530975" y="3352800"/>
            <a:ext cx="1370013" cy="588963"/>
            <a:chOff x="3888" y="1776"/>
            <a:chExt cx="863" cy="371"/>
          </a:xfrm>
        </p:grpSpPr>
        <p:graphicFrame>
          <p:nvGraphicFramePr>
            <p:cNvPr id="18460" name="Object 32"/>
            <p:cNvGraphicFramePr>
              <a:graphicFrameLocks noChangeAspect="1"/>
            </p:cNvGraphicFramePr>
            <p:nvPr/>
          </p:nvGraphicFramePr>
          <p:xfrm>
            <a:off x="4464" y="1776"/>
            <a:ext cx="287" cy="371"/>
          </p:xfrm>
          <a:graphic>
            <a:graphicData uri="http://schemas.openxmlformats.org/presentationml/2006/ole">
              <mc:AlternateContent xmlns:mc="http://schemas.openxmlformats.org/markup-compatibility/2006">
                <mc:Choice xmlns:v="urn:schemas-microsoft-com:vml" Requires="v">
                  <p:oleObj spid="_x0000_s3118" name="" r:id="rId18" imgW="122555" imgH="167640" progId="Equation.3">
                    <p:embed/>
                  </p:oleObj>
                </mc:Choice>
                <mc:Fallback>
                  <p:oleObj name="" r:id="rId18" imgW="122555" imgH="167640" progId="Equation.3">
                    <p:embed/>
                    <p:pic>
                      <p:nvPicPr>
                        <p:cNvPr id="0" name="图片 3117"/>
                        <p:cNvPicPr/>
                        <p:nvPr/>
                      </p:nvPicPr>
                      <p:blipFill>
                        <a:blip r:embed="rId19">
                          <a:clrChange>
                            <a:clrFrom>
                              <a:srgbClr val="000000"/>
                            </a:clrFrom>
                            <a:clrTo>
                              <a:srgbClr val="000000">
                                <a:alpha val="0"/>
                              </a:srgbClr>
                            </a:clrTo>
                          </a:clrChange>
                        </a:blip>
                        <a:stretch>
                          <a:fillRect/>
                        </a:stretch>
                      </p:blipFill>
                      <p:spPr>
                        <a:xfrm>
                          <a:off x="4464" y="1776"/>
                          <a:ext cx="287" cy="371"/>
                        </a:xfrm>
                        <a:prstGeom prst="rect">
                          <a:avLst/>
                        </a:prstGeom>
                        <a:noFill/>
                        <a:ln w="38100">
                          <a:noFill/>
                          <a:miter/>
                        </a:ln>
                      </p:spPr>
                    </p:pic>
                  </p:oleObj>
                </mc:Fallback>
              </mc:AlternateContent>
            </a:graphicData>
          </a:graphic>
        </p:graphicFrame>
        <p:sp>
          <p:nvSpPr>
            <p:cNvPr id="18461" name="Line 33"/>
            <p:cNvSpPr/>
            <p:nvPr/>
          </p:nvSpPr>
          <p:spPr>
            <a:xfrm>
              <a:off x="3888" y="1920"/>
              <a:ext cx="576" cy="0"/>
            </a:xfrm>
            <a:prstGeom prst="line">
              <a:avLst/>
            </a:prstGeom>
            <a:ln w="9525" cap="flat" cmpd="sng">
              <a:solidFill>
                <a:srgbClr val="FF0000"/>
              </a:solidFill>
              <a:prstDash val="solid"/>
              <a:round/>
              <a:headEnd type="none" w="med" len="med"/>
              <a:tailEnd type="triangle" w="lg" len="lg"/>
            </a:ln>
          </p:spPr>
        </p:sp>
      </p:grpSp>
      <p:sp>
        <p:nvSpPr>
          <p:cNvPr id="180258" name="Text Box 34"/>
          <p:cNvSpPr txBox="1"/>
          <p:nvPr/>
        </p:nvSpPr>
        <p:spPr>
          <a:xfrm>
            <a:off x="2209800" y="3213100"/>
            <a:ext cx="1143000" cy="460375"/>
          </a:xfrm>
          <a:prstGeom prst="rect">
            <a:avLst/>
          </a:prstGeom>
          <a:noFill/>
          <a:ln w="9525">
            <a:noFill/>
          </a:ln>
        </p:spPr>
        <p:txBody>
          <a:bodyPr anchor="t" anchorCtr="0">
            <a:spAutoFit/>
          </a:bodyPr>
          <a:p>
            <a:pPr>
              <a:spcBef>
                <a:spcPct val="50000"/>
              </a:spcBef>
            </a:pPr>
            <a:r>
              <a:rPr lang="zh-CN" altLang="en-US" sz="2400" b="1" dirty="0">
                <a:latin typeface="Times New Roman" panose="02020603050405020304" pitchFamily="18" charset="0"/>
                <a:ea typeface="楷体_GB2312" pitchFamily="49" charset="-122"/>
              </a:rPr>
              <a:t>意味</a:t>
            </a:r>
            <a:endParaRPr lang="zh-CN" altLang="en-US" sz="2400" b="1" dirty="0">
              <a:latin typeface="Times New Roman" panose="02020603050405020304" pitchFamily="18" charset="0"/>
              <a:ea typeface="楷体_GB2312" pitchFamily="49" charset="-122"/>
            </a:endParaRPr>
          </a:p>
        </p:txBody>
      </p:sp>
      <p:grpSp>
        <p:nvGrpSpPr>
          <p:cNvPr id="180259" name="Group 35"/>
          <p:cNvGrpSpPr/>
          <p:nvPr/>
        </p:nvGrpSpPr>
        <p:grpSpPr>
          <a:xfrm>
            <a:off x="6454775" y="2590800"/>
            <a:ext cx="898525" cy="984250"/>
            <a:chOff x="3840" y="1296"/>
            <a:chExt cx="566" cy="620"/>
          </a:xfrm>
        </p:grpSpPr>
        <p:sp>
          <p:nvSpPr>
            <p:cNvPr id="18464" name="Line 36"/>
            <p:cNvSpPr/>
            <p:nvPr/>
          </p:nvSpPr>
          <p:spPr>
            <a:xfrm flipV="1">
              <a:off x="3840" y="1440"/>
              <a:ext cx="336" cy="476"/>
            </a:xfrm>
            <a:prstGeom prst="line">
              <a:avLst/>
            </a:prstGeom>
            <a:ln w="38100" cap="flat" cmpd="sng">
              <a:solidFill>
                <a:srgbClr val="FF0000"/>
              </a:solidFill>
              <a:prstDash val="solid"/>
              <a:round/>
              <a:headEnd type="none" w="med" len="med"/>
              <a:tailEnd type="triangle" w="med" len="med"/>
            </a:ln>
          </p:spPr>
        </p:sp>
        <p:sp>
          <p:nvSpPr>
            <p:cNvPr id="18465" name="Arc 37"/>
            <p:cNvSpPr/>
            <p:nvPr/>
          </p:nvSpPr>
          <p:spPr>
            <a:xfrm>
              <a:off x="3984" y="1296"/>
              <a:ext cx="240" cy="48"/>
            </a:xfrm>
            <a:custGeom>
              <a:avLst/>
              <a:gdLst/>
              <a:ahLst/>
              <a:cxnLst>
                <a:cxn ang="0">
                  <a:pos x="0" y="0"/>
                </a:cxn>
                <a:cxn ang="0">
                  <a:pos x="3"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chemeClr val="accent2"/>
              </a:solidFill>
              <a:prstDash val="solid"/>
              <a:round/>
              <a:headEnd type="triangle" w="med" len="med"/>
              <a:tailEnd type="none" w="med" len="med"/>
            </a:ln>
          </p:spPr>
          <p:txBody>
            <a:bodyPr/>
            <a:p>
              <a:endParaRPr lang="zh-CN" altLang="en-US"/>
            </a:p>
          </p:txBody>
        </p:sp>
        <p:graphicFrame>
          <p:nvGraphicFramePr>
            <p:cNvPr id="18466" name="Object 38"/>
            <p:cNvGraphicFramePr>
              <a:graphicFrameLocks noChangeAspect="1"/>
            </p:cNvGraphicFramePr>
            <p:nvPr/>
          </p:nvGraphicFramePr>
          <p:xfrm>
            <a:off x="4128" y="1344"/>
            <a:ext cx="278" cy="348"/>
          </p:xfrm>
          <a:graphic>
            <a:graphicData uri="http://schemas.openxmlformats.org/presentationml/2006/ole">
              <mc:AlternateContent xmlns:mc="http://schemas.openxmlformats.org/markup-compatibility/2006">
                <mc:Choice xmlns:v="urn:schemas-microsoft-com:vml" Requires="v">
                  <p:oleObj spid="_x0000_s3128" name="" r:id="rId20" imgW="122555" imgH="154305" progId="Equation.3">
                    <p:embed/>
                  </p:oleObj>
                </mc:Choice>
                <mc:Fallback>
                  <p:oleObj name="" r:id="rId20" imgW="122555" imgH="154305" progId="Equation.3">
                    <p:embed/>
                    <p:pic>
                      <p:nvPicPr>
                        <p:cNvPr id="0" name="图片 3127"/>
                        <p:cNvPicPr/>
                        <p:nvPr/>
                      </p:nvPicPr>
                      <p:blipFill>
                        <a:blip r:embed="rId21">
                          <a:clrChange>
                            <a:clrFrom>
                              <a:srgbClr val="000000"/>
                            </a:clrFrom>
                            <a:clrTo>
                              <a:srgbClr val="000000">
                                <a:alpha val="0"/>
                              </a:srgbClr>
                            </a:clrTo>
                          </a:clrChange>
                        </a:blip>
                        <a:stretch>
                          <a:fillRect/>
                        </a:stretch>
                      </p:blipFill>
                      <p:spPr>
                        <a:xfrm>
                          <a:off x="4128" y="1344"/>
                          <a:ext cx="278" cy="348"/>
                        </a:xfrm>
                        <a:prstGeom prst="rect">
                          <a:avLst/>
                        </a:prstGeom>
                        <a:noFill/>
                        <a:ln w="38100">
                          <a:noFill/>
                          <a:miter/>
                        </a:ln>
                      </p:spPr>
                    </p:pic>
                  </p:oleObj>
                </mc:Fallback>
              </mc:AlternateContent>
            </a:graphicData>
          </a:graphic>
        </p:graphicFrame>
      </p:grpSp>
      <p:sp>
        <p:nvSpPr>
          <p:cNvPr id="180263" name="Text Box 39"/>
          <p:cNvSpPr txBox="1"/>
          <p:nvPr/>
        </p:nvSpPr>
        <p:spPr>
          <a:xfrm>
            <a:off x="2308225" y="5278438"/>
            <a:ext cx="1143000" cy="460375"/>
          </a:xfrm>
          <a:prstGeom prst="rect">
            <a:avLst/>
          </a:prstGeom>
          <a:noFill/>
          <a:ln w="9525">
            <a:noFill/>
          </a:ln>
        </p:spPr>
        <p:txBody>
          <a:bodyPr anchor="t" anchorCtr="0">
            <a:spAutoFit/>
          </a:bodyPr>
          <a:p>
            <a:pPr>
              <a:spcBef>
                <a:spcPct val="50000"/>
              </a:spcBef>
            </a:pPr>
            <a:r>
              <a:rPr lang="zh-CN" altLang="en-US" sz="2400" b="1" dirty="0">
                <a:latin typeface="Times New Roman" panose="02020603050405020304" pitchFamily="18" charset="0"/>
                <a:ea typeface="楷体_GB2312" pitchFamily="49" charset="-122"/>
              </a:rPr>
              <a:t>意味</a:t>
            </a:r>
            <a:endParaRPr lang="zh-CN" altLang="en-US" sz="2400" b="1" dirty="0">
              <a:latin typeface="Times New Roman" panose="02020603050405020304" pitchFamily="18" charset="0"/>
              <a:ea typeface="楷体_GB2312" pitchFamily="49" charset="-122"/>
            </a:endParaRPr>
          </a:p>
        </p:txBody>
      </p:sp>
      <p:grpSp>
        <p:nvGrpSpPr>
          <p:cNvPr id="180264" name="Group 40"/>
          <p:cNvGrpSpPr/>
          <p:nvPr/>
        </p:nvGrpSpPr>
        <p:grpSpPr>
          <a:xfrm>
            <a:off x="3155950" y="4821238"/>
            <a:ext cx="1438275" cy="1531937"/>
            <a:chOff x="2112" y="2880"/>
            <a:chExt cx="960" cy="1009"/>
          </a:xfrm>
        </p:grpSpPr>
        <p:graphicFrame>
          <p:nvGraphicFramePr>
            <p:cNvPr id="18469" name="Object 41"/>
            <p:cNvGraphicFramePr>
              <a:graphicFrameLocks noChangeAspect="1"/>
            </p:cNvGraphicFramePr>
            <p:nvPr/>
          </p:nvGraphicFramePr>
          <p:xfrm>
            <a:off x="2256" y="2880"/>
            <a:ext cx="624" cy="582"/>
          </p:xfrm>
          <a:graphic>
            <a:graphicData uri="http://schemas.openxmlformats.org/presentationml/2006/ole">
              <mc:AlternateContent xmlns:mc="http://schemas.openxmlformats.org/markup-compatibility/2006">
                <mc:Choice xmlns:v="urn:schemas-microsoft-com:vml" Requires="v">
                  <p:oleObj spid="_x0000_s3111" name="" r:id="rId22" imgW="405765" imgH="393065" progId="Equation.3">
                    <p:embed/>
                  </p:oleObj>
                </mc:Choice>
                <mc:Fallback>
                  <p:oleObj name="" r:id="rId22" imgW="405765" imgH="393065" progId="Equation.3">
                    <p:embed/>
                    <p:pic>
                      <p:nvPicPr>
                        <p:cNvPr id="0" name="图片 3110"/>
                        <p:cNvPicPr/>
                        <p:nvPr/>
                      </p:nvPicPr>
                      <p:blipFill>
                        <a:blip r:embed="rId23"/>
                        <a:stretch>
                          <a:fillRect/>
                        </a:stretch>
                      </p:blipFill>
                      <p:spPr>
                        <a:xfrm>
                          <a:off x="2256" y="2880"/>
                          <a:ext cx="624" cy="582"/>
                        </a:xfrm>
                        <a:prstGeom prst="rect">
                          <a:avLst/>
                        </a:prstGeom>
                        <a:noFill/>
                        <a:ln w="38100">
                          <a:noFill/>
                          <a:miter/>
                        </a:ln>
                      </p:spPr>
                    </p:pic>
                  </p:oleObj>
                </mc:Fallback>
              </mc:AlternateContent>
            </a:graphicData>
          </a:graphic>
        </p:graphicFrame>
        <p:grpSp>
          <p:nvGrpSpPr>
            <p:cNvPr id="18470" name="Group 42"/>
            <p:cNvGrpSpPr/>
            <p:nvPr/>
          </p:nvGrpSpPr>
          <p:grpSpPr>
            <a:xfrm>
              <a:off x="2304" y="3504"/>
              <a:ext cx="768" cy="385"/>
              <a:chOff x="2208" y="3504"/>
              <a:chExt cx="768" cy="385"/>
            </a:xfrm>
          </p:grpSpPr>
          <p:graphicFrame>
            <p:nvGraphicFramePr>
              <p:cNvPr id="18471" name="Object 43"/>
              <p:cNvGraphicFramePr>
                <a:graphicFrameLocks noChangeAspect="1"/>
              </p:cNvGraphicFramePr>
              <p:nvPr/>
            </p:nvGraphicFramePr>
            <p:xfrm>
              <a:off x="2208" y="3552"/>
              <a:ext cx="576" cy="329"/>
            </p:xfrm>
            <a:graphic>
              <a:graphicData uri="http://schemas.openxmlformats.org/presentationml/2006/ole">
                <mc:AlternateContent xmlns:mc="http://schemas.openxmlformats.org/markup-compatibility/2006">
                  <mc:Choice xmlns:v="urn:schemas-microsoft-com:vml" Requires="v">
                    <p:oleObj spid="_x0000_s3112" name="" r:id="rId24" imgW="342900" imgH="203200" progId="Equation.3">
                      <p:embed/>
                    </p:oleObj>
                  </mc:Choice>
                  <mc:Fallback>
                    <p:oleObj name="" r:id="rId24" imgW="342900" imgH="203200" progId="Equation.3">
                      <p:embed/>
                      <p:pic>
                        <p:nvPicPr>
                          <p:cNvPr id="0" name="图片 3111"/>
                          <p:cNvPicPr/>
                          <p:nvPr/>
                        </p:nvPicPr>
                        <p:blipFill>
                          <a:blip r:embed="rId25"/>
                          <a:stretch>
                            <a:fillRect/>
                          </a:stretch>
                        </p:blipFill>
                        <p:spPr>
                          <a:xfrm>
                            <a:off x="2208" y="3552"/>
                            <a:ext cx="576" cy="329"/>
                          </a:xfrm>
                          <a:prstGeom prst="rect">
                            <a:avLst/>
                          </a:prstGeom>
                          <a:noFill/>
                          <a:ln w="38100">
                            <a:noFill/>
                            <a:miter/>
                          </a:ln>
                        </p:spPr>
                      </p:pic>
                    </p:oleObj>
                  </mc:Fallback>
                </mc:AlternateContent>
              </a:graphicData>
            </a:graphic>
          </p:graphicFrame>
          <p:sp>
            <p:nvSpPr>
              <p:cNvPr id="18472" name="Text Box 44"/>
              <p:cNvSpPr txBox="1"/>
              <p:nvPr/>
            </p:nvSpPr>
            <p:spPr>
              <a:xfrm>
                <a:off x="2352" y="3504"/>
                <a:ext cx="624" cy="385"/>
              </a:xfrm>
              <a:prstGeom prst="rect">
                <a:avLst/>
              </a:prstGeom>
              <a:noFill/>
              <a:ln w="9525">
                <a:noFill/>
              </a:ln>
            </p:spPr>
            <p:txBody>
              <a:bodyPr anchor="t" anchorCtr="0">
                <a:spAutoFit/>
              </a:bodyPr>
              <a:p>
                <a:pPr>
                  <a:spcBef>
                    <a:spcPct val="50000"/>
                  </a:spcBef>
                </a:pPr>
                <a:r>
                  <a:rPr lang="en-US" altLang="zh-CN" sz="3200" b="1" dirty="0">
                    <a:latin typeface="Times New Roman" panose="02020603050405020304" pitchFamily="18" charset="0"/>
                    <a:ea typeface="楷体_GB2312" pitchFamily="49" charset="-122"/>
                  </a:rPr>
                  <a:t>&lt;</a:t>
                </a:r>
                <a:endParaRPr lang="en-US" altLang="zh-CN" sz="3200" b="1" dirty="0">
                  <a:latin typeface="Times New Roman" panose="02020603050405020304" pitchFamily="18" charset="0"/>
                  <a:ea typeface="楷体_GB2312" pitchFamily="49" charset="-122"/>
                </a:endParaRPr>
              </a:p>
            </p:txBody>
          </p:sp>
        </p:grpSp>
        <p:sp>
          <p:nvSpPr>
            <p:cNvPr id="18473" name="AutoShape 45"/>
            <p:cNvSpPr/>
            <p:nvPr/>
          </p:nvSpPr>
          <p:spPr>
            <a:xfrm>
              <a:off x="2112" y="3024"/>
              <a:ext cx="192" cy="720"/>
            </a:xfrm>
            <a:prstGeom prst="leftBrace">
              <a:avLst>
                <a:gd name="adj1" fmla="val 31250"/>
                <a:gd name="adj2" fmla="val 50000"/>
              </a:avLst>
            </a:prstGeom>
            <a:noFill/>
            <a:ln w="9525"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8474" name="文本框 99"/>
          <p:cNvSpPr txBox="1"/>
          <p:nvPr/>
        </p:nvSpPr>
        <p:spPr>
          <a:xfrm>
            <a:off x="1266825" y="301625"/>
            <a:ext cx="5300663" cy="460375"/>
          </a:xfrm>
          <a:prstGeom prst="rect">
            <a:avLst/>
          </a:prstGeom>
          <a:noFill/>
          <a:ln w="19050" cap="flat" cmpd="sng">
            <a:solidFill>
              <a:srgbClr val="00B050"/>
            </a:solidFill>
            <a:prstDash val="solid"/>
            <a:round/>
            <a:headEnd type="none" w="med" len="med"/>
            <a:tailEnd type="none" w="med" len="med"/>
          </a:ln>
        </p:spPr>
        <p:txBody>
          <a:bodyPr wrap="square" anchor="t" anchorCtr="0">
            <a:spAutoFit/>
          </a:bodyPr>
          <a:p>
            <a:pPr indent="127000"/>
            <a:r>
              <a:rPr lang="zh-CN" altLang="en-US" sz="2400" dirty="0">
                <a:solidFill>
                  <a:srgbClr val="C00000"/>
                </a:solidFill>
                <a:latin typeface="微软雅黑" panose="020B0503020204020204" charset="-122"/>
                <a:ea typeface="微软雅黑" panose="020B0503020204020204" charset="-122"/>
              </a:rPr>
              <a:t>小结</a:t>
            </a:r>
            <a:r>
              <a:rPr lang="zh-CN" altLang="zh-CN" sz="2400" dirty="0">
                <a:solidFill>
                  <a:srgbClr val="C00000"/>
                </a:solidFill>
                <a:latin typeface="微软雅黑" panose="020B0503020204020204" charset="-122"/>
                <a:ea typeface="微软雅黑" panose="020B0503020204020204" charset="-122"/>
              </a:rPr>
              <a:t>：</a:t>
            </a:r>
            <a:r>
              <a:rPr lang="zh-CN" altLang="zh-CN" sz="2400" dirty="0">
                <a:solidFill>
                  <a:srgbClr val="1A356C"/>
                </a:solidFill>
                <a:latin typeface="微软雅黑" panose="020B0503020204020204" charset="-122"/>
                <a:ea typeface="微软雅黑" panose="020B0503020204020204" charset="-122"/>
                <a:sym typeface="宋体" panose="02010600030101010101" pitchFamily="2" charset="-122"/>
              </a:rPr>
              <a:t>振幅矢量图示法的优点</a:t>
            </a:r>
            <a:endParaRPr lang="zh-CN" altLang="en-US" sz="2400" dirty="0">
              <a:solidFill>
                <a:srgbClr val="1A356C"/>
              </a:solidFill>
              <a:latin typeface="微软雅黑" panose="020B0503020204020204" charset="-122"/>
              <a:ea typeface="微软雅黑" panose="020B0503020204020204" charset="-122"/>
              <a:sym typeface="宋体" panose="02010600030101010101" pitchFamily="2" charset="-122"/>
            </a:endParaRPr>
          </a:p>
        </p:txBody>
      </p:sp>
      <p:sp>
        <p:nvSpPr>
          <p:cNvPr id="45" name="Text Box 3"/>
          <p:cNvSpPr txBox="1"/>
          <p:nvPr/>
        </p:nvSpPr>
        <p:spPr>
          <a:xfrm>
            <a:off x="771525" y="868363"/>
            <a:ext cx="7070725" cy="460375"/>
          </a:xfrm>
          <a:prstGeom prst="rect">
            <a:avLst/>
          </a:prstGeom>
          <a:noFill/>
          <a:ln w="9525">
            <a:noFill/>
          </a:ln>
        </p:spPr>
        <p:txBody>
          <a:bodyPr wrap="square" anchor="t" anchorCtr="0">
            <a:spAutoFit/>
          </a:bodyPr>
          <a:p>
            <a:pPr>
              <a:spcBef>
                <a:spcPct val="50000"/>
              </a:spcBef>
            </a:pPr>
            <a:r>
              <a:rPr lang="en-US" altLang="zh-CN" sz="2400" dirty="0">
                <a:latin typeface="微软雅黑" panose="020B0503020204020204" charset="-122"/>
                <a:ea typeface="微软雅黑" panose="020B0503020204020204" charset="-122"/>
                <a:sym typeface="Monotype Sorts" pitchFamily="2" charset="2"/>
              </a:rPr>
              <a:t>1</a:t>
            </a:r>
            <a:r>
              <a:rPr lang="zh-CN" altLang="en-US" sz="2400" dirty="0">
                <a:latin typeface="微软雅黑" panose="020B0503020204020204" charset="-122"/>
                <a:ea typeface="微软雅黑" panose="020B0503020204020204" charset="-122"/>
                <a:sym typeface="Monotype Sorts" pitchFamily="2" charset="2"/>
              </a:rPr>
              <a:t>）</a:t>
            </a:r>
            <a:r>
              <a:rPr lang="zh-CN" altLang="en-US" sz="2400" dirty="0">
                <a:latin typeface="微软雅黑" panose="020B0503020204020204" charset="-122"/>
                <a:ea typeface="微软雅黑" panose="020B0503020204020204" charset="-122"/>
              </a:rPr>
              <a:t>用图代替文字叙述，</a:t>
            </a:r>
            <a:r>
              <a:rPr lang="zh-CN" altLang="en-US" sz="2400" dirty="0">
                <a:latin typeface="微软雅黑" panose="020B0503020204020204" charset="-122"/>
                <a:ea typeface="微软雅黑" panose="020B0503020204020204" charset="-122"/>
                <a:sym typeface="宋体" panose="02010600030101010101" pitchFamily="2" charset="-122"/>
              </a:rPr>
              <a:t>振动状态的表达直观明了。</a:t>
            </a:r>
            <a:endParaRPr lang="zh-CN" altLang="en-US" sz="2400" dirty="0">
              <a:latin typeface="微软雅黑" panose="020B0503020204020204" charset="-122"/>
              <a:ea typeface="微软雅黑" panose="020B0503020204020204"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80226"/>
                                        </p:tgtEl>
                                        <p:attrNameLst>
                                          <p:attrName>style.visibility</p:attrName>
                                        </p:attrNameLst>
                                      </p:cBhvr>
                                      <p:to>
                                        <p:strVal val="visible"/>
                                      </p:to>
                                    </p:set>
                                    <p:animEffect transition="in" filter="blinds(horizontal)">
                                      <p:cBhvr>
                                        <p:cTn id="11" dur="500"/>
                                        <p:tgtEl>
                                          <p:spTgt spid="180226"/>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180236">
                                            <p:txEl>
                                              <p:charRg st="0" end="23"/>
                                            </p:txEl>
                                          </p:spTgt>
                                        </p:tgtEl>
                                        <p:attrNameLst>
                                          <p:attrName>style.visibility</p:attrName>
                                        </p:attrNameLst>
                                      </p:cBhvr>
                                      <p:to>
                                        <p:strVal val="visible"/>
                                      </p:to>
                                    </p:set>
                                    <p:animEffect transition="in" filter="blinds(horizontal)">
                                      <p:cBhvr>
                                        <p:cTn id="15" dur="500"/>
                                        <p:tgtEl>
                                          <p:spTgt spid="180236">
                                            <p:txEl>
                                              <p:charRg st="0" end="23"/>
                                            </p:txEl>
                                          </p:spTgt>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180236">
                                            <p:txEl>
                                              <p:charRg st="23" end="30"/>
                                            </p:txEl>
                                          </p:spTgt>
                                        </p:tgtEl>
                                        <p:attrNameLst>
                                          <p:attrName>style.visibility</p:attrName>
                                        </p:attrNameLst>
                                      </p:cBhvr>
                                      <p:to>
                                        <p:strVal val="visible"/>
                                      </p:to>
                                    </p:set>
                                    <p:animEffect transition="in" filter="blinds(horizontal)">
                                      <p:cBhvr>
                                        <p:cTn id="19" dur="500"/>
                                        <p:tgtEl>
                                          <p:spTgt spid="180236">
                                            <p:txEl>
                                              <p:charRg st="23" end="30"/>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80248"/>
                                        </p:tgtEl>
                                        <p:attrNameLst>
                                          <p:attrName>style.visibility</p:attrName>
                                        </p:attrNameLst>
                                      </p:cBhvr>
                                      <p:to>
                                        <p:strVal val="visible"/>
                                      </p:to>
                                    </p:set>
                                    <p:animEffect transition="in" filter="blinds(horizontal)">
                                      <p:cBhvr>
                                        <p:cTn id="23" dur="500"/>
                                        <p:tgtEl>
                                          <p:spTgt spid="180248"/>
                                        </p:tgtEl>
                                      </p:cBhvr>
                                    </p:animEffect>
                                  </p:childTnLst>
                                </p:cTn>
                              </p:par>
                            </p:childTnLst>
                          </p:cTn>
                        </p:par>
                        <p:par>
                          <p:cTn id="24" fill="hold">
                            <p:stCondLst>
                              <p:cond delay="2500"/>
                            </p:stCondLst>
                            <p:childTnLst>
                              <p:par>
                                <p:cTn id="25" presetID="3" presetClass="entr" presetSubtype="5" fill="hold" nodeType="afterEffect">
                                  <p:stCondLst>
                                    <p:cond delay="0"/>
                                  </p:stCondLst>
                                  <p:childTnLst>
                                    <p:set>
                                      <p:cBhvr>
                                        <p:cTn id="26" dur="1" fill="hold">
                                          <p:stCondLst>
                                            <p:cond delay="0"/>
                                          </p:stCondLst>
                                        </p:cTn>
                                        <p:tgtEl>
                                          <p:spTgt spid="180235"/>
                                        </p:tgtEl>
                                        <p:attrNameLst>
                                          <p:attrName>style.visibility</p:attrName>
                                        </p:attrNameLst>
                                      </p:cBhvr>
                                      <p:to>
                                        <p:strVal val="visible"/>
                                      </p:to>
                                    </p:set>
                                    <p:animEffect transition="in" filter="blinds(vertical)">
                                      <p:cBhvr>
                                        <p:cTn id="27" dur="500"/>
                                        <p:tgtEl>
                                          <p:spTgt spid="180235"/>
                                        </p:tgtEl>
                                      </p:cBhvr>
                                    </p:animEffect>
                                  </p:childTnLst>
                                </p:cTn>
                              </p:par>
                            </p:childTnLst>
                          </p:cTn>
                        </p:par>
                        <p:par>
                          <p:cTn id="28" fill="hold">
                            <p:stCondLst>
                              <p:cond delay="3000"/>
                            </p:stCondLst>
                            <p:childTnLst>
                              <p:par>
                                <p:cTn id="29" presetID="3" presetClass="entr" presetSubtype="5" fill="hold" nodeType="afterEffect">
                                  <p:stCondLst>
                                    <p:cond delay="0"/>
                                  </p:stCondLst>
                                  <p:childTnLst>
                                    <p:set>
                                      <p:cBhvr>
                                        <p:cTn id="30" dur="1" fill="hold">
                                          <p:stCondLst>
                                            <p:cond delay="0"/>
                                          </p:stCondLst>
                                        </p:cTn>
                                        <p:tgtEl>
                                          <p:spTgt spid="180231"/>
                                        </p:tgtEl>
                                        <p:attrNameLst>
                                          <p:attrName>style.visibility</p:attrName>
                                        </p:attrNameLst>
                                      </p:cBhvr>
                                      <p:to>
                                        <p:strVal val="visible"/>
                                      </p:to>
                                    </p:set>
                                    <p:animEffect transition="in" filter="blinds(vertical)">
                                      <p:cBhvr>
                                        <p:cTn id="31" dur="500"/>
                                        <p:tgtEl>
                                          <p:spTgt spid="180231"/>
                                        </p:tgtEl>
                                      </p:cBhvr>
                                    </p:animEffect>
                                  </p:childTnLst>
                                </p:cTn>
                              </p:par>
                            </p:childTnLst>
                          </p:cTn>
                        </p:par>
                        <p:par>
                          <p:cTn id="32" fill="hold">
                            <p:stCondLst>
                              <p:cond delay="3500"/>
                            </p:stCondLst>
                            <p:childTnLst>
                              <p:par>
                                <p:cTn id="33" presetID="3" presetClass="entr" presetSubtype="5" fill="hold" nodeType="afterEffect">
                                  <p:stCondLst>
                                    <p:cond delay="0"/>
                                  </p:stCondLst>
                                  <p:childTnLst>
                                    <p:set>
                                      <p:cBhvr>
                                        <p:cTn id="34" dur="1" fill="hold">
                                          <p:stCondLst>
                                            <p:cond delay="0"/>
                                          </p:stCondLst>
                                        </p:cTn>
                                        <p:tgtEl>
                                          <p:spTgt spid="180240"/>
                                        </p:tgtEl>
                                        <p:attrNameLst>
                                          <p:attrName>style.visibility</p:attrName>
                                        </p:attrNameLst>
                                      </p:cBhvr>
                                      <p:to>
                                        <p:strVal val="visible"/>
                                      </p:to>
                                    </p:set>
                                    <p:animEffect transition="in" filter="blinds(vertical)">
                                      <p:cBhvr>
                                        <p:cTn id="35" dur="500"/>
                                        <p:tgtEl>
                                          <p:spTgt spid="180240"/>
                                        </p:tgtEl>
                                      </p:cBhvr>
                                    </p:animEffect>
                                  </p:childTnLst>
                                </p:cTn>
                              </p:par>
                            </p:childTnLst>
                          </p:cTn>
                        </p:par>
                        <p:par>
                          <p:cTn id="36" fill="hold">
                            <p:stCondLst>
                              <p:cond delay="4000"/>
                            </p:stCondLst>
                            <p:childTnLst>
                              <p:par>
                                <p:cTn id="37" presetID="3" presetClass="entr" presetSubtype="10" fill="hold" nodeType="afterEffect">
                                  <p:stCondLst>
                                    <p:cond delay="0"/>
                                  </p:stCondLst>
                                  <p:childTnLst>
                                    <p:set>
                                      <p:cBhvr>
                                        <p:cTn id="38" dur="1" fill="hold">
                                          <p:stCondLst>
                                            <p:cond delay="0"/>
                                          </p:stCondLst>
                                        </p:cTn>
                                        <p:tgtEl>
                                          <p:spTgt spid="180255"/>
                                        </p:tgtEl>
                                        <p:attrNameLst>
                                          <p:attrName>style.visibility</p:attrName>
                                        </p:attrNameLst>
                                      </p:cBhvr>
                                      <p:to>
                                        <p:strVal val="visible"/>
                                      </p:to>
                                    </p:set>
                                    <p:animEffect transition="in" filter="blinds(horizontal)">
                                      <p:cBhvr>
                                        <p:cTn id="39" dur="500"/>
                                        <p:tgtEl>
                                          <p:spTgt spid="180255"/>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5" fill="hold" grpId="0" nodeType="clickEffect">
                                  <p:stCondLst>
                                    <p:cond delay="0"/>
                                  </p:stCondLst>
                                  <p:childTnLst>
                                    <p:set>
                                      <p:cBhvr>
                                        <p:cTn id="43" dur="1" fill="hold">
                                          <p:stCondLst>
                                            <p:cond delay="0"/>
                                          </p:stCondLst>
                                        </p:cTn>
                                        <p:tgtEl>
                                          <p:spTgt spid="180239"/>
                                        </p:tgtEl>
                                        <p:attrNameLst>
                                          <p:attrName>style.visibility</p:attrName>
                                        </p:attrNameLst>
                                      </p:cBhvr>
                                      <p:to>
                                        <p:strVal val="visible"/>
                                      </p:to>
                                    </p:set>
                                    <p:animEffect transition="in" filter="blinds(vertical)">
                                      <p:cBhvr>
                                        <p:cTn id="44" dur="500"/>
                                        <p:tgtEl>
                                          <p:spTgt spid="180239"/>
                                        </p:tgtEl>
                                      </p:cBhvr>
                                    </p:animEffect>
                                  </p:childTnLst>
                                </p:cTn>
                              </p:par>
                            </p:childTnLst>
                          </p:cTn>
                        </p:par>
                        <p:par>
                          <p:cTn id="45" fill="hold">
                            <p:stCondLst>
                              <p:cond delay="500"/>
                            </p:stCondLst>
                            <p:childTnLst>
                              <p:par>
                                <p:cTn id="46" presetID="3" presetClass="entr" presetSubtype="5" fill="hold" nodeType="afterEffect">
                                  <p:stCondLst>
                                    <p:cond delay="0"/>
                                  </p:stCondLst>
                                  <p:childTnLst>
                                    <p:set>
                                      <p:cBhvr>
                                        <p:cTn id="47" dur="1" fill="hold">
                                          <p:stCondLst>
                                            <p:cond delay="0"/>
                                          </p:stCondLst>
                                        </p:cTn>
                                        <p:tgtEl>
                                          <p:spTgt spid="180238"/>
                                        </p:tgtEl>
                                        <p:attrNameLst>
                                          <p:attrName>style.visibility</p:attrName>
                                        </p:attrNameLst>
                                      </p:cBhvr>
                                      <p:to>
                                        <p:strVal val="visible"/>
                                      </p:to>
                                    </p:set>
                                    <p:animEffect transition="in" filter="blinds(vertical)">
                                      <p:cBhvr>
                                        <p:cTn id="48" dur="500"/>
                                        <p:tgtEl>
                                          <p:spTgt spid="180238"/>
                                        </p:tgtEl>
                                      </p:cBhvr>
                                    </p:animEffect>
                                  </p:childTnLst>
                                </p:cTn>
                              </p:par>
                            </p:childTnLst>
                          </p:cTn>
                        </p:par>
                        <p:par>
                          <p:cTn id="49" fill="hold">
                            <p:stCondLst>
                              <p:cond delay="1000"/>
                            </p:stCondLst>
                            <p:childTnLst>
                              <p:par>
                                <p:cTn id="50" presetID="3" presetClass="entr" presetSubtype="10" fill="hold" grpId="0" nodeType="afterEffect">
                                  <p:stCondLst>
                                    <p:cond delay="0"/>
                                  </p:stCondLst>
                                  <p:childTnLst>
                                    <p:set>
                                      <p:cBhvr>
                                        <p:cTn id="51" dur="1" fill="hold">
                                          <p:stCondLst>
                                            <p:cond delay="0"/>
                                          </p:stCondLst>
                                        </p:cTn>
                                        <p:tgtEl>
                                          <p:spTgt spid="180258"/>
                                        </p:tgtEl>
                                        <p:attrNameLst>
                                          <p:attrName>style.visibility</p:attrName>
                                        </p:attrNameLst>
                                      </p:cBhvr>
                                      <p:to>
                                        <p:strVal val="visible"/>
                                      </p:to>
                                    </p:set>
                                    <p:animEffect transition="in" filter="blinds(horizontal)">
                                      <p:cBhvr>
                                        <p:cTn id="52" dur="500"/>
                                        <p:tgtEl>
                                          <p:spTgt spid="180258"/>
                                        </p:tgtEl>
                                      </p:cBhvr>
                                    </p:animEffect>
                                  </p:childTnLst>
                                </p:cTn>
                              </p:par>
                            </p:childTnLst>
                          </p:cTn>
                        </p:par>
                        <p:par>
                          <p:cTn id="53" fill="hold">
                            <p:stCondLst>
                              <p:cond delay="1500"/>
                            </p:stCondLst>
                            <p:childTnLst>
                              <p:par>
                                <p:cTn id="54" presetID="3" presetClass="entr" presetSubtype="10" fill="hold" nodeType="afterEffect">
                                  <p:stCondLst>
                                    <p:cond delay="0"/>
                                  </p:stCondLst>
                                  <p:childTnLst>
                                    <p:set>
                                      <p:cBhvr>
                                        <p:cTn id="55" dur="1" fill="hold">
                                          <p:stCondLst>
                                            <p:cond delay="0"/>
                                          </p:stCondLst>
                                        </p:cTn>
                                        <p:tgtEl>
                                          <p:spTgt spid="180237"/>
                                        </p:tgtEl>
                                        <p:attrNameLst>
                                          <p:attrName>style.visibility</p:attrName>
                                        </p:attrNameLst>
                                      </p:cBhvr>
                                      <p:to>
                                        <p:strVal val="visible"/>
                                      </p:to>
                                    </p:set>
                                    <p:animEffect transition="in" filter="blinds(horizontal)">
                                      <p:cBhvr>
                                        <p:cTn id="56" dur="500"/>
                                        <p:tgtEl>
                                          <p:spTgt spid="180237"/>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80247">
                                            <p:txEl>
                                              <p:charRg st="0" end="18"/>
                                            </p:txEl>
                                          </p:spTgt>
                                        </p:tgtEl>
                                        <p:attrNameLst>
                                          <p:attrName>style.visibility</p:attrName>
                                        </p:attrNameLst>
                                      </p:cBhvr>
                                      <p:to>
                                        <p:strVal val="visible"/>
                                      </p:to>
                                    </p:set>
                                    <p:animEffect transition="in" filter="blinds(horizontal)">
                                      <p:cBhvr>
                                        <p:cTn id="61" dur="500"/>
                                        <p:tgtEl>
                                          <p:spTgt spid="180247">
                                            <p:txEl>
                                              <p:charRg st="0" end="18"/>
                                            </p:txEl>
                                          </p:spTgt>
                                        </p:tgtEl>
                                      </p:cBhvr>
                                    </p:animEffect>
                                  </p:childTnLst>
                                </p:cTn>
                              </p:par>
                            </p:childTnLst>
                          </p:cTn>
                        </p:par>
                        <p:par>
                          <p:cTn id="62" fill="hold">
                            <p:stCondLst>
                              <p:cond delay="500"/>
                            </p:stCondLst>
                            <p:childTnLst>
                              <p:par>
                                <p:cTn id="63" presetID="3" presetClass="entr" presetSubtype="10" fill="hold" nodeType="afterEffect">
                                  <p:stCondLst>
                                    <p:cond delay="0"/>
                                  </p:stCondLst>
                                  <p:childTnLst>
                                    <p:set>
                                      <p:cBhvr>
                                        <p:cTn id="64" dur="1" fill="hold">
                                          <p:stCondLst>
                                            <p:cond delay="0"/>
                                          </p:stCondLst>
                                        </p:cTn>
                                        <p:tgtEl>
                                          <p:spTgt spid="180243"/>
                                        </p:tgtEl>
                                        <p:attrNameLst>
                                          <p:attrName>style.visibility</p:attrName>
                                        </p:attrNameLst>
                                      </p:cBhvr>
                                      <p:to>
                                        <p:strVal val="visible"/>
                                      </p:to>
                                    </p:set>
                                    <p:animEffect transition="in" filter="blinds(horizontal)">
                                      <p:cBhvr>
                                        <p:cTn id="65" dur="500"/>
                                        <p:tgtEl>
                                          <p:spTgt spid="180243"/>
                                        </p:tgtEl>
                                      </p:cBhvr>
                                    </p:animEffect>
                                  </p:childTnLst>
                                </p:cTn>
                              </p:par>
                            </p:childTnLst>
                          </p:cTn>
                        </p:par>
                        <p:par>
                          <p:cTn id="66" fill="hold">
                            <p:stCondLst>
                              <p:cond delay="1000"/>
                            </p:stCondLst>
                            <p:childTnLst>
                              <p:par>
                                <p:cTn id="67" presetID="3" presetClass="entr" presetSubtype="10" fill="hold" nodeType="afterEffect">
                                  <p:stCondLst>
                                    <p:cond delay="0"/>
                                  </p:stCondLst>
                                  <p:childTnLst>
                                    <p:set>
                                      <p:cBhvr>
                                        <p:cTn id="68" dur="1" fill="hold">
                                          <p:stCondLst>
                                            <p:cond delay="0"/>
                                          </p:stCondLst>
                                        </p:cTn>
                                        <p:tgtEl>
                                          <p:spTgt spid="180234"/>
                                        </p:tgtEl>
                                        <p:attrNameLst>
                                          <p:attrName>style.visibility</p:attrName>
                                        </p:attrNameLst>
                                      </p:cBhvr>
                                      <p:to>
                                        <p:strVal val="visible"/>
                                      </p:to>
                                    </p:set>
                                    <p:animEffect transition="in" filter="blinds(horizontal)">
                                      <p:cBhvr>
                                        <p:cTn id="69" dur="500"/>
                                        <p:tgtEl>
                                          <p:spTgt spid="180234"/>
                                        </p:tgtEl>
                                      </p:cBhvr>
                                    </p:animEffect>
                                  </p:childTnLst>
                                </p:cTn>
                              </p:par>
                            </p:childTnLst>
                          </p:cTn>
                        </p:par>
                        <p:par>
                          <p:cTn id="70" fill="hold">
                            <p:stCondLst>
                              <p:cond delay="1500"/>
                            </p:stCondLst>
                            <p:childTnLst>
                              <p:par>
                                <p:cTn id="71" presetID="3" presetClass="entr" presetSubtype="10" fill="hold" nodeType="afterEffect">
                                  <p:stCondLst>
                                    <p:cond delay="0"/>
                                  </p:stCondLst>
                                  <p:childTnLst>
                                    <p:set>
                                      <p:cBhvr>
                                        <p:cTn id="72" dur="1" fill="hold">
                                          <p:stCondLst>
                                            <p:cond delay="0"/>
                                          </p:stCondLst>
                                        </p:cTn>
                                        <p:tgtEl>
                                          <p:spTgt spid="180259"/>
                                        </p:tgtEl>
                                        <p:attrNameLst>
                                          <p:attrName>style.visibility</p:attrName>
                                        </p:attrNameLst>
                                      </p:cBhvr>
                                      <p:to>
                                        <p:strVal val="visible"/>
                                      </p:to>
                                    </p:set>
                                    <p:animEffect transition="in" filter="blinds(horizontal)">
                                      <p:cBhvr>
                                        <p:cTn id="73" dur="500"/>
                                        <p:tgtEl>
                                          <p:spTgt spid="180259"/>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5" fill="hold" nodeType="clickEffect">
                                  <p:stCondLst>
                                    <p:cond delay="0"/>
                                  </p:stCondLst>
                                  <p:childTnLst>
                                    <p:set>
                                      <p:cBhvr>
                                        <p:cTn id="77" dur="1" fill="hold">
                                          <p:stCondLst>
                                            <p:cond delay="0"/>
                                          </p:stCondLst>
                                        </p:cTn>
                                        <p:tgtEl>
                                          <p:spTgt spid="180246"/>
                                        </p:tgtEl>
                                        <p:attrNameLst>
                                          <p:attrName>style.visibility</p:attrName>
                                        </p:attrNameLst>
                                      </p:cBhvr>
                                      <p:to>
                                        <p:strVal val="visible"/>
                                      </p:to>
                                    </p:set>
                                    <p:animEffect transition="in" filter="blinds(vertical)">
                                      <p:cBhvr>
                                        <p:cTn id="78" dur="500"/>
                                        <p:tgtEl>
                                          <p:spTgt spid="180246"/>
                                        </p:tgtEl>
                                      </p:cBhvr>
                                    </p:animEffect>
                                  </p:childTnLst>
                                </p:cTn>
                              </p:par>
                            </p:childTnLst>
                          </p:cTn>
                        </p:par>
                        <p:par>
                          <p:cTn id="79" fill="hold">
                            <p:stCondLst>
                              <p:cond delay="500"/>
                            </p:stCondLst>
                            <p:childTnLst>
                              <p:par>
                                <p:cTn id="80" presetID="3" presetClass="entr" presetSubtype="10" fill="hold" grpId="0" nodeType="afterEffect">
                                  <p:stCondLst>
                                    <p:cond delay="0"/>
                                  </p:stCondLst>
                                  <p:childTnLst>
                                    <p:set>
                                      <p:cBhvr>
                                        <p:cTn id="81" dur="1" fill="hold">
                                          <p:stCondLst>
                                            <p:cond delay="0"/>
                                          </p:stCondLst>
                                        </p:cTn>
                                        <p:tgtEl>
                                          <p:spTgt spid="180263"/>
                                        </p:tgtEl>
                                        <p:attrNameLst>
                                          <p:attrName>style.visibility</p:attrName>
                                        </p:attrNameLst>
                                      </p:cBhvr>
                                      <p:to>
                                        <p:strVal val="visible"/>
                                      </p:to>
                                    </p:set>
                                    <p:animEffect transition="in" filter="blinds(horizontal)">
                                      <p:cBhvr>
                                        <p:cTn id="82" dur="500"/>
                                        <p:tgtEl>
                                          <p:spTgt spid="180263"/>
                                        </p:tgtEl>
                                      </p:cBhvr>
                                    </p:animEffect>
                                  </p:childTnLst>
                                </p:cTn>
                              </p:par>
                            </p:childTnLst>
                          </p:cTn>
                        </p:par>
                        <p:par>
                          <p:cTn id="83" fill="hold">
                            <p:stCondLst>
                              <p:cond delay="1000"/>
                            </p:stCondLst>
                            <p:childTnLst>
                              <p:par>
                                <p:cTn id="84" presetID="3" presetClass="entr" presetSubtype="10" fill="hold" nodeType="afterEffect">
                                  <p:stCondLst>
                                    <p:cond delay="0"/>
                                  </p:stCondLst>
                                  <p:childTnLst>
                                    <p:set>
                                      <p:cBhvr>
                                        <p:cTn id="85" dur="1" fill="hold">
                                          <p:stCondLst>
                                            <p:cond delay="0"/>
                                          </p:stCondLst>
                                        </p:cTn>
                                        <p:tgtEl>
                                          <p:spTgt spid="180264"/>
                                        </p:tgtEl>
                                        <p:attrNameLst>
                                          <p:attrName>style.visibility</p:attrName>
                                        </p:attrNameLst>
                                      </p:cBhvr>
                                      <p:to>
                                        <p:strVal val="visible"/>
                                      </p:to>
                                    </p:set>
                                    <p:animEffect transition="in" filter="blinds(horizontal)">
                                      <p:cBhvr>
                                        <p:cTn id="86" dur="500"/>
                                        <p:tgtEl>
                                          <p:spTgt spid="180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6" grpId="0" build="p"/>
      <p:bldP spid="180239" grpId="0"/>
      <p:bldP spid="180247" grpId="0" build="p"/>
      <p:bldP spid="180258" grpId="0"/>
      <p:bldP spid="180263" grpId="0"/>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9458" name="Text Box 2"/>
          <p:cNvSpPr txBox="1"/>
          <p:nvPr/>
        </p:nvSpPr>
        <p:spPr>
          <a:xfrm>
            <a:off x="304800" y="749300"/>
            <a:ext cx="8659813" cy="522288"/>
          </a:xfrm>
          <a:prstGeom prst="rect">
            <a:avLst/>
          </a:prstGeom>
          <a:noFill/>
          <a:ln w="9525">
            <a:noFill/>
          </a:ln>
        </p:spPr>
        <p:txBody>
          <a:bodyPr anchor="t" anchorCtr="0">
            <a:spAutoFit/>
          </a:bodyPr>
          <a:p>
            <a:pPr>
              <a:spcBef>
                <a:spcPct val="50000"/>
              </a:spcBef>
            </a:pPr>
            <a:r>
              <a:rPr lang="en-US" altLang="zh-CN" sz="2800" b="1" dirty="0">
                <a:solidFill>
                  <a:srgbClr val="CC3300"/>
                </a:solidFill>
                <a:latin typeface="华文新魏" panose="02010800040101010101" pitchFamily="2" charset="-122"/>
                <a:ea typeface="华文新魏" panose="02010800040101010101" pitchFamily="2" charset="-122"/>
              </a:rPr>
              <a:t>[</a:t>
            </a:r>
            <a:r>
              <a:rPr lang="zh-CN" altLang="en-US" sz="2800" b="1" dirty="0">
                <a:solidFill>
                  <a:srgbClr val="CC3300"/>
                </a:solidFill>
                <a:latin typeface="华文新魏" panose="02010800040101010101" pitchFamily="2" charset="-122"/>
                <a:ea typeface="华文新魏" panose="02010800040101010101" pitchFamily="2" charset="-122"/>
              </a:rPr>
              <a:t>思考</a:t>
            </a:r>
            <a:r>
              <a:rPr lang="en-US" altLang="zh-CN" sz="2800" b="1" dirty="0">
                <a:solidFill>
                  <a:srgbClr val="CC3300"/>
                </a:solidFill>
                <a:latin typeface="华文新魏" panose="02010800040101010101" pitchFamily="2" charset="-122"/>
                <a:ea typeface="华文新魏" panose="02010800040101010101" pitchFamily="2" charset="-122"/>
              </a:rPr>
              <a:t>]</a:t>
            </a:r>
            <a:r>
              <a:rPr lang="en-US" altLang="zh-CN" sz="2800" b="1" dirty="0">
                <a:solidFill>
                  <a:srgbClr val="FF33CC"/>
                </a:solidFill>
                <a:latin typeface="华文新魏" panose="02010800040101010101" pitchFamily="2" charset="-122"/>
                <a:ea typeface="华文新魏" panose="02010800040101010101" pitchFamily="2" charset="-122"/>
              </a:rPr>
              <a:t> </a:t>
            </a:r>
            <a:r>
              <a:rPr lang="zh-CN" altLang="en-US" sz="2400" b="1" dirty="0">
                <a:latin typeface="Times New Roman" panose="02020603050405020304" pitchFamily="18" charset="0"/>
                <a:ea typeface="华文新魏" panose="02010800040101010101" pitchFamily="2" charset="-122"/>
              </a:rPr>
              <a:t>图中</a:t>
            </a:r>
            <a:r>
              <a:rPr lang="en-US" altLang="zh-CN" sz="2400" b="1" dirty="0">
                <a:latin typeface="Times New Roman" panose="02020603050405020304" pitchFamily="18" charset="0"/>
                <a:ea typeface="华文新魏" panose="02010800040101010101" pitchFamily="2" charset="-122"/>
              </a:rPr>
              <a:t>3</a:t>
            </a:r>
            <a:r>
              <a:rPr lang="zh-CN" altLang="en-US" sz="2400" b="1" dirty="0">
                <a:latin typeface="Times New Roman" panose="02020603050405020304" pitchFamily="18" charset="0"/>
                <a:ea typeface="华文新魏" panose="02010800040101010101" pitchFamily="2" charset="-122"/>
              </a:rPr>
              <a:t>、</a:t>
            </a:r>
            <a:r>
              <a:rPr lang="en-US" altLang="zh-CN" sz="2400" b="1" dirty="0">
                <a:latin typeface="Times New Roman" panose="02020603050405020304" pitchFamily="18" charset="0"/>
                <a:ea typeface="华文新魏" panose="02010800040101010101" pitchFamily="2" charset="-122"/>
              </a:rPr>
              <a:t>4</a:t>
            </a:r>
            <a:r>
              <a:rPr lang="zh-CN" altLang="en-US" sz="2400" b="1" dirty="0">
                <a:latin typeface="Times New Roman" panose="02020603050405020304" pitchFamily="18" charset="0"/>
                <a:ea typeface="华文新魏" panose="02010800040101010101" pitchFamily="2" charset="-122"/>
              </a:rPr>
              <a:t>、</a:t>
            </a:r>
            <a:r>
              <a:rPr lang="en-US" altLang="zh-CN" sz="2400" b="1" dirty="0">
                <a:latin typeface="Times New Roman" panose="02020603050405020304" pitchFamily="18" charset="0"/>
                <a:ea typeface="华文新魏" panose="02010800040101010101" pitchFamily="2" charset="-122"/>
              </a:rPr>
              <a:t>5</a:t>
            </a:r>
            <a:r>
              <a:rPr lang="zh-CN" altLang="en-US" sz="2400" b="1" dirty="0">
                <a:latin typeface="Times New Roman" panose="02020603050405020304" pitchFamily="18" charset="0"/>
                <a:ea typeface="华文新魏" panose="02010800040101010101" pitchFamily="2" charset="-122"/>
              </a:rPr>
              <a:t>位置，其</a:t>
            </a:r>
            <a:r>
              <a:rPr lang="zh-CN" altLang="en-US" sz="2400" b="1" i="1" dirty="0">
                <a:latin typeface="Times New Roman" panose="02020603050405020304" pitchFamily="18" charset="0"/>
                <a:ea typeface="华文新魏" panose="02010800040101010101" pitchFamily="2" charset="-122"/>
                <a:sym typeface="Symbol" panose="05050102010706020507" pitchFamily="18" charset="2"/>
              </a:rPr>
              <a:t> </a:t>
            </a:r>
            <a:r>
              <a:rPr lang="en-US" altLang="zh-CN" sz="2400" b="1" i="1" dirty="0">
                <a:latin typeface="Times New Roman" panose="02020603050405020304" pitchFamily="18" charset="0"/>
                <a:ea typeface="华文新魏" panose="02010800040101010101" pitchFamily="2" charset="-122"/>
              </a:rPr>
              <a:t>t</a:t>
            </a:r>
            <a:r>
              <a:rPr lang="en-US" altLang="zh-CN" sz="2400" b="1" dirty="0">
                <a:latin typeface="Times New Roman" panose="02020603050405020304" pitchFamily="18" charset="0"/>
                <a:ea typeface="华文新魏" panose="02010800040101010101" pitchFamily="2" charset="-122"/>
              </a:rPr>
              <a:t>+</a:t>
            </a:r>
            <a:r>
              <a:rPr lang="en-US" altLang="zh-CN" sz="2400" b="1" i="1" dirty="0">
                <a:latin typeface="Times New Roman" panose="02020603050405020304" pitchFamily="18" charset="0"/>
                <a:ea typeface="华文新魏" panose="02010800040101010101" pitchFamily="2" charset="-122"/>
                <a:sym typeface="Symbol" panose="05050102010706020507" pitchFamily="18" charset="2"/>
              </a:rPr>
              <a:t></a:t>
            </a:r>
            <a:r>
              <a:rPr lang="zh-CN" altLang="en-US" sz="2400" b="1" dirty="0">
                <a:latin typeface="Times New Roman" panose="02020603050405020304" pitchFamily="18" charset="0"/>
                <a:ea typeface="华文新魏" panose="02010800040101010101" pitchFamily="2" charset="-122"/>
                <a:sym typeface="Symbol" panose="05050102010706020507" pitchFamily="18" charset="2"/>
              </a:rPr>
              <a:t>、</a:t>
            </a:r>
            <a:r>
              <a:rPr lang="en-US" altLang="zh-CN" sz="2400" b="1" i="1" dirty="0">
                <a:latin typeface="Times New Roman" panose="02020603050405020304" pitchFamily="18" charset="0"/>
                <a:ea typeface="华文新魏" panose="02010800040101010101" pitchFamily="2" charset="-122"/>
                <a:sym typeface="Symbol" panose="05050102010706020507" pitchFamily="18" charset="2"/>
              </a:rPr>
              <a:t>x</a:t>
            </a:r>
            <a:r>
              <a:rPr lang="zh-CN" altLang="en-US" sz="2400" b="1" dirty="0">
                <a:latin typeface="Times New Roman" panose="02020603050405020304" pitchFamily="18" charset="0"/>
                <a:ea typeface="华文新魏" panose="02010800040101010101" pitchFamily="2" charset="-122"/>
                <a:sym typeface="Symbol" panose="05050102010706020507" pitchFamily="18" charset="2"/>
              </a:rPr>
              <a:t>分别为多少？</a:t>
            </a:r>
            <a:endParaRPr lang="zh-CN" altLang="en-US" sz="2400" b="1" i="1" dirty="0">
              <a:latin typeface="Times New Roman" panose="02020603050405020304" pitchFamily="18" charset="0"/>
              <a:ea typeface="华文新魏" panose="02010800040101010101" pitchFamily="2" charset="-122"/>
              <a:sym typeface="Symbol" panose="05050102010706020507" pitchFamily="18" charset="2"/>
            </a:endParaRPr>
          </a:p>
        </p:txBody>
      </p:sp>
      <p:graphicFrame>
        <p:nvGraphicFramePr>
          <p:cNvPr id="181251" name="Object 3"/>
          <p:cNvGraphicFramePr>
            <a:graphicFrameLocks noChangeAspect="1"/>
          </p:cNvGraphicFramePr>
          <p:nvPr/>
        </p:nvGraphicFramePr>
        <p:xfrm>
          <a:off x="973138" y="1484313"/>
          <a:ext cx="1752600" cy="1066800"/>
        </p:xfrm>
        <a:graphic>
          <a:graphicData uri="http://schemas.openxmlformats.org/presentationml/2006/ole">
            <mc:AlternateContent xmlns:mc="http://schemas.openxmlformats.org/markup-compatibility/2006">
              <mc:Choice xmlns:v="urn:schemas-microsoft-com:vml" Requires="v">
                <p:oleObj spid="_x0000_s3083" name="" r:id="rId1" imgW="698500" imgH="393700" progId="Equation.3">
                  <p:embed/>
                </p:oleObj>
              </mc:Choice>
              <mc:Fallback>
                <p:oleObj name="" r:id="rId1" imgW="698500" imgH="393700" progId="Equation.3">
                  <p:embed/>
                  <p:pic>
                    <p:nvPicPr>
                      <p:cNvPr id="0" name="图片 3082"/>
                      <p:cNvPicPr/>
                      <p:nvPr/>
                    </p:nvPicPr>
                    <p:blipFill>
                      <a:blip r:embed="rId2"/>
                      <a:stretch>
                        <a:fillRect/>
                      </a:stretch>
                    </p:blipFill>
                    <p:spPr>
                      <a:xfrm>
                        <a:off x="973138" y="1484313"/>
                        <a:ext cx="1752600" cy="1066800"/>
                      </a:xfrm>
                      <a:prstGeom prst="rect">
                        <a:avLst/>
                      </a:prstGeom>
                      <a:noFill/>
                      <a:ln w="38100">
                        <a:noFill/>
                        <a:miter/>
                      </a:ln>
                    </p:spPr>
                  </p:pic>
                </p:oleObj>
              </mc:Fallback>
            </mc:AlternateContent>
          </a:graphicData>
        </a:graphic>
      </p:graphicFrame>
      <p:graphicFrame>
        <p:nvGraphicFramePr>
          <p:cNvPr id="181252" name="Object 4"/>
          <p:cNvGraphicFramePr>
            <a:graphicFrameLocks noChangeAspect="1"/>
          </p:cNvGraphicFramePr>
          <p:nvPr/>
        </p:nvGraphicFramePr>
        <p:xfrm>
          <a:off x="614363" y="2865438"/>
          <a:ext cx="2163762" cy="1074737"/>
        </p:xfrm>
        <a:graphic>
          <a:graphicData uri="http://schemas.openxmlformats.org/presentationml/2006/ole">
            <mc:AlternateContent xmlns:mc="http://schemas.openxmlformats.org/markup-compatibility/2006">
              <mc:Choice xmlns:v="urn:schemas-microsoft-com:vml" Requires="v">
                <p:oleObj spid="_x0000_s3084" name="" r:id="rId3" imgW="939165" imgH="393700" progId="Equation.3">
                  <p:embed/>
                </p:oleObj>
              </mc:Choice>
              <mc:Fallback>
                <p:oleObj name="" r:id="rId3" imgW="939165" imgH="393700" progId="Equation.3">
                  <p:embed/>
                  <p:pic>
                    <p:nvPicPr>
                      <p:cNvPr id="0" name="图片 3083"/>
                      <p:cNvPicPr/>
                      <p:nvPr/>
                    </p:nvPicPr>
                    <p:blipFill>
                      <a:blip r:embed="rId4"/>
                      <a:stretch>
                        <a:fillRect/>
                      </a:stretch>
                    </p:blipFill>
                    <p:spPr>
                      <a:xfrm>
                        <a:off x="614363" y="2865438"/>
                        <a:ext cx="2163762" cy="1074737"/>
                      </a:xfrm>
                      <a:prstGeom prst="rect">
                        <a:avLst/>
                      </a:prstGeom>
                      <a:noFill/>
                      <a:ln w="38100">
                        <a:noFill/>
                        <a:miter/>
                      </a:ln>
                    </p:spPr>
                  </p:pic>
                </p:oleObj>
              </mc:Fallback>
            </mc:AlternateContent>
          </a:graphicData>
        </a:graphic>
      </p:graphicFrame>
      <p:graphicFrame>
        <p:nvGraphicFramePr>
          <p:cNvPr id="181253" name="Object 5"/>
          <p:cNvGraphicFramePr>
            <a:graphicFrameLocks noChangeAspect="1"/>
          </p:cNvGraphicFramePr>
          <p:nvPr/>
        </p:nvGraphicFramePr>
        <p:xfrm>
          <a:off x="2992438" y="4076700"/>
          <a:ext cx="1219200" cy="511175"/>
        </p:xfrm>
        <a:graphic>
          <a:graphicData uri="http://schemas.openxmlformats.org/presentationml/2006/ole">
            <mc:AlternateContent xmlns:mc="http://schemas.openxmlformats.org/markup-compatibility/2006">
              <mc:Choice xmlns:v="urn:schemas-microsoft-com:vml" Requires="v">
                <p:oleObj spid="_x0000_s3088" name="" r:id="rId5" imgW="469900" imgH="177800" progId="Equation.3">
                  <p:embed/>
                </p:oleObj>
              </mc:Choice>
              <mc:Fallback>
                <p:oleObj name="" r:id="rId5" imgW="469900" imgH="177800" progId="Equation.3">
                  <p:embed/>
                  <p:pic>
                    <p:nvPicPr>
                      <p:cNvPr id="0" name="图片 3087"/>
                      <p:cNvPicPr/>
                      <p:nvPr/>
                    </p:nvPicPr>
                    <p:blipFill>
                      <a:blip r:embed="rId6"/>
                      <a:stretch>
                        <a:fillRect/>
                      </a:stretch>
                    </p:blipFill>
                    <p:spPr>
                      <a:xfrm>
                        <a:off x="2992438" y="4076700"/>
                        <a:ext cx="1219200" cy="511175"/>
                      </a:xfrm>
                      <a:prstGeom prst="rect">
                        <a:avLst/>
                      </a:prstGeom>
                      <a:noFill/>
                      <a:ln w="38100">
                        <a:noFill/>
                        <a:miter/>
                      </a:ln>
                    </p:spPr>
                  </p:pic>
                </p:oleObj>
              </mc:Fallback>
            </mc:AlternateContent>
          </a:graphicData>
        </a:graphic>
      </p:graphicFrame>
      <p:graphicFrame>
        <p:nvGraphicFramePr>
          <p:cNvPr id="181254" name="Object 6"/>
          <p:cNvGraphicFramePr>
            <a:graphicFrameLocks noChangeAspect="1"/>
          </p:cNvGraphicFramePr>
          <p:nvPr/>
        </p:nvGraphicFramePr>
        <p:xfrm>
          <a:off x="666750" y="4152900"/>
          <a:ext cx="2057400" cy="488950"/>
        </p:xfrm>
        <a:graphic>
          <a:graphicData uri="http://schemas.openxmlformats.org/presentationml/2006/ole">
            <mc:AlternateContent xmlns:mc="http://schemas.openxmlformats.org/markup-compatibility/2006">
              <mc:Choice xmlns:v="urn:schemas-microsoft-com:vml" Requires="v">
                <p:oleObj spid="_x0000_s3087" name="" r:id="rId7" imgW="672465" imgH="177800" progId="Equation.3">
                  <p:embed/>
                </p:oleObj>
              </mc:Choice>
              <mc:Fallback>
                <p:oleObj name="" r:id="rId7" imgW="672465" imgH="177800" progId="Equation.3">
                  <p:embed/>
                  <p:pic>
                    <p:nvPicPr>
                      <p:cNvPr id="0" name="图片 3086"/>
                      <p:cNvPicPr/>
                      <p:nvPr/>
                    </p:nvPicPr>
                    <p:blipFill>
                      <a:blip r:embed="rId8"/>
                      <a:stretch>
                        <a:fillRect/>
                      </a:stretch>
                    </p:blipFill>
                    <p:spPr>
                      <a:xfrm>
                        <a:off x="666750" y="4152900"/>
                        <a:ext cx="2057400" cy="488950"/>
                      </a:xfrm>
                      <a:prstGeom prst="rect">
                        <a:avLst/>
                      </a:prstGeom>
                      <a:noFill/>
                      <a:ln w="38100">
                        <a:noFill/>
                        <a:miter/>
                      </a:ln>
                    </p:spPr>
                  </p:pic>
                </p:oleObj>
              </mc:Fallback>
            </mc:AlternateContent>
          </a:graphicData>
        </a:graphic>
      </p:graphicFrame>
      <p:sp>
        <p:nvSpPr>
          <p:cNvPr id="181255" name="Text Box 7"/>
          <p:cNvSpPr txBox="1"/>
          <p:nvPr/>
        </p:nvSpPr>
        <p:spPr>
          <a:xfrm flipH="1">
            <a:off x="468313" y="1744663"/>
            <a:ext cx="1143000" cy="519112"/>
          </a:xfrm>
          <a:prstGeom prst="rect">
            <a:avLst/>
          </a:prstGeom>
          <a:noFill/>
          <a:ln w="9525">
            <a:noFill/>
          </a:ln>
        </p:spPr>
        <p:txBody>
          <a:bodyPr anchor="t" anchorCtr="0">
            <a:spAutoFit/>
          </a:bodyPr>
          <a:p>
            <a:pPr>
              <a:spcBef>
                <a:spcPct val="50000"/>
              </a:spcBef>
            </a:pPr>
            <a:r>
              <a:rPr lang="en-US" altLang="zh-CN" sz="2800" b="1" dirty="0">
                <a:solidFill>
                  <a:schemeClr val="accent2"/>
                </a:solidFill>
                <a:latin typeface="Times New Roman" panose="02020603050405020304" pitchFamily="18" charset="0"/>
                <a:ea typeface="楷体_GB2312" pitchFamily="49" charset="-122"/>
              </a:rPr>
              <a:t>3</a:t>
            </a:r>
            <a:r>
              <a:rPr lang="zh-CN" altLang="en-US" sz="2800" b="1" dirty="0">
                <a:solidFill>
                  <a:schemeClr val="accent2"/>
                </a:solidFill>
                <a:latin typeface="Times New Roman" panose="02020603050405020304" pitchFamily="18" charset="0"/>
                <a:ea typeface="楷体_GB2312" pitchFamily="49" charset="-122"/>
              </a:rPr>
              <a:t>：</a:t>
            </a:r>
            <a:endParaRPr lang="zh-CN" altLang="en-US" sz="2800" b="1" dirty="0">
              <a:solidFill>
                <a:schemeClr val="accent2"/>
              </a:solidFill>
              <a:latin typeface="Times New Roman" panose="02020603050405020304" pitchFamily="18" charset="0"/>
              <a:ea typeface="楷体_GB2312" pitchFamily="49" charset="-122"/>
            </a:endParaRPr>
          </a:p>
        </p:txBody>
      </p:sp>
      <p:grpSp>
        <p:nvGrpSpPr>
          <p:cNvPr id="181256" name="Group 8"/>
          <p:cNvGrpSpPr/>
          <p:nvPr/>
        </p:nvGrpSpPr>
        <p:grpSpPr>
          <a:xfrm>
            <a:off x="1908175" y="4797425"/>
            <a:ext cx="5661025" cy="808038"/>
            <a:chOff x="1202" y="3103"/>
            <a:chExt cx="3566" cy="509"/>
          </a:xfrm>
        </p:grpSpPr>
        <p:graphicFrame>
          <p:nvGraphicFramePr>
            <p:cNvPr id="19465" name="Object 9"/>
            <p:cNvGraphicFramePr>
              <a:graphicFrameLocks noChangeAspect="1"/>
            </p:cNvGraphicFramePr>
            <p:nvPr/>
          </p:nvGraphicFramePr>
          <p:xfrm>
            <a:off x="1202" y="3228"/>
            <a:ext cx="672" cy="384"/>
          </p:xfrm>
          <a:graphic>
            <a:graphicData uri="http://schemas.openxmlformats.org/presentationml/2006/ole">
              <mc:AlternateContent xmlns:mc="http://schemas.openxmlformats.org/markup-compatibility/2006">
                <mc:Choice xmlns:v="urn:schemas-microsoft-com:vml" Requires="v">
                  <p:oleObj spid="_x0000_s3086" name="" r:id="rId9" imgW="304800" imgH="203200" progId="Equation.3">
                    <p:embed/>
                  </p:oleObj>
                </mc:Choice>
                <mc:Fallback>
                  <p:oleObj name="" r:id="rId9" imgW="304800" imgH="203200" progId="Equation.3">
                    <p:embed/>
                    <p:pic>
                      <p:nvPicPr>
                        <p:cNvPr id="0" name="图片 3085"/>
                        <p:cNvPicPr/>
                        <p:nvPr/>
                      </p:nvPicPr>
                      <p:blipFill>
                        <a:blip r:embed="rId10"/>
                        <a:stretch>
                          <a:fillRect/>
                        </a:stretch>
                      </p:blipFill>
                      <p:spPr>
                        <a:xfrm>
                          <a:off x="1202" y="3228"/>
                          <a:ext cx="672" cy="384"/>
                        </a:xfrm>
                        <a:prstGeom prst="rect">
                          <a:avLst/>
                        </a:prstGeom>
                        <a:noFill/>
                        <a:ln w="38100">
                          <a:noFill/>
                          <a:miter/>
                        </a:ln>
                      </p:spPr>
                    </p:pic>
                  </p:oleObj>
                </mc:Fallback>
              </mc:AlternateContent>
            </a:graphicData>
          </a:graphic>
        </p:graphicFrame>
        <p:grpSp>
          <p:nvGrpSpPr>
            <p:cNvPr id="19466" name="Group 10"/>
            <p:cNvGrpSpPr/>
            <p:nvPr/>
          </p:nvGrpSpPr>
          <p:grpSpPr>
            <a:xfrm>
              <a:off x="1837" y="3103"/>
              <a:ext cx="912" cy="327"/>
              <a:chOff x="2212" y="3113"/>
              <a:chExt cx="912" cy="327"/>
            </a:xfrm>
          </p:grpSpPr>
          <p:graphicFrame>
            <p:nvGraphicFramePr>
              <p:cNvPr id="19467" name="Object 11"/>
              <p:cNvGraphicFramePr>
                <a:graphicFrameLocks noChangeAspect="1"/>
              </p:cNvGraphicFramePr>
              <p:nvPr/>
            </p:nvGraphicFramePr>
            <p:xfrm>
              <a:off x="2260" y="3161"/>
              <a:ext cx="586" cy="275"/>
            </p:xfrm>
            <a:graphic>
              <a:graphicData uri="http://schemas.openxmlformats.org/presentationml/2006/ole">
                <mc:AlternateContent xmlns:mc="http://schemas.openxmlformats.org/markup-compatibility/2006">
                  <mc:Choice xmlns:v="urn:schemas-microsoft-com:vml" Requires="v">
                    <p:oleObj spid="_x0000_s3085" name="" r:id="rId11" imgW="127000" imgH="139700" progId="Equation.3">
                      <p:embed/>
                    </p:oleObj>
                  </mc:Choice>
                  <mc:Fallback>
                    <p:oleObj name="" r:id="rId11" imgW="127000" imgH="139700" progId="Equation.3">
                      <p:embed/>
                      <p:pic>
                        <p:nvPicPr>
                          <p:cNvPr id="0" name="图片 3084"/>
                          <p:cNvPicPr/>
                          <p:nvPr/>
                        </p:nvPicPr>
                        <p:blipFill>
                          <a:blip r:embed="rId12"/>
                          <a:stretch>
                            <a:fillRect/>
                          </a:stretch>
                        </p:blipFill>
                        <p:spPr>
                          <a:xfrm>
                            <a:off x="2260" y="3161"/>
                            <a:ext cx="586" cy="275"/>
                          </a:xfrm>
                          <a:prstGeom prst="rect">
                            <a:avLst/>
                          </a:prstGeom>
                          <a:noFill/>
                          <a:ln w="38100">
                            <a:noFill/>
                            <a:miter/>
                          </a:ln>
                        </p:spPr>
                      </p:pic>
                    </p:oleObj>
                  </mc:Fallback>
                </mc:AlternateContent>
              </a:graphicData>
            </a:graphic>
          </p:graphicFrame>
          <p:sp>
            <p:nvSpPr>
              <p:cNvPr id="19468" name="Line 12"/>
              <p:cNvSpPr/>
              <p:nvPr/>
            </p:nvSpPr>
            <p:spPr>
              <a:xfrm>
                <a:off x="2212" y="3430"/>
                <a:ext cx="720" cy="0"/>
              </a:xfrm>
              <a:prstGeom prst="line">
                <a:avLst/>
              </a:prstGeom>
              <a:ln w="38100" cap="flat" cmpd="sng">
                <a:solidFill>
                  <a:schemeClr val="tx1"/>
                </a:solidFill>
                <a:prstDash val="solid"/>
                <a:round/>
                <a:headEnd type="triangle" w="med" len="med"/>
                <a:tailEnd type="none" w="med" len="med"/>
              </a:ln>
            </p:spPr>
          </p:sp>
          <p:sp>
            <p:nvSpPr>
              <p:cNvPr id="19469" name="Text Box 13"/>
              <p:cNvSpPr txBox="1"/>
              <p:nvPr/>
            </p:nvSpPr>
            <p:spPr>
              <a:xfrm>
                <a:off x="2500" y="3113"/>
                <a:ext cx="624" cy="327"/>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楷体_GB2312" pitchFamily="49" charset="-122"/>
                  </a:rPr>
                  <a:t>&lt; 0</a:t>
                </a:r>
                <a:endParaRPr lang="en-US" altLang="zh-CN" sz="2800" b="1" dirty="0">
                  <a:latin typeface="Times New Roman" panose="02020603050405020304" pitchFamily="18" charset="0"/>
                  <a:ea typeface="楷体_GB2312" pitchFamily="49" charset="-122"/>
                </a:endParaRPr>
              </a:p>
            </p:txBody>
          </p:sp>
        </p:grpSp>
        <p:sp>
          <p:nvSpPr>
            <p:cNvPr id="19470" name="Text Box 14"/>
            <p:cNvSpPr txBox="1"/>
            <p:nvPr/>
          </p:nvSpPr>
          <p:spPr>
            <a:xfrm>
              <a:off x="2608" y="3239"/>
              <a:ext cx="2160" cy="290"/>
            </a:xfrm>
            <a:prstGeom prst="rect">
              <a:avLst/>
            </a:prstGeom>
            <a:noFill/>
            <a:ln w="9525">
              <a:noFill/>
            </a:ln>
          </p:spPr>
          <p:txBody>
            <a:bodyPr anchor="t" anchorCtr="0">
              <a:spAutoFit/>
            </a:bodyPr>
            <a:p>
              <a:pPr>
                <a:spcBef>
                  <a:spcPct val="50000"/>
                </a:spcBef>
              </a:pPr>
              <a:r>
                <a:rPr lang="zh-CN" altLang="en-US" sz="2400" b="1" dirty="0">
                  <a:solidFill>
                    <a:srgbClr val="FF0000"/>
                  </a:solidFill>
                  <a:latin typeface="Times New Roman" panose="02020603050405020304" pitchFamily="18" charset="0"/>
                  <a:ea typeface="楷体_GB2312" pitchFamily="49" charset="-122"/>
                </a:rPr>
                <a:t>向负方向运动</a:t>
              </a:r>
              <a:endParaRPr lang="zh-CN" altLang="en-US" sz="2400" b="1" dirty="0">
                <a:solidFill>
                  <a:srgbClr val="FF0000"/>
                </a:solidFill>
                <a:latin typeface="Times New Roman" panose="02020603050405020304" pitchFamily="18" charset="0"/>
                <a:ea typeface="楷体_GB2312" pitchFamily="49" charset="-122"/>
              </a:endParaRPr>
            </a:p>
          </p:txBody>
        </p:sp>
      </p:grpSp>
      <p:grpSp>
        <p:nvGrpSpPr>
          <p:cNvPr id="181263" name="Group 15"/>
          <p:cNvGrpSpPr/>
          <p:nvPr/>
        </p:nvGrpSpPr>
        <p:grpSpPr>
          <a:xfrm>
            <a:off x="2908300" y="1560513"/>
            <a:ext cx="1879600" cy="1198562"/>
            <a:chOff x="1680" y="720"/>
            <a:chExt cx="1184" cy="755"/>
          </a:xfrm>
        </p:grpSpPr>
        <p:graphicFrame>
          <p:nvGraphicFramePr>
            <p:cNvPr id="19472" name="Object 16"/>
            <p:cNvGraphicFramePr>
              <a:graphicFrameLocks noChangeAspect="1"/>
            </p:cNvGraphicFramePr>
            <p:nvPr/>
          </p:nvGraphicFramePr>
          <p:xfrm>
            <a:off x="1824" y="720"/>
            <a:ext cx="720" cy="306"/>
          </p:xfrm>
          <a:graphic>
            <a:graphicData uri="http://schemas.openxmlformats.org/presentationml/2006/ole">
              <mc:AlternateContent xmlns:mc="http://schemas.openxmlformats.org/markup-compatibility/2006">
                <mc:Choice xmlns:v="urn:schemas-microsoft-com:vml" Requires="v">
                  <p:oleObj spid="_x0000_s3093" name="" r:id="rId13" imgW="354965" imgH="177800" progId="Equation.3">
                    <p:embed/>
                  </p:oleObj>
                </mc:Choice>
                <mc:Fallback>
                  <p:oleObj name="" r:id="rId13" imgW="354965" imgH="177800" progId="Equation.3">
                    <p:embed/>
                    <p:pic>
                      <p:nvPicPr>
                        <p:cNvPr id="0" name="图片 3092"/>
                        <p:cNvPicPr/>
                        <p:nvPr/>
                      </p:nvPicPr>
                      <p:blipFill>
                        <a:blip r:embed="rId14"/>
                        <a:stretch>
                          <a:fillRect/>
                        </a:stretch>
                      </p:blipFill>
                      <p:spPr>
                        <a:xfrm>
                          <a:off x="1824" y="720"/>
                          <a:ext cx="720" cy="306"/>
                        </a:xfrm>
                        <a:prstGeom prst="rect">
                          <a:avLst/>
                        </a:prstGeom>
                        <a:noFill/>
                        <a:ln w="38100">
                          <a:noFill/>
                          <a:miter/>
                        </a:ln>
                      </p:spPr>
                    </p:pic>
                  </p:oleObj>
                </mc:Fallback>
              </mc:AlternateContent>
            </a:graphicData>
          </a:graphic>
        </p:graphicFrame>
        <p:sp>
          <p:nvSpPr>
            <p:cNvPr id="19473" name="Text Box 17"/>
            <p:cNvSpPr txBox="1"/>
            <p:nvPr/>
          </p:nvSpPr>
          <p:spPr>
            <a:xfrm>
              <a:off x="1837" y="1071"/>
              <a:ext cx="1027" cy="404"/>
            </a:xfrm>
            <a:prstGeom prst="rect">
              <a:avLst/>
            </a:prstGeom>
            <a:noFill/>
            <a:ln w="9525">
              <a:noFill/>
            </a:ln>
          </p:spPr>
          <p:txBody>
            <a:bodyPr anchor="t" anchorCtr="0">
              <a:spAutoFit/>
            </a:bodyPr>
            <a:p>
              <a:pPr>
                <a:spcBef>
                  <a:spcPct val="50000"/>
                </a:spcBef>
              </a:pPr>
              <a:r>
                <a:rPr lang="en-US" altLang="zh-CN" sz="2800" i="1" dirty="0">
                  <a:latin typeface="Bookman Old Style" panose="02050604050505020204" pitchFamily="18" charset="0"/>
                  <a:ea typeface="宋体" panose="02010600030101010101" pitchFamily="2" charset="-122"/>
                </a:rPr>
                <a:t>v</a:t>
              </a:r>
              <a:r>
                <a:rPr lang="en-US" altLang="zh-CN" sz="3600" b="1" i="1" dirty="0">
                  <a:latin typeface="Times New Roman" panose="02020603050405020304" pitchFamily="18" charset="0"/>
                  <a:ea typeface="楷体_GB2312" pitchFamily="49" charset="-122"/>
                </a:rPr>
                <a:t> </a:t>
              </a:r>
              <a:r>
                <a:rPr lang="en-US" altLang="zh-CN" sz="2800" b="1" dirty="0">
                  <a:latin typeface="Times New Roman" panose="02020603050405020304" pitchFamily="18" charset="0"/>
                  <a:ea typeface="楷体_GB2312" pitchFamily="49" charset="-122"/>
                </a:rPr>
                <a:t>&lt; 0</a:t>
              </a:r>
              <a:endParaRPr lang="en-US" altLang="zh-CN" sz="2800" b="1" dirty="0">
                <a:latin typeface="Times New Roman" panose="02020603050405020304" pitchFamily="18" charset="0"/>
                <a:ea typeface="楷体_GB2312" pitchFamily="49" charset="-122"/>
              </a:endParaRPr>
            </a:p>
          </p:txBody>
        </p:sp>
        <p:sp>
          <p:nvSpPr>
            <p:cNvPr id="19474" name="AutoShape 18"/>
            <p:cNvSpPr/>
            <p:nvPr/>
          </p:nvSpPr>
          <p:spPr>
            <a:xfrm>
              <a:off x="1680" y="768"/>
              <a:ext cx="96" cy="576"/>
            </a:xfrm>
            <a:prstGeom prst="leftBrace">
              <a:avLst>
                <a:gd name="adj1" fmla="val 50000"/>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81267" name="Group 19"/>
          <p:cNvGrpSpPr/>
          <p:nvPr/>
        </p:nvGrpSpPr>
        <p:grpSpPr>
          <a:xfrm>
            <a:off x="2976563" y="2636838"/>
            <a:ext cx="1524000" cy="1357312"/>
            <a:chOff x="192" y="1824"/>
            <a:chExt cx="960" cy="855"/>
          </a:xfrm>
        </p:grpSpPr>
        <p:grpSp>
          <p:nvGrpSpPr>
            <p:cNvPr id="19476" name="Group 20"/>
            <p:cNvGrpSpPr/>
            <p:nvPr/>
          </p:nvGrpSpPr>
          <p:grpSpPr>
            <a:xfrm>
              <a:off x="288" y="1824"/>
              <a:ext cx="864" cy="855"/>
              <a:chOff x="288" y="1824"/>
              <a:chExt cx="864" cy="855"/>
            </a:xfrm>
          </p:grpSpPr>
          <p:graphicFrame>
            <p:nvGraphicFramePr>
              <p:cNvPr id="19477" name="Object 21"/>
              <p:cNvGraphicFramePr>
                <a:graphicFrameLocks noChangeAspect="1"/>
              </p:cNvGraphicFramePr>
              <p:nvPr/>
            </p:nvGraphicFramePr>
            <p:xfrm>
              <a:off x="288" y="1824"/>
              <a:ext cx="768" cy="658"/>
            </p:xfrm>
            <a:graphic>
              <a:graphicData uri="http://schemas.openxmlformats.org/presentationml/2006/ole">
                <mc:AlternateContent xmlns:mc="http://schemas.openxmlformats.org/markup-compatibility/2006">
                  <mc:Choice xmlns:v="urn:schemas-microsoft-com:vml" Requires="v">
                    <p:oleObj spid="_x0000_s3094" name="" r:id="rId15" imgW="508000" imgH="393700" progId="Equation.3">
                      <p:embed/>
                    </p:oleObj>
                  </mc:Choice>
                  <mc:Fallback>
                    <p:oleObj name="" r:id="rId15" imgW="508000" imgH="393700" progId="Equation.3">
                      <p:embed/>
                      <p:pic>
                        <p:nvPicPr>
                          <p:cNvPr id="0" name="图片 3093"/>
                          <p:cNvPicPr/>
                          <p:nvPr/>
                        </p:nvPicPr>
                        <p:blipFill>
                          <a:blip r:embed="rId16"/>
                          <a:stretch>
                            <a:fillRect/>
                          </a:stretch>
                        </p:blipFill>
                        <p:spPr>
                          <a:xfrm>
                            <a:off x="288" y="1824"/>
                            <a:ext cx="768" cy="658"/>
                          </a:xfrm>
                          <a:prstGeom prst="rect">
                            <a:avLst/>
                          </a:prstGeom>
                          <a:noFill/>
                          <a:ln w="38100">
                            <a:noFill/>
                            <a:miter/>
                          </a:ln>
                        </p:spPr>
                      </p:pic>
                    </p:oleObj>
                  </mc:Fallback>
                </mc:AlternateContent>
              </a:graphicData>
            </a:graphic>
          </p:graphicFrame>
          <p:graphicFrame>
            <p:nvGraphicFramePr>
              <p:cNvPr id="19478" name="Object 22"/>
              <p:cNvGraphicFramePr>
                <a:graphicFrameLocks noChangeAspect="1"/>
              </p:cNvGraphicFramePr>
              <p:nvPr/>
            </p:nvGraphicFramePr>
            <p:xfrm>
              <a:off x="288" y="2400"/>
              <a:ext cx="211" cy="236"/>
            </p:xfrm>
            <a:graphic>
              <a:graphicData uri="http://schemas.openxmlformats.org/presentationml/2006/ole">
                <mc:AlternateContent xmlns:mc="http://schemas.openxmlformats.org/markup-compatibility/2006">
                  <mc:Choice xmlns:v="urn:schemas-microsoft-com:vml" Requires="v">
                    <p:oleObj spid="_x0000_s3092" name="" r:id="rId17" imgW="127000" imgH="139700" progId="Equation.3">
                      <p:embed/>
                    </p:oleObj>
                  </mc:Choice>
                  <mc:Fallback>
                    <p:oleObj name="" r:id="rId17" imgW="127000" imgH="139700" progId="Equation.3">
                      <p:embed/>
                      <p:pic>
                        <p:nvPicPr>
                          <p:cNvPr id="0" name="图片 3091"/>
                          <p:cNvPicPr/>
                          <p:nvPr/>
                        </p:nvPicPr>
                        <p:blipFill>
                          <a:blip r:embed="rId18"/>
                          <a:stretch>
                            <a:fillRect/>
                          </a:stretch>
                        </p:blipFill>
                        <p:spPr>
                          <a:xfrm>
                            <a:off x="288" y="2400"/>
                            <a:ext cx="211" cy="236"/>
                          </a:xfrm>
                          <a:prstGeom prst="rect">
                            <a:avLst/>
                          </a:prstGeom>
                          <a:noFill/>
                          <a:ln w="38100">
                            <a:noFill/>
                            <a:miter/>
                          </a:ln>
                        </p:spPr>
                      </p:pic>
                    </p:oleObj>
                  </mc:Fallback>
                </mc:AlternateContent>
              </a:graphicData>
            </a:graphic>
          </p:graphicFrame>
          <p:sp>
            <p:nvSpPr>
              <p:cNvPr id="19479" name="Text Box 23"/>
              <p:cNvSpPr txBox="1"/>
              <p:nvPr/>
            </p:nvSpPr>
            <p:spPr>
              <a:xfrm>
                <a:off x="480" y="2352"/>
                <a:ext cx="672" cy="327"/>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楷体_GB2312" pitchFamily="49" charset="-122"/>
                  </a:rPr>
                  <a:t>&lt;  0</a:t>
                </a:r>
                <a:endParaRPr lang="en-US" altLang="zh-CN" sz="2800" b="1" dirty="0">
                  <a:latin typeface="Times New Roman" panose="02020603050405020304" pitchFamily="18" charset="0"/>
                  <a:ea typeface="楷体_GB2312" pitchFamily="49" charset="-122"/>
                </a:endParaRPr>
              </a:p>
            </p:txBody>
          </p:sp>
        </p:grpSp>
        <p:sp>
          <p:nvSpPr>
            <p:cNvPr id="19480" name="AutoShape 24"/>
            <p:cNvSpPr/>
            <p:nvPr/>
          </p:nvSpPr>
          <p:spPr>
            <a:xfrm>
              <a:off x="192" y="2112"/>
              <a:ext cx="96" cy="480"/>
            </a:xfrm>
            <a:prstGeom prst="leftBrace">
              <a:avLst>
                <a:gd name="adj1" fmla="val 41435"/>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81273" name="Text Box 25"/>
          <p:cNvSpPr txBox="1"/>
          <p:nvPr/>
        </p:nvSpPr>
        <p:spPr>
          <a:xfrm>
            <a:off x="682625" y="5027613"/>
            <a:ext cx="1871663" cy="460375"/>
          </a:xfrm>
          <a:prstGeom prst="rect">
            <a:avLst/>
          </a:prstGeom>
          <a:noFill/>
          <a:ln w="9525">
            <a:noFill/>
          </a:ln>
        </p:spPr>
        <p:txBody>
          <a:bodyPr anchor="t" anchorCtr="0">
            <a:spAutoFit/>
          </a:bodyPr>
          <a:p>
            <a:pPr>
              <a:spcBef>
                <a:spcPct val="50000"/>
              </a:spcBef>
            </a:pPr>
            <a:r>
              <a:rPr lang="zh-CN" altLang="en-US" sz="2400" b="1" dirty="0">
                <a:solidFill>
                  <a:schemeClr val="accent2"/>
                </a:solidFill>
                <a:latin typeface="Times New Roman" panose="02020603050405020304" pitchFamily="18" charset="0"/>
                <a:ea typeface="楷体_GB2312" pitchFamily="49" charset="-122"/>
              </a:rPr>
              <a:t>注意到：</a:t>
            </a:r>
            <a:endParaRPr lang="zh-CN" altLang="en-US" sz="2400" b="1" dirty="0">
              <a:solidFill>
                <a:schemeClr val="accent2"/>
              </a:solidFill>
              <a:latin typeface="Times New Roman" panose="02020603050405020304" pitchFamily="18" charset="0"/>
              <a:ea typeface="楷体_GB2312" pitchFamily="49" charset="-122"/>
            </a:endParaRPr>
          </a:p>
        </p:txBody>
      </p:sp>
      <p:grpSp>
        <p:nvGrpSpPr>
          <p:cNvPr id="19482" name="Group 26"/>
          <p:cNvGrpSpPr/>
          <p:nvPr/>
        </p:nvGrpSpPr>
        <p:grpSpPr>
          <a:xfrm>
            <a:off x="5378450" y="1412875"/>
            <a:ext cx="892175" cy="1223963"/>
            <a:chOff x="3312" y="1152"/>
            <a:chExt cx="576" cy="912"/>
          </a:xfrm>
        </p:grpSpPr>
        <p:graphicFrame>
          <p:nvGraphicFramePr>
            <p:cNvPr id="19483" name="Object 27"/>
            <p:cNvGraphicFramePr>
              <a:graphicFrameLocks noChangeAspect="1"/>
            </p:cNvGraphicFramePr>
            <p:nvPr/>
          </p:nvGraphicFramePr>
          <p:xfrm>
            <a:off x="3312" y="1152"/>
            <a:ext cx="287" cy="384"/>
          </p:xfrm>
          <a:graphic>
            <a:graphicData uri="http://schemas.openxmlformats.org/presentationml/2006/ole">
              <mc:AlternateContent xmlns:mc="http://schemas.openxmlformats.org/markup-compatibility/2006">
                <mc:Choice xmlns:v="urn:schemas-microsoft-com:vml" Requires="v">
                  <p:oleObj spid="_x0000_s3095" name="" r:id="rId19" imgW="152400" imgH="203200" progId="Equation.3">
                    <p:embed/>
                  </p:oleObj>
                </mc:Choice>
                <mc:Fallback>
                  <p:oleObj name="" r:id="rId19" imgW="152400" imgH="203200" progId="Equation.3">
                    <p:embed/>
                    <p:pic>
                      <p:nvPicPr>
                        <p:cNvPr id="0" name="图片 3094"/>
                        <p:cNvPicPr/>
                        <p:nvPr/>
                      </p:nvPicPr>
                      <p:blipFill>
                        <a:blip r:embed="rId20"/>
                        <a:stretch>
                          <a:fillRect/>
                        </a:stretch>
                      </p:blipFill>
                      <p:spPr>
                        <a:xfrm>
                          <a:off x="3312" y="1152"/>
                          <a:ext cx="287" cy="384"/>
                        </a:xfrm>
                        <a:prstGeom prst="rect">
                          <a:avLst/>
                        </a:prstGeom>
                        <a:noFill/>
                        <a:ln w="38100">
                          <a:noFill/>
                          <a:miter/>
                        </a:ln>
                      </p:spPr>
                    </p:pic>
                  </p:oleObj>
                </mc:Fallback>
              </mc:AlternateContent>
            </a:graphicData>
          </a:graphic>
        </p:graphicFrame>
        <p:sp>
          <p:nvSpPr>
            <p:cNvPr id="19484" name="Line 28"/>
            <p:cNvSpPr/>
            <p:nvPr/>
          </p:nvSpPr>
          <p:spPr>
            <a:xfrm flipH="1" flipV="1">
              <a:off x="3552" y="1536"/>
              <a:ext cx="336" cy="528"/>
            </a:xfrm>
            <a:prstGeom prst="line">
              <a:avLst/>
            </a:prstGeom>
            <a:ln w="28575" cap="flat" cmpd="sng">
              <a:solidFill>
                <a:schemeClr val="tx1"/>
              </a:solidFill>
              <a:prstDash val="solid"/>
              <a:round/>
              <a:headEnd type="none" w="med" len="med"/>
              <a:tailEnd type="triangle" w="med" len="med"/>
            </a:ln>
          </p:spPr>
        </p:sp>
      </p:grpSp>
      <p:sp>
        <p:nvSpPr>
          <p:cNvPr id="19485" name="Line 29"/>
          <p:cNvSpPr/>
          <p:nvPr/>
        </p:nvSpPr>
        <p:spPr>
          <a:xfrm>
            <a:off x="6267450" y="2670175"/>
            <a:ext cx="4763" cy="1911350"/>
          </a:xfrm>
          <a:prstGeom prst="line">
            <a:avLst/>
          </a:prstGeom>
          <a:ln w="28575" cap="rnd" cmpd="sng">
            <a:solidFill>
              <a:schemeClr val="tx1"/>
            </a:solidFill>
            <a:prstDash val="sysDot"/>
            <a:round/>
            <a:headEnd type="none" w="med" len="med"/>
            <a:tailEnd type="none" w="med" len="med"/>
          </a:ln>
        </p:spPr>
      </p:sp>
      <p:sp>
        <p:nvSpPr>
          <p:cNvPr id="19486" name="Rectangle 30"/>
          <p:cNvSpPr/>
          <p:nvPr/>
        </p:nvSpPr>
        <p:spPr>
          <a:xfrm>
            <a:off x="6115050" y="4365625"/>
            <a:ext cx="304800" cy="244475"/>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9487" name="Object 31"/>
          <p:cNvGraphicFramePr>
            <a:graphicFrameLocks noChangeAspect="1"/>
          </p:cNvGraphicFramePr>
          <p:nvPr/>
        </p:nvGraphicFramePr>
        <p:xfrm>
          <a:off x="6084888" y="4570413"/>
          <a:ext cx="338137" cy="457200"/>
        </p:xfrm>
        <a:graphic>
          <a:graphicData uri="http://schemas.openxmlformats.org/presentationml/2006/ole">
            <mc:AlternateContent xmlns:mc="http://schemas.openxmlformats.org/markup-compatibility/2006">
              <mc:Choice xmlns:v="urn:schemas-microsoft-com:vml" Requires="v">
                <p:oleObj spid="_x0000_s3106" name="" r:id="rId21" imgW="114300" imgH="177800" progId="Equation.3">
                  <p:embed/>
                </p:oleObj>
              </mc:Choice>
              <mc:Fallback>
                <p:oleObj name="" r:id="rId21" imgW="114300" imgH="177800" progId="Equation.3">
                  <p:embed/>
                  <p:pic>
                    <p:nvPicPr>
                      <p:cNvPr id="0" name="图片 3105"/>
                      <p:cNvPicPr/>
                      <p:nvPr/>
                    </p:nvPicPr>
                    <p:blipFill>
                      <a:blip r:embed="rId22"/>
                      <a:stretch>
                        <a:fillRect/>
                      </a:stretch>
                    </p:blipFill>
                    <p:spPr>
                      <a:xfrm>
                        <a:off x="6084888" y="4570413"/>
                        <a:ext cx="338137" cy="457200"/>
                      </a:xfrm>
                      <a:prstGeom prst="rect">
                        <a:avLst/>
                      </a:prstGeom>
                      <a:noFill/>
                      <a:ln w="38100">
                        <a:noFill/>
                        <a:miter/>
                      </a:ln>
                    </p:spPr>
                  </p:pic>
                </p:oleObj>
              </mc:Fallback>
            </mc:AlternateContent>
          </a:graphicData>
        </a:graphic>
      </p:graphicFrame>
      <p:sp>
        <p:nvSpPr>
          <p:cNvPr id="19488" name="Line 32"/>
          <p:cNvSpPr/>
          <p:nvPr/>
        </p:nvSpPr>
        <p:spPr>
          <a:xfrm>
            <a:off x="5776913" y="1951038"/>
            <a:ext cx="19050" cy="2630487"/>
          </a:xfrm>
          <a:prstGeom prst="line">
            <a:avLst/>
          </a:prstGeom>
          <a:ln w="28575" cap="rnd" cmpd="sng">
            <a:solidFill>
              <a:schemeClr val="tx1"/>
            </a:solidFill>
            <a:prstDash val="sysDot"/>
            <a:round/>
            <a:headEnd type="none" w="med" len="med"/>
            <a:tailEnd type="none" w="med" len="med"/>
          </a:ln>
        </p:spPr>
      </p:sp>
      <p:sp>
        <p:nvSpPr>
          <p:cNvPr id="19489" name="Rectangle 33"/>
          <p:cNvSpPr/>
          <p:nvPr/>
        </p:nvSpPr>
        <p:spPr>
          <a:xfrm>
            <a:off x="5638800" y="4365625"/>
            <a:ext cx="304800" cy="238125"/>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9490" name="Object 34"/>
          <p:cNvGraphicFramePr>
            <a:graphicFrameLocks noChangeAspect="1"/>
          </p:cNvGraphicFramePr>
          <p:nvPr/>
        </p:nvGraphicFramePr>
        <p:xfrm>
          <a:off x="5605463" y="4603750"/>
          <a:ext cx="293687" cy="398463"/>
        </p:xfrm>
        <a:graphic>
          <a:graphicData uri="http://schemas.openxmlformats.org/presentationml/2006/ole">
            <mc:AlternateContent xmlns:mc="http://schemas.openxmlformats.org/markup-compatibility/2006">
              <mc:Choice xmlns:v="urn:schemas-microsoft-com:vml" Requires="v">
                <p:oleObj spid="_x0000_s3107" name="" r:id="rId23" imgW="127000" imgH="165100" progId="Equation.3">
                  <p:embed/>
                </p:oleObj>
              </mc:Choice>
              <mc:Fallback>
                <p:oleObj name="" r:id="rId23" imgW="127000" imgH="165100" progId="Equation.3">
                  <p:embed/>
                  <p:pic>
                    <p:nvPicPr>
                      <p:cNvPr id="0" name="图片 3106"/>
                      <p:cNvPicPr/>
                      <p:nvPr/>
                    </p:nvPicPr>
                    <p:blipFill>
                      <a:blip r:embed="rId24"/>
                      <a:stretch>
                        <a:fillRect/>
                      </a:stretch>
                    </p:blipFill>
                    <p:spPr>
                      <a:xfrm>
                        <a:off x="5605463" y="4603750"/>
                        <a:ext cx="293687" cy="398463"/>
                      </a:xfrm>
                      <a:prstGeom prst="rect">
                        <a:avLst/>
                      </a:prstGeom>
                      <a:noFill/>
                      <a:ln w="38100">
                        <a:noFill/>
                        <a:miter/>
                      </a:ln>
                    </p:spPr>
                  </p:pic>
                </p:oleObj>
              </mc:Fallback>
            </mc:AlternateContent>
          </a:graphicData>
        </a:graphic>
      </p:graphicFrame>
      <p:sp>
        <p:nvSpPr>
          <p:cNvPr id="19491" name="Line 35"/>
          <p:cNvSpPr/>
          <p:nvPr/>
        </p:nvSpPr>
        <p:spPr>
          <a:xfrm flipH="1">
            <a:off x="5364163" y="2698750"/>
            <a:ext cx="0" cy="1868488"/>
          </a:xfrm>
          <a:prstGeom prst="line">
            <a:avLst/>
          </a:prstGeom>
          <a:ln w="28575" cap="rnd" cmpd="sng">
            <a:solidFill>
              <a:schemeClr val="tx1"/>
            </a:solidFill>
            <a:prstDash val="sysDot"/>
            <a:round/>
            <a:headEnd type="none" w="med" len="med"/>
            <a:tailEnd type="none" w="med" len="med"/>
          </a:ln>
        </p:spPr>
      </p:sp>
      <p:sp>
        <p:nvSpPr>
          <p:cNvPr id="19492" name="Rectangle 36"/>
          <p:cNvSpPr/>
          <p:nvPr/>
        </p:nvSpPr>
        <p:spPr>
          <a:xfrm>
            <a:off x="5189538" y="4365625"/>
            <a:ext cx="304800" cy="2286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9493" name="Object 37"/>
          <p:cNvGraphicFramePr>
            <a:graphicFrameLocks noChangeAspect="1"/>
          </p:cNvGraphicFramePr>
          <p:nvPr/>
        </p:nvGraphicFramePr>
        <p:xfrm>
          <a:off x="5189538" y="4581525"/>
          <a:ext cx="249237" cy="433388"/>
        </p:xfrm>
        <a:graphic>
          <a:graphicData uri="http://schemas.openxmlformats.org/presentationml/2006/ole">
            <mc:AlternateContent xmlns:mc="http://schemas.openxmlformats.org/markup-compatibility/2006">
              <mc:Choice xmlns:v="urn:schemas-microsoft-com:vml" Requires="v">
                <p:oleObj spid="_x0000_s3108" name="" r:id="rId25" imgW="114300" imgH="177800" progId="Equation.3">
                  <p:embed/>
                </p:oleObj>
              </mc:Choice>
              <mc:Fallback>
                <p:oleObj name="" r:id="rId25" imgW="114300" imgH="177800" progId="Equation.3">
                  <p:embed/>
                  <p:pic>
                    <p:nvPicPr>
                      <p:cNvPr id="0" name="图片 3107"/>
                      <p:cNvPicPr/>
                      <p:nvPr/>
                    </p:nvPicPr>
                    <p:blipFill>
                      <a:blip r:embed="rId26"/>
                      <a:stretch>
                        <a:fillRect/>
                      </a:stretch>
                    </p:blipFill>
                    <p:spPr>
                      <a:xfrm>
                        <a:off x="5189538" y="4581525"/>
                        <a:ext cx="249237" cy="433388"/>
                      </a:xfrm>
                      <a:prstGeom prst="rect">
                        <a:avLst/>
                      </a:prstGeom>
                      <a:noFill/>
                      <a:ln w="38100">
                        <a:noFill/>
                        <a:miter/>
                      </a:ln>
                    </p:spPr>
                  </p:pic>
                </p:oleObj>
              </mc:Fallback>
            </mc:AlternateContent>
          </a:graphicData>
        </a:graphic>
      </p:graphicFrame>
      <p:grpSp>
        <p:nvGrpSpPr>
          <p:cNvPr id="19494" name="Group 38"/>
          <p:cNvGrpSpPr/>
          <p:nvPr/>
        </p:nvGrpSpPr>
        <p:grpSpPr>
          <a:xfrm>
            <a:off x="5121275" y="4005263"/>
            <a:ext cx="3722688" cy="609600"/>
            <a:chOff x="2640" y="3120"/>
            <a:chExt cx="2942" cy="384"/>
          </a:xfrm>
        </p:grpSpPr>
        <p:graphicFrame>
          <p:nvGraphicFramePr>
            <p:cNvPr id="19495" name="Object 39"/>
            <p:cNvGraphicFramePr>
              <a:graphicFrameLocks noChangeAspect="1"/>
            </p:cNvGraphicFramePr>
            <p:nvPr/>
          </p:nvGraphicFramePr>
          <p:xfrm>
            <a:off x="5280" y="3120"/>
            <a:ext cx="302" cy="336"/>
          </p:xfrm>
          <a:graphic>
            <a:graphicData uri="http://schemas.openxmlformats.org/presentationml/2006/ole">
              <mc:AlternateContent xmlns:mc="http://schemas.openxmlformats.org/markup-compatibility/2006">
                <mc:Choice xmlns:v="urn:schemas-microsoft-com:vml" Requires="v">
                  <p:oleObj spid="_x0000_s3105" name="" r:id="rId27" imgW="127000" imgH="139700" progId="Equation.3">
                    <p:embed/>
                  </p:oleObj>
                </mc:Choice>
                <mc:Fallback>
                  <p:oleObj name="" r:id="rId27" imgW="127000" imgH="139700" progId="Equation.3">
                    <p:embed/>
                    <p:pic>
                      <p:nvPicPr>
                        <p:cNvPr id="0" name="图片 3104"/>
                        <p:cNvPicPr/>
                        <p:nvPr/>
                      </p:nvPicPr>
                      <p:blipFill>
                        <a:blip r:embed="rId28"/>
                        <a:stretch>
                          <a:fillRect/>
                        </a:stretch>
                      </p:blipFill>
                      <p:spPr>
                        <a:xfrm>
                          <a:off x="5280" y="3120"/>
                          <a:ext cx="302" cy="336"/>
                        </a:xfrm>
                        <a:prstGeom prst="rect">
                          <a:avLst/>
                        </a:prstGeom>
                        <a:noFill/>
                        <a:ln w="38100">
                          <a:noFill/>
                          <a:miter/>
                        </a:ln>
                      </p:spPr>
                    </p:pic>
                  </p:oleObj>
                </mc:Fallback>
              </mc:AlternateContent>
            </a:graphicData>
          </a:graphic>
        </p:graphicFrame>
        <p:sp>
          <p:nvSpPr>
            <p:cNvPr id="19496" name="Line 40"/>
            <p:cNvSpPr/>
            <p:nvPr/>
          </p:nvSpPr>
          <p:spPr>
            <a:xfrm>
              <a:off x="2640" y="3504"/>
              <a:ext cx="2832" cy="0"/>
            </a:xfrm>
            <a:prstGeom prst="line">
              <a:avLst/>
            </a:prstGeom>
            <a:ln w="28575" cap="flat" cmpd="sng">
              <a:solidFill>
                <a:schemeClr val="tx1"/>
              </a:solidFill>
              <a:prstDash val="solid"/>
              <a:round/>
              <a:headEnd type="none" w="med" len="med"/>
              <a:tailEnd type="triangle" w="med" len="med"/>
            </a:ln>
          </p:spPr>
        </p:sp>
      </p:grpSp>
      <p:sp>
        <p:nvSpPr>
          <p:cNvPr id="19497" name="Line 41"/>
          <p:cNvSpPr/>
          <p:nvPr/>
        </p:nvSpPr>
        <p:spPr>
          <a:xfrm flipH="1">
            <a:off x="6804025" y="2027238"/>
            <a:ext cx="12700" cy="2554287"/>
          </a:xfrm>
          <a:prstGeom prst="line">
            <a:avLst/>
          </a:prstGeom>
          <a:ln w="28575" cap="rnd" cmpd="sng">
            <a:solidFill>
              <a:schemeClr val="tx1"/>
            </a:solidFill>
            <a:prstDash val="sysDot"/>
            <a:round/>
            <a:headEnd type="none" w="med" len="med"/>
            <a:tailEnd type="none" w="med" len="med"/>
          </a:ln>
        </p:spPr>
      </p:sp>
      <p:sp>
        <p:nvSpPr>
          <p:cNvPr id="19498" name="Line 42"/>
          <p:cNvSpPr/>
          <p:nvPr/>
        </p:nvSpPr>
        <p:spPr>
          <a:xfrm flipH="1">
            <a:off x="7278688" y="2651125"/>
            <a:ext cx="0" cy="1944688"/>
          </a:xfrm>
          <a:prstGeom prst="line">
            <a:avLst/>
          </a:prstGeom>
          <a:ln w="9525" cap="rnd" cmpd="sng">
            <a:solidFill>
              <a:schemeClr val="tx1"/>
            </a:solidFill>
            <a:prstDash val="sysDot"/>
            <a:round/>
            <a:headEnd type="none" w="med" len="med"/>
            <a:tailEnd type="none" w="med" len="med"/>
          </a:ln>
        </p:spPr>
      </p:sp>
      <p:grpSp>
        <p:nvGrpSpPr>
          <p:cNvPr id="19499" name="Group 43"/>
          <p:cNvGrpSpPr/>
          <p:nvPr/>
        </p:nvGrpSpPr>
        <p:grpSpPr>
          <a:xfrm>
            <a:off x="7112000" y="4383088"/>
            <a:ext cx="396875" cy="615950"/>
            <a:chOff x="4368" y="3360"/>
            <a:chExt cx="247" cy="388"/>
          </a:xfrm>
        </p:grpSpPr>
        <p:sp>
          <p:nvSpPr>
            <p:cNvPr id="19500" name="Rectangle 44"/>
            <p:cNvSpPr/>
            <p:nvPr/>
          </p:nvSpPr>
          <p:spPr>
            <a:xfrm>
              <a:off x="4368" y="3360"/>
              <a:ext cx="192" cy="144"/>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9501" name="Object 45"/>
            <p:cNvGraphicFramePr>
              <a:graphicFrameLocks noChangeAspect="1"/>
            </p:cNvGraphicFramePr>
            <p:nvPr/>
          </p:nvGraphicFramePr>
          <p:xfrm>
            <a:off x="4416" y="3504"/>
            <a:ext cx="199" cy="244"/>
          </p:xfrm>
          <a:graphic>
            <a:graphicData uri="http://schemas.openxmlformats.org/presentationml/2006/ole">
              <mc:AlternateContent xmlns:mc="http://schemas.openxmlformats.org/markup-compatibility/2006">
                <mc:Choice xmlns:v="urn:schemas-microsoft-com:vml" Requires="v">
                  <p:oleObj spid="_x0000_s3097" name="" r:id="rId29" imgW="88900" imgH="164465" progId="Equation.3">
                    <p:embed/>
                  </p:oleObj>
                </mc:Choice>
                <mc:Fallback>
                  <p:oleObj name="" r:id="rId29" imgW="88900" imgH="164465" progId="Equation.3">
                    <p:embed/>
                    <p:pic>
                      <p:nvPicPr>
                        <p:cNvPr id="0" name="图片 3096"/>
                        <p:cNvPicPr/>
                        <p:nvPr/>
                      </p:nvPicPr>
                      <p:blipFill>
                        <a:blip r:embed="rId30"/>
                        <a:stretch>
                          <a:fillRect/>
                        </a:stretch>
                      </p:blipFill>
                      <p:spPr>
                        <a:xfrm>
                          <a:off x="4416" y="3504"/>
                          <a:ext cx="199" cy="244"/>
                        </a:xfrm>
                        <a:prstGeom prst="rect">
                          <a:avLst/>
                        </a:prstGeom>
                        <a:noFill/>
                        <a:ln w="38100">
                          <a:noFill/>
                          <a:miter/>
                        </a:ln>
                      </p:spPr>
                    </p:pic>
                  </p:oleObj>
                </mc:Fallback>
              </mc:AlternateContent>
            </a:graphicData>
          </a:graphic>
        </p:graphicFrame>
      </p:grpSp>
      <p:sp>
        <p:nvSpPr>
          <p:cNvPr id="19502" name="Rectangle 46"/>
          <p:cNvSpPr/>
          <p:nvPr/>
        </p:nvSpPr>
        <p:spPr>
          <a:xfrm>
            <a:off x="6635750" y="4378325"/>
            <a:ext cx="307975" cy="2286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9503" name="Object 47"/>
          <p:cNvGraphicFramePr>
            <a:graphicFrameLocks noChangeAspect="1"/>
          </p:cNvGraphicFramePr>
          <p:nvPr/>
        </p:nvGraphicFramePr>
        <p:xfrm>
          <a:off x="6654800" y="4606925"/>
          <a:ext cx="293688" cy="381000"/>
        </p:xfrm>
        <a:graphic>
          <a:graphicData uri="http://schemas.openxmlformats.org/presentationml/2006/ole">
            <mc:AlternateContent xmlns:mc="http://schemas.openxmlformats.org/markup-compatibility/2006">
              <mc:Choice xmlns:v="urn:schemas-microsoft-com:vml" Requires="v">
                <p:oleObj spid="_x0000_s3098" name="" r:id="rId31" imgW="127000" imgH="165100" progId="Equation.3">
                  <p:embed/>
                </p:oleObj>
              </mc:Choice>
              <mc:Fallback>
                <p:oleObj name="" r:id="rId31" imgW="127000" imgH="165100" progId="Equation.3">
                  <p:embed/>
                  <p:pic>
                    <p:nvPicPr>
                      <p:cNvPr id="0" name="图片 3097"/>
                      <p:cNvPicPr/>
                      <p:nvPr/>
                    </p:nvPicPr>
                    <p:blipFill>
                      <a:blip r:embed="rId32"/>
                      <a:stretch>
                        <a:fillRect/>
                      </a:stretch>
                    </p:blipFill>
                    <p:spPr>
                      <a:xfrm>
                        <a:off x="6654800" y="4606925"/>
                        <a:ext cx="293688" cy="381000"/>
                      </a:xfrm>
                      <a:prstGeom prst="rect">
                        <a:avLst/>
                      </a:prstGeom>
                      <a:noFill/>
                      <a:ln w="38100">
                        <a:noFill/>
                        <a:miter/>
                      </a:ln>
                    </p:spPr>
                  </p:pic>
                </p:oleObj>
              </mc:Fallback>
            </mc:AlternateContent>
          </a:graphicData>
        </a:graphic>
      </p:graphicFrame>
      <p:grpSp>
        <p:nvGrpSpPr>
          <p:cNvPr id="19504" name="Group 48"/>
          <p:cNvGrpSpPr/>
          <p:nvPr/>
        </p:nvGrpSpPr>
        <p:grpSpPr>
          <a:xfrm>
            <a:off x="4427538" y="1798638"/>
            <a:ext cx="4648200" cy="1752600"/>
            <a:chOff x="2688" y="1200"/>
            <a:chExt cx="2894" cy="1104"/>
          </a:xfrm>
        </p:grpSpPr>
        <p:grpSp>
          <p:nvGrpSpPr>
            <p:cNvPr id="19505" name="Group 49"/>
            <p:cNvGrpSpPr/>
            <p:nvPr/>
          </p:nvGrpSpPr>
          <p:grpSpPr>
            <a:xfrm>
              <a:off x="2688" y="1488"/>
              <a:ext cx="2894" cy="336"/>
              <a:chOff x="2688" y="1824"/>
              <a:chExt cx="2894" cy="336"/>
            </a:xfrm>
          </p:grpSpPr>
          <p:graphicFrame>
            <p:nvGraphicFramePr>
              <p:cNvPr id="19506" name="Object 50"/>
              <p:cNvGraphicFramePr>
                <a:graphicFrameLocks noChangeAspect="1"/>
              </p:cNvGraphicFramePr>
              <p:nvPr/>
            </p:nvGraphicFramePr>
            <p:xfrm>
              <a:off x="5280" y="1824"/>
              <a:ext cx="302" cy="336"/>
            </p:xfrm>
            <a:graphic>
              <a:graphicData uri="http://schemas.openxmlformats.org/presentationml/2006/ole">
                <mc:AlternateContent xmlns:mc="http://schemas.openxmlformats.org/markup-compatibility/2006">
                  <mc:Choice xmlns:v="urn:schemas-microsoft-com:vml" Requires="v">
                    <p:oleObj spid="_x0000_s3099" name="" r:id="rId33" imgW="127000" imgH="139700" progId="Equation.3">
                      <p:embed/>
                    </p:oleObj>
                  </mc:Choice>
                  <mc:Fallback>
                    <p:oleObj name="" r:id="rId33" imgW="127000" imgH="139700" progId="Equation.3">
                      <p:embed/>
                      <p:pic>
                        <p:nvPicPr>
                          <p:cNvPr id="0" name="图片 3098"/>
                          <p:cNvPicPr/>
                          <p:nvPr/>
                        </p:nvPicPr>
                        <p:blipFill>
                          <a:blip r:embed="rId28"/>
                          <a:stretch>
                            <a:fillRect/>
                          </a:stretch>
                        </p:blipFill>
                        <p:spPr>
                          <a:xfrm>
                            <a:off x="5280" y="1824"/>
                            <a:ext cx="302" cy="336"/>
                          </a:xfrm>
                          <a:prstGeom prst="rect">
                            <a:avLst/>
                          </a:prstGeom>
                          <a:noFill/>
                          <a:ln w="38100">
                            <a:noFill/>
                            <a:miter/>
                          </a:ln>
                        </p:spPr>
                      </p:pic>
                    </p:oleObj>
                  </mc:Fallback>
                </mc:AlternateContent>
              </a:graphicData>
            </a:graphic>
          </p:graphicFrame>
          <p:sp>
            <p:nvSpPr>
              <p:cNvPr id="19507" name="Line 51"/>
              <p:cNvSpPr/>
              <p:nvPr/>
            </p:nvSpPr>
            <p:spPr>
              <a:xfrm>
                <a:off x="2688" y="2064"/>
                <a:ext cx="2640" cy="0"/>
              </a:xfrm>
              <a:prstGeom prst="line">
                <a:avLst/>
              </a:prstGeom>
              <a:ln w="38100" cap="flat" cmpd="sng">
                <a:solidFill>
                  <a:schemeClr val="tx1"/>
                </a:solidFill>
                <a:prstDash val="solid"/>
                <a:round/>
                <a:headEnd type="none" w="med" len="med"/>
                <a:tailEnd type="triangle" w="med" len="med"/>
              </a:ln>
            </p:spPr>
          </p:sp>
          <p:sp>
            <p:nvSpPr>
              <p:cNvPr id="19508" name="Oval 52"/>
              <p:cNvSpPr/>
              <p:nvPr/>
            </p:nvSpPr>
            <p:spPr>
              <a:xfrm>
                <a:off x="3840" y="2016"/>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aphicFrame>
          <p:nvGraphicFramePr>
            <p:cNvPr id="19509" name="Object 53"/>
            <p:cNvGraphicFramePr>
              <a:graphicFrameLocks noChangeAspect="1"/>
            </p:cNvGraphicFramePr>
            <p:nvPr/>
          </p:nvGraphicFramePr>
          <p:xfrm>
            <a:off x="3758" y="1728"/>
            <a:ext cx="211" cy="232"/>
          </p:xfrm>
          <a:graphic>
            <a:graphicData uri="http://schemas.openxmlformats.org/presentationml/2006/ole">
              <mc:AlternateContent xmlns:mc="http://schemas.openxmlformats.org/markup-compatibility/2006">
                <mc:Choice xmlns:v="urn:schemas-microsoft-com:vml" Requires="v">
                  <p:oleObj spid="_x0000_s3100" name="" r:id="rId34" imgW="127000" imgH="139700" progId="Equation.3">
                    <p:embed/>
                  </p:oleObj>
                </mc:Choice>
                <mc:Fallback>
                  <p:oleObj name="" r:id="rId34" imgW="127000" imgH="139700" progId="Equation.3">
                    <p:embed/>
                    <p:pic>
                      <p:nvPicPr>
                        <p:cNvPr id="0" name="图片 3099"/>
                        <p:cNvPicPr/>
                        <p:nvPr/>
                      </p:nvPicPr>
                      <p:blipFill>
                        <a:blip r:embed="rId35"/>
                        <a:stretch>
                          <a:fillRect/>
                        </a:stretch>
                      </p:blipFill>
                      <p:spPr>
                        <a:xfrm>
                          <a:off x="3758" y="1728"/>
                          <a:ext cx="211" cy="232"/>
                        </a:xfrm>
                        <a:prstGeom prst="rect">
                          <a:avLst/>
                        </a:prstGeom>
                        <a:noFill/>
                        <a:ln w="38100">
                          <a:noFill/>
                          <a:miter/>
                        </a:ln>
                      </p:spPr>
                    </p:pic>
                  </p:oleObj>
                </mc:Fallback>
              </mc:AlternateContent>
            </a:graphicData>
          </a:graphic>
        </p:graphicFrame>
        <p:sp>
          <p:nvSpPr>
            <p:cNvPr id="19510" name="Oval 54"/>
            <p:cNvSpPr/>
            <p:nvPr/>
          </p:nvSpPr>
          <p:spPr>
            <a:xfrm>
              <a:off x="3264" y="1200"/>
              <a:ext cx="1200" cy="1104"/>
            </a:xfrm>
            <a:prstGeom prst="ellipse">
              <a:avLst/>
            </a:prstGeom>
            <a:noFill/>
            <a:ln w="9525" cap="flat" cmpd="sng">
              <a:solidFill>
                <a:schemeClr val="tx1"/>
              </a:solidFill>
              <a:prstDash val="sysDot"/>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9511" name="Group 55"/>
          <p:cNvGrpSpPr/>
          <p:nvPr/>
        </p:nvGrpSpPr>
        <p:grpSpPr>
          <a:xfrm>
            <a:off x="6354763" y="2408238"/>
            <a:ext cx="1385887" cy="588962"/>
            <a:chOff x="3888" y="1776"/>
            <a:chExt cx="863" cy="371"/>
          </a:xfrm>
        </p:grpSpPr>
        <p:graphicFrame>
          <p:nvGraphicFramePr>
            <p:cNvPr id="19512" name="Object 56"/>
            <p:cNvGraphicFramePr>
              <a:graphicFrameLocks noChangeAspect="1"/>
            </p:cNvGraphicFramePr>
            <p:nvPr/>
          </p:nvGraphicFramePr>
          <p:xfrm>
            <a:off x="4464" y="1776"/>
            <a:ext cx="287" cy="371"/>
          </p:xfrm>
          <a:graphic>
            <a:graphicData uri="http://schemas.openxmlformats.org/presentationml/2006/ole">
              <mc:AlternateContent xmlns:mc="http://schemas.openxmlformats.org/markup-compatibility/2006">
                <mc:Choice xmlns:v="urn:schemas-microsoft-com:vml" Requires="v">
                  <p:oleObj spid="_x0000_s3096" name="" r:id="rId36" imgW="122555" imgH="167640" progId="Equation.3">
                    <p:embed/>
                  </p:oleObj>
                </mc:Choice>
                <mc:Fallback>
                  <p:oleObj name="" r:id="rId36" imgW="122555" imgH="167640" progId="Equation.3">
                    <p:embed/>
                    <p:pic>
                      <p:nvPicPr>
                        <p:cNvPr id="0" name="图片 3095"/>
                        <p:cNvPicPr/>
                        <p:nvPr/>
                      </p:nvPicPr>
                      <p:blipFill>
                        <a:blip r:embed="rId37">
                          <a:clrChange>
                            <a:clrFrom>
                              <a:srgbClr val="000000"/>
                            </a:clrFrom>
                            <a:clrTo>
                              <a:srgbClr val="000000">
                                <a:alpha val="0"/>
                              </a:srgbClr>
                            </a:clrTo>
                          </a:clrChange>
                        </a:blip>
                        <a:stretch>
                          <a:fillRect/>
                        </a:stretch>
                      </p:blipFill>
                      <p:spPr>
                        <a:xfrm>
                          <a:off x="4464" y="1776"/>
                          <a:ext cx="287" cy="371"/>
                        </a:xfrm>
                        <a:prstGeom prst="rect">
                          <a:avLst/>
                        </a:prstGeom>
                        <a:noFill/>
                        <a:ln w="38100">
                          <a:noFill/>
                          <a:miter/>
                        </a:ln>
                      </p:spPr>
                    </p:pic>
                  </p:oleObj>
                </mc:Fallback>
              </mc:AlternateContent>
            </a:graphicData>
          </a:graphic>
        </p:graphicFrame>
        <p:sp>
          <p:nvSpPr>
            <p:cNvPr id="19513" name="Line 57"/>
            <p:cNvSpPr/>
            <p:nvPr/>
          </p:nvSpPr>
          <p:spPr>
            <a:xfrm>
              <a:off x="3888" y="1920"/>
              <a:ext cx="576" cy="0"/>
            </a:xfrm>
            <a:prstGeom prst="line">
              <a:avLst/>
            </a:prstGeom>
            <a:ln w="9525" cap="flat" cmpd="sng">
              <a:solidFill>
                <a:srgbClr val="FF0000"/>
              </a:solidFill>
              <a:prstDash val="solid"/>
              <a:round/>
              <a:headEnd type="none" w="med" len="med"/>
              <a:tailEnd type="triangle" w="lg" len="lg"/>
            </a:ln>
          </p:spPr>
        </p:sp>
      </p:grpSp>
      <p:grpSp>
        <p:nvGrpSpPr>
          <p:cNvPr id="19514" name="Group 58"/>
          <p:cNvGrpSpPr/>
          <p:nvPr/>
        </p:nvGrpSpPr>
        <p:grpSpPr>
          <a:xfrm>
            <a:off x="6278563" y="1646238"/>
            <a:ext cx="908050" cy="984250"/>
            <a:chOff x="3840" y="1296"/>
            <a:chExt cx="566" cy="620"/>
          </a:xfrm>
        </p:grpSpPr>
        <p:sp>
          <p:nvSpPr>
            <p:cNvPr id="19515" name="Line 59"/>
            <p:cNvSpPr/>
            <p:nvPr/>
          </p:nvSpPr>
          <p:spPr>
            <a:xfrm flipV="1">
              <a:off x="3840" y="1440"/>
              <a:ext cx="336" cy="476"/>
            </a:xfrm>
            <a:prstGeom prst="line">
              <a:avLst/>
            </a:prstGeom>
            <a:ln w="38100" cap="flat" cmpd="sng">
              <a:solidFill>
                <a:srgbClr val="FF0000"/>
              </a:solidFill>
              <a:prstDash val="solid"/>
              <a:round/>
              <a:headEnd type="none" w="med" len="med"/>
              <a:tailEnd type="triangle" w="med" len="med"/>
            </a:ln>
          </p:spPr>
        </p:sp>
        <p:sp>
          <p:nvSpPr>
            <p:cNvPr id="19516" name="Arc 60"/>
            <p:cNvSpPr/>
            <p:nvPr/>
          </p:nvSpPr>
          <p:spPr>
            <a:xfrm>
              <a:off x="3984" y="1296"/>
              <a:ext cx="240" cy="48"/>
            </a:xfrm>
            <a:custGeom>
              <a:avLst/>
              <a:gdLst/>
              <a:ahLst/>
              <a:cxnLst>
                <a:cxn ang="0">
                  <a:pos x="0" y="0"/>
                </a:cxn>
                <a:cxn ang="0">
                  <a:pos x="3"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chemeClr val="accent2"/>
              </a:solidFill>
              <a:prstDash val="solid"/>
              <a:round/>
              <a:headEnd type="triangle" w="med" len="med"/>
              <a:tailEnd type="none" w="med" len="med"/>
            </a:ln>
          </p:spPr>
          <p:txBody>
            <a:bodyPr/>
            <a:p>
              <a:endParaRPr lang="zh-CN" altLang="en-US"/>
            </a:p>
          </p:txBody>
        </p:sp>
        <p:graphicFrame>
          <p:nvGraphicFramePr>
            <p:cNvPr id="19517" name="Object 61"/>
            <p:cNvGraphicFramePr>
              <a:graphicFrameLocks noChangeAspect="1"/>
            </p:cNvGraphicFramePr>
            <p:nvPr/>
          </p:nvGraphicFramePr>
          <p:xfrm>
            <a:off x="4128" y="1344"/>
            <a:ext cx="278" cy="348"/>
          </p:xfrm>
          <a:graphic>
            <a:graphicData uri="http://schemas.openxmlformats.org/presentationml/2006/ole">
              <mc:AlternateContent xmlns:mc="http://schemas.openxmlformats.org/markup-compatibility/2006">
                <mc:Choice xmlns:v="urn:schemas-microsoft-com:vml" Requires="v">
                  <p:oleObj spid="_x0000_s3102" name="" r:id="rId38" imgW="122555" imgH="154305" progId="Equation.3">
                    <p:embed/>
                  </p:oleObj>
                </mc:Choice>
                <mc:Fallback>
                  <p:oleObj name="" r:id="rId38" imgW="122555" imgH="154305" progId="Equation.3">
                    <p:embed/>
                    <p:pic>
                      <p:nvPicPr>
                        <p:cNvPr id="0" name="图片 3101"/>
                        <p:cNvPicPr/>
                        <p:nvPr/>
                      </p:nvPicPr>
                      <p:blipFill>
                        <a:blip r:embed="rId39">
                          <a:clrChange>
                            <a:clrFrom>
                              <a:srgbClr val="000000"/>
                            </a:clrFrom>
                            <a:clrTo>
                              <a:srgbClr val="000000">
                                <a:alpha val="0"/>
                              </a:srgbClr>
                            </a:clrTo>
                          </a:clrChange>
                        </a:blip>
                        <a:stretch>
                          <a:fillRect/>
                        </a:stretch>
                      </p:blipFill>
                      <p:spPr>
                        <a:xfrm>
                          <a:off x="4128" y="1344"/>
                          <a:ext cx="278" cy="348"/>
                        </a:xfrm>
                        <a:prstGeom prst="rect">
                          <a:avLst/>
                        </a:prstGeom>
                        <a:noFill/>
                        <a:ln w="38100">
                          <a:noFill/>
                          <a:miter/>
                        </a:ln>
                      </p:spPr>
                    </p:pic>
                  </p:oleObj>
                </mc:Fallback>
              </mc:AlternateContent>
            </a:graphicData>
          </a:graphic>
        </p:graphicFrame>
      </p:grpSp>
      <p:grpSp>
        <p:nvGrpSpPr>
          <p:cNvPr id="19518" name="Group 62"/>
          <p:cNvGrpSpPr/>
          <p:nvPr/>
        </p:nvGrpSpPr>
        <p:grpSpPr>
          <a:xfrm>
            <a:off x="4932363" y="2484438"/>
            <a:ext cx="1323975" cy="476250"/>
            <a:chOff x="3072" y="1488"/>
            <a:chExt cx="912" cy="300"/>
          </a:xfrm>
        </p:grpSpPr>
        <p:sp>
          <p:nvSpPr>
            <p:cNvPr id="19519" name="Line 63"/>
            <p:cNvSpPr/>
            <p:nvPr/>
          </p:nvSpPr>
          <p:spPr>
            <a:xfrm flipH="1">
              <a:off x="3312" y="1584"/>
              <a:ext cx="624" cy="0"/>
            </a:xfrm>
            <a:prstGeom prst="line">
              <a:avLst/>
            </a:prstGeom>
            <a:ln w="28575" cap="flat" cmpd="sng">
              <a:solidFill>
                <a:srgbClr val="FF0000"/>
              </a:solidFill>
              <a:prstDash val="solid"/>
              <a:round/>
              <a:headEnd type="none" w="med" len="med"/>
              <a:tailEnd type="triangle" w="med" len="med"/>
            </a:ln>
          </p:spPr>
        </p:sp>
        <p:graphicFrame>
          <p:nvGraphicFramePr>
            <p:cNvPr id="19520" name="Object 64"/>
            <p:cNvGraphicFramePr>
              <a:graphicFrameLocks noChangeAspect="1"/>
            </p:cNvGraphicFramePr>
            <p:nvPr/>
          </p:nvGraphicFramePr>
          <p:xfrm>
            <a:off x="3072" y="1488"/>
            <a:ext cx="240" cy="300"/>
          </p:xfrm>
          <a:graphic>
            <a:graphicData uri="http://schemas.openxmlformats.org/presentationml/2006/ole">
              <mc:AlternateContent xmlns:mc="http://schemas.openxmlformats.org/markup-compatibility/2006">
                <mc:Choice xmlns:v="urn:schemas-microsoft-com:vml" Requires="v">
                  <p:oleObj spid="_x0000_s3103" name="" r:id="rId40" imgW="122555" imgH="154305" progId="Equation.3">
                    <p:embed/>
                  </p:oleObj>
                </mc:Choice>
                <mc:Fallback>
                  <p:oleObj name="" r:id="rId40" imgW="122555" imgH="154305" progId="Equation.3">
                    <p:embed/>
                    <p:pic>
                      <p:nvPicPr>
                        <p:cNvPr id="0" name="图片 3102"/>
                        <p:cNvPicPr/>
                        <p:nvPr/>
                      </p:nvPicPr>
                      <p:blipFill>
                        <a:blip r:embed="rId41">
                          <a:clrChange>
                            <a:clrFrom>
                              <a:srgbClr val="000000"/>
                            </a:clrFrom>
                            <a:clrTo>
                              <a:srgbClr val="000000">
                                <a:alpha val="0"/>
                              </a:srgbClr>
                            </a:clrTo>
                          </a:clrChange>
                        </a:blip>
                        <a:stretch>
                          <a:fillRect/>
                        </a:stretch>
                      </p:blipFill>
                      <p:spPr>
                        <a:xfrm>
                          <a:off x="3072" y="1488"/>
                          <a:ext cx="240" cy="300"/>
                        </a:xfrm>
                        <a:prstGeom prst="rect">
                          <a:avLst/>
                        </a:prstGeom>
                        <a:noFill/>
                        <a:ln w="38100">
                          <a:noFill/>
                          <a:miter/>
                        </a:ln>
                      </p:spPr>
                    </p:pic>
                  </p:oleObj>
                </mc:Fallback>
              </mc:AlternateContent>
            </a:graphicData>
          </a:graphic>
        </p:graphicFrame>
        <p:sp>
          <p:nvSpPr>
            <p:cNvPr id="19521" name="Line 65"/>
            <p:cNvSpPr/>
            <p:nvPr/>
          </p:nvSpPr>
          <p:spPr>
            <a:xfrm flipH="1">
              <a:off x="3360" y="1584"/>
              <a:ext cx="624" cy="0"/>
            </a:xfrm>
            <a:prstGeom prst="line">
              <a:avLst/>
            </a:prstGeom>
            <a:ln w="9525" cap="flat" cmpd="sng">
              <a:solidFill>
                <a:srgbClr val="FF0000"/>
              </a:solidFill>
              <a:prstDash val="solid"/>
              <a:round/>
              <a:headEnd type="none" w="med" len="med"/>
              <a:tailEnd type="triangle" w="med" len="med"/>
            </a:ln>
          </p:spPr>
        </p:sp>
      </p:grpSp>
      <p:grpSp>
        <p:nvGrpSpPr>
          <p:cNvPr id="19522" name="Group 66"/>
          <p:cNvGrpSpPr/>
          <p:nvPr/>
        </p:nvGrpSpPr>
        <p:grpSpPr>
          <a:xfrm>
            <a:off x="6132513" y="1355725"/>
            <a:ext cx="368300" cy="1219200"/>
            <a:chOff x="3888" y="768"/>
            <a:chExt cx="232" cy="816"/>
          </a:xfrm>
        </p:grpSpPr>
        <p:sp>
          <p:nvSpPr>
            <p:cNvPr id="19523" name="Line 67"/>
            <p:cNvSpPr/>
            <p:nvPr/>
          </p:nvSpPr>
          <p:spPr>
            <a:xfrm flipV="1">
              <a:off x="3984" y="1056"/>
              <a:ext cx="0" cy="528"/>
            </a:xfrm>
            <a:prstGeom prst="line">
              <a:avLst/>
            </a:prstGeom>
            <a:ln w="9525" cap="flat" cmpd="sng">
              <a:solidFill>
                <a:srgbClr val="FF0000"/>
              </a:solidFill>
              <a:prstDash val="solid"/>
              <a:round/>
              <a:headEnd type="none" w="med" len="med"/>
              <a:tailEnd type="triangle" w="med" len="med"/>
            </a:ln>
          </p:spPr>
        </p:sp>
        <p:graphicFrame>
          <p:nvGraphicFramePr>
            <p:cNvPr id="19524" name="Object 68"/>
            <p:cNvGraphicFramePr>
              <a:graphicFrameLocks noChangeAspect="1"/>
            </p:cNvGraphicFramePr>
            <p:nvPr/>
          </p:nvGraphicFramePr>
          <p:xfrm>
            <a:off x="3888" y="768"/>
            <a:ext cx="232" cy="288"/>
          </p:xfrm>
          <a:graphic>
            <a:graphicData uri="http://schemas.openxmlformats.org/presentationml/2006/ole">
              <mc:AlternateContent xmlns:mc="http://schemas.openxmlformats.org/markup-compatibility/2006">
                <mc:Choice xmlns:v="urn:schemas-microsoft-com:vml" Requires="v">
                  <p:oleObj spid="_x0000_s3104" name="" r:id="rId42" imgW="152400" imgH="190500" progId="Equation.3">
                    <p:embed/>
                  </p:oleObj>
                </mc:Choice>
                <mc:Fallback>
                  <p:oleObj name="" r:id="rId42" imgW="152400" imgH="190500" progId="Equation.3">
                    <p:embed/>
                    <p:pic>
                      <p:nvPicPr>
                        <p:cNvPr id="0" name="图片 3103"/>
                        <p:cNvPicPr/>
                        <p:nvPr/>
                      </p:nvPicPr>
                      <p:blipFill>
                        <a:blip r:embed="rId43"/>
                        <a:stretch>
                          <a:fillRect/>
                        </a:stretch>
                      </p:blipFill>
                      <p:spPr>
                        <a:xfrm>
                          <a:off x="3888" y="768"/>
                          <a:ext cx="232" cy="288"/>
                        </a:xfrm>
                        <a:prstGeom prst="rect">
                          <a:avLst/>
                        </a:prstGeom>
                        <a:noFill/>
                        <a:ln w="38100">
                          <a:noFill/>
                          <a:miter/>
                        </a:ln>
                      </p:spPr>
                    </p:pic>
                  </p:oleObj>
                </mc:Fallback>
              </mc:AlternateContent>
            </a:graphicData>
          </a:graphic>
        </p:graphicFrame>
      </p:grpSp>
      <p:graphicFrame>
        <p:nvGraphicFramePr>
          <p:cNvPr id="19525" name="Object 69"/>
          <p:cNvGraphicFramePr>
            <a:graphicFrameLocks noChangeAspect="1"/>
          </p:cNvGraphicFramePr>
          <p:nvPr/>
        </p:nvGraphicFramePr>
        <p:xfrm>
          <a:off x="6011863" y="330200"/>
          <a:ext cx="2592387" cy="506413"/>
        </p:xfrm>
        <a:graphic>
          <a:graphicData uri="http://schemas.openxmlformats.org/presentationml/2006/ole">
            <mc:AlternateContent xmlns:mc="http://schemas.openxmlformats.org/markup-compatibility/2006">
              <mc:Choice xmlns:v="urn:schemas-microsoft-com:vml" Requires="v">
                <p:oleObj spid="_x0000_s3101" name="" r:id="rId44" imgW="1091565" imgH="215900" progId="Equation.3">
                  <p:embed/>
                </p:oleObj>
              </mc:Choice>
              <mc:Fallback>
                <p:oleObj name="" r:id="rId44" imgW="1091565" imgH="215900" progId="Equation.3">
                  <p:embed/>
                  <p:pic>
                    <p:nvPicPr>
                      <p:cNvPr id="0" name="图片 3100"/>
                      <p:cNvPicPr/>
                      <p:nvPr/>
                    </p:nvPicPr>
                    <p:blipFill>
                      <a:blip r:embed="rId45"/>
                      <a:stretch>
                        <a:fillRect/>
                      </a:stretch>
                    </p:blipFill>
                    <p:spPr>
                      <a:xfrm>
                        <a:off x="6011863" y="330200"/>
                        <a:ext cx="2592387" cy="506413"/>
                      </a:xfrm>
                      <a:prstGeom prst="rect">
                        <a:avLst/>
                      </a:prstGeom>
                      <a:noFill/>
                      <a:ln w="38100">
                        <a:noFill/>
                        <a:miter/>
                      </a:ln>
                    </p:spPr>
                  </p:pic>
                </p:oleObj>
              </mc:Fallback>
            </mc:AlternateContent>
          </a:graphicData>
        </a:graphic>
      </p:graphicFrame>
      <p:sp>
        <p:nvSpPr>
          <p:cNvPr id="181318" name="Text Box 70"/>
          <p:cNvSpPr txBox="1"/>
          <p:nvPr/>
        </p:nvSpPr>
        <p:spPr>
          <a:xfrm flipH="1">
            <a:off x="231775" y="3116263"/>
            <a:ext cx="1143000" cy="519112"/>
          </a:xfrm>
          <a:prstGeom prst="rect">
            <a:avLst/>
          </a:prstGeom>
          <a:noFill/>
          <a:ln w="9525">
            <a:noFill/>
          </a:ln>
        </p:spPr>
        <p:txBody>
          <a:bodyPr anchor="t" anchorCtr="0">
            <a:spAutoFit/>
          </a:bodyPr>
          <a:p>
            <a:pPr>
              <a:spcBef>
                <a:spcPct val="50000"/>
              </a:spcBef>
            </a:pPr>
            <a:r>
              <a:rPr lang="en-US" altLang="zh-CN" sz="2800" b="1" dirty="0">
                <a:solidFill>
                  <a:schemeClr val="accent2"/>
                </a:solidFill>
                <a:latin typeface="Times New Roman" panose="02020603050405020304" pitchFamily="18" charset="0"/>
                <a:ea typeface="楷体_GB2312" pitchFamily="49" charset="-122"/>
              </a:rPr>
              <a:t>4</a:t>
            </a:r>
            <a:r>
              <a:rPr lang="zh-CN" altLang="en-US" sz="2800" b="1" dirty="0">
                <a:solidFill>
                  <a:schemeClr val="accent2"/>
                </a:solidFill>
                <a:latin typeface="Times New Roman" panose="02020603050405020304" pitchFamily="18" charset="0"/>
                <a:ea typeface="楷体_GB2312" pitchFamily="49" charset="-122"/>
              </a:rPr>
              <a:t>：</a:t>
            </a:r>
            <a:endParaRPr lang="zh-CN" altLang="en-US" sz="2800" b="1" dirty="0">
              <a:solidFill>
                <a:schemeClr val="accent2"/>
              </a:solidFill>
              <a:latin typeface="Times New Roman" panose="02020603050405020304" pitchFamily="18" charset="0"/>
              <a:ea typeface="楷体_GB2312" pitchFamily="49" charset="-122"/>
            </a:endParaRPr>
          </a:p>
        </p:txBody>
      </p:sp>
      <p:sp>
        <p:nvSpPr>
          <p:cNvPr id="181319" name="Text Box 71"/>
          <p:cNvSpPr txBox="1"/>
          <p:nvPr/>
        </p:nvSpPr>
        <p:spPr>
          <a:xfrm flipH="1">
            <a:off x="285750" y="4079875"/>
            <a:ext cx="1143000" cy="519113"/>
          </a:xfrm>
          <a:prstGeom prst="rect">
            <a:avLst/>
          </a:prstGeom>
          <a:noFill/>
          <a:ln w="9525">
            <a:noFill/>
          </a:ln>
        </p:spPr>
        <p:txBody>
          <a:bodyPr anchor="t" anchorCtr="0">
            <a:spAutoFit/>
          </a:bodyPr>
          <a:p>
            <a:pPr>
              <a:spcBef>
                <a:spcPct val="50000"/>
              </a:spcBef>
            </a:pPr>
            <a:r>
              <a:rPr lang="en-US" altLang="zh-CN" sz="2800" b="1" dirty="0">
                <a:solidFill>
                  <a:schemeClr val="accent2"/>
                </a:solidFill>
                <a:latin typeface="Times New Roman" panose="02020603050405020304" pitchFamily="18" charset="0"/>
                <a:ea typeface="楷体_GB2312" pitchFamily="49" charset="-122"/>
              </a:rPr>
              <a:t>5</a:t>
            </a:r>
            <a:r>
              <a:rPr lang="zh-CN" altLang="en-US" sz="2800" b="1" dirty="0">
                <a:solidFill>
                  <a:schemeClr val="accent2"/>
                </a:solidFill>
                <a:latin typeface="Times New Roman" panose="02020603050405020304" pitchFamily="18" charset="0"/>
                <a:ea typeface="楷体_GB2312" pitchFamily="49" charset="-122"/>
              </a:rPr>
              <a:t>：</a:t>
            </a:r>
            <a:endParaRPr lang="zh-CN" altLang="en-US" sz="2800" b="1" dirty="0">
              <a:solidFill>
                <a:schemeClr val="accent2"/>
              </a:solidFill>
              <a:latin typeface="Times New Roman" panose="02020603050405020304" pitchFamily="18" charset="0"/>
              <a:ea typeface="楷体_GB2312" pitchFamily="49" charset="-122"/>
            </a:endParaRPr>
          </a:p>
        </p:txBody>
      </p:sp>
      <p:sp>
        <p:nvSpPr>
          <p:cNvPr id="181320" name="Text Box 72"/>
          <p:cNvSpPr txBox="1"/>
          <p:nvPr/>
        </p:nvSpPr>
        <p:spPr>
          <a:xfrm>
            <a:off x="1330325" y="5589588"/>
            <a:ext cx="6691313" cy="892175"/>
          </a:xfrm>
          <a:prstGeom prst="rect">
            <a:avLst/>
          </a:prstGeom>
          <a:noFill/>
          <a:ln w="9525">
            <a:noFill/>
          </a:ln>
        </p:spPr>
        <p:txBody>
          <a:bodyPr wrap="square" anchor="t" anchorCtr="0">
            <a:spAutoFit/>
          </a:bodyPr>
          <a:p>
            <a:r>
              <a:rPr lang="en-US" altLang="zh-CN" sz="2800" b="1" dirty="0">
                <a:solidFill>
                  <a:srgbClr val="CC3300"/>
                </a:solidFill>
                <a:latin typeface="Times New Roman" panose="02020603050405020304" pitchFamily="18" charset="0"/>
                <a:ea typeface="华文新魏" panose="02010800040101010101" pitchFamily="2" charset="-122"/>
              </a:rPr>
              <a:t>[</a:t>
            </a:r>
            <a:r>
              <a:rPr lang="zh-CN" altLang="en-US" sz="2800" b="1" dirty="0">
                <a:solidFill>
                  <a:srgbClr val="CC3300"/>
                </a:solidFill>
                <a:latin typeface="Times New Roman" panose="02020603050405020304" pitchFamily="18" charset="0"/>
                <a:ea typeface="华文新魏" panose="02010800040101010101" pitchFamily="2" charset="-122"/>
              </a:rPr>
              <a:t>思考</a:t>
            </a:r>
            <a:r>
              <a:rPr lang="en-US" altLang="zh-CN" sz="2800" b="1" dirty="0">
                <a:solidFill>
                  <a:srgbClr val="CC3300"/>
                </a:solidFill>
                <a:latin typeface="Times New Roman" panose="02020603050405020304" pitchFamily="18" charset="0"/>
                <a:ea typeface="华文新魏" panose="02010800040101010101" pitchFamily="2" charset="-122"/>
              </a:rPr>
              <a:t>]</a:t>
            </a:r>
            <a:r>
              <a:rPr lang="en-US" altLang="zh-CN" sz="2800" b="1" dirty="0">
                <a:solidFill>
                  <a:srgbClr val="FF33CC"/>
                </a:solidFill>
                <a:latin typeface="Times New Roman" panose="02020603050405020304" pitchFamily="18" charset="0"/>
                <a:ea typeface="华文新魏" panose="02010800040101010101" pitchFamily="2" charset="-122"/>
              </a:rPr>
              <a:t> </a:t>
            </a:r>
            <a:r>
              <a:rPr lang="zh-CN" altLang="en-US" sz="2400" b="1" dirty="0">
                <a:latin typeface="Times New Roman" panose="02020603050405020304" pitchFamily="18" charset="0"/>
                <a:ea typeface="华文新魏" panose="02010800040101010101" pitchFamily="2" charset="-122"/>
              </a:rPr>
              <a:t>若质点向正方向运动，图中相应位置，</a:t>
            </a:r>
            <a:endParaRPr lang="zh-CN" altLang="en-US" sz="2400" b="1" dirty="0">
              <a:latin typeface="Times New Roman" panose="02020603050405020304" pitchFamily="18" charset="0"/>
              <a:ea typeface="华文新魏" panose="02010800040101010101" pitchFamily="2" charset="-122"/>
            </a:endParaRPr>
          </a:p>
          <a:p>
            <a:r>
              <a:rPr lang="zh-CN" altLang="en-US" sz="2400" b="1" dirty="0">
                <a:latin typeface="Times New Roman" panose="02020603050405020304" pitchFamily="18" charset="0"/>
                <a:ea typeface="华文新魏" panose="02010800040101010101" pitchFamily="2" charset="-122"/>
              </a:rPr>
              <a:t>            其</a:t>
            </a:r>
            <a:r>
              <a:rPr lang="zh-CN" altLang="en-US" sz="2400" b="1" i="1" dirty="0">
                <a:latin typeface="Times New Roman" panose="02020603050405020304" pitchFamily="18" charset="0"/>
                <a:ea typeface="华文新魏" panose="02010800040101010101" pitchFamily="2" charset="-122"/>
                <a:sym typeface="Symbol" panose="05050102010706020507" pitchFamily="18" charset="2"/>
              </a:rPr>
              <a:t> </a:t>
            </a:r>
            <a:r>
              <a:rPr lang="en-US" altLang="zh-CN" sz="2400" b="1" i="1" dirty="0">
                <a:latin typeface="Times New Roman" panose="02020603050405020304" pitchFamily="18" charset="0"/>
                <a:ea typeface="华文新魏" panose="02010800040101010101" pitchFamily="2" charset="-122"/>
              </a:rPr>
              <a:t>t</a:t>
            </a:r>
            <a:r>
              <a:rPr lang="en-US" altLang="zh-CN" sz="2400" b="1" dirty="0">
                <a:latin typeface="Times New Roman" panose="02020603050405020304" pitchFamily="18" charset="0"/>
                <a:ea typeface="华文新魏" panose="02010800040101010101" pitchFamily="2" charset="-122"/>
              </a:rPr>
              <a:t>+</a:t>
            </a:r>
            <a:r>
              <a:rPr lang="en-US" altLang="zh-CN" sz="2400" b="1" i="1" dirty="0">
                <a:latin typeface="Times New Roman" panose="02020603050405020304" pitchFamily="18" charset="0"/>
                <a:ea typeface="华文新魏" panose="02010800040101010101" pitchFamily="2" charset="-122"/>
                <a:sym typeface="Symbol" panose="05050102010706020507" pitchFamily="18" charset="2"/>
              </a:rPr>
              <a:t></a:t>
            </a:r>
            <a:r>
              <a:rPr lang="zh-CN" altLang="en-US" sz="2400" b="1" dirty="0">
                <a:latin typeface="Times New Roman" panose="02020603050405020304" pitchFamily="18" charset="0"/>
                <a:ea typeface="华文新魏" panose="02010800040101010101" pitchFamily="2" charset="-122"/>
                <a:sym typeface="Symbol" panose="05050102010706020507" pitchFamily="18" charset="2"/>
              </a:rPr>
              <a:t>、</a:t>
            </a:r>
            <a:r>
              <a:rPr lang="en-US" altLang="zh-CN" sz="2400" b="1" i="1" dirty="0">
                <a:latin typeface="Times New Roman" panose="02020603050405020304" pitchFamily="18" charset="0"/>
                <a:ea typeface="华文新魏" panose="02010800040101010101" pitchFamily="2" charset="-122"/>
                <a:sym typeface="Symbol" panose="05050102010706020507" pitchFamily="18" charset="2"/>
              </a:rPr>
              <a:t>x</a:t>
            </a:r>
            <a:r>
              <a:rPr lang="zh-CN" altLang="en-US" sz="2400" b="1" i="1" dirty="0">
                <a:latin typeface="Times New Roman" panose="02020603050405020304" pitchFamily="18" charset="0"/>
                <a:ea typeface="华文新魏" panose="02010800040101010101" pitchFamily="2" charset="-122"/>
                <a:sym typeface="Symbol" panose="05050102010706020507" pitchFamily="18" charset="2"/>
              </a:rPr>
              <a:t>又</a:t>
            </a:r>
            <a:r>
              <a:rPr lang="zh-CN" altLang="en-US" sz="2400" b="1" dirty="0">
                <a:latin typeface="Times New Roman" panose="02020603050405020304" pitchFamily="18" charset="0"/>
                <a:ea typeface="华文新魏" panose="02010800040101010101" pitchFamily="2" charset="-122"/>
                <a:sym typeface="Symbol" panose="05050102010706020507" pitchFamily="18" charset="2"/>
              </a:rPr>
              <a:t>分别为多少呢？</a:t>
            </a:r>
            <a:endParaRPr lang="zh-CN" altLang="en-US" sz="2400" b="1" dirty="0">
              <a:latin typeface="Times New Roman" panose="02020603050405020304" pitchFamily="18" charset="0"/>
              <a:ea typeface="华文新魏" panose="0201080004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1255">
                                            <p:txEl>
                                              <p:charRg st="0" end="3"/>
                                            </p:txEl>
                                          </p:spTgt>
                                        </p:tgtEl>
                                        <p:attrNameLst>
                                          <p:attrName>style.visibility</p:attrName>
                                        </p:attrNameLst>
                                      </p:cBhvr>
                                      <p:to>
                                        <p:strVal val="visible"/>
                                      </p:to>
                                    </p:set>
                                    <p:animEffect transition="in" filter="blinds(horizontal)">
                                      <p:cBhvr>
                                        <p:cTn id="7" dur="500"/>
                                        <p:tgtEl>
                                          <p:spTgt spid="181255">
                                            <p:txEl>
                                              <p:charRg st="0" end="3"/>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81251"/>
                                        </p:tgtEl>
                                        <p:attrNameLst>
                                          <p:attrName>style.visibility</p:attrName>
                                        </p:attrNameLst>
                                      </p:cBhvr>
                                      <p:to>
                                        <p:strVal val="visible"/>
                                      </p:to>
                                    </p:set>
                                    <p:animEffect transition="in" filter="blinds(horizontal)">
                                      <p:cBhvr>
                                        <p:cTn id="11" dur="500"/>
                                        <p:tgtEl>
                                          <p:spTgt spid="181251"/>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81263"/>
                                        </p:tgtEl>
                                        <p:attrNameLst>
                                          <p:attrName>style.visibility</p:attrName>
                                        </p:attrNameLst>
                                      </p:cBhvr>
                                      <p:to>
                                        <p:strVal val="visible"/>
                                      </p:to>
                                    </p:set>
                                    <p:animEffect transition="in" filter="wipe(down)">
                                      <p:cBhvr>
                                        <p:cTn id="15" dur="500"/>
                                        <p:tgtEl>
                                          <p:spTgt spid="18126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81318">
                                            <p:txEl>
                                              <p:charRg st="0" end="3"/>
                                            </p:txEl>
                                          </p:spTgt>
                                        </p:tgtEl>
                                        <p:attrNameLst>
                                          <p:attrName>style.visibility</p:attrName>
                                        </p:attrNameLst>
                                      </p:cBhvr>
                                      <p:to>
                                        <p:strVal val="visible"/>
                                      </p:to>
                                    </p:set>
                                    <p:animEffect transition="in" filter="blinds(horizontal)">
                                      <p:cBhvr>
                                        <p:cTn id="20" dur="500"/>
                                        <p:tgtEl>
                                          <p:spTgt spid="181318">
                                            <p:txEl>
                                              <p:charRg st="0" end="3"/>
                                            </p:txEl>
                                          </p:spTgt>
                                        </p:tgtEl>
                                      </p:cBhvr>
                                    </p:animEffect>
                                  </p:childTnLst>
                                </p:cTn>
                              </p:par>
                            </p:childTnLst>
                          </p:cTn>
                        </p:par>
                        <p:par>
                          <p:cTn id="21" fill="hold">
                            <p:stCondLst>
                              <p:cond delay="500"/>
                            </p:stCondLst>
                            <p:childTnLst>
                              <p:par>
                                <p:cTn id="22" presetID="3" presetClass="entr" presetSubtype="5" fill="hold" nodeType="afterEffect">
                                  <p:stCondLst>
                                    <p:cond delay="0"/>
                                  </p:stCondLst>
                                  <p:childTnLst>
                                    <p:set>
                                      <p:cBhvr>
                                        <p:cTn id="23" dur="1" fill="hold">
                                          <p:stCondLst>
                                            <p:cond delay="0"/>
                                          </p:stCondLst>
                                        </p:cTn>
                                        <p:tgtEl>
                                          <p:spTgt spid="181252"/>
                                        </p:tgtEl>
                                        <p:attrNameLst>
                                          <p:attrName>style.visibility</p:attrName>
                                        </p:attrNameLst>
                                      </p:cBhvr>
                                      <p:to>
                                        <p:strVal val="visible"/>
                                      </p:to>
                                    </p:set>
                                    <p:animEffect transition="in" filter="blinds(vertical)">
                                      <p:cBhvr>
                                        <p:cTn id="24" dur="500"/>
                                        <p:tgtEl>
                                          <p:spTgt spid="181252"/>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81267"/>
                                        </p:tgtEl>
                                        <p:attrNameLst>
                                          <p:attrName>style.visibility</p:attrName>
                                        </p:attrNameLst>
                                      </p:cBhvr>
                                      <p:to>
                                        <p:strVal val="visible"/>
                                      </p:to>
                                    </p:set>
                                    <p:animEffect transition="in" filter="blinds(horizontal)">
                                      <p:cBhvr>
                                        <p:cTn id="28" dur="500"/>
                                        <p:tgtEl>
                                          <p:spTgt spid="181267"/>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81319">
                                            <p:txEl>
                                              <p:charRg st="0" end="3"/>
                                            </p:txEl>
                                          </p:spTgt>
                                        </p:tgtEl>
                                        <p:attrNameLst>
                                          <p:attrName>style.visibility</p:attrName>
                                        </p:attrNameLst>
                                      </p:cBhvr>
                                      <p:to>
                                        <p:strVal val="visible"/>
                                      </p:to>
                                    </p:set>
                                    <p:animEffect transition="in" filter="blinds(horizontal)">
                                      <p:cBhvr>
                                        <p:cTn id="33" dur="500"/>
                                        <p:tgtEl>
                                          <p:spTgt spid="181319">
                                            <p:txEl>
                                              <p:charRg st="0" end="3"/>
                                            </p:txEl>
                                          </p:spTgt>
                                        </p:tgtEl>
                                      </p:cBhvr>
                                    </p:animEffect>
                                  </p:childTnLst>
                                </p:cTn>
                              </p:par>
                            </p:childTnLst>
                          </p:cTn>
                        </p:par>
                        <p:par>
                          <p:cTn id="34" fill="hold">
                            <p:stCondLst>
                              <p:cond delay="500"/>
                            </p:stCondLst>
                            <p:childTnLst>
                              <p:par>
                                <p:cTn id="35" presetID="3" presetClass="entr" presetSubtype="10" fill="hold" nodeType="afterEffect">
                                  <p:stCondLst>
                                    <p:cond delay="0"/>
                                  </p:stCondLst>
                                  <p:childTnLst>
                                    <p:set>
                                      <p:cBhvr>
                                        <p:cTn id="36" dur="1" fill="hold">
                                          <p:stCondLst>
                                            <p:cond delay="0"/>
                                          </p:stCondLst>
                                        </p:cTn>
                                        <p:tgtEl>
                                          <p:spTgt spid="181254"/>
                                        </p:tgtEl>
                                        <p:attrNameLst>
                                          <p:attrName>style.visibility</p:attrName>
                                        </p:attrNameLst>
                                      </p:cBhvr>
                                      <p:to>
                                        <p:strVal val="visible"/>
                                      </p:to>
                                    </p:set>
                                    <p:animEffect transition="in" filter="blinds(horizontal)">
                                      <p:cBhvr>
                                        <p:cTn id="37" dur="500"/>
                                        <p:tgtEl>
                                          <p:spTgt spid="181254"/>
                                        </p:tgtEl>
                                      </p:cBhvr>
                                    </p:animEffect>
                                  </p:childTnLst>
                                </p:cTn>
                              </p:par>
                            </p:childTnLst>
                          </p:cTn>
                        </p:par>
                        <p:par>
                          <p:cTn id="38" fill="hold">
                            <p:stCondLst>
                              <p:cond delay="1000"/>
                            </p:stCondLst>
                            <p:childTnLst>
                              <p:par>
                                <p:cTn id="39" presetID="3" presetClass="entr" presetSubtype="10" fill="hold" nodeType="afterEffect">
                                  <p:stCondLst>
                                    <p:cond delay="0"/>
                                  </p:stCondLst>
                                  <p:childTnLst>
                                    <p:set>
                                      <p:cBhvr>
                                        <p:cTn id="40" dur="1" fill="hold">
                                          <p:stCondLst>
                                            <p:cond delay="0"/>
                                          </p:stCondLst>
                                        </p:cTn>
                                        <p:tgtEl>
                                          <p:spTgt spid="181253"/>
                                        </p:tgtEl>
                                        <p:attrNameLst>
                                          <p:attrName>style.visibility</p:attrName>
                                        </p:attrNameLst>
                                      </p:cBhvr>
                                      <p:to>
                                        <p:strVal val="visible"/>
                                      </p:to>
                                    </p:set>
                                    <p:animEffect transition="in" filter="blinds(horizontal)">
                                      <p:cBhvr>
                                        <p:cTn id="41" dur="500"/>
                                        <p:tgtEl>
                                          <p:spTgt spid="181253"/>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81273"/>
                                        </p:tgtEl>
                                        <p:attrNameLst>
                                          <p:attrName>style.visibility</p:attrName>
                                        </p:attrNameLst>
                                      </p:cBhvr>
                                      <p:to>
                                        <p:strVal val="visible"/>
                                      </p:to>
                                    </p:set>
                                    <p:animEffect transition="in" filter="blinds(horizontal)">
                                      <p:cBhvr>
                                        <p:cTn id="46" dur="500"/>
                                        <p:tgtEl>
                                          <p:spTgt spid="181273"/>
                                        </p:tgtEl>
                                      </p:cBhvr>
                                    </p:animEffect>
                                  </p:childTnLst>
                                </p:cTn>
                              </p:par>
                            </p:childTnLst>
                          </p:cTn>
                        </p:par>
                        <p:par>
                          <p:cTn id="47" fill="hold">
                            <p:stCondLst>
                              <p:cond delay="500"/>
                            </p:stCondLst>
                            <p:childTnLst>
                              <p:par>
                                <p:cTn id="48" presetID="22" presetClass="entr" presetSubtype="2" fill="hold" nodeType="afterEffect">
                                  <p:stCondLst>
                                    <p:cond delay="0"/>
                                  </p:stCondLst>
                                  <p:childTnLst>
                                    <p:set>
                                      <p:cBhvr>
                                        <p:cTn id="49" dur="1" fill="hold">
                                          <p:stCondLst>
                                            <p:cond delay="0"/>
                                          </p:stCondLst>
                                        </p:cTn>
                                        <p:tgtEl>
                                          <p:spTgt spid="181256"/>
                                        </p:tgtEl>
                                        <p:attrNameLst>
                                          <p:attrName>style.visibility</p:attrName>
                                        </p:attrNameLst>
                                      </p:cBhvr>
                                      <p:to>
                                        <p:strVal val="visible"/>
                                      </p:to>
                                    </p:set>
                                    <p:animEffect transition="in" filter="wipe(right)">
                                      <p:cBhvr>
                                        <p:cTn id="50" dur="500"/>
                                        <p:tgtEl>
                                          <p:spTgt spid="181256"/>
                                        </p:tgtEl>
                                      </p:cBhvr>
                                    </p:animEffect>
                                  </p:childTnLst>
                                </p:cTn>
                              </p:par>
                            </p:childTnLst>
                          </p:cTn>
                        </p:par>
                        <p:par>
                          <p:cTn id="51" fill="hold">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181320"/>
                                        </p:tgtEl>
                                        <p:attrNameLst>
                                          <p:attrName>style.visibility</p:attrName>
                                        </p:attrNameLst>
                                      </p:cBhvr>
                                      <p:to>
                                        <p:strVal val="visible"/>
                                      </p:to>
                                    </p:set>
                                    <p:animEffect transition="in" filter="wipe(left)">
                                      <p:cBhvr>
                                        <p:cTn id="54" dur="500"/>
                                        <p:tgtEl>
                                          <p:spTgt spid="181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5" grpId="0" build="p"/>
      <p:bldP spid="181273" grpId="0"/>
      <p:bldP spid="181318" grpId="0" build="p"/>
      <p:bldP spid="181319" grpId="0" build="p"/>
      <p:bldP spid="1813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20482" name="Text Box 2"/>
          <p:cNvSpPr txBox="1"/>
          <p:nvPr/>
        </p:nvSpPr>
        <p:spPr>
          <a:xfrm>
            <a:off x="663575" y="693738"/>
            <a:ext cx="2819400" cy="460375"/>
          </a:xfrm>
          <a:prstGeom prst="rect">
            <a:avLst/>
          </a:prstGeom>
          <a:noFill/>
          <a:ln w="9525">
            <a:noFill/>
          </a:ln>
        </p:spPr>
        <p:txBody>
          <a:bodyPr anchor="t" anchorCtr="0">
            <a:spAutoFit/>
          </a:bodyPr>
          <a:p>
            <a:pPr>
              <a:spcBef>
                <a:spcPct val="50000"/>
              </a:spcBef>
            </a:pPr>
            <a:r>
              <a:rPr lang="zh-CN" altLang="en-US" sz="2400" b="1" dirty="0">
                <a:solidFill>
                  <a:srgbClr val="0000FF"/>
                </a:solidFill>
                <a:latin typeface="Times New Roman" panose="02020603050405020304" pitchFamily="18" charset="0"/>
                <a:ea typeface="楷体_GB2312" pitchFamily="49" charset="-122"/>
              </a:rPr>
              <a:t>向正方向运动</a:t>
            </a:r>
            <a:endParaRPr lang="zh-CN" altLang="en-US" sz="2400" b="1" dirty="0">
              <a:solidFill>
                <a:srgbClr val="0000FF"/>
              </a:solidFill>
              <a:latin typeface="Times New Roman" panose="02020603050405020304" pitchFamily="18" charset="0"/>
              <a:ea typeface="楷体_GB2312" pitchFamily="49" charset="-122"/>
            </a:endParaRPr>
          </a:p>
        </p:txBody>
      </p:sp>
      <p:graphicFrame>
        <p:nvGraphicFramePr>
          <p:cNvPr id="182275" name="Object 3"/>
          <p:cNvGraphicFramePr>
            <a:graphicFrameLocks noChangeAspect="1"/>
          </p:cNvGraphicFramePr>
          <p:nvPr/>
        </p:nvGraphicFramePr>
        <p:xfrm>
          <a:off x="827088" y="1211263"/>
          <a:ext cx="1936750" cy="936625"/>
        </p:xfrm>
        <a:graphic>
          <a:graphicData uri="http://schemas.openxmlformats.org/presentationml/2006/ole">
            <mc:AlternateContent xmlns:mc="http://schemas.openxmlformats.org/markup-compatibility/2006">
              <mc:Choice xmlns:v="urn:schemas-microsoft-com:vml" Requires="v">
                <p:oleObj spid="_x0000_s3109" name="" r:id="rId1" imgW="951865" imgH="393700" progId="Equation.3">
                  <p:embed/>
                </p:oleObj>
              </mc:Choice>
              <mc:Fallback>
                <p:oleObj name="" r:id="rId1" imgW="951865" imgH="393700" progId="Equation.3">
                  <p:embed/>
                  <p:pic>
                    <p:nvPicPr>
                      <p:cNvPr id="0" name="图片 3108"/>
                      <p:cNvPicPr/>
                      <p:nvPr/>
                    </p:nvPicPr>
                    <p:blipFill>
                      <a:blip r:embed="rId2"/>
                      <a:stretch>
                        <a:fillRect/>
                      </a:stretch>
                    </p:blipFill>
                    <p:spPr>
                      <a:xfrm>
                        <a:off x="827088" y="1211263"/>
                        <a:ext cx="1936750" cy="936625"/>
                      </a:xfrm>
                      <a:prstGeom prst="rect">
                        <a:avLst/>
                      </a:prstGeom>
                      <a:noFill/>
                      <a:ln w="38100">
                        <a:noFill/>
                        <a:miter/>
                      </a:ln>
                    </p:spPr>
                  </p:pic>
                </p:oleObj>
              </mc:Fallback>
            </mc:AlternateContent>
          </a:graphicData>
        </a:graphic>
      </p:graphicFrame>
      <p:graphicFrame>
        <p:nvGraphicFramePr>
          <p:cNvPr id="182276" name="Object 4"/>
          <p:cNvGraphicFramePr>
            <a:graphicFrameLocks noChangeAspect="1"/>
          </p:cNvGraphicFramePr>
          <p:nvPr/>
        </p:nvGraphicFramePr>
        <p:xfrm>
          <a:off x="762000" y="2938463"/>
          <a:ext cx="1938338" cy="939800"/>
        </p:xfrm>
        <a:graphic>
          <a:graphicData uri="http://schemas.openxmlformats.org/presentationml/2006/ole">
            <mc:AlternateContent xmlns:mc="http://schemas.openxmlformats.org/markup-compatibility/2006">
              <mc:Choice xmlns:v="urn:schemas-microsoft-com:vml" Requires="v">
                <p:oleObj spid="_x0000_s3112" name="" r:id="rId3" imgW="761365" imgH="393700" progId="Equation.DSMT4">
                  <p:embed/>
                </p:oleObj>
              </mc:Choice>
              <mc:Fallback>
                <p:oleObj name="" r:id="rId3" imgW="761365" imgH="393700" progId="Equation.DSMT4">
                  <p:embed/>
                  <p:pic>
                    <p:nvPicPr>
                      <p:cNvPr id="0" name="图片 3111"/>
                      <p:cNvPicPr/>
                      <p:nvPr/>
                    </p:nvPicPr>
                    <p:blipFill>
                      <a:blip r:embed="rId4"/>
                      <a:stretch>
                        <a:fillRect/>
                      </a:stretch>
                    </p:blipFill>
                    <p:spPr>
                      <a:xfrm>
                        <a:off x="762000" y="2938463"/>
                        <a:ext cx="1938338" cy="939800"/>
                      </a:xfrm>
                      <a:prstGeom prst="rect">
                        <a:avLst/>
                      </a:prstGeom>
                      <a:noFill/>
                      <a:ln w="38100">
                        <a:noFill/>
                        <a:miter/>
                      </a:ln>
                    </p:spPr>
                  </p:pic>
                </p:oleObj>
              </mc:Fallback>
            </mc:AlternateContent>
          </a:graphicData>
        </a:graphic>
      </p:graphicFrame>
      <p:graphicFrame>
        <p:nvGraphicFramePr>
          <p:cNvPr id="182277" name="Object 5"/>
          <p:cNvGraphicFramePr>
            <a:graphicFrameLocks noChangeAspect="1"/>
          </p:cNvGraphicFramePr>
          <p:nvPr/>
        </p:nvGraphicFramePr>
        <p:xfrm>
          <a:off x="785813" y="4738688"/>
          <a:ext cx="1898650" cy="965200"/>
        </p:xfrm>
        <a:graphic>
          <a:graphicData uri="http://schemas.openxmlformats.org/presentationml/2006/ole">
            <mc:AlternateContent xmlns:mc="http://schemas.openxmlformats.org/markup-compatibility/2006">
              <mc:Choice xmlns:v="urn:schemas-microsoft-com:vml" Requires="v">
                <p:oleObj spid="_x0000_s3111" name="" r:id="rId5" imgW="18897600" imgH="9448800" progId="Equation.DSMT4">
                  <p:embed/>
                </p:oleObj>
              </mc:Choice>
              <mc:Fallback>
                <p:oleObj name="" r:id="rId5" imgW="18897600" imgH="9448800" progId="Equation.DSMT4">
                  <p:embed/>
                  <p:pic>
                    <p:nvPicPr>
                      <p:cNvPr id="0" name="图片 3110"/>
                      <p:cNvPicPr/>
                      <p:nvPr/>
                    </p:nvPicPr>
                    <p:blipFill>
                      <a:blip r:embed="rId6"/>
                      <a:stretch>
                        <a:fillRect/>
                      </a:stretch>
                    </p:blipFill>
                    <p:spPr>
                      <a:xfrm>
                        <a:off x="785813" y="4738688"/>
                        <a:ext cx="1898650" cy="965200"/>
                      </a:xfrm>
                      <a:prstGeom prst="rect">
                        <a:avLst/>
                      </a:prstGeom>
                      <a:noFill/>
                      <a:ln w="38100">
                        <a:noFill/>
                        <a:miter/>
                      </a:ln>
                    </p:spPr>
                  </p:pic>
                </p:oleObj>
              </mc:Fallback>
            </mc:AlternateContent>
          </a:graphicData>
        </a:graphic>
      </p:graphicFrame>
      <p:grpSp>
        <p:nvGrpSpPr>
          <p:cNvPr id="182278" name="Group 6"/>
          <p:cNvGrpSpPr/>
          <p:nvPr/>
        </p:nvGrpSpPr>
        <p:grpSpPr>
          <a:xfrm>
            <a:off x="1042988" y="2074863"/>
            <a:ext cx="1773237" cy="838200"/>
            <a:chOff x="816" y="1200"/>
            <a:chExt cx="1152" cy="573"/>
          </a:xfrm>
        </p:grpSpPr>
        <p:graphicFrame>
          <p:nvGraphicFramePr>
            <p:cNvPr id="20487" name="Object 7"/>
            <p:cNvGraphicFramePr>
              <a:graphicFrameLocks noChangeAspect="1"/>
            </p:cNvGraphicFramePr>
            <p:nvPr/>
          </p:nvGraphicFramePr>
          <p:xfrm>
            <a:off x="1152" y="1200"/>
            <a:ext cx="816" cy="573"/>
          </p:xfrm>
          <a:graphic>
            <a:graphicData uri="http://schemas.openxmlformats.org/presentationml/2006/ole">
              <mc:AlternateContent xmlns:mc="http://schemas.openxmlformats.org/markup-compatibility/2006">
                <mc:Choice xmlns:v="urn:schemas-microsoft-com:vml" Requires="v">
                  <p:oleObj spid="_x0000_s3114" name="" r:id="rId7" imgW="495300" imgH="393700" progId="Equation.3">
                    <p:embed/>
                  </p:oleObj>
                </mc:Choice>
                <mc:Fallback>
                  <p:oleObj name="" r:id="rId7" imgW="495300" imgH="393700" progId="Equation.3">
                    <p:embed/>
                    <p:pic>
                      <p:nvPicPr>
                        <p:cNvPr id="0" name="图片 3113"/>
                        <p:cNvPicPr/>
                        <p:nvPr/>
                      </p:nvPicPr>
                      <p:blipFill>
                        <a:blip r:embed="rId8"/>
                        <a:stretch>
                          <a:fillRect/>
                        </a:stretch>
                      </p:blipFill>
                      <p:spPr>
                        <a:xfrm>
                          <a:off x="1152" y="1200"/>
                          <a:ext cx="816" cy="573"/>
                        </a:xfrm>
                        <a:prstGeom prst="rect">
                          <a:avLst/>
                        </a:prstGeom>
                        <a:noFill/>
                        <a:ln w="38100">
                          <a:noFill/>
                          <a:miter/>
                        </a:ln>
                      </p:spPr>
                    </p:pic>
                  </p:oleObj>
                </mc:Fallback>
              </mc:AlternateContent>
            </a:graphicData>
          </a:graphic>
        </p:graphicFrame>
        <p:sp>
          <p:nvSpPr>
            <p:cNvPr id="20488" name="Text Box 8"/>
            <p:cNvSpPr txBox="1"/>
            <p:nvPr/>
          </p:nvSpPr>
          <p:spPr>
            <a:xfrm>
              <a:off x="816" y="1344"/>
              <a:ext cx="432" cy="355"/>
            </a:xfrm>
            <a:prstGeom prst="rect">
              <a:avLst/>
            </a:prstGeom>
            <a:noFill/>
            <a:ln w="9525">
              <a:noFill/>
            </a:ln>
          </p:spPr>
          <p:txBody>
            <a:bodyPr anchor="t" anchorCtr="0">
              <a:spAutoFit/>
            </a:bodyPr>
            <a:p>
              <a:pPr>
                <a:spcBef>
                  <a:spcPct val="50000"/>
                </a:spcBef>
              </a:pPr>
              <a:r>
                <a:rPr lang="zh-CN" altLang="en-US" sz="2800" b="1" dirty="0">
                  <a:latin typeface="Times New Roman" panose="02020603050405020304" pitchFamily="18" charset="0"/>
                  <a:ea typeface="楷体_GB2312" pitchFamily="49" charset="-122"/>
                </a:rPr>
                <a:t>或</a:t>
              </a:r>
              <a:endParaRPr lang="zh-CN" altLang="en-US" sz="2800" b="1" dirty="0">
                <a:latin typeface="Times New Roman" panose="02020603050405020304" pitchFamily="18" charset="0"/>
                <a:ea typeface="楷体_GB2312" pitchFamily="49" charset="-122"/>
              </a:endParaRPr>
            </a:p>
          </p:txBody>
        </p:sp>
      </p:grpSp>
      <p:grpSp>
        <p:nvGrpSpPr>
          <p:cNvPr id="182281" name="Group 9"/>
          <p:cNvGrpSpPr/>
          <p:nvPr/>
        </p:nvGrpSpPr>
        <p:grpSpPr>
          <a:xfrm>
            <a:off x="2916238" y="995363"/>
            <a:ext cx="1441450" cy="1346200"/>
            <a:chOff x="2064" y="384"/>
            <a:chExt cx="1008" cy="943"/>
          </a:xfrm>
        </p:grpSpPr>
        <p:graphicFrame>
          <p:nvGraphicFramePr>
            <p:cNvPr id="20490" name="Object 10"/>
            <p:cNvGraphicFramePr>
              <a:graphicFrameLocks noChangeAspect="1"/>
            </p:cNvGraphicFramePr>
            <p:nvPr/>
          </p:nvGraphicFramePr>
          <p:xfrm>
            <a:off x="2256" y="384"/>
            <a:ext cx="672" cy="627"/>
          </p:xfrm>
          <a:graphic>
            <a:graphicData uri="http://schemas.openxmlformats.org/presentationml/2006/ole">
              <mc:AlternateContent xmlns:mc="http://schemas.openxmlformats.org/markup-compatibility/2006">
                <mc:Choice xmlns:v="urn:schemas-microsoft-com:vml" Requires="v">
                  <p:oleObj spid="_x0000_s3113" name="" r:id="rId9" imgW="508000" imgH="393700" progId="Equation.3">
                    <p:embed/>
                  </p:oleObj>
                </mc:Choice>
                <mc:Fallback>
                  <p:oleObj name="" r:id="rId9" imgW="508000" imgH="393700" progId="Equation.3">
                    <p:embed/>
                    <p:pic>
                      <p:nvPicPr>
                        <p:cNvPr id="0" name="图片 3112"/>
                        <p:cNvPicPr/>
                        <p:nvPr/>
                      </p:nvPicPr>
                      <p:blipFill>
                        <a:blip r:embed="rId10"/>
                        <a:stretch>
                          <a:fillRect/>
                        </a:stretch>
                      </p:blipFill>
                      <p:spPr>
                        <a:xfrm>
                          <a:off x="2256" y="384"/>
                          <a:ext cx="672" cy="627"/>
                        </a:xfrm>
                        <a:prstGeom prst="rect">
                          <a:avLst/>
                        </a:prstGeom>
                        <a:noFill/>
                        <a:ln w="38100">
                          <a:noFill/>
                          <a:miter/>
                        </a:ln>
                      </p:spPr>
                    </p:pic>
                  </p:oleObj>
                </mc:Fallback>
              </mc:AlternateContent>
            </a:graphicData>
          </a:graphic>
        </p:graphicFrame>
        <p:graphicFrame>
          <p:nvGraphicFramePr>
            <p:cNvPr id="20491" name="Object 11"/>
            <p:cNvGraphicFramePr>
              <a:graphicFrameLocks noChangeAspect="1"/>
            </p:cNvGraphicFramePr>
            <p:nvPr/>
          </p:nvGraphicFramePr>
          <p:xfrm>
            <a:off x="2246" y="1011"/>
            <a:ext cx="211" cy="236"/>
          </p:xfrm>
          <a:graphic>
            <a:graphicData uri="http://schemas.openxmlformats.org/presentationml/2006/ole">
              <mc:AlternateContent xmlns:mc="http://schemas.openxmlformats.org/markup-compatibility/2006">
                <mc:Choice xmlns:v="urn:schemas-microsoft-com:vml" Requires="v">
                  <p:oleObj spid="_x0000_s3110" name="" r:id="rId11" imgW="127000" imgH="139700" progId="Equation.3">
                    <p:embed/>
                  </p:oleObj>
                </mc:Choice>
                <mc:Fallback>
                  <p:oleObj name="" r:id="rId11" imgW="127000" imgH="139700" progId="Equation.3">
                    <p:embed/>
                    <p:pic>
                      <p:nvPicPr>
                        <p:cNvPr id="0" name="图片 3109"/>
                        <p:cNvPicPr/>
                        <p:nvPr/>
                      </p:nvPicPr>
                      <p:blipFill>
                        <a:blip r:embed="rId12"/>
                        <a:stretch>
                          <a:fillRect/>
                        </a:stretch>
                      </p:blipFill>
                      <p:spPr>
                        <a:xfrm>
                          <a:off x="2246" y="1011"/>
                          <a:ext cx="211" cy="236"/>
                        </a:xfrm>
                        <a:prstGeom prst="rect">
                          <a:avLst/>
                        </a:prstGeom>
                        <a:noFill/>
                        <a:ln w="38100">
                          <a:noFill/>
                          <a:miter/>
                        </a:ln>
                      </p:spPr>
                    </p:pic>
                  </p:oleObj>
                </mc:Fallback>
              </mc:AlternateContent>
            </a:graphicData>
          </a:graphic>
        </p:graphicFrame>
        <p:sp>
          <p:nvSpPr>
            <p:cNvPr id="20492" name="Text Box 12"/>
            <p:cNvSpPr txBox="1"/>
            <p:nvPr/>
          </p:nvSpPr>
          <p:spPr>
            <a:xfrm>
              <a:off x="2448" y="963"/>
              <a:ext cx="624" cy="364"/>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楷体_GB2312" pitchFamily="49" charset="-122"/>
                </a:rPr>
                <a:t>&gt; 0</a:t>
              </a:r>
              <a:endParaRPr lang="en-US" altLang="zh-CN" sz="2800" b="1" dirty="0">
                <a:latin typeface="Times New Roman" panose="02020603050405020304" pitchFamily="18" charset="0"/>
                <a:ea typeface="楷体_GB2312" pitchFamily="49" charset="-122"/>
              </a:endParaRPr>
            </a:p>
          </p:txBody>
        </p:sp>
        <p:sp>
          <p:nvSpPr>
            <p:cNvPr id="20493" name="AutoShape 13"/>
            <p:cNvSpPr/>
            <p:nvPr/>
          </p:nvSpPr>
          <p:spPr>
            <a:xfrm>
              <a:off x="2064" y="672"/>
              <a:ext cx="144" cy="480"/>
            </a:xfrm>
            <a:prstGeom prst="leftBrace">
              <a:avLst>
                <a:gd name="adj1" fmla="val 27623"/>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82286" name="Group 14"/>
          <p:cNvGrpSpPr/>
          <p:nvPr/>
        </p:nvGrpSpPr>
        <p:grpSpPr>
          <a:xfrm>
            <a:off x="2843213" y="2903538"/>
            <a:ext cx="1371600" cy="971550"/>
            <a:chOff x="2064" y="2087"/>
            <a:chExt cx="816" cy="567"/>
          </a:xfrm>
        </p:grpSpPr>
        <p:grpSp>
          <p:nvGrpSpPr>
            <p:cNvPr id="20495" name="Group 15"/>
            <p:cNvGrpSpPr/>
            <p:nvPr/>
          </p:nvGrpSpPr>
          <p:grpSpPr>
            <a:xfrm>
              <a:off x="2208" y="2087"/>
              <a:ext cx="672" cy="567"/>
              <a:chOff x="2208" y="2087"/>
              <a:chExt cx="672" cy="567"/>
            </a:xfrm>
          </p:grpSpPr>
          <p:graphicFrame>
            <p:nvGraphicFramePr>
              <p:cNvPr id="20496" name="Object 16"/>
              <p:cNvGraphicFramePr>
                <a:graphicFrameLocks noChangeAspect="1"/>
              </p:cNvGraphicFramePr>
              <p:nvPr/>
            </p:nvGraphicFramePr>
            <p:xfrm>
              <a:off x="2208" y="2087"/>
              <a:ext cx="576" cy="272"/>
            </p:xfrm>
            <a:graphic>
              <a:graphicData uri="http://schemas.openxmlformats.org/presentationml/2006/ole">
                <mc:AlternateContent xmlns:mc="http://schemas.openxmlformats.org/markup-compatibility/2006">
                  <mc:Choice xmlns:v="urn:schemas-microsoft-com:vml" Requires="v">
                    <p:oleObj spid="_x0000_s3125" name="" r:id="rId13" imgW="354965" imgH="177800" progId="Equation.3">
                      <p:embed/>
                    </p:oleObj>
                  </mc:Choice>
                  <mc:Fallback>
                    <p:oleObj name="" r:id="rId13" imgW="354965" imgH="177800" progId="Equation.3">
                      <p:embed/>
                      <p:pic>
                        <p:nvPicPr>
                          <p:cNvPr id="0" name="图片 3124"/>
                          <p:cNvPicPr/>
                          <p:nvPr/>
                        </p:nvPicPr>
                        <p:blipFill>
                          <a:blip r:embed="rId14"/>
                          <a:stretch>
                            <a:fillRect/>
                          </a:stretch>
                        </p:blipFill>
                        <p:spPr>
                          <a:xfrm>
                            <a:off x="2208" y="2087"/>
                            <a:ext cx="576" cy="272"/>
                          </a:xfrm>
                          <a:prstGeom prst="rect">
                            <a:avLst/>
                          </a:prstGeom>
                          <a:noFill/>
                          <a:ln w="38100">
                            <a:noFill/>
                            <a:miter/>
                          </a:ln>
                        </p:spPr>
                      </p:pic>
                    </p:oleObj>
                  </mc:Fallback>
                </mc:AlternateContent>
              </a:graphicData>
            </a:graphic>
          </p:graphicFrame>
          <p:graphicFrame>
            <p:nvGraphicFramePr>
              <p:cNvPr id="20497" name="Object 17"/>
              <p:cNvGraphicFramePr>
                <a:graphicFrameLocks noChangeAspect="1"/>
              </p:cNvGraphicFramePr>
              <p:nvPr/>
            </p:nvGraphicFramePr>
            <p:xfrm>
              <a:off x="2208" y="2400"/>
              <a:ext cx="211" cy="236"/>
            </p:xfrm>
            <a:graphic>
              <a:graphicData uri="http://schemas.openxmlformats.org/presentationml/2006/ole">
                <mc:AlternateContent xmlns:mc="http://schemas.openxmlformats.org/markup-compatibility/2006">
                  <mc:Choice xmlns:v="urn:schemas-microsoft-com:vml" Requires="v">
                    <p:oleObj spid="_x0000_s3122" name="" r:id="rId15" imgW="127000" imgH="139700" progId="Equation.3">
                      <p:embed/>
                    </p:oleObj>
                  </mc:Choice>
                  <mc:Fallback>
                    <p:oleObj name="" r:id="rId15" imgW="127000" imgH="139700" progId="Equation.3">
                      <p:embed/>
                      <p:pic>
                        <p:nvPicPr>
                          <p:cNvPr id="0" name="图片 3121"/>
                          <p:cNvPicPr/>
                          <p:nvPr/>
                        </p:nvPicPr>
                        <p:blipFill>
                          <a:blip r:embed="rId16"/>
                          <a:stretch>
                            <a:fillRect/>
                          </a:stretch>
                        </p:blipFill>
                        <p:spPr>
                          <a:xfrm>
                            <a:off x="2208" y="2400"/>
                            <a:ext cx="211" cy="236"/>
                          </a:xfrm>
                          <a:prstGeom prst="rect">
                            <a:avLst/>
                          </a:prstGeom>
                          <a:noFill/>
                          <a:ln w="38100">
                            <a:noFill/>
                            <a:miter/>
                          </a:ln>
                        </p:spPr>
                      </p:pic>
                    </p:oleObj>
                  </mc:Fallback>
                </mc:AlternateContent>
              </a:graphicData>
            </a:graphic>
          </p:graphicFrame>
          <p:sp>
            <p:nvSpPr>
              <p:cNvPr id="20498" name="Text Box 18"/>
              <p:cNvSpPr txBox="1"/>
              <p:nvPr/>
            </p:nvSpPr>
            <p:spPr>
              <a:xfrm>
                <a:off x="2399" y="2352"/>
                <a:ext cx="481" cy="302"/>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楷体_GB2312" pitchFamily="49" charset="-122"/>
                  </a:rPr>
                  <a:t>&gt; 0</a:t>
                </a:r>
                <a:endParaRPr lang="en-US" altLang="zh-CN" sz="2800" b="1" dirty="0">
                  <a:latin typeface="Times New Roman" panose="02020603050405020304" pitchFamily="18" charset="0"/>
                  <a:ea typeface="楷体_GB2312" pitchFamily="49" charset="-122"/>
                </a:endParaRPr>
              </a:p>
            </p:txBody>
          </p:sp>
        </p:grpSp>
        <p:sp>
          <p:nvSpPr>
            <p:cNvPr id="20499" name="AutoShape 19"/>
            <p:cNvSpPr/>
            <p:nvPr/>
          </p:nvSpPr>
          <p:spPr>
            <a:xfrm>
              <a:off x="2064" y="2160"/>
              <a:ext cx="144" cy="480"/>
            </a:xfrm>
            <a:prstGeom prst="leftBrace">
              <a:avLst>
                <a:gd name="adj1" fmla="val 27623"/>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82292" name="Group 20"/>
          <p:cNvGrpSpPr/>
          <p:nvPr/>
        </p:nvGrpSpPr>
        <p:grpSpPr>
          <a:xfrm>
            <a:off x="827088" y="3805238"/>
            <a:ext cx="1785937" cy="917575"/>
            <a:chOff x="576" y="2592"/>
            <a:chExt cx="1189" cy="624"/>
          </a:xfrm>
        </p:grpSpPr>
        <p:graphicFrame>
          <p:nvGraphicFramePr>
            <p:cNvPr id="20501" name="Object 21"/>
            <p:cNvGraphicFramePr>
              <a:graphicFrameLocks noChangeAspect="1"/>
            </p:cNvGraphicFramePr>
            <p:nvPr/>
          </p:nvGraphicFramePr>
          <p:xfrm>
            <a:off x="1200" y="2592"/>
            <a:ext cx="565" cy="624"/>
          </p:xfrm>
          <a:graphic>
            <a:graphicData uri="http://schemas.openxmlformats.org/presentationml/2006/ole">
              <mc:AlternateContent xmlns:mc="http://schemas.openxmlformats.org/markup-compatibility/2006">
                <mc:Choice xmlns:v="urn:schemas-microsoft-com:vml" Requires="v">
                  <p:oleObj spid="_x0000_s3124" name="" r:id="rId17" imgW="381000" imgH="393700" progId="Equation.3">
                    <p:embed/>
                  </p:oleObj>
                </mc:Choice>
                <mc:Fallback>
                  <p:oleObj name="" r:id="rId17" imgW="381000" imgH="393700" progId="Equation.3">
                    <p:embed/>
                    <p:pic>
                      <p:nvPicPr>
                        <p:cNvPr id="0" name="图片 3123"/>
                        <p:cNvPicPr/>
                        <p:nvPr/>
                      </p:nvPicPr>
                      <p:blipFill>
                        <a:blip r:embed="rId18"/>
                        <a:stretch>
                          <a:fillRect/>
                        </a:stretch>
                      </p:blipFill>
                      <p:spPr>
                        <a:xfrm>
                          <a:off x="1200" y="2592"/>
                          <a:ext cx="565" cy="624"/>
                        </a:xfrm>
                        <a:prstGeom prst="rect">
                          <a:avLst/>
                        </a:prstGeom>
                        <a:noFill/>
                        <a:ln w="38100">
                          <a:noFill/>
                          <a:miter/>
                        </a:ln>
                      </p:spPr>
                    </p:pic>
                  </p:oleObj>
                </mc:Fallback>
              </mc:AlternateContent>
            </a:graphicData>
          </a:graphic>
        </p:graphicFrame>
        <p:sp>
          <p:nvSpPr>
            <p:cNvPr id="20502" name="Text Box 22"/>
            <p:cNvSpPr txBox="1"/>
            <p:nvPr/>
          </p:nvSpPr>
          <p:spPr>
            <a:xfrm>
              <a:off x="576" y="2736"/>
              <a:ext cx="624" cy="353"/>
            </a:xfrm>
            <a:prstGeom prst="rect">
              <a:avLst/>
            </a:prstGeom>
            <a:noFill/>
            <a:ln w="9525">
              <a:noFill/>
            </a:ln>
          </p:spPr>
          <p:txBody>
            <a:bodyPr anchor="t" anchorCtr="0">
              <a:spAutoFit/>
            </a:bodyPr>
            <a:p>
              <a:pPr algn="ctr">
                <a:spcBef>
                  <a:spcPct val="50000"/>
                </a:spcBef>
              </a:pPr>
              <a:r>
                <a:rPr lang="zh-CN" altLang="en-US" sz="2800" b="1" dirty="0">
                  <a:latin typeface="Times New Roman" panose="02020603050405020304" pitchFamily="18" charset="0"/>
                  <a:ea typeface="楷体_GB2312" pitchFamily="49" charset="-122"/>
                </a:rPr>
                <a:t>或</a:t>
              </a:r>
              <a:endParaRPr lang="zh-CN" altLang="en-US" sz="2800" b="1" dirty="0">
                <a:latin typeface="Times New Roman" panose="02020603050405020304" pitchFamily="18" charset="0"/>
                <a:ea typeface="楷体_GB2312" pitchFamily="49" charset="-122"/>
              </a:endParaRPr>
            </a:p>
          </p:txBody>
        </p:sp>
      </p:grpSp>
      <p:grpSp>
        <p:nvGrpSpPr>
          <p:cNvPr id="182295" name="Group 23"/>
          <p:cNvGrpSpPr/>
          <p:nvPr/>
        </p:nvGrpSpPr>
        <p:grpSpPr>
          <a:xfrm>
            <a:off x="2771775" y="4452938"/>
            <a:ext cx="1371600" cy="1279525"/>
            <a:chOff x="2112" y="3312"/>
            <a:chExt cx="864" cy="807"/>
          </a:xfrm>
        </p:grpSpPr>
        <p:grpSp>
          <p:nvGrpSpPr>
            <p:cNvPr id="20504" name="Group 24"/>
            <p:cNvGrpSpPr/>
            <p:nvPr/>
          </p:nvGrpSpPr>
          <p:grpSpPr>
            <a:xfrm>
              <a:off x="2256" y="3312"/>
              <a:ext cx="720" cy="807"/>
              <a:chOff x="2256" y="3312"/>
              <a:chExt cx="720" cy="807"/>
            </a:xfrm>
          </p:grpSpPr>
          <p:graphicFrame>
            <p:nvGraphicFramePr>
              <p:cNvPr id="20505" name="Object 25"/>
              <p:cNvGraphicFramePr>
                <a:graphicFrameLocks noChangeAspect="1"/>
              </p:cNvGraphicFramePr>
              <p:nvPr/>
            </p:nvGraphicFramePr>
            <p:xfrm>
              <a:off x="2256" y="3312"/>
              <a:ext cx="576" cy="576"/>
            </p:xfrm>
            <a:graphic>
              <a:graphicData uri="http://schemas.openxmlformats.org/presentationml/2006/ole">
                <mc:AlternateContent xmlns:mc="http://schemas.openxmlformats.org/markup-compatibility/2006">
                  <mc:Choice xmlns:v="urn:schemas-microsoft-com:vml" Requires="v">
                    <p:oleObj spid="_x0000_s3123" name="" r:id="rId19" imgW="405765" imgH="393065" progId="Equation.3">
                      <p:embed/>
                    </p:oleObj>
                  </mc:Choice>
                  <mc:Fallback>
                    <p:oleObj name="" r:id="rId19" imgW="405765" imgH="393065" progId="Equation.3">
                      <p:embed/>
                      <p:pic>
                        <p:nvPicPr>
                          <p:cNvPr id="0" name="图片 3122"/>
                          <p:cNvPicPr/>
                          <p:nvPr/>
                        </p:nvPicPr>
                        <p:blipFill>
                          <a:blip r:embed="rId20"/>
                          <a:stretch>
                            <a:fillRect/>
                          </a:stretch>
                        </p:blipFill>
                        <p:spPr>
                          <a:xfrm>
                            <a:off x="2256" y="3312"/>
                            <a:ext cx="576" cy="576"/>
                          </a:xfrm>
                          <a:prstGeom prst="rect">
                            <a:avLst/>
                          </a:prstGeom>
                          <a:noFill/>
                          <a:ln w="38100">
                            <a:noFill/>
                            <a:miter/>
                          </a:ln>
                        </p:spPr>
                      </p:pic>
                    </p:oleObj>
                  </mc:Fallback>
                </mc:AlternateContent>
              </a:graphicData>
            </a:graphic>
          </p:graphicFrame>
          <p:graphicFrame>
            <p:nvGraphicFramePr>
              <p:cNvPr id="20506" name="Object 26"/>
              <p:cNvGraphicFramePr>
                <a:graphicFrameLocks noChangeAspect="1"/>
              </p:cNvGraphicFramePr>
              <p:nvPr/>
            </p:nvGraphicFramePr>
            <p:xfrm>
              <a:off x="2256" y="3840"/>
              <a:ext cx="211" cy="236"/>
            </p:xfrm>
            <a:graphic>
              <a:graphicData uri="http://schemas.openxmlformats.org/presentationml/2006/ole">
                <mc:AlternateContent xmlns:mc="http://schemas.openxmlformats.org/markup-compatibility/2006">
                  <mc:Choice xmlns:v="urn:schemas-microsoft-com:vml" Requires="v">
                    <p:oleObj spid="_x0000_s3126" name="" r:id="rId21" imgW="127000" imgH="139700" progId="Equation.3">
                      <p:embed/>
                    </p:oleObj>
                  </mc:Choice>
                  <mc:Fallback>
                    <p:oleObj name="" r:id="rId21" imgW="127000" imgH="139700" progId="Equation.3">
                      <p:embed/>
                      <p:pic>
                        <p:nvPicPr>
                          <p:cNvPr id="0" name="图片 3125"/>
                          <p:cNvPicPr/>
                          <p:nvPr/>
                        </p:nvPicPr>
                        <p:blipFill>
                          <a:blip r:embed="rId22"/>
                          <a:stretch>
                            <a:fillRect/>
                          </a:stretch>
                        </p:blipFill>
                        <p:spPr>
                          <a:xfrm>
                            <a:off x="2256" y="3840"/>
                            <a:ext cx="211" cy="236"/>
                          </a:xfrm>
                          <a:prstGeom prst="rect">
                            <a:avLst/>
                          </a:prstGeom>
                          <a:noFill/>
                          <a:ln w="38100">
                            <a:noFill/>
                            <a:miter/>
                          </a:ln>
                        </p:spPr>
                      </p:pic>
                    </p:oleObj>
                  </mc:Fallback>
                </mc:AlternateContent>
              </a:graphicData>
            </a:graphic>
          </p:graphicFrame>
          <p:sp>
            <p:nvSpPr>
              <p:cNvPr id="20507" name="Text Box 27"/>
              <p:cNvSpPr txBox="1"/>
              <p:nvPr/>
            </p:nvSpPr>
            <p:spPr>
              <a:xfrm>
                <a:off x="2448" y="3792"/>
                <a:ext cx="528" cy="327"/>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楷体_GB2312" pitchFamily="49" charset="-122"/>
                  </a:rPr>
                  <a:t>&gt; 0</a:t>
                </a:r>
                <a:endParaRPr lang="en-US" altLang="zh-CN" sz="2800" b="1" dirty="0">
                  <a:latin typeface="Times New Roman" panose="02020603050405020304" pitchFamily="18" charset="0"/>
                  <a:ea typeface="楷体_GB2312" pitchFamily="49" charset="-122"/>
                </a:endParaRPr>
              </a:p>
            </p:txBody>
          </p:sp>
        </p:grpSp>
        <p:sp>
          <p:nvSpPr>
            <p:cNvPr id="20508" name="AutoShape 28"/>
            <p:cNvSpPr/>
            <p:nvPr/>
          </p:nvSpPr>
          <p:spPr>
            <a:xfrm>
              <a:off x="2112" y="3552"/>
              <a:ext cx="96" cy="480"/>
            </a:xfrm>
            <a:prstGeom prst="leftBrace">
              <a:avLst>
                <a:gd name="adj1" fmla="val 41435"/>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82301" name="Group 29"/>
          <p:cNvGrpSpPr/>
          <p:nvPr/>
        </p:nvGrpSpPr>
        <p:grpSpPr>
          <a:xfrm>
            <a:off x="4495800" y="1368425"/>
            <a:ext cx="4648200" cy="1957388"/>
            <a:chOff x="2688" y="1200"/>
            <a:chExt cx="2894" cy="1104"/>
          </a:xfrm>
        </p:grpSpPr>
        <p:grpSp>
          <p:nvGrpSpPr>
            <p:cNvPr id="20510" name="Group 30"/>
            <p:cNvGrpSpPr/>
            <p:nvPr/>
          </p:nvGrpSpPr>
          <p:grpSpPr>
            <a:xfrm>
              <a:off x="2688" y="1488"/>
              <a:ext cx="2894" cy="336"/>
              <a:chOff x="2688" y="1824"/>
              <a:chExt cx="2894" cy="336"/>
            </a:xfrm>
          </p:grpSpPr>
          <p:graphicFrame>
            <p:nvGraphicFramePr>
              <p:cNvPr id="20511" name="Object 31"/>
              <p:cNvGraphicFramePr>
                <a:graphicFrameLocks noChangeAspect="1"/>
              </p:cNvGraphicFramePr>
              <p:nvPr/>
            </p:nvGraphicFramePr>
            <p:xfrm>
              <a:off x="5280" y="1824"/>
              <a:ext cx="302" cy="336"/>
            </p:xfrm>
            <a:graphic>
              <a:graphicData uri="http://schemas.openxmlformats.org/presentationml/2006/ole">
                <mc:AlternateContent xmlns:mc="http://schemas.openxmlformats.org/markup-compatibility/2006">
                  <mc:Choice xmlns:v="urn:schemas-microsoft-com:vml" Requires="v">
                    <p:oleObj spid="_x0000_s3127" name="" r:id="rId23" imgW="127000" imgH="139700" progId="Equation.3">
                      <p:embed/>
                    </p:oleObj>
                  </mc:Choice>
                  <mc:Fallback>
                    <p:oleObj name="" r:id="rId23" imgW="127000" imgH="139700" progId="Equation.3">
                      <p:embed/>
                      <p:pic>
                        <p:nvPicPr>
                          <p:cNvPr id="0" name="图片 3126"/>
                          <p:cNvPicPr/>
                          <p:nvPr/>
                        </p:nvPicPr>
                        <p:blipFill>
                          <a:blip r:embed="rId24"/>
                          <a:stretch>
                            <a:fillRect/>
                          </a:stretch>
                        </p:blipFill>
                        <p:spPr>
                          <a:xfrm>
                            <a:off x="5280" y="1824"/>
                            <a:ext cx="302" cy="336"/>
                          </a:xfrm>
                          <a:prstGeom prst="rect">
                            <a:avLst/>
                          </a:prstGeom>
                          <a:noFill/>
                          <a:ln w="38100">
                            <a:noFill/>
                            <a:miter/>
                          </a:ln>
                        </p:spPr>
                      </p:pic>
                    </p:oleObj>
                  </mc:Fallback>
                </mc:AlternateContent>
              </a:graphicData>
            </a:graphic>
          </p:graphicFrame>
          <p:sp>
            <p:nvSpPr>
              <p:cNvPr id="20512" name="Line 32"/>
              <p:cNvSpPr/>
              <p:nvPr/>
            </p:nvSpPr>
            <p:spPr>
              <a:xfrm>
                <a:off x="2688" y="2064"/>
                <a:ext cx="2640" cy="0"/>
              </a:xfrm>
              <a:prstGeom prst="line">
                <a:avLst/>
              </a:prstGeom>
              <a:ln w="38100" cap="flat" cmpd="sng">
                <a:solidFill>
                  <a:schemeClr val="tx1"/>
                </a:solidFill>
                <a:prstDash val="solid"/>
                <a:round/>
                <a:headEnd type="none" w="med" len="med"/>
                <a:tailEnd type="triangle" w="med" len="med"/>
              </a:ln>
            </p:spPr>
          </p:sp>
          <p:sp>
            <p:nvSpPr>
              <p:cNvPr id="20513" name="Oval 33"/>
              <p:cNvSpPr/>
              <p:nvPr/>
            </p:nvSpPr>
            <p:spPr>
              <a:xfrm>
                <a:off x="3840" y="2016"/>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aphicFrame>
          <p:nvGraphicFramePr>
            <p:cNvPr id="20514" name="Object 34"/>
            <p:cNvGraphicFramePr>
              <a:graphicFrameLocks noChangeAspect="1"/>
            </p:cNvGraphicFramePr>
            <p:nvPr/>
          </p:nvGraphicFramePr>
          <p:xfrm>
            <a:off x="3758" y="1728"/>
            <a:ext cx="211" cy="232"/>
          </p:xfrm>
          <a:graphic>
            <a:graphicData uri="http://schemas.openxmlformats.org/presentationml/2006/ole">
              <mc:AlternateContent xmlns:mc="http://schemas.openxmlformats.org/markup-compatibility/2006">
                <mc:Choice xmlns:v="urn:schemas-microsoft-com:vml" Requires="v">
                  <p:oleObj spid="_x0000_s3128" name="" r:id="rId25" imgW="127000" imgH="139700" progId="Equation.3">
                    <p:embed/>
                  </p:oleObj>
                </mc:Choice>
                <mc:Fallback>
                  <p:oleObj name="" r:id="rId25" imgW="127000" imgH="139700" progId="Equation.3">
                    <p:embed/>
                    <p:pic>
                      <p:nvPicPr>
                        <p:cNvPr id="0" name="图片 3127"/>
                        <p:cNvPicPr/>
                        <p:nvPr/>
                      </p:nvPicPr>
                      <p:blipFill>
                        <a:blip r:embed="rId26"/>
                        <a:stretch>
                          <a:fillRect/>
                        </a:stretch>
                      </p:blipFill>
                      <p:spPr>
                        <a:xfrm>
                          <a:off x="3758" y="1728"/>
                          <a:ext cx="211" cy="232"/>
                        </a:xfrm>
                        <a:prstGeom prst="rect">
                          <a:avLst/>
                        </a:prstGeom>
                        <a:noFill/>
                        <a:ln w="38100">
                          <a:noFill/>
                          <a:miter/>
                        </a:ln>
                      </p:spPr>
                    </p:pic>
                  </p:oleObj>
                </mc:Fallback>
              </mc:AlternateContent>
            </a:graphicData>
          </a:graphic>
        </p:graphicFrame>
        <p:sp>
          <p:nvSpPr>
            <p:cNvPr id="20515" name="Oval 35"/>
            <p:cNvSpPr/>
            <p:nvPr/>
          </p:nvSpPr>
          <p:spPr>
            <a:xfrm>
              <a:off x="3264" y="1200"/>
              <a:ext cx="1200" cy="1104"/>
            </a:xfrm>
            <a:prstGeom prst="ellipse">
              <a:avLst/>
            </a:prstGeom>
            <a:noFill/>
            <a:ln w="9525" cap="flat" cmpd="sng">
              <a:solidFill>
                <a:schemeClr val="tx1"/>
              </a:solidFill>
              <a:prstDash val="sysDot"/>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82308" name="Group 36"/>
          <p:cNvGrpSpPr/>
          <p:nvPr/>
        </p:nvGrpSpPr>
        <p:grpSpPr>
          <a:xfrm>
            <a:off x="4702175" y="4168775"/>
            <a:ext cx="4038600" cy="681038"/>
            <a:chOff x="2640" y="3120"/>
            <a:chExt cx="2942" cy="384"/>
          </a:xfrm>
        </p:grpSpPr>
        <p:graphicFrame>
          <p:nvGraphicFramePr>
            <p:cNvPr id="20517" name="Object 37"/>
            <p:cNvGraphicFramePr>
              <a:graphicFrameLocks noChangeAspect="1"/>
            </p:cNvGraphicFramePr>
            <p:nvPr/>
          </p:nvGraphicFramePr>
          <p:xfrm>
            <a:off x="5280" y="3120"/>
            <a:ext cx="302" cy="336"/>
          </p:xfrm>
          <a:graphic>
            <a:graphicData uri="http://schemas.openxmlformats.org/presentationml/2006/ole">
              <mc:AlternateContent xmlns:mc="http://schemas.openxmlformats.org/markup-compatibility/2006">
                <mc:Choice xmlns:v="urn:schemas-microsoft-com:vml" Requires="v">
                  <p:oleObj spid="_x0000_s3129" name="" r:id="rId27" imgW="127000" imgH="139700" progId="Equation.3">
                    <p:embed/>
                  </p:oleObj>
                </mc:Choice>
                <mc:Fallback>
                  <p:oleObj name="" r:id="rId27" imgW="127000" imgH="139700" progId="Equation.3">
                    <p:embed/>
                    <p:pic>
                      <p:nvPicPr>
                        <p:cNvPr id="0" name="图片 3128"/>
                        <p:cNvPicPr/>
                        <p:nvPr/>
                      </p:nvPicPr>
                      <p:blipFill>
                        <a:blip r:embed="rId24"/>
                        <a:stretch>
                          <a:fillRect/>
                        </a:stretch>
                      </p:blipFill>
                      <p:spPr>
                        <a:xfrm>
                          <a:off x="5280" y="3120"/>
                          <a:ext cx="302" cy="336"/>
                        </a:xfrm>
                        <a:prstGeom prst="rect">
                          <a:avLst/>
                        </a:prstGeom>
                        <a:noFill/>
                        <a:ln w="38100">
                          <a:noFill/>
                          <a:miter/>
                        </a:ln>
                      </p:spPr>
                    </p:pic>
                  </p:oleObj>
                </mc:Fallback>
              </mc:AlternateContent>
            </a:graphicData>
          </a:graphic>
        </p:graphicFrame>
        <p:sp>
          <p:nvSpPr>
            <p:cNvPr id="20518" name="Line 38"/>
            <p:cNvSpPr/>
            <p:nvPr/>
          </p:nvSpPr>
          <p:spPr>
            <a:xfrm>
              <a:off x="2640" y="3504"/>
              <a:ext cx="2832" cy="0"/>
            </a:xfrm>
            <a:prstGeom prst="line">
              <a:avLst/>
            </a:prstGeom>
            <a:ln w="28575" cap="flat" cmpd="sng">
              <a:solidFill>
                <a:schemeClr val="tx1"/>
              </a:solidFill>
              <a:prstDash val="solid"/>
              <a:round/>
              <a:headEnd type="none" w="med" len="med"/>
              <a:tailEnd type="triangle" w="med" len="med"/>
            </a:ln>
          </p:spPr>
        </p:sp>
      </p:grpSp>
      <p:grpSp>
        <p:nvGrpSpPr>
          <p:cNvPr id="182311" name="Group 39"/>
          <p:cNvGrpSpPr/>
          <p:nvPr/>
        </p:nvGrpSpPr>
        <p:grpSpPr>
          <a:xfrm>
            <a:off x="6172200" y="2249488"/>
            <a:ext cx="441325" cy="1552575"/>
            <a:chOff x="3984" y="2016"/>
            <a:chExt cx="278" cy="876"/>
          </a:xfrm>
        </p:grpSpPr>
        <p:graphicFrame>
          <p:nvGraphicFramePr>
            <p:cNvPr id="20520" name="Object 40"/>
            <p:cNvGraphicFramePr>
              <a:graphicFrameLocks noChangeAspect="1"/>
            </p:cNvGraphicFramePr>
            <p:nvPr/>
          </p:nvGraphicFramePr>
          <p:xfrm>
            <a:off x="3984" y="2544"/>
            <a:ext cx="278" cy="348"/>
          </p:xfrm>
          <a:graphic>
            <a:graphicData uri="http://schemas.openxmlformats.org/presentationml/2006/ole">
              <mc:AlternateContent xmlns:mc="http://schemas.openxmlformats.org/markup-compatibility/2006">
                <mc:Choice xmlns:v="urn:schemas-microsoft-com:vml" Requires="v">
                  <p:oleObj spid="_x0000_s3130" name="" r:id="rId28" imgW="122555" imgH="154305" progId="Equation.3">
                    <p:embed/>
                  </p:oleObj>
                </mc:Choice>
                <mc:Fallback>
                  <p:oleObj name="" r:id="rId28" imgW="122555" imgH="154305" progId="Equation.3">
                    <p:embed/>
                    <p:pic>
                      <p:nvPicPr>
                        <p:cNvPr id="0" name="图片 3129"/>
                        <p:cNvPicPr/>
                        <p:nvPr/>
                      </p:nvPicPr>
                      <p:blipFill>
                        <a:blip r:embed="rId29">
                          <a:clrChange>
                            <a:clrFrom>
                              <a:srgbClr val="000000"/>
                            </a:clrFrom>
                            <a:clrTo>
                              <a:srgbClr val="000000">
                                <a:alpha val="0"/>
                              </a:srgbClr>
                            </a:clrTo>
                          </a:clrChange>
                        </a:blip>
                        <a:stretch>
                          <a:fillRect/>
                        </a:stretch>
                      </p:blipFill>
                      <p:spPr>
                        <a:xfrm>
                          <a:off x="3984" y="2544"/>
                          <a:ext cx="278" cy="348"/>
                        </a:xfrm>
                        <a:prstGeom prst="rect">
                          <a:avLst/>
                        </a:prstGeom>
                        <a:noFill/>
                        <a:ln w="38100">
                          <a:noFill/>
                          <a:miter/>
                        </a:ln>
                      </p:spPr>
                    </p:pic>
                  </p:oleObj>
                </mc:Fallback>
              </mc:AlternateContent>
            </a:graphicData>
          </a:graphic>
        </p:graphicFrame>
        <p:sp>
          <p:nvSpPr>
            <p:cNvPr id="20521" name="Line 41"/>
            <p:cNvSpPr/>
            <p:nvPr/>
          </p:nvSpPr>
          <p:spPr>
            <a:xfrm>
              <a:off x="4128" y="2016"/>
              <a:ext cx="0" cy="576"/>
            </a:xfrm>
            <a:prstGeom prst="line">
              <a:avLst/>
            </a:prstGeom>
            <a:ln w="28575" cap="flat" cmpd="sng">
              <a:solidFill>
                <a:srgbClr val="FF0000"/>
              </a:solidFill>
              <a:prstDash val="solid"/>
              <a:round/>
              <a:headEnd type="none" w="med" len="med"/>
              <a:tailEnd type="triangle" w="med" len="med"/>
            </a:ln>
          </p:spPr>
        </p:sp>
      </p:grpSp>
      <p:grpSp>
        <p:nvGrpSpPr>
          <p:cNvPr id="182314" name="Group 42"/>
          <p:cNvGrpSpPr/>
          <p:nvPr/>
        </p:nvGrpSpPr>
        <p:grpSpPr>
          <a:xfrm>
            <a:off x="5387975" y="2266950"/>
            <a:ext cx="990600" cy="1382713"/>
            <a:chOff x="3552" y="2016"/>
            <a:chExt cx="576" cy="780"/>
          </a:xfrm>
        </p:grpSpPr>
        <p:sp>
          <p:nvSpPr>
            <p:cNvPr id="20523" name="Line 43"/>
            <p:cNvSpPr/>
            <p:nvPr/>
          </p:nvSpPr>
          <p:spPr>
            <a:xfrm flipV="1">
              <a:off x="3792" y="2016"/>
              <a:ext cx="336" cy="480"/>
            </a:xfrm>
            <a:prstGeom prst="line">
              <a:avLst/>
            </a:prstGeom>
            <a:ln w="38100" cap="flat" cmpd="sng">
              <a:solidFill>
                <a:srgbClr val="FF0000"/>
              </a:solidFill>
              <a:prstDash val="solid"/>
              <a:round/>
              <a:headEnd type="triangle" w="med" len="med"/>
              <a:tailEnd type="none" w="med" len="med"/>
            </a:ln>
          </p:spPr>
        </p:sp>
        <p:graphicFrame>
          <p:nvGraphicFramePr>
            <p:cNvPr id="20524" name="Object 44"/>
            <p:cNvGraphicFramePr>
              <a:graphicFrameLocks noChangeAspect="1"/>
            </p:cNvGraphicFramePr>
            <p:nvPr/>
          </p:nvGraphicFramePr>
          <p:xfrm>
            <a:off x="3552" y="2448"/>
            <a:ext cx="278" cy="348"/>
          </p:xfrm>
          <a:graphic>
            <a:graphicData uri="http://schemas.openxmlformats.org/presentationml/2006/ole">
              <mc:AlternateContent xmlns:mc="http://schemas.openxmlformats.org/markup-compatibility/2006">
                <mc:Choice xmlns:v="urn:schemas-microsoft-com:vml" Requires="v">
                  <p:oleObj spid="_x0000_s3131" name="" r:id="rId30" imgW="122555" imgH="154305" progId="Equation.3">
                    <p:embed/>
                  </p:oleObj>
                </mc:Choice>
                <mc:Fallback>
                  <p:oleObj name="" r:id="rId30" imgW="122555" imgH="154305" progId="Equation.3">
                    <p:embed/>
                    <p:pic>
                      <p:nvPicPr>
                        <p:cNvPr id="0" name="图片 3130"/>
                        <p:cNvPicPr/>
                        <p:nvPr/>
                      </p:nvPicPr>
                      <p:blipFill>
                        <a:blip r:embed="rId31">
                          <a:clrChange>
                            <a:clrFrom>
                              <a:srgbClr val="000000"/>
                            </a:clrFrom>
                            <a:clrTo>
                              <a:srgbClr val="000000">
                                <a:alpha val="0"/>
                              </a:srgbClr>
                            </a:clrTo>
                          </a:clrChange>
                        </a:blip>
                        <a:stretch>
                          <a:fillRect/>
                        </a:stretch>
                      </p:blipFill>
                      <p:spPr>
                        <a:xfrm>
                          <a:off x="3552" y="2448"/>
                          <a:ext cx="278" cy="348"/>
                        </a:xfrm>
                        <a:prstGeom prst="rect">
                          <a:avLst/>
                        </a:prstGeom>
                        <a:noFill/>
                        <a:ln w="38100">
                          <a:noFill/>
                          <a:miter/>
                        </a:ln>
                      </p:spPr>
                    </p:pic>
                  </p:oleObj>
                </mc:Fallback>
              </mc:AlternateContent>
            </a:graphicData>
          </a:graphic>
        </p:graphicFrame>
      </p:grpSp>
      <p:grpSp>
        <p:nvGrpSpPr>
          <p:cNvPr id="182317" name="Group 45"/>
          <p:cNvGrpSpPr/>
          <p:nvPr/>
        </p:nvGrpSpPr>
        <p:grpSpPr>
          <a:xfrm>
            <a:off x="6400800" y="2266950"/>
            <a:ext cx="1049338" cy="1382713"/>
            <a:chOff x="4032" y="1584"/>
            <a:chExt cx="661" cy="780"/>
          </a:xfrm>
        </p:grpSpPr>
        <p:sp>
          <p:nvSpPr>
            <p:cNvPr id="20526" name="Line 46"/>
            <p:cNvSpPr/>
            <p:nvPr/>
          </p:nvSpPr>
          <p:spPr>
            <a:xfrm>
              <a:off x="4032" y="1584"/>
              <a:ext cx="337" cy="528"/>
            </a:xfrm>
            <a:prstGeom prst="line">
              <a:avLst/>
            </a:prstGeom>
            <a:ln w="38100" cap="flat" cmpd="sng">
              <a:solidFill>
                <a:srgbClr val="FF0000"/>
              </a:solidFill>
              <a:prstDash val="solid"/>
              <a:round/>
              <a:headEnd type="none" w="med" len="med"/>
              <a:tailEnd type="triangle" w="med" len="med"/>
            </a:ln>
          </p:spPr>
        </p:sp>
        <p:graphicFrame>
          <p:nvGraphicFramePr>
            <p:cNvPr id="20527" name="Object 47"/>
            <p:cNvGraphicFramePr>
              <a:graphicFrameLocks noChangeAspect="1"/>
            </p:cNvGraphicFramePr>
            <p:nvPr/>
          </p:nvGraphicFramePr>
          <p:xfrm>
            <a:off x="4368" y="2016"/>
            <a:ext cx="325" cy="348"/>
          </p:xfrm>
          <a:graphic>
            <a:graphicData uri="http://schemas.openxmlformats.org/presentationml/2006/ole">
              <mc:AlternateContent xmlns:mc="http://schemas.openxmlformats.org/markup-compatibility/2006">
                <mc:Choice xmlns:v="urn:schemas-microsoft-com:vml" Requires="v">
                  <p:oleObj spid="_x0000_s3132" name="" r:id="rId32" imgW="122555" imgH="154305" progId="Equation.3">
                    <p:embed/>
                  </p:oleObj>
                </mc:Choice>
                <mc:Fallback>
                  <p:oleObj name="" r:id="rId32" imgW="122555" imgH="154305" progId="Equation.3">
                    <p:embed/>
                    <p:pic>
                      <p:nvPicPr>
                        <p:cNvPr id="0" name="图片 3131"/>
                        <p:cNvPicPr/>
                        <p:nvPr/>
                      </p:nvPicPr>
                      <p:blipFill>
                        <a:blip r:embed="rId33">
                          <a:clrChange>
                            <a:clrFrom>
                              <a:srgbClr val="000000"/>
                            </a:clrFrom>
                            <a:clrTo>
                              <a:srgbClr val="000000">
                                <a:alpha val="0"/>
                              </a:srgbClr>
                            </a:clrTo>
                          </a:clrChange>
                        </a:blip>
                        <a:stretch>
                          <a:fillRect/>
                        </a:stretch>
                      </p:blipFill>
                      <p:spPr>
                        <a:xfrm>
                          <a:off x="4368" y="2016"/>
                          <a:ext cx="325" cy="348"/>
                        </a:xfrm>
                        <a:prstGeom prst="rect">
                          <a:avLst/>
                        </a:prstGeom>
                        <a:noFill/>
                        <a:ln w="38100">
                          <a:noFill/>
                          <a:miter/>
                        </a:ln>
                      </p:spPr>
                    </p:pic>
                  </p:oleObj>
                </mc:Fallback>
              </mc:AlternateContent>
            </a:graphicData>
          </a:graphic>
        </p:graphicFrame>
      </p:grpSp>
      <p:grpSp>
        <p:nvGrpSpPr>
          <p:cNvPr id="182320" name="Group 48"/>
          <p:cNvGrpSpPr/>
          <p:nvPr/>
        </p:nvGrpSpPr>
        <p:grpSpPr>
          <a:xfrm>
            <a:off x="5692775" y="2127250"/>
            <a:ext cx="269875" cy="2722563"/>
            <a:chOff x="3696" y="2016"/>
            <a:chExt cx="170" cy="1536"/>
          </a:xfrm>
        </p:grpSpPr>
        <p:graphicFrame>
          <p:nvGraphicFramePr>
            <p:cNvPr id="20529" name="Object 49"/>
            <p:cNvGraphicFramePr>
              <a:graphicFrameLocks noChangeAspect="1"/>
            </p:cNvGraphicFramePr>
            <p:nvPr/>
          </p:nvGraphicFramePr>
          <p:xfrm>
            <a:off x="3696" y="3312"/>
            <a:ext cx="170" cy="240"/>
          </p:xfrm>
          <a:graphic>
            <a:graphicData uri="http://schemas.openxmlformats.org/presentationml/2006/ole">
              <mc:AlternateContent xmlns:mc="http://schemas.openxmlformats.org/markup-compatibility/2006">
                <mc:Choice xmlns:v="urn:schemas-microsoft-com:vml" Requires="v">
                  <p:oleObj spid="_x0000_s3135" name="" r:id="rId34" imgW="127000" imgH="177165" progId="Equation.3">
                    <p:embed/>
                  </p:oleObj>
                </mc:Choice>
                <mc:Fallback>
                  <p:oleObj name="" r:id="rId34" imgW="127000" imgH="177165" progId="Equation.3">
                    <p:embed/>
                    <p:pic>
                      <p:nvPicPr>
                        <p:cNvPr id="0" name="图片 3134"/>
                        <p:cNvPicPr/>
                        <p:nvPr/>
                      </p:nvPicPr>
                      <p:blipFill>
                        <a:blip r:embed="rId35"/>
                        <a:stretch>
                          <a:fillRect/>
                        </a:stretch>
                      </p:blipFill>
                      <p:spPr>
                        <a:xfrm>
                          <a:off x="3696" y="3312"/>
                          <a:ext cx="170" cy="240"/>
                        </a:xfrm>
                        <a:prstGeom prst="rect">
                          <a:avLst/>
                        </a:prstGeom>
                        <a:solidFill>
                          <a:srgbClr val="99FF99"/>
                        </a:solidFill>
                        <a:ln w="38100">
                          <a:noFill/>
                          <a:miter/>
                        </a:ln>
                      </p:spPr>
                    </p:pic>
                  </p:oleObj>
                </mc:Fallback>
              </mc:AlternateContent>
            </a:graphicData>
          </a:graphic>
        </p:graphicFrame>
        <p:sp>
          <p:nvSpPr>
            <p:cNvPr id="20530" name="Line 50"/>
            <p:cNvSpPr/>
            <p:nvPr/>
          </p:nvSpPr>
          <p:spPr>
            <a:xfrm>
              <a:off x="3792" y="2016"/>
              <a:ext cx="0" cy="1392"/>
            </a:xfrm>
            <a:prstGeom prst="line">
              <a:avLst/>
            </a:prstGeom>
            <a:ln w="9525" cap="flat" cmpd="sng">
              <a:solidFill>
                <a:schemeClr val="tx1"/>
              </a:solidFill>
              <a:prstDash val="sysDot"/>
              <a:round/>
              <a:headEnd type="none" w="med" len="med"/>
              <a:tailEnd type="none" w="med" len="med"/>
            </a:ln>
          </p:spPr>
        </p:sp>
      </p:grpSp>
      <p:sp>
        <p:nvSpPr>
          <p:cNvPr id="182323" name="Freeform 51"/>
          <p:cNvSpPr/>
          <p:nvPr/>
        </p:nvSpPr>
        <p:spPr>
          <a:xfrm>
            <a:off x="5235575" y="2524125"/>
            <a:ext cx="203200" cy="369888"/>
          </a:xfrm>
          <a:custGeom>
            <a:avLst/>
            <a:gdLst/>
            <a:ahLst/>
            <a:cxnLst>
              <a:cxn ang="0">
                <a:pos x="0" y="0"/>
              </a:cxn>
              <a:cxn ang="0">
                <a:pos x="469207273" y="717316053"/>
              </a:cxn>
            </a:cxnLst>
            <a:pathLst>
              <a:path w="88" h="152">
                <a:moveTo>
                  <a:pt x="0" y="0"/>
                </a:moveTo>
                <a:cubicBezTo>
                  <a:pt x="18" y="53"/>
                  <a:pt x="34" y="125"/>
                  <a:pt x="88" y="152"/>
                </a:cubicBezTo>
              </a:path>
            </a:pathLst>
          </a:custGeom>
          <a:noFill/>
          <a:ln w="28575" cap="flat" cmpd="sng">
            <a:solidFill>
              <a:schemeClr val="accent2"/>
            </a:solidFill>
            <a:prstDash val="solid"/>
            <a:round/>
            <a:headEnd type="none" w="med" len="med"/>
            <a:tailEnd type="triangle" w="med" len="med"/>
          </a:ln>
        </p:spPr>
        <p:txBody>
          <a:bodyPr/>
          <a:p>
            <a:endParaRPr lang="zh-CN" altLang="en-US"/>
          </a:p>
        </p:txBody>
      </p:sp>
      <p:grpSp>
        <p:nvGrpSpPr>
          <p:cNvPr id="182324" name="Group 52"/>
          <p:cNvGrpSpPr/>
          <p:nvPr/>
        </p:nvGrpSpPr>
        <p:grpSpPr>
          <a:xfrm>
            <a:off x="6324600" y="2127250"/>
            <a:ext cx="273050" cy="2722563"/>
            <a:chOff x="4080" y="2016"/>
            <a:chExt cx="172" cy="1536"/>
          </a:xfrm>
        </p:grpSpPr>
        <p:graphicFrame>
          <p:nvGraphicFramePr>
            <p:cNvPr id="20533" name="Object 53"/>
            <p:cNvGraphicFramePr>
              <a:graphicFrameLocks noChangeAspect="1"/>
            </p:cNvGraphicFramePr>
            <p:nvPr/>
          </p:nvGraphicFramePr>
          <p:xfrm>
            <a:off x="4080" y="3312"/>
            <a:ext cx="172" cy="240"/>
          </p:xfrm>
          <a:graphic>
            <a:graphicData uri="http://schemas.openxmlformats.org/presentationml/2006/ole">
              <mc:AlternateContent xmlns:mc="http://schemas.openxmlformats.org/markup-compatibility/2006">
                <mc:Choice xmlns:v="urn:schemas-microsoft-com:vml" Requires="v">
                  <p:oleObj spid="_x0000_s3136" name="" r:id="rId36" imgW="127000" imgH="177165" progId="Equation.3">
                    <p:embed/>
                  </p:oleObj>
                </mc:Choice>
                <mc:Fallback>
                  <p:oleObj name="" r:id="rId36" imgW="127000" imgH="177165" progId="Equation.3">
                    <p:embed/>
                    <p:pic>
                      <p:nvPicPr>
                        <p:cNvPr id="0" name="图片 3135"/>
                        <p:cNvPicPr/>
                        <p:nvPr/>
                      </p:nvPicPr>
                      <p:blipFill>
                        <a:blip r:embed="rId37"/>
                        <a:stretch>
                          <a:fillRect/>
                        </a:stretch>
                      </p:blipFill>
                      <p:spPr>
                        <a:xfrm>
                          <a:off x="4080" y="3312"/>
                          <a:ext cx="172" cy="240"/>
                        </a:xfrm>
                        <a:prstGeom prst="rect">
                          <a:avLst/>
                        </a:prstGeom>
                        <a:solidFill>
                          <a:srgbClr val="99FF99"/>
                        </a:solidFill>
                        <a:ln w="38100">
                          <a:noFill/>
                          <a:miter/>
                        </a:ln>
                      </p:spPr>
                    </p:pic>
                  </p:oleObj>
                </mc:Fallback>
              </mc:AlternateContent>
            </a:graphicData>
          </a:graphic>
        </p:graphicFrame>
        <p:sp>
          <p:nvSpPr>
            <p:cNvPr id="20534" name="Line 54"/>
            <p:cNvSpPr/>
            <p:nvPr/>
          </p:nvSpPr>
          <p:spPr>
            <a:xfrm>
              <a:off x="4128" y="2016"/>
              <a:ext cx="0" cy="1344"/>
            </a:xfrm>
            <a:prstGeom prst="line">
              <a:avLst/>
            </a:prstGeom>
            <a:ln w="9525" cap="flat" cmpd="sng">
              <a:solidFill>
                <a:schemeClr val="tx1"/>
              </a:solidFill>
              <a:prstDash val="sysDot"/>
              <a:round/>
              <a:headEnd type="none" w="med" len="med"/>
              <a:tailEnd type="none" w="med" len="med"/>
            </a:ln>
          </p:spPr>
        </p:sp>
      </p:grpSp>
      <p:grpSp>
        <p:nvGrpSpPr>
          <p:cNvPr id="182327" name="Group 55"/>
          <p:cNvGrpSpPr/>
          <p:nvPr/>
        </p:nvGrpSpPr>
        <p:grpSpPr>
          <a:xfrm>
            <a:off x="6858000" y="2125663"/>
            <a:ext cx="252413" cy="2736850"/>
            <a:chOff x="4416" y="2016"/>
            <a:chExt cx="159" cy="1544"/>
          </a:xfrm>
        </p:grpSpPr>
        <p:graphicFrame>
          <p:nvGraphicFramePr>
            <p:cNvPr id="20536" name="Object 56"/>
            <p:cNvGraphicFramePr>
              <a:graphicFrameLocks noChangeAspect="1"/>
            </p:cNvGraphicFramePr>
            <p:nvPr/>
          </p:nvGraphicFramePr>
          <p:xfrm>
            <a:off x="4416" y="3312"/>
            <a:ext cx="159" cy="248"/>
          </p:xfrm>
          <a:graphic>
            <a:graphicData uri="http://schemas.openxmlformats.org/presentationml/2006/ole">
              <mc:AlternateContent xmlns:mc="http://schemas.openxmlformats.org/markup-compatibility/2006">
                <mc:Choice xmlns:v="urn:schemas-microsoft-com:vml" Requires="v">
                  <p:oleObj spid="_x0000_s3137" name="" r:id="rId38" imgW="114300" imgH="177800" progId="Equation.3">
                    <p:embed/>
                  </p:oleObj>
                </mc:Choice>
                <mc:Fallback>
                  <p:oleObj name="" r:id="rId38" imgW="114300" imgH="177800" progId="Equation.3">
                    <p:embed/>
                    <p:pic>
                      <p:nvPicPr>
                        <p:cNvPr id="0" name="图片 3136"/>
                        <p:cNvPicPr/>
                        <p:nvPr/>
                      </p:nvPicPr>
                      <p:blipFill>
                        <a:blip r:embed="rId39"/>
                        <a:stretch>
                          <a:fillRect/>
                        </a:stretch>
                      </p:blipFill>
                      <p:spPr>
                        <a:xfrm>
                          <a:off x="4416" y="3312"/>
                          <a:ext cx="159" cy="248"/>
                        </a:xfrm>
                        <a:prstGeom prst="rect">
                          <a:avLst/>
                        </a:prstGeom>
                        <a:solidFill>
                          <a:srgbClr val="99FF99"/>
                        </a:solidFill>
                        <a:ln w="38100">
                          <a:noFill/>
                          <a:miter/>
                        </a:ln>
                      </p:spPr>
                    </p:pic>
                  </p:oleObj>
                </mc:Fallback>
              </mc:AlternateContent>
            </a:graphicData>
          </a:graphic>
        </p:graphicFrame>
        <p:sp>
          <p:nvSpPr>
            <p:cNvPr id="20537" name="Line 57"/>
            <p:cNvSpPr/>
            <p:nvPr/>
          </p:nvSpPr>
          <p:spPr>
            <a:xfrm>
              <a:off x="4464" y="2016"/>
              <a:ext cx="0" cy="1344"/>
            </a:xfrm>
            <a:prstGeom prst="line">
              <a:avLst/>
            </a:prstGeom>
            <a:ln w="9525" cap="flat" cmpd="sng">
              <a:solidFill>
                <a:schemeClr val="tx1"/>
              </a:solidFill>
              <a:prstDash val="dash"/>
              <a:round/>
              <a:headEnd type="none" w="med" len="med"/>
              <a:tailEnd type="none" w="med" len="med"/>
            </a:ln>
          </p:spPr>
        </p:sp>
      </p:grpSp>
      <p:grpSp>
        <p:nvGrpSpPr>
          <p:cNvPr id="182330" name="Group 58"/>
          <p:cNvGrpSpPr/>
          <p:nvPr/>
        </p:nvGrpSpPr>
        <p:grpSpPr>
          <a:xfrm>
            <a:off x="4427538" y="4954588"/>
            <a:ext cx="4343400" cy="673100"/>
            <a:chOff x="3024" y="3744"/>
            <a:chExt cx="2736" cy="423"/>
          </a:xfrm>
        </p:grpSpPr>
        <p:graphicFrame>
          <p:nvGraphicFramePr>
            <p:cNvPr id="20539" name="Object 59"/>
            <p:cNvGraphicFramePr>
              <a:graphicFrameLocks noChangeAspect="1"/>
            </p:cNvGraphicFramePr>
            <p:nvPr/>
          </p:nvGraphicFramePr>
          <p:xfrm>
            <a:off x="3024" y="3840"/>
            <a:ext cx="576" cy="310"/>
          </p:xfrm>
          <a:graphic>
            <a:graphicData uri="http://schemas.openxmlformats.org/presentationml/2006/ole">
              <mc:AlternateContent xmlns:mc="http://schemas.openxmlformats.org/markup-compatibility/2006">
                <mc:Choice xmlns:v="urn:schemas-microsoft-com:vml" Requires="v">
                  <p:oleObj spid="_x0000_s3138" name="" r:id="rId40" imgW="266065" imgH="177800" progId="Equation.3">
                    <p:embed/>
                  </p:oleObj>
                </mc:Choice>
                <mc:Fallback>
                  <p:oleObj name="" r:id="rId40" imgW="266065" imgH="177800" progId="Equation.3">
                    <p:embed/>
                    <p:pic>
                      <p:nvPicPr>
                        <p:cNvPr id="0" name="图片 3137"/>
                        <p:cNvPicPr/>
                        <p:nvPr/>
                      </p:nvPicPr>
                      <p:blipFill>
                        <a:blip r:embed="rId41"/>
                        <a:stretch>
                          <a:fillRect/>
                        </a:stretch>
                      </p:blipFill>
                      <p:spPr>
                        <a:xfrm>
                          <a:off x="3024" y="3840"/>
                          <a:ext cx="576" cy="310"/>
                        </a:xfrm>
                        <a:prstGeom prst="rect">
                          <a:avLst/>
                        </a:prstGeom>
                        <a:solidFill>
                          <a:srgbClr val="99FF99"/>
                        </a:solidFill>
                        <a:ln w="38100">
                          <a:noFill/>
                          <a:miter/>
                        </a:ln>
                      </p:spPr>
                    </p:pic>
                  </p:oleObj>
                </mc:Fallback>
              </mc:AlternateContent>
            </a:graphicData>
          </a:graphic>
        </p:graphicFrame>
        <p:sp>
          <p:nvSpPr>
            <p:cNvPr id="20540" name="Line 60"/>
            <p:cNvSpPr/>
            <p:nvPr/>
          </p:nvSpPr>
          <p:spPr>
            <a:xfrm>
              <a:off x="3648" y="4080"/>
              <a:ext cx="672" cy="0"/>
            </a:xfrm>
            <a:prstGeom prst="line">
              <a:avLst/>
            </a:prstGeom>
            <a:ln w="38100" cap="flat" cmpd="sng">
              <a:solidFill>
                <a:schemeClr val="tx1"/>
              </a:solidFill>
              <a:prstDash val="solid"/>
              <a:round/>
              <a:headEnd type="none" w="med" len="med"/>
              <a:tailEnd type="triangle" w="med" len="med"/>
            </a:ln>
          </p:spPr>
        </p:sp>
        <p:grpSp>
          <p:nvGrpSpPr>
            <p:cNvPr id="20541" name="Group 61"/>
            <p:cNvGrpSpPr/>
            <p:nvPr/>
          </p:nvGrpSpPr>
          <p:grpSpPr>
            <a:xfrm>
              <a:off x="3696" y="3744"/>
              <a:ext cx="720" cy="343"/>
              <a:chOff x="3744" y="3648"/>
              <a:chExt cx="720" cy="343"/>
            </a:xfrm>
          </p:grpSpPr>
          <p:graphicFrame>
            <p:nvGraphicFramePr>
              <p:cNvPr id="20542" name="Object 62"/>
              <p:cNvGraphicFramePr>
                <a:graphicFrameLocks noChangeAspect="1"/>
              </p:cNvGraphicFramePr>
              <p:nvPr/>
            </p:nvGraphicFramePr>
            <p:xfrm>
              <a:off x="3744" y="3648"/>
              <a:ext cx="570" cy="343"/>
            </p:xfrm>
            <a:graphic>
              <a:graphicData uri="http://schemas.openxmlformats.org/presentationml/2006/ole">
                <mc:AlternateContent xmlns:mc="http://schemas.openxmlformats.org/markup-compatibility/2006">
                  <mc:Choice xmlns:v="urn:schemas-microsoft-com:vml" Requires="v">
                    <p:oleObj spid="_x0000_s3139" name="" r:id="rId42" imgW="342900" imgH="203200" progId="Equation.3">
                      <p:embed/>
                    </p:oleObj>
                  </mc:Choice>
                  <mc:Fallback>
                    <p:oleObj name="" r:id="rId42" imgW="342900" imgH="203200" progId="Equation.3">
                      <p:embed/>
                      <p:pic>
                        <p:nvPicPr>
                          <p:cNvPr id="0" name="图片 3138"/>
                          <p:cNvPicPr/>
                          <p:nvPr/>
                        </p:nvPicPr>
                        <p:blipFill>
                          <a:blip r:embed="rId43"/>
                          <a:stretch>
                            <a:fillRect/>
                          </a:stretch>
                        </p:blipFill>
                        <p:spPr>
                          <a:xfrm>
                            <a:off x="3744" y="3648"/>
                            <a:ext cx="570" cy="343"/>
                          </a:xfrm>
                          <a:prstGeom prst="rect">
                            <a:avLst/>
                          </a:prstGeom>
                          <a:noFill/>
                          <a:ln w="38100">
                            <a:noFill/>
                            <a:miter/>
                          </a:ln>
                        </p:spPr>
                      </p:pic>
                    </p:oleObj>
                  </mc:Fallback>
                </mc:AlternateContent>
              </a:graphicData>
            </a:graphic>
          </p:graphicFrame>
          <p:sp>
            <p:nvSpPr>
              <p:cNvPr id="20543" name="Text Box 63"/>
              <p:cNvSpPr txBox="1"/>
              <p:nvPr/>
            </p:nvSpPr>
            <p:spPr>
              <a:xfrm>
                <a:off x="3936" y="3648"/>
                <a:ext cx="528" cy="327"/>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楷体_GB2312" pitchFamily="49" charset="-122"/>
                  </a:rPr>
                  <a:t>&gt; </a:t>
                </a:r>
                <a:endParaRPr lang="en-US" altLang="zh-CN" sz="2800" b="1" dirty="0">
                  <a:latin typeface="Times New Roman" panose="02020603050405020304" pitchFamily="18" charset="0"/>
                  <a:ea typeface="楷体_GB2312" pitchFamily="49" charset="-122"/>
                </a:endParaRPr>
              </a:p>
            </p:txBody>
          </p:sp>
        </p:grpSp>
        <p:sp>
          <p:nvSpPr>
            <p:cNvPr id="20544" name="Text Box 64"/>
            <p:cNvSpPr txBox="1"/>
            <p:nvPr/>
          </p:nvSpPr>
          <p:spPr>
            <a:xfrm>
              <a:off x="4416" y="3840"/>
              <a:ext cx="1344" cy="327"/>
            </a:xfrm>
            <a:prstGeom prst="rect">
              <a:avLst/>
            </a:prstGeom>
            <a:noFill/>
            <a:ln w="9525">
              <a:noFill/>
            </a:ln>
          </p:spPr>
          <p:txBody>
            <a:bodyPr anchor="t" anchorCtr="0">
              <a:spAutoFit/>
            </a:bodyPr>
            <a:p>
              <a:pPr>
                <a:spcBef>
                  <a:spcPct val="50000"/>
                </a:spcBef>
              </a:pPr>
              <a:r>
                <a:rPr lang="zh-CN" altLang="en-US" sz="2800" b="1" dirty="0">
                  <a:solidFill>
                    <a:srgbClr val="FF0000"/>
                  </a:solidFill>
                  <a:latin typeface="Times New Roman" panose="02020603050405020304" pitchFamily="18" charset="0"/>
                  <a:ea typeface="楷体_GB2312" pitchFamily="49" charset="-122"/>
                </a:rPr>
                <a:t>向正向运动</a:t>
              </a:r>
              <a:endParaRPr lang="zh-CN" altLang="en-US" sz="2800" b="1" dirty="0">
                <a:solidFill>
                  <a:srgbClr val="FF0000"/>
                </a:solidFill>
                <a:latin typeface="Times New Roman" panose="02020603050405020304" pitchFamily="18" charset="0"/>
                <a:ea typeface="楷体_GB2312" pitchFamily="49" charset="-122"/>
              </a:endParaRPr>
            </a:p>
          </p:txBody>
        </p:sp>
      </p:grpSp>
      <p:sp>
        <p:nvSpPr>
          <p:cNvPr id="182337" name="Text Box 65"/>
          <p:cNvSpPr txBox="1"/>
          <p:nvPr/>
        </p:nvSpPr>
        <p:spPr>
          <a:xfrm flipH="1">
            <a:off x="323850" y="1420813"/>
            <a:ext cx="1143000" cy="517525"/>
          </a:xfrm>
          <a:prstGeom prst="rect">
            <a:avLst/>
          </a:prstGeom>
          <a:noFill/>
          <a:ln w="9525">
            <a:noFill/>
          </a:ln>
        </p:spPr>
        <p:txBody>
          <a:bodyPr anchor="t" anchorCtr="0">
            <a:spAutoFit/>
          </a:bodyPr>
          <a:p>
            <a:pPr>
              <a:spcBef>
                <a:spcPct val="50000"/>
              </a:spcBef>
            </a:pPr>
            <a:r>
              <a:rPr lang="en-US" altLang="zh-CN" sz="2800" b="1" dirty="0">
                <a:solidFill>
                  <a:schemeClr val="accent2"/>
                </a:solidFill>
                <a:latin typeface="Times New Roman" panose="02020603050405020304" pitchFamily="18" charset="0"/>
                <a:ea typeface="楷体_GB2312" pitchFamily="49" charset="-122"/>
              </a:rPr>
              <a:t>6</a:t>
            </a:r>
            <a:r>
              <a:rPr lang="zh-CN" altLang="en-US" sz="2800" b="1" dirty="0">
                <a:solidFill>
                  <a:schemeClr val="accent2"/>
                </a:solidFill>
                <a:latin typeface="Times New Roman" panose="02020603050405020304" pitchFamily="18" charset="0"/>
                <a:ea typeface="楷体_GB2312" pitchFamily="49" charset="-122"/>
              </a:rPr>
              <a:t>：</a:t>
            </a:r>
            <a:endParaRPr lang="zh-CN" altLang="en-US" sz="2800" b="1" dirty="0">
              <a:solidFill>
                <a:schemeClr val="accent2"/>
              </a:solidFill>
              <a:latin typeface="Times New Roman" panose="02020603050405020304" pitchFamily="18" charset="0"/>
              <a:ea typeface="楷体_GB2312" pitchFamily="49" charset="-122"/>
            </a:endParaRPr>
          </a:p>
        </p:txBody>
      </p:sp>
      <p:sp>
        <p:nvSpPr>
          <p:cNvPr id="182338" name="Text Box 66"/>
          <p:cNvSpPr txBox="1"/>
          <p:nvPr/>
        </p:nvSpPr>
        <p:spPr>
          <a:xfrm flipH="1">
            <a:off x="323850" y="3176588"/>
            <a:ext cx="1143000" cy="520700"/>
          </a:xfrm>
          <a:prstGeom prst="rect">
            <a:avLst/>
          </a:prstGeom>
          <a:noFill/>
          <a:ln w="9525">
            <a:noFill/>
          </a:ln>
        </p:spPr>
        <p:txBody>
          <a:bodyPr anchor="t" anchorCtr="0">
            <a:spAutoFit/>
          </a:bodyPr>
          <a:p>
            <a:pPr>
              <a:spcBef>
                <a:spcPct val="50000"/>
              </a:spcBef>
            </a:pPr>
            <a:r>
              <a:rPr lang="en-US" altLang="zh-CN" sz="2800" b="1" dirty="0">
                <a:solidFill>
                  <a:schemeClr val="accent2"/>
                </a:solidFill>
                <a:latin typeface="Times New Roman" panose="02020603050405020304" pitchFamily="18" charset="0"/>
                <a:ea typeface="楷体_GB2312" pitchFamily="49" charset="-122"/>
              </a:rPr>
              <a:t>7</a:t>
            </a:r>
            <a:r>
              <a:rPr lang="zh-CN" altLang="en-US" sz="2800" b="1" dirty="0">
                <a:solidFill>
                  <a:schemeClr val="accent2"/>
                </a:solidFill>
                <a:latin typeface="Times New Roman" panose="02020603050405020304" pitchFamily="18" charset="0"/>
                <a:ea typeface="楷体_GB2312" pitchFamily="49" charset="-122"/>
              </a:rPr>
              <a:t>：</a:t>
            </a:r>
            <a:endParaRPr lang="zh-CN" altLang="en-US" sz="2800" b="1" dirty="0">
              <a:solidFill>
                <a:schemeClr val="accent2"/>
              </a:solidFill>
              <a:latin typeface="Times New Roman" panose="02020603050405020304" pitchFamily="18" charset="0"/>
              <a:ea typeface="楷体_GB2312" pitchFamily="49" charset="-122"/>
            </a:endParaRPr>
          </a:p>
        </p:txBody>
      </p:sp>
      <p:sp>
        <p:nvSpPr>
          <p:cNvPr id="182339" name="Text Box 67"/>
          <p:cNvSpPr txBox="1"/>
          <p:nvPr/>
        </p:nvSpPr>
        <p:spPr>
          <a:xfrm flipH="1">
            <a:off x="333375" y="4954588"/>
            <a:ext cx="1143000" cy="520700"/>
          </a:xfrm>
          <a:prstGeom prst="rect">
            <a:avLst/>
          </a:prstGeom>
          <a:noFill/>
          <a:ln w="9525">
            <a:noFill/>
          </a:ln>
        </p:spPr>
        <p:txBody>
          <a:bodyPr anchor="t" anchorCtr="0">
            <a:spAutoFit/>
          </a:bodyPr>
          <a:p>
            <a:pPr>
              <a:spcBef>
                <a:spcPct val="50000"/>
              </a:spcBef>
            </a:pPr>
            <a:r>
              <a:rPr lang="en-US" altLang="zh-CN" sz="2800" b="1" dirty="0">
                <a:solidFill>
                  <a:schemeClr val="accent2"/>
                </a:solidFill>
                <a:latin typeface="Times New Roman" panose="02020603050405020304" pitchFamily="18" charset="0"/>
                <a:ea typeface="楷体_GB2312" pitchFamily="49" charset="-122"/>
              </a:rPr>
              <a:t>8</a:t>
            </a:r>
            <a:r>
              <a:rPr lang="zh-CN" altLang="en-US" sz="2800" b="1" dirty="0">
                <a:solidFill>
                  <a:schemeClr val="accent2"/>
                </a:solidFill>
                <a:latin typeface="Times New Roman" panose="02020603050405020304" pitchFamily="18" charset="0"/>
                <a:ea typeface="楷体_GB2312" pitchFamily="49" charset="-122"/>
              </a:rPr>
              <a:t>：</a:t>
            </a:r>
            <a:endParaRPr lang="zh-CN" altLang="en-US" sz="2800" b="1" dirty="0">
              <a:solidFill>
                <a:schemeClr val="accent2"/>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82301"/>
                                        </p:tgtEl>
                                        <p:attrNameLst>
                                          <p:attrName>style.visibility</p:attrName>
                                        </p:attrNameLst>
                                      </p:cBhvr>
                                      <p:to>
                                        <p:strVal val="visible"/>
                                      </p:to>
                                    </p:set>
                                    <p:animEffect transition="in" filter="blinds(horizontal)">
                                      <p:cBhvr>
                                        <p:cTn id="7" dur="500"/>
                                        <p:tgtEl>
                                          <p:spTgt spid="182301"/>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82323"/>
                                        </p:tgtEl>
                                        <p:attrNameLst>
                                          <p:attrName>style.visibility</p:attrName>
                                        </p:attrNameLst>
                                      </p:cBhvr>
                                      <p:to>
                                        <p:strVal val="visible"/>
                                      </p:to>
                                    </p:set>
                                    <p:animEffect transition="in" filter="blinds(horizontal)">
                                      <p:cBhvr>
                                        <p:cTn id="11" dur="500"/>
                                        <p:tgtEl>
                                          <p:spTgt spid="182323"/>
                                        </p:tgtEl>
                                      </p:cBhvr>
                                    </p:animEffect>
                                  </p:childTnLst>
                                </p:cTn>
                              </p:par>
                            </p:childTnLst>
                          </p:cTn>
                        </p:par>
                        <p:par>
                          <p:cTn id="12" fill="hold">
                            <p:stCondLst>
                              <p:cond delay="1000"/>
                            </p:stCondLst>
                            <p:childTnLst>
                              <p:par>
                                <p:cTn id="13" presetID="3" presetClass="entr" presetSubtype="5" fill="hold" nodeType="afterEffect">
                                  <p:stCondLst>
                                    <p:cond delay="0"/>
                                  </p:stCondLst>
                                  <p:childTnLst>
                                    <p:set>
                                      <p:cBhvr>
                                        <p:cTn id="14" dur="1" fill="hold">
                                          <p:stCondLst>
                                            <p:cond delay="0"/>
                                          </p:stCondLst>
                                        </p:cTn>
                                        <p:tgtEl>
                                          <p:spTgt spid="182308"/>
                                        </p:tgtEl>
                                        <p:attrNameLst>
                                          <p:attrName>style.visibility</p:attrName>
                                        </p:attrNameLst>
                                      </p:cBhvr>
                                      <p:to>
                                        <p:strVal val="visible"/>
                                      </p:to>
                                    </p:set>
                                    <p:animEffect transition="in" filter="blinds(vertical)">
                                      <p:cBhvr>
                                        <p:cTn id="15" dur="500"/>
                                        <p:tgtEl>
                                          <p:spTgt spid="182308"/>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82320"/>
                                        </p:tgtEl>
                                        <p:attrNameLst>
                                          <p:attrName>style.visibility</p:attrName>
                                        </p:attrNameLst>
                                      </p:cBhvr>
                                      <p:to>
                                        <p:strVal val="visible"/>
                                      </p:to>
                                    </p:set>
                                    <p:animEffect transition="in" filter="blinds(horizontal)">
                                      <p:cBhvr>
                                        <p:cTn id="19" dur="500"/>
                                        <p:tgtEl>
                                          <p:spTgt spid="182320"/>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82314"/>
                                        </p:tgtEl>
                                        <p:attrNameLst>
                                          <p:attrName>style.visibility</p:attrName>
                                        </p:attrNameLst>
                                      </p:cBhvr>
                                      <p:to>
                                        <p:strVal val="visible"/>
                                      </p:to>
                                    </p:set>
                                    <p:animEffect transition="in" filter="blinds(horizontal)">
                                      <p:cBhvr>
                                        <p:cTn id="23" dur="500"/>
                                        <p:tgtEl>
                                          <p:spTgt spid="182314"/>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82337"/>
                                        </p:tgtEl>
                                        <p:attrNameLst>
                                          <p:attrName>style.visibility</p:attrName>
                                        </p:attrNameLst>
                                      </p:cBhvr>
                                      <p:to>
                                        <p:strVal val="visible"/>
                                      </p:to>
                                    </p:set>
                                    <p:animEffect transition="in" filter="wipe(left)">
                                      <p:cBhvr>
                                        <p:cTn id="27" dur="500"/>
                                        <p:tgtEl>
                                          <p:spTgt spid="182337"/>
                                        </p:tgtEl>
                                      </p:cBhvr>
                                    </p:animEffect>
                                  </p:childTnLst>
                                </p:cTn>
                              </p:par>
                            </p:childTnLst>
                          </p:cTn>
                        </p:par>
                        <p:par>
                          <p:cTn id="28" fill="hold">
                            <p:stCondLst>
                              <p:cond delay="3000"/>
                            </p:stCondLst>
                            <p:childTnLst>
                              <p:par>
                                <p:cTn id="29" presetID="3" presetClass="entr" presetSubtype="10" fill="hold" nodeType="afterEffect">
                                  <p:stCondLst>
                                    <p:cond delay="0"/>
                                  </p:stCondLst>
                                  <p:childTnLst>
                                    <p:set>
                                      <p:cBhvr>
                                        <p:cTn id="30" dur="1" fill="hold">
                                          <p:stCondLst>
                                            <p:cond delay="0"/>
                                          </p:stCondLst>
                                        </p:cTn>
                                        <p:tgtEl>
                                          <p:spTgt spid="182275"/>
                                        </p:tgtEl>
                                        <p:attrNameLst>
                                          <p:attrName>style.visibility</p:attrName>
                                        </p:attrNameLst>
                                      </p:cBhvr>
                                      <p:to>
                                        <p:strVal val="visible"/>
                                      </p:to>
                                    </p:set>
                                    <p:animEffect transition="in" filter="blinds(horizontal)">
                                      <p:cBhvr>
                                        <p:cTn id="31" dur="500"/>
                                        <p:tgtEl>
                                          <p:spTgt spid="182275"/>
                                        </p:tgtEl>
                                      </p:cBhvr>
                                    </p:animEffect>
                                  </p:childTnLst>
                                </p:cTn>
                              </p:par>
                            </p:childTnLst>
                          </p:cTn>
                        </p:par>
                        <p:par>
                          <p:cTn id="32" fill="hold">
                            <p:stCondLst>
                              <p:cond delay="3500"/>
                            </p:stCondLst>
                            <p:childTnLst>
                              <p:par>
                                <p:cTn id="33" presetID="3" presetClass="entr" presetSubtype="10" fill="hold" nodeType="afterEffect">
                                  <p:stCondLst>
                                    <p:cond delay="0"/>
                                  </p:stCondLst>
                                  <p:childTnLst>
                                    <p:set>
                                      <p:cBhvr>
                                        <p:cTn id="34" dur="1" fill="hold">
                                          <p:stCondLst>
                                            <p:cond delay="0"/>
                                          </p:stCondLst>
                                        </p:cTn>
                                        <p:tgtEl>
                                          <p:spTgt spid="182278"/>
                                        </p:tgtEl>
                                        <p:attrNameLst>
                                          <p:attrName>style.visibility</p:attrName>
                                        </p:attrNameLst>
                                      </p:cBhvr>
                                      <p:to>
                                        <p:strVal val="visible"/>
                                      </p:to>
                                    </p:set>
                                    <p:animEffect transition="in" filter="blinds(horizontal)">
                                      <p:cBhvr>
                                        <p:cTn id="35" dur="500"/>
                                        <p:tgtEl>
                                          <p:spTgt spid="182278"/>
                                        </p:tgtEl>
                                      </p:cBhvr>
                                    </p:animEffect>
                                  </p:childTnLst>
                                </p:cTn>
                              </p:par>
                            </p:childTnLst>
                          </p:cTn>
                        </p:par>
                        <p:par>
                          <p:cTn id="36" fill="hold">
                            <p:stCondLst>
                              <p:cond delay="4000"/>
                            </p:stCondLst>
                            <p:childTnLst>
                              <p:par>
                                <p:cTn id="37" presetID="3" presetClass="entr" presetSubtype="10" fill="hold" nodeType="afterEffect">
                                  <p:stCondLst>
                                    <p:cond delay="0"/>
                                  </p:stCondLst>
                                  <p:childTnLst>
                                    <p:set>
                                      <p:cBhvr>
                                        <p:cTn id="38" dur="1" fill="hold">
                                          <p:stCondLst>
                                            <p:cond delay="0"/>
                                          </p:stCondLst>
                                        </p:cTn>
                                        <p:tgtEl>
                                          <p:spTgt spid="182281"/>
                                        </p:tgtEl>
                                        <p:attrNameLst>
                                          <p:attrName>style.visibility</p:attrName>
                                        </p:attrNameLst>
                                      </p:cBhvr>
                                      <p:to>
                                        <p:strVal val="visible"/>
                                      </p:to>
                                    </p:set>
                                    <p:animEffect transition="in" filter="blinds(horizontal)">
                                      <p:cBhvr>
                                        <p:cTn id="39" dur="500"/>
                                        <p:tgtEl>
                                          <p:spTgt spid="182281"/>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82324"/>
                                        </p:tgtEl>
                                        <p:attrNameLst>
                                          <p:attrName>style.visibility</p:attrName>
                                        </p:attrNameLst>
                                      </p:cBhvr>
                                      <p:to>
                                        <p:strVal val="visible"/>
                                      </p:to>
                                    </p:set>
                                    <p:animEffect transition="in" filter="blinds(horizontal)">
                                      <p:cBhvr>
                                        <p:cTn id="44" dur="500"/>
                                        <p:tgtEl>
                                          <p:spTgt spid="182324"/>
                                        </p:tgtEl>
                                      </p:cBhvr>
                                    </p:animEffect>
                                  </p:childTnLst>
                                </p:cTn>
                              </p:par>
                            </p:childTnLst>
                          </p:cTn>
                        </p:par>
                        <p:par>
                          <p:cTn id="45" fill="hold">
                            <p:stCondLst>
                              <p:cond delay="500"/>
                            </p:stCondLst>
                            <p:childTnLst>
                              <p:par>
                                <p:cTn id="46" presetID="3" presetClass="entr" presetSubtype="10" fill="hold" nodeType="afterEffect">
                                  <p:stCondLst>
                                    <p:cond delay="0"/>
                                  </p:stCondLst>
                                  <p:childTnLst>
                                    <p:set>
                                      <p:cBhvr>
                                        <p:cTn id="47" dur="1" fill="hold">
                                          <p:stCondLst>
                                            <p:cond delay="0"/>
                                          </p:stCondLst>
                                        </p:cTn>
                                        <p:tgtEl>
                                          <p:spTgt spid="182311"/>
                                        </p:tgtEl>
                                        <p:attrNameLst>
                                          <p:attrName>style.visibility</p:attrName>
                                        </p:attrNameLst>
                                      </p:cBhvr>
                                      <p:to>
                                        <p:strVal val="visible"/>
                                      </p:to>
                                    </p:set>
                                    <p:animEffect transition="in" filter="blinds(horizontal)">
                                      <p:cBhvr>
                                        <p:cTn id="48" dur="500"/>
                                        <p:tgtEl>
                                          <p:spTgt spid="182311"/>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182338"/>
                                        </p:tgtEl>
                                        <p:attrNameLst>
                                          <p:attrName>style.visibility</p:attrName>
                                        </p:attrNameLst>
                                      </p:cBhvr>
                                      <p:to>
                                        <p:strVal val="visible"/>
                                      </p:to>
                                    </p:set>
                                    <p:animEffect transition="in" filter="wipe(left)">
                                      <p:cBhvr>
                                        <p:cTn id="52" dur="500"/>
                                        <p:tgtEl>
                                          <p:spTgt spid="182338"/>
                                        </p:tgtEl>
                                      </p:cBhvr>
                                    </p:animEffect>
                                  </p:childTnLst>
                                </p:cTn>
                              </p:par>
                            </p:childTnLst>
                          </p:cTn>
                        </p:par>
                        <p:par>
                          <p:cTn id="53" fill="hold">
                            <p:stCondLst>
                              <p:cond delay="1500"/>
                            </p:stCondLst>
                            <p:childTnLst>
                              <p:par>
                                <p:cTn id="54" presetID="3" presetClass="entr" presetSubtype="10" fill="hold" nodeType="afterEffect">
                                  <p:stCondLst>
                                    <p:cond delay="0"/>
                                  </p:stCondLst>
                                  <p:childTnLst>
                                    <p:set>
                                      <p:cBhvr>
                                        <p:cTn id="55" dur="1" fill="hold">
                                          <p:stCondLst>
                                            <p:cond delay="0"/>
                                          </p:stCondLst>
                                        </p:cTn>
                                        <p:tgtEl>
                                          <p:spTgt spid="182276"/>
                                        </p:tgtEl>
                                        <p:attrNameLst>
                                          <p:attrName>style.visibility</p:attrName>
                                        </p:attrNameLst>
                                      </p:cBhvr>
                                      <p:to>
                                        <p:strVal val="visible"/>
                                      </p:to>
                                    </p:set>
                                    <p:animEffect transition="in" filter="blinds(horizontal)">
                                      <p:cBhvr>
                                        <p:cTn id="56" dur="500"/>
                                        <p:tgtEl>
                                          <p:spTgt spid="182276"/>
                                        </p:tgtEl>
                                      </p:cBhvr>
                                    </p:animEffect>
                                  </p:childTnLst>
                                </p:cTn>
                              </p:par>
                            </p:childTnLst>
                          </p:cTn>
                        </p:par>
                        <p:par>
                          <p:cTn id="57" fill="hold">
                            <p:stCondLst>
                              <p:cond delay="2000"/>
                            </p:stCondLst>
                            <p:childTnLst>
                              <p:par>
                                <p:cTn id="58" presetID="3" presetClass="entr" presetSubtype="10" fill="hold" nodeType="afterEffect">
                                  <p:stCondLst>
                                    <p:cond delay="0"/>
                                  </p:stCondLst>
                                  <p:childTnLst>
                                    <p:set>
                                      <p:cBhvr>
                                        <p:cTn id="59" dur="1" fill="hold">
                                          <p:stCondLst>
                                            <p:cond delay="0"/>
                                          </p:stCondLst>
                                        </p:cTn>
                                        <p:tgtEl>
                                          <p:spTgt spid="182292"/>
                                        </p:tgtEl>
                                        <p:attrNameLst>
                                          <p:attrName>style.visibility</p:attrName>
                                        </p:attrNameLst>
                                      </p:cBhvr>
                                      <p:to>
                                        <p:strVal val="visible"/>
                                      </p:to>
                                    </p:set>
                                    <p:animEffect transition="in" filter="blinds(horizontal)">
                                      <p:cBhvr>
                                        <p:cTn id="60" dur="500"/>
                                        <p:tgtEl>
                                          <p:spTgt spid="182292"/>
                                        </p:tgtEl>
                                      </p:cBhvr>
                                    </p:animEffect>
                                  </p:childTnLst>
                                </p:cTn>
                              </p:par>
                            </p:childTnLst>
                          </p:cTn>
                        </p:par>
                        <p:par>
                          <p:cTn id="61" fill="hold">
                            <p:stCondLst>
                              <p:cond delay="2500"/>
                            </p:stCondLst>
                            <p:childTnLst>
                              <p:par>
                                <p:cTn id="62" presetID="3" presetClass="entr" presetSubtype="10" fill="hold" nodeType="afterEffect">
                                  <p:stCondLst>
                                    <p:cond delay="0"/>
                                  </p:stCondLst>
                                  <p:childTnLst>
                                    <p:set>
                                      <p:cBhvr>
                                        <p:cTn id="63" dur="1" fill="hold">
                                          <p:stCondLst>
                                            <p:cond delay="0"/>
                                          </p:stCondLst>
                                        </p:cTn>
                                        <p:tgtEl>
                                          <p:spTgt spid="182286"/>
                                        </p:tgtEl>
                                        <p:attrNameLst>
                                          <p:attrName>style.visibility</p:attrName>
                                        </p:attrNameLst>
                                      </p:cBhvr>
                                      <p:to>
                                        <p:strVal val="visible"/>
                                      </p:to>
                                    </p:set>
                                    <p:animEffect transition="in" filter="blinds(horizontal)">
                                      <p:cBhvr>
                                        <p:cTn id="64" dur="500"/>
                                        <p:tgtEl>
                                          <p:spTgt spid="182286"/>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182317"/>
                                        </p:tgtEl>
                                        <p:attrNameLst>
                                          <p:attrName>style.visibility</p:attrName>
                                        </p:attrNameLst>
                                      </p:cBhvr>
                                      <p:to>
                                        <p:strVal val="visible"/>
                                      </p:to>
                                    </p:set>
                                    <p:animEffect transition="in" filter="blinds(horizontal)">
                                      <p:cBhvr>
                                        <p:cTn id="69" dur="500"/>
                                        <p:tgtEl>
                                          <p:spTgt spid="182317"/>
                                        </p:tgtEl>
                                      </p:cBhvr>
                                    </p:animEffect>
                                  </p:childTnLst>
                                </p:cTn>
                              </p:par>
                            </p:childTnLst>
                          </p:cTn>
                        </p:par>
                        <p:par>
                          <p:cTn id="70" fill="hold">
                            <p:stCondLst>
                              <p:cond delay="500"/>
                            </p:stCondLst>
                            <p:childTnLst>
                              <p:par>
                                <p:cTn id="71" presetID="3" presetClass="entr" presetSubtype="10" fill="hold" nodeType="afterEffect">
                                  <p:stCondLst>
                                    <p:cond delay="0"/>
                                  </p:stCondLst>
                                  <p:childTnLst>
                                    <p:set>
                                      <p:cBhvr>
                                        <p:cTn id="72" dur="1" fill="hold">
                                          <p:stCondLst>
                                            <p:cond delay="0"/>
                                          </p:stCondLst>
                                        </p:cTn>
                                        <p:tgtEl>
                                          <p:spTgt spid="182327"/>
                                        </p:tgtEl>
                                        <p:attrNameLst>
                                          <p:attrName>style.visibility</p:attrName>
                                        </p:attrNameLst>
                                      </p:cBhvr>
                                      <p:to>
                                        <p:strVal val="visible"/>
                                      </p:to>
                                    </p:set>
                                    <p:animEffect transition="in" filter="blinds(horizontal)">
                                      <p:cBhvr>
                                        <p:cTn id="73" dur="500"/>
                                        <p:tgtEl>
                                          <p:spTgt spid="182327"/>
                                        </p:tgtEl>
                                      </p:cBhvr>
                                    </p:animEffect>
                                  </p:childTnLst>
                                </p:cTn>
                              </p:par>
                            </p:childTnLst>
                          </p:cTn>
                        </p:par>
                        <p:par>
                          <p:cTn id="74" fill="hold">
                            <p:stCondLst>
                              <p:cond delay="1000"/>
                            </p:stCondLst>
                            <p:childTnLst>
                              <p:par>
                                <p:cTn id="75" presetID="22" presetClass="entr" presetSubtype="8" fill="hold" grpId="0" nodeType="afterEffect">
                                  <p:stCondLst>
                                    <p:cond delay="0"/>
                                  </p:stCondLst>
                                  <p:childTnLst>
                                    <p:set>
                                      <p:cBhvr>
                                        <p:cTn id="76" dur="1" fill="hold">
                                          <p:stCondLst>
                                            <p:cond delay="0"/>
                                          </p:stCondLst>
                                        </p:cTn>
                                        <p:tgtEl>
                                          <p:spTgt spid="182339"/>
                                        </p:tgtEl>
                                        <p:attrNameLst>
                                          <p:attrName>style.visibility</p:attrName>
                                        </p:attrNameLst>
                                      </p:cBhvr>
                                      <p:to>
                                        <p:strVal val="visible"/>
                                      </p:to>
                                    </p:set>
                                    <p:animEffect transition="in" filter="wipe(left)">
                                      <p:cBhvr>
                                        <p:cTn id="77" dur="500"/>
                                        <p:tgtEl>
                                          <p:spTgt spid="182339"/>
                                        </p:tgtEl>
                                      </p:cBhvr>
                                    </p:animEffect>
                                  </p:childTnLst>
                                </p:cTn>
                              </p:par>
                            </p:childTnLst>
                          </p:cTn>
                        </p:par>
                        <p:par>
                          <p:cTn id="78" fill="hold">
                            <p:stCondLst>
                              <p:cond delay="1500"/>
                            </p:stCondLst>
                            <p:childTnLst>
                              <p:par>
                                <p:cTn id="79" presetID="3" presetClass="entr" presetSubtype="10" fill="hold" nodeType="afterEffect">
                                  <p:stCondLst>
                                    <p:cond delay="0"/>
                                  </p:stCondLst>
                                  <p:childTnLst>
                                    <p:set>
                                      <p:cBhvr>
                                        <p:cTn id="80" dur="1" fill="hold">
                                          <p:stCondLst>
                                            <p:cond delay="0"/>
                                          </p:stCondLst>
                                        </p:cTn>
                                        <p:tgtEl>
                                          <p:spTgt spid="182277"/>
                                        </p:tgtEl>
                                        <p:attrNameLst>
                                          <p:attrName>style.visibility</p:attrName>
                                        </p:attrNameLst>
                                      </p:cBhvr>
                                      <p:to>
                                        <p:strVal val="visible"/>
                                      </p:to>
                                    </p:set>
                                    <p:animEffect transition="in" filter="blinds(horizontal)">
                                      <p:cBhvr>
                                        <p:cTn id="81" dur="500"/>
                                        <p:tgtEl>
                                          <p:spTgt spid="182277"/>
                                        </p:tgtEl>
                                      </p:cBhvr>
                                    </p:animEffect>
                                  </p:childTnLst>
                                </p:cTn>
                              </p:par>
                            </p:childTnLst>
                          </p:cTn>
                        </p:par>
                        <p:par>
                          <p:cTn id="82" fill="hold">
                            <p:stCondLst>
                              <p:cond delay="2000"/>
                            </p:stCondLst>
                            <p:childTnLst>
                              <p:par>
                                <p:cTn id="83" presetID="3" presetClass="entr" presetSubtype="10" fill="hold" nodeType="afterEffect">
                                  <p:stCondLst>
                                    <p:cond delay="0"/>
                                  </p:stCondLst>
                                  <p:childTnLst>
                                    <p:set>
                                      <p:cBhvr>
                                        <p:cTn id="84" dur="1" fill="hold">
                                          <p:stCondLst>
                                            <p:cond delay="0"/>
                                          </p:stCondLst>
                                        </p:cTn>
                                        <p:tgtEl>
                                          <p:spTgt spid="182295"/>
                                        </p:tgtEl>
                                        <p:attrNameLst>
                                          <p:attrName>style.visibility</p:attrName>
                                        </p:attrNameLst>
                                      </p:cBhvr>
                                      <p:to>
                                        <p:strVal val="visible"/>
                                      </p:to>
                                    </p:set>
                                    <p:animEffect transition="in" filter="blinds(horizontal)">
                                      <p:cBhvr>
                                        <p:cTn id="85" dur="500"/>
                                        <p:tgtEl>
                                          <p:spTgt spid="182295"/>
                                        </p:tgtEl>
                                      </p:cBhvr>
                                    </p:animEffect>
                                  </p:childTnLst>
                                </p:cTn>
                              </p:par>
                            </p:childTnLst>
                          </p:cTn>
                        </p:par>
                        <p:par>
                          <p:cTn id="86" fill="hold">
                            <p:stCondLst>
                              <p:cond delay="2500"/>
                            </p:stCondLst>
                            <p:childTnLst>
                              <p:par>
                                <p:cTn id="87" presetID="3" presetClass="entr" presetSubtype="10" fill="hold" nodeType="afterEffect">
                                  <p:stCondLst>
                                    <p:cond delay="0"/>
                                  </p:stCondLst>
                                  <p:childTnLst>
                                    <p:set>
                                      <p:cBhvr>
                                        <p:cTn id="88" dur="1" fill="hold">
                                          <p:stCondLst>
                                            <p:cond delay="0"/>
                                          </p:stCondLst>
                                        </p:cTn>
                                        <p:tgtEl>
                                          <p:spTgt spid="182330"/>
                                        </p:tgtEl>
                                        <p:attrNameLst>
                                          <p:attrName>style.visibility</p:attrName>
                                        </p:attrNameLst>
                                      </p:cBhvr>
                                      <p:to>
                                        <p:strVal val="visible"/>
                                      </p:to>
                                    </p:set>
                                    <p:animEffect transition="in" filter="blinds(horizontal)">
                                      <p:cBhvr>
                                        <p:cTn id="89" dur="500"/>
                                        <p:tgtEl>
                                          <p:spTgt spid="182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337" grpId="0"/>
      <p:bldP spid="182338" grpId="0"/>
      <p:bldP spid="18233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83311" name="Object 15"/>
          <p:cNvGraphicFramePr>
            <a:graphicFrameLocks noChangeAspect="1"/>
          </p:cNvGraphicFramePr>
          <p:nvPr/>
        </p:nvGraphicFramePr>
        <p:xfrm>
          <a:off x="1671638" y="2008188"/>
          <a:ext cx="3703637" cy="509587"/>
        </p:xfrm>
        <a:graphic>
          <a:graphicData uri="http://schemas.openxmlformats.org/presentationml/2006/ole">
            <mc:AlternateContent xmlns:mc="http://schemas.openxmlformats.org/markup-compatibility/2006">
              <mc:Choice xmlns:v="urn:schemas-microsoft-com:vml" Requires="v">
                <p:oleObj spid="_x0000_s3118" name="" r:id="rId1" imgW="1638300" imgH="228600" progId="Equation.3">
                  <p:embed/>
                </p:oleObj>
              </mc:Choice>
              <mc:Fallback>
                <p:oleObj name="" r:id="rId1" imgW="1638300" imgH="228600" progId="Equation.3">
                  <p:embed/>
                  <p:pic>
                    <p:nvPicPr>
                      <p:cNvPr id="0" name="图片 3117"/>
                      <p:cNvPicPr/>
                      <p:nvPr/>
                    </p:nvPicPr>
                    <p:blipFill>
                      <a:blip r:embed="rId2"/>
                      <a:stretch>
                        <a:fillRect/>
                      </a:stretch>
                    </p:blipFill>
                    <p:spPr>
                      <a:xfrm>
                        <a:off x="1671638" y="2008188"/>
                        <a:ext cx="3703637" cy="509587"/>
                      </a:xfrm>
                      <a:prstGeom prst="rect">
                        <a:avLst/>
                      </a:prstGeom>
                      <a:noFill/>
                      <a:ln w="38100">
                        <a:noFill/>
                        <a:miter/>
                      </a:ln>
                    </p:spPr>
                  </p:pic>
                </p:oleObj>
              </mc:Fallback>
            </mc:AlternateContent>
          </a:graphicData>
        </a:graphic>
      </p:graphicFrame>
      <p:sp>
        <p:nvSpPr>
          <p:cNvPr id="183313" name="Text Box 17"/>
          <p:cNvSpPr txBox="1"/>
          <p:nvPr/>
        </p:nvSpPr>
        <p:spPr>
          <a:xfrm>
            <a:off x="4341813" y="5730875"/>
            <a:ext cx="3954462" cy="460375"/>
          </a:xfrm>
          <a:prstGeom prst="rect">
            <a:avLst/>
          </a:prstGeom>
          <a:noFill/>
          <a:ln w="9525">
            <a:noFill/>
          </a:ln>
        </p:spPr>
        <p:txBody>
          <a:bodyPr wrap="square" anchor="t" anchorCtr="0">
            <a:spAutoFit/>
          </a:bodyPr>
          <a:p>
            <a:pPr>
              <a:spcBef>
                <a:spcPct val="50000"/>
              </a:spcBef>
            </a:pPr>
            <a:r>
              <a:rPr lang="en-US" altLang="zh-CN" sz="2400" b="1" dirty="0">
                <a:solidFill>
                  <a:srgbClr val="000066"/>
                </a:solidFill>
                <a:latin typeface="Times New Roman" panose="02020603050405020304" pitchFamily="18" charset="0"/>
                <a:ea typeface="宋体" panose="02010600030101010101" pitchFamily="2" charset="-122"/>
              </a:rPr>
              <a:t>(</a:t>
            </a:r>
            <a:r>
              <a:rPr lang="en-US" altLang="zh-CN" sz="2400" b="1" i="1" dirty="0">
                <a:solidFill>
                  <a:srgbClr val="000066"/>
                </a:solidFill>
                <a:latin typeface="Times New Roman" panose="02020603050405020304" pitchFamily="18" charset="0"/>
                <a:ea typeface="宋体" panose="02010600030101010101" pitchFamily="2" charset="-122"/>
              </a:rPr>
              <a:t>A</a:t>
            </a:r>
            <a:r>
              <a:rPr lang="en-US" altLang="zh-CN" sz="2400" b="1" baseline="-25000" dirty="0">
                <a:solidFill>
                  <a:srgbClr val="000066"/>
                </a:solidFill>
                <a:latin typeface="Times New Roman" panose="02020603050405020304" pitchFamily="18" charset="0"/>
                <a:ea typeface="宋体" panose="02010600030101010101" pitchFamily="2" charset="-122"/>
              </a:rPr>
              <a:t>2</a:t>
            </a:r>
            <a:r>
              <a:rPr lang="zh-CN" altLang="en-US" sz="2400" b="1" dirty="0">
                <a:solidFill>
                  <a:srgbClr val="000066"/>
                </a:solidFill>
                <a:latin typeface="Times New Roman" panose="02020603050405020304" pitchFamily="18" charset="0"/>
                <a:ea typeface="宋体" panose="02010600030101010101" pitchFamily="2" charset="-122"/>
              </a:rPr>
              <a:t>、</a:t>
            </a:r>
            <a:r>
              <a:rPr lang="en-US" altLang="zh-CN" sz="2400" b="1" i="1" dirty="0">
                <a:solidFill>
                  <a:srgbClr val="0000FF"/>
                </a:solidFill>
                <a:latin typeface="Times New Roman" panose="02020603050405020304" pitchFamily="18" charset="0"/>
                <a:ea typeface="宋体" panose="02010600030101010101" pitchFamily="2" charset="-122"/>
              </a:rPr>
              <a:t>A</a:t>
            </a:r>
            <a:r>
              <a:rPr lang="en-US" altLang="zh-CN" sz="2400" b="1" baseline="-25000" dirty="0">
                <a:solidFill>
                  <a:srgbClr val="0000FF"/>
                </a:solidFill>
                <a:latin typeface="Times New Roman" panose="02020603050405020304" pitchFamily="18" charset="0"/>
                <a:ea typeface="宋体" panose="02010600030101010101" pitchFamily="2" charset="-122"/>
              </a:rPr>
              <a:t>3</a:t>
            </a:r>
            <a:r>
              <a:rPr lang="en-US" altLang="zh-CN" sz="2400" b="1" dirty="0">
                <a:solidFill>
                  <a:srgbClr val="000066"/>
                </a:solidFill>
                <a:latin typeface="Times New Roman" panose="02020603050405020304" pitchFamily="18" charset="0"/>
                <a:ea typeface="宋体" panose="02010600030101010101" pitchFamily="2" charset="-122"/>
              </a:rPr>
              <a:t>) </a:t>
            </a:r>
            <a:r>
              <a:rPr lang="zh-CN" altLang="en-US" sz="2400" dirty="0">
                <a:solidFill>
                  <a:srgbClr val="000066"/>
                </a:solidFill>
                <a:latin typeface="微软雅黑" panose="020B0503020204020204" charset="-122"/>
                <a:ea typeface="微软雅黑" panose="020B0503020204020204" charset="-122"/>
              </a:rPr>
              <a:t>两个振动为</a:t>
            </a:r>
            <a:r>
              <a:rPr lang="en-US" altLang="zh-CN" sz="2400" dirty="0">
                <a:solidFill>
                  <a:srgbClr val="0000FF"/>
                </a:solidFill>
                <a:latin typeface="微软雅黑" panose="020B0503020204020204" charset="-122"/>
                <a:ea typeface="微软雅黑" panose="020B0503020204020204" charset="-122"/>
              </a:rPr>
              <a:t>反相</a:t>
            </a:r>
            <a:r>
              <a:rPr lang="en-US" altLang="zh-CN" sz="2400" dirty="0">
                <a:solidFill>
                  <a:srgbClr val="000066"/>
                </a:solidFill>
                <a:latin typeface="微软雅黑" panose="020B0503020204020204" charset="-122"/>
                <a:ea typeface="微软雅黑" panose="020B0503020204020204" charset="-122"/>
              </a:rPr>
              <a:t>.</a:t>
            </a:r>
            <a:endParaRPr lang="en-US" altLang="zh-CN" sz="2400" dirty="0">
              <a:solidFill>
                <a:srgbClr val="000066"/>
              </a:solidFill>
              <a:latin typeface="微软雅黑" panose="020B0503020204020204" charset="-122"/>
              <a:ea typeface="微软雅黑" panose="020B0503020204020204" charset="-122"/>
            </a:endParaRPr>
          </a:p>
        </p:txBody>
      </p:sp>
      <p:sp>
        <p:nvSpPr>
          <p:cNvPr id="183314" name="Text Box 18"/>
          <p:cNvSpPr txBox="1"/>
          <p:nvPr/>
        </p:nvSpPr>
        <p:spPr>
          <a:xfrm>
            <a:off x="4341813" y="4446588"/>
            <a:ext cx="3898900" cy="460375"/>
          </a:xfrm>
          <a:prstGeom prst="rect">
            <a:avLst/>
          </a:prstGeom>
          <a:noFill/>
          <a:ln w="9525">
            <a:noFill/>
          </a:ln>
        </p:spPr>
        <p:txBody>
          <a:bodyPr wrap="square" anchor="t" anchorCtr="0">
            <a:spAutoFit/>
          </a:bodyPr>
          <a:p>
            <a:pPr>
              <a:spcBef>
                <a:spcPct val="50000"/>
              </a:spcBef>
            </a:pPr>
            <a:r>
              <a:rPr lang="en-US" altLang="zh-CN" sz="2400" b="1" dirty="0">
                <a:latin typeface="Times New Roman" panose="02020603050405020304" pitchFamily="18" charset="0"/>
                <a:ea typeface="楷体_GB2312" pitchFamily="49" charset="-122"/>
              </a:rPr>
              <a:t>(</a:t>
            </a:r>
            <a:r>
              <a:rPr lang="en-US" altLang="zh-CN" sz="2400" b="1" i="1" dirty="0">
                <a:solidFill>
                  <a:srgbClr val="FF0000"/>
                </a:solidFill>
                <a:latin typeface="Times New Roman" panose="02020603050405020304" pitchFamily="18" charset="0"/>
                <a:ea typeface="楷体_GB2312" pitchFamily="49" charset="-122"/>
              </a:rPr>
              <a:t>A</a:t>
            </a:r>
            <a:r>
              <a:rPr lang="en-US" altLang="zh-CN" sz="2400" b="1" baseline="-25000" dirty="0">
                <a:solidFill>
                  <a:srgbClr val="FF0000"/>
                </a:solidFill>
                <a:latin typeface="Times New Roman" panose="02020603050405020304" pitchFamily="18" charset="0"/>
                <a:ea typeface="楷体_GB2312" pitchFamily="49" charset="-122"/>
              </a:rPr>
              <a:t>1</a:t>
            </a:r>
            <a:r>
              <a:rPr lang="zh-CN" altLang="en-US" sz="2400" b="1" dirty="0">
                <a:solidFill>
                  <a:srgbClr val="000066"/>
                </a:solidFill>
                <a:latin typeface="Times New Roman" panose="02020603050405020304" pitchFamily="18" charset="0"/>
                <a:ea typeface="楷体_GB2312" pitchFamily="49" charset="-122"/>
              </a:rPr>
              <a:t>、</a:t>
            </a:r>
            <a:r>
              <a:rPr lang="en-US" altLang="zh-CN" sz="2400" b="1" i="1" dirty="0">
                <a:solidFill>
                  <a:srgbClr val="000066"/>
                </a:solidFill>
                <a:latin typeface="Times New Roman" panose="02020603050405020304" pitchFamily="18" charset="0"/>
                <a:ea typeface="楷体_GB2312" pitchFamily="49" charset="-122"/>
              </a:rPr>
              <a:t>A</a:t>
            </a:r>
            <a:r>
              <a:rPr lang="en-US" altLang="zh-CN" sz="2400" b="1" baseline="-25000" dirty="0">
                <a:solidFill>
                  <a:srgbClr val="000066"/>
                </a:solidFill>
                <a:latin typeface="Times New Roman" panose="02020603050405020304" pitchFamily="18" charset="0"/>
                <a:ea typeface="楷体_GB2312" pitchFamily="49" charset="-122"/>
              </a:rPr>
              <a:t>2</a:t>
            </a:r>
            <a:r>
              <a:rPr lang="en-US" altLang="zh-CN" sz="2400" b="1" dirty="0">
                <a:solidFill>
                  <a:srgbClr val="000066"/>
                </a:solidFill>
                <a:latin typeface="Times New Roman" panose="02020603050405020304" pitchFamily="18" charset="0"/>
                <a:ea typeface="楷体_GB2312" pitchFamily="49" charset="-122"/>
              </a:rPr>
              <a:t>) </a:t>
            </a:r>
            <a:r>
              <a:rPr lang="zh-CN" altLang="en-US" sz="2400" dirty="0">
                <a:solidFill>
                  <a:srgbClr val="000066"/>
                </a:solidFill>
                <a:latin typeface="微软雅黑" panose="020B0503020204020204" charset="-122"/>
                <a:ea typeface="微软雅黑" panose="020B0503020204020204" charset="-122"/>
              </a:rPr>
              <a:t>两个振动为</a:t>
            </a:r>
            <a:r>
              <a:rPr lang="zh-CN" altLang="en-US" sz="2400" dirty="0">
                <a:solidFill>
                  <a:srgbClr val="FF0000"/>
                </a:solidFill>
                <a:latin typeface="微软雅黑" panose="020B0503020204020204" charset="-122"/>
                <a:ea typeface="微软雅黑" panose="020B0503020204020204" charset="-122"/>
              </a:rPr>
              <a:t>同相</a:t>
            </a:r>
            <a:r>
              <a:rPr lang="zh-CN" altLang="en-US" sz="2400" b="1" dirty="0">
                <a:solidFill>
                  <a:srgbClr val="000066"/>
                </a:solidFill>
                <a:latin typeface="楷体_GB2312" pitchFamily="49" charset="-122"/>
                <a:ea typeface="楷体_GB2312" pitchFamily="49" charset="-122"/>
              </a:rPr>
              <a:t>；</a:t>
            </a:r>
            <a:endParaRPr lang="zh-CN" altLang="en-US" sz="2400" b="1" dirty="0">
              <a:solidFill>
                <a:srgbClr val="000066"/>
              </a:solidFill>
              <a:latin typeface="楷体_GB2312" pitchFamily="49" charset="-122"/>
              <a:ea typeface="楷体_GB2312" pitchFamily="49" charset="-122"/>
            </a:endParaRPr>
          </a:p>
        </p:txBody>
      </p:sp>
      <p:graphicFrame>
        <p:nvGraphicFramePr>
          <p:cNvPr id="116878" name="Object 142"/>
          <p:cNvGraphicFramePr>
            <a:graphicFrameLocks noChangeAspect="1"/>
          </p:cNvGraphicFramePr>
          <p:nvPr/>
        </p:nvGraphicFramePr>
        <p:xfrm>
          <a:off x="4486275" y="3933825"/>
          <a:ext cx="2020888" cy="512763"/>
        </p:xfrm>
        <a:graphic>
          <a:graphicData uri="http://schemas.openxmlformats.org/presentationml/2006/ole">
            <mc:AlternateContent xmlns:mc="http://schemas.openxmlformats.org/markup-compatibility/2006">
              <mc:Choice xmlns:v="urn:schemas-microsoft-com:vml" Requires="v">
                <p:oleObj spid="_x0000_s3115" name="" r:id="rId3" imgW="609600" imgH="203200" progId="Equation.3">
                  <p:embed/>
                </p:oleObj>
              </mc:Choice>
              <mc:Fallback>
                <p:oleObj name="" r:id="rId3" imgW="609600" imgH="203200" progId="Equation.3">
                  <p:embed/>
                  <p:pic>
                    <p:nvPicPr>
                      <p:cNvPr id="0" name="图片 3114"/>
                      <p:cNvPicPr/>
                      <p:nvPr/>
                    </p:nvPicPr>
                    <p:blipFill>
                      <a:blip r:embed="rId4"/>
                      <a:stretch>
                        <a:fillRect/>
                      </a:stretch>
                    </p:blipFill>
                    <p:spPr>
                      <a:xfrm>
                        <a:off x="4486275" y="3933825"/>
                        <a:ext cx="2020888" cy="512763"/>
                      </a:xfrm>
                      <a:prstGeom prst="rect">
                        <a:avLst/>
                      </a:prstGeom>
                      <a:noFill/>
                      <a:ln w="38100">
                        <a:noFill/>
                        <a:miter/>
                      </a:ln>
                    </p:spPr>
                  </p:pic>
                </p:oleObj>
              </mc:Fallback>
            </mc:AlternateContent>
          </a:graphicData>
        </a:graphic>
      </p:graphicFrame>
      <p:graphicFrame>
        <p:nvGraphicFramePr>
          <p:cNvPr id="2" name="Object 142"/>
          <p:cNvGraphicFramePr>
            <a:graphicFrameLocks noChangeAspect="1"/>
          </p:cNvGraphicFramePr>
          <p:nvPr/>
        </p:nvGraphicFramePr>
        <p:xfrm>
          <a:off x="4486275" y="5235575"/>
          <a:ext cx="2495550" cy="495300"/>
        </p:xfrm>
        <a:graphic>
          <a:graphicData uri="http://schemas.openxmlformats.org/presentationml/2006/ole">
            <mc:AlternateContent xmlns:mc="http://schemas.openxmlformats.org/markup-compatibility/2006">
              <mc:Choice xmlns:v="urn:schemas-microsoft-com:vml" Requires="v">
                <p:oleObj spid="_x0000_s3119" name="" r:id="rId5" imgW="927100" imgH="203200" progId="Equation.3">
                  <p:embed/>
                </p:oleObj>
              </mc:Choice>
              <mc:Fallback>
                <p:oleObj name="" r:id="rId5" imgW="927100" imgH="203200" progId="Equation.3">
                  <p:embed/>
                  <p:pic>
                    <p:nvPicPr>
                      <p:cNvPr id="0" name="图片 3118"/>
                      <p:cNvPicPr/>
                      <p:nvPr/>
                    </p:nvPicPr>
                    <p:blipFill>
                      <a:blip r:embed="rId6"/>
                      <a:stretch>
                        <a:fillRect/>
                      </a:stretch>
                    </p:blipFill>
                    <p:spPr>
                      <a:xfrm>
                        <a:off x="4486275" y="5235575"/>
                        <a:ext cx="2495550" cy="495300"/>
                      </a:xfrm>
                      <a:prstGeom prst="rect">
                        <a:avLst/>
                      </a:prstGeom>
                      <a:noFill/>
                      <a:ln w="38100">
                        <a:noFill/>
                        <a:miter/>
                      </a:ln>
                    </p:spPr>
                  </p:pic>
                </p:oleObj>
              </mc:Fallback>
            </mc:AlternateContent>
          </a:graphicData>
        </a:graphic>
      </p:graphicFrame>
      <p:sp>
        <p:nvSpPr>
          <p:cNvPr id="22534" name="文本框 99"/>
          <p:cNvSpPr txBox="1"/>
          <p:nvPr/>
        </p:nvSpPr>
        <p:spPr>
          <a:xfrm>
            <a:off x="1266825" y="447675"/>
            <a:ext cx="5300663" cy="460375"/>
          </a:xfrm>
          <a:prstGeom prst="rect">
            <a:avLst/>
          </a:prstGeom>
          <a:noFill/>
          <a:ln w="19050" cap="flat" cmpd="sng">
            <a:solidFill>
              <a:srgbClr val="00B050"/>
            </a:solidFill>
            <a:prstDash val="solid"/>
            <a:round/>
            <a:headEnd type="none" w="med" len="med"/>
            <a:tailEnd type="none" w="med" len="med"/>
          </a:ln>
        </p:spPr>
        <p:txBody>
          <a:bodyPr wrap="square" anchor="t" anchorCtr="0">
            <a:spAutoFit/>
          </a:bodyPr>
          <a:p>
            <a:pPr indent="127000"/>
            <a:r>
              <a:rPr lang="zh-CN" altLang="en-US" sz="2400" dirty="0">
                <a:solidFill>
                  <a:srgbClr val="C00000"/>
                </a:solidFill>
                <a:latin typeface="微软雅黑" panose="020B0503020204020204" charset="-122"/>
                <a:ea typeface="微软雅黑" panose="020B0503020204020204" charset="-122"/>
              </a:rPr>
              <a:t>小结</a:t>
            </a:r>
            <a:r>
              <a:rPr lang="zh-CN" altLang="zh-CN" sz="2400" dirty="0">
                <a:solidFill>
                  <a:srgbClr val="C00000"/>
                </a:solidFill>
                <a:latin typeface="微软雅黑" panose="020B0503020204020204" charset="-122"/>
                <a:ea typeface="微软雅黑" panose="020B0503020204020204" charset="-122"/>
              </a:rPr>
              <a:t>：</a:t>
            </a:r>
            <a:r>
              <a:rPr lang="zh-CN" altLang="zh-CN" sz="2400" dirty="0">
                <a:solidFill>
                  <a:srgbClr val="1A356C"/>
                </a:solidFill>
                <a:latin typeface="微软雅黑" panose="020B0503020204020204" charset="-122"/>
                <a:ea typeface="微软雅黑" panose="020B0503020204020204" charset="-122"/>
                <a:sym typeface="宋体" panose="02010600030101010101" pitchFamily="2" charset="-122"/>
              </a:rPr>
              <a:t>振幅矢量图示法的优点</a:t>
            </a:r>
            <a:endParaRPr lang="zh-CN" altLang="en-US" sz="2400" dirty="0">
              <a:solidFill>
                <a:srgbClr val="1A356C"/>
              </a:solidFill>
              <a:latin typeface="微软雅黑" panose="020B0503020204020204" charset="-122"/>
              <a:ea typeface="微软雅黑" panose="020B0503020204020204" charset="-122"/>
              <a:sym typeface="宋体" panose="02010600030101010101" pitchFamily="2" charset="-122"/>
            </a:endParaRPr>
          </a:p>
        </p:txBody>
      </p:sp>
      <p:sp>
        <p:nvSpPr>
          <p:cNvPr id="8" name="Text Box 3"/>
          <p:cNvSpPr txBox="1"/>
          <p:nvPr/>
        </p:nvSpPr>
        <p:spPr>
          <a:xfrm>
            <a:off x="892175" y="1125538"/>
            <a:ext cx="6262688" cy="460375"/>
          </a:xfrm>
          <a:prstGeom prst="rect">
            <a:avLst/>
          </a:prstGeom>
          <a:noFill/>
          <a:ln w="9525">
            <a:noFill/>
          </a:ln>
        </p:spPr>
        <p:txBody>
          <a:bodyPr wrap="square" anchor="t" anchorCtr="0">
            <a:spAutoFit/>
          </a:bodyPr>
          <a:p>
            <a:pPr>
              <a:spcBef>
                <a:spcPct val="50000"/>
              </a:spcBef>
            </a:pPr>
            <a:r>
              <a:rPr lang="zh-CN" altLang="en-US" sz="2400" dirty="0">
                <a:latin typeface="微软雅黑" panose="020B0503020204020204" charset="-122"/>
                <a:ea typeface="微软雅黑" panose="020B0503020204020204" charset="-122"/>
                <a:sym typeface="Monotype Sorts" pitchFamily="2" charset="2"/>
              </a:rPr>
              <a:t>2）</a:t>
            </a:r>
            <a:r>
              <a:rPr lang="zh-CN" altLang="en-US" sz="2400" dirty="0">
                <a:latin typeface="微软雅黑" panose="020B0503020204020204" charset="-122"/>
                <a:ea typeface="微软雅黑" panose="020B0503020204020204" charset="-122"/>
                <a:sym typeface="宋体" panose="02010600030101010101" pitchFamily="2" charset="-122"/>
              </a:rPr>
              <a:t>比较两个简谐振动的位相差直观明确。</a:t>
            </a:r>
            <a:endParaRPr lang="zh-CN" altLang="en-US" sz="2400" dirty="0">
              <a:latin typeface="微软雅黑" panose="020B0503020204020204" charset="-122"/>
              <a:ea typeface="微软雅黑" panose="020B0503020204020204" charset="-122"/>
              <a:sym typeface="宋体" panose="02010600030101010101" pitchFamily="2" charset="-122"/>
            </a:endParaRPr>
          </a:p>
        </p:txBody>
      </p:sp>
      <p:graphicFrame>
        <p:nvGraphicFramePr>
          <p:cNvPr id="12" name="Object 15"/>
          <p:cNvGraphicFramePr>
            <a:graphicFrameLocks noChangeAspect="1"/>
          </p:cNvGraphicFramePr>
          <p:nvPr/>
        </p:nvGraphicFramePr>
        <p:xfrm>
          <a:off x="2159000" y="2606675"/>
          <a:ext cx="1408113" cy="509588"/>
        </p:xfrm>
        <a:graphic>
          <a:graphicData uri="http://schemas.openxmlformats.org/presentationml/2006/ole">
            <mc:AlternateContent xmlns:mc="http://schemas.openxmlformats.org/markup-compatibility/2006">
              <mc:Choice xmlns:v="urn:schemas-microsoft-com:vml" Requires="v">
                <p:oleObj spid="_x0000_s3117" name="" r:id="rId7" imgW="622300" imgH="228600" progId="Equation.3">
                  <p:embed/>
                </p:oleObj>
              </mc:Choice>
              <mc:Fallback>
                <p:oleObj name="" r:id="rId7" imgW="622300" imgH="228600" progId="Equation.3">
                  <p:embed/>
                  <p:pic>
                    <p:nvPicPr>
                      <p:cNvPr id="0" name="图片 3116"/>
                      <p:cNvPicPr/>
                      <p:nvPr/>
                    </p:nvPicPr>
                    <p:blipFill>
                      <a:blip r:embed="rId8"/>
                      <a:stretch>
                        <a:fillRect/>
                      </a:stretch>
                    </p:blipFill>
                    <p:spPr>
                      <a:xfrm>
                        <a:off x="2159000" y="2606675"/>
                        <a:ext cx="1408113" cy="509588"/>
                      </a:xfrm>
                      <a:prstGeom prst="rect">
                        <a:avLst/>
                      </a:prstGeom>
                      <a:noFill/>
                      <a:ln w="38100">
                        <a:noFill/>
                        <a:miter/>
                      </a:ln>
                    </p:spPr>
                  </p:pic>
                </p:oleObj>
              </mc:Fallback>
            </mc:AlternateContent>
          </a:graphicData>
        </a:graphic>
      </p:graphicFrame>
      <p:sp>
        <p:nvSpPr>
          <p:cNvPr id="22537" name="AutoShape 20"/>
          <p:cNvSpPr>
            <a:spLocks noChangeAspect="1" noTextEdit="1"/>
          </p:cNvSpPr>
          <p:nvPr/>
        </p:nvSpPr>
        <p:spPr>
          <a:xfrm>
            <a:off x="7153275" y="2100263"/>
            <a:ext cx="346075" cy="284162"/>
          </a:xfrm>
          <a:prstGeom prst="rect">
            <a:avLst/>
          </a:prstGeom>
          <a:noFill/>
          <a:ln w="9525">
            <a:noFill/>
          </a:ln>
        </p:spPr>
        <p:txBody>
          <a:bodyPr anchor="t" anchorCtr="0"/>
          <a:p>
            <a:pPr eaLnBrk="0" hangingPunct="0"/>
            <a:endParaRPr lang="zh-CN" altLang="en-US">
              <a:latin typeface="Arial" panose="020B0604020202020204" pitchFamily="34" charset="0"/>
              <a:ea typeface="宋体" panose="02010600030101010101" pitchFamily="2" charset="-122"/>
            </a:endParaRPr>
          </a:p>
        </p:txBody>
      </p:sp>
      <p:grpSp>
        <p:nvGrpSpPr>
          <p:cNvPr id="14" name="Group 21"/>
          <p:cNvGrpSpPr/>
          <p:nvPr/>
        </p:nvGrpSpPr>
        <p:grpSpPr>
          <a:xfrm>
            <a:off x="6216650" y="1379538"/>
            <a:ext cx="1854200" cy="1811337"/>
            <a:chOff x="2182" y="2251"/>
            <a:chExt cx="1418" cy="1538"/>
          </a:xfrm>
        </p:grpSpPr>
        <p:sp>
          <p:nvSpPr>
            <p:cNvPr id="22539" name="Arc 22"/>
            <p:cNvSpPr/>
            <p:nvPr/>
          </p:nvSpPr>
          <p:spPr>
            <a:xfrm rot="358130">
              <a:off x="2968" y="2524"/>
              <a:ext cx="477" cy="575"/>
            </a:xfrm>
            <a:custGeom>
              <a:avLst/>
              <a:gdLst/>
              <a:ahLst/>
              <a:cxnLst>
                <a:cxn ang="0">
                  <a:pos x="0" y="0"/>
                </a:cxn>
                <a:cxn ang="0">
                  <a:pos x="10" y="13"/>
                </a:cxn>
                <a:cxn ang="0">
                  <a:pos x="0" y="15"/>
                </a:cxn>
              </a:cxnLst>
              <a:pathLst>
                <a:path w="21871" h="21600" fill="none">
                  <a:moveTo>
                    <a:pt x="-1" y="4"/>
                  </a:moveTo>
                  <a:cubicBezTo>
                    <a:pt x="149" y="1"/>
                    <a:pt x="299" y="-1"/>
                    <a:pt x="449" y="0"/>
                  </a:cubicBezTo>
                  <a:cubicBezTo>
                    <a:pt x="11307" y="0"/>
                    <a:pt x="20478" y="8061"/>
                    <a:pt x="21870" y="18831"/>
                  </a:cubicBezTo>
                </a:path>
                <a:path w="21871" h="21600" stroke="0">
                  <a:moveTo>
                    <a:pt x="-1" y="4"/>
                  </a:moveTo>
                  <a:cubicBezTo>
                    <a:pt x="149" y="1"/>
                    <a:pt x="299" y="-1"/>
                    <a:pt x="449" y="0"/>
                  </a:cubicBezTo>
                  <a:cubicBezTo>
                    <a:pt x="11307" y="0"/>
                    <a:pt x="20478" y="8061"/>
                    <a:pt x="21870" y="18831"/>
                  </a:cubicBezTo>
                  <a:lnTo>
                    <a:pt x="449" y="21600"/>
                  </a:lnTo>
                  <a:lnTo>
                    <a:pt x="-1" y="4"/>
                  </a:lnTo>
                  <a:close/>
                </a:path>
              </a:pathLst>
            </a:custGeom>
            <a:noFill/>
            <a:ln w="38100" cap="flat" cmpd="sng">
              <a:solidFill>
                <a:srgbClr val="FF3300"/>
              </a:solidFill>
              <a:prstDash val="solid"/>
              <a:round/>
              <a:headEnd type="triangle" w="lg" len="lg"/>
              <a:tailEnd type="none" w="med" len="med"/>
            </a:ln>
          </p:spPr>
          <p:txBody>
            <a:bodyPr/>
            <a:p>
              <a:endParaRPr lang="zh-CN" altLang="en-US"/>
            </a:p>
          </p:txBody>
        </p:sp>
        <p:graphicFrame>
          <p:nvGraphicFramePr>
            <p:cNvPr id="22540" name="Object 23"/>
            <p:cNvGraphicFramePr>
              <a:graphicFrameLocks noChangeAspect="1"/>
            </p:cNvGraphicFramePr>
            <p:nvPr/>
          </p:nvGraphicFramePr>
          <p:xfrm>
            <a:off x="3321" y="2463"/>
            <a:ext cx="279" cy="258"/>
          </p:xfrm>
          <a:graphic>
            <a:graphicData uri="http://schemas.openxmlformats.org/presentationml/2006/ole">
              <mc:AlternateContent xmlns:mc="http://schemas.openxmlformats.org/markup-compatibility/2006">
                <mc:Choice xmlns:v="urn:schemas-microsoft-com:vml" Requires="v">
                  <p:oleObj spid="_x0000_s3120" name="" r:id="rId9" imgW="165100" imgH="152400" progId="Equation.3">
                    <p:embed/>
                  </p:oleObj>
                </mc:Choice>
                <mc:Fallback>
                  <p:oleObj name="" r:id="rId9" imgW="165100" imgH="152400" progId="Equation.3">
                    <p:embed/>
                    <p:pic>
                      <p:nvPicPr>
                        <p:cNvPr id="0" name="图片 3119"/>
                        <p:cNvPicPr/>
                        <p:nvPr/>
                      </p:nvPicPr>
                      <p:blipFill>
                        <a:blip r:embed="rId10"/>
                        <a:stretch>
                          <a:fillRect/>
                        </a:stretch>
                      </p:blipFill>
                      <p:spPr>
                        <a:xfrm>
                          <a:off x="3321" y="2463"/>
                          <a:ext cx="279" cy="258"/>
                        </a:xfrm>
                        <a:prstGeom prst="rect">
                          <a:avLst/>
                        </a:prstGeom>
                        <a:noFill/>
                        <a:ln w="38100">
                          <a:noFill/>
                          <a:miter/>
                        </a:ln>
                      </p:spPr>
                    </p:pic>
                  </p:oleObj>
                </mc:Fallback>
              </mc:AlternateContent>
            </a:graphicData>
          </a:graphic>
        </p:graphicFrame>
        <p:grpSp>
          <p:nvGrpSpPr>
            <p:cNvPr id="22541" name="Group 24"/>
            <p:cNvGrpSpPr/>
            <p:nvPr/>
          </p:nvGrpSpPr>
          <p:grpSpPr>
            <a:xfrm>
              <a:off x="2182" y="2251"/>
              <a:ext cx="759" cy="1538"/>
              <a:chOff x="2182" y="2251"/>
              <a:chExt cx="759" cy="1538"/>
            </a:xfrm>
          </p:grpSpPr>
          <p:sp>
            <p:nvSpPr>
              <p:cNvPr id="22542" name="Line 25"/>
              <p:cNvSpPr/>
              <p:nvPr/>
            </p:nvSpPr>
            <p:spPr>
              <a:xfrm flipV="1">
                <a:off x="2295" y="2498"/>
                <a:ext cx="646" cy="1248"/>
              </a:xfrm>
              <a:prstGeom prst="line">
                <a:avLst/>
              </a:prstGeom>
              <a:ln w="38100" cap="flat" cmpd="sng">
                <a:solidFill>
                  <a:srgbClr val="0000FF"/>
                </a:solidFill>
                <a:prstDash val="solid"/>
                <a:round/>
                <a:headEnd type="none" w="med" len="med"/>
                <a:tailEnd type="triangle" w="med" len="med"/>
              </a:ln>
            </p:spPr>
          </p:sp>
          <p:sp>
            <p:nvSpPr>
              <p:cNvPr id="22543" name="Arc 26"/>
              <p:cNvSpPr/>
              <p:nvPr/>
            </p:nvSpPr>
            <p:spPr>
              <a:xfrm>
                <a:off x="2301" y="3406"/>
                <a:ext cx="358" cy="383"/>
              </a:xfrm>
              <a:custGeom>
                <a:avLst/>
                <a:gdLst/>
                <a:ahLst/>
                <a:cxnLst>
                  <a:cxn ang="0">
                    <a:pos x="3" y="0"/>
                  </a:cxn>
                  <a:cxn ang="0">
                    <a:pos x="6" y="6"/>
                  </a:cxn>
                  <a:cxn ang="0">
                    <a:pos x="0" y="8"/>
                  </a:cxn>
                </a:cxnLst>
                <a:pathLst>
                  <a:path w="21238" h="19520" fill="none">
                    <a:moveTo>
                      <a:pt x="9247" y="-1"/>
                    </a:moveTo>
                    <a:cubicBezTo>
                      <a:pt x="15512" y="2967"/>
                      <a:pt x="19972" y="8763"/>
                      <a:pt x="21237" y="15580"/>
                    </a:cubicBezTo>
                  </a:path>
                  <a:path w="21238" h="19520" stroke="0">
                    <a:moveTo>
                      <a:pt x="9247" y="-1"/>
                    </a:moveTo>
                    <a:cubicBezTo>
                      <a:pt x="15512" y="2967"/>
                      <a:pt x="19972" y="8763"/>
                      <a:pt x="21237" y="15580"/>
                    </a:cubicBezTo>
                    <a:lnTo>
                      <a:pt x="0" y="19520"/>
                    </a:lnTo>
                    <a:lnTo>
                      <a:pt x="9247" y="-1"/>
                    </a:lnTo>
                    <a:close/>
                  </a:path>
                </a:pathLst>
              </a:custGeom>
              <a:noFill/>
              <a:ln w="38100" cap="flat" cmpd="sng">
                <a:solidFill>
                  <a:srgbClr val="0000FF"/>
                </a:solidFill>
                <a:prstDash val="solid"/>
                <a:round/>
                <a:headEnd type="none" w="med" len="med"/>
                <a:tailEnd type="none" w="med" len="med"/>
              </a:ln>
            </p:spPr>
            <p:txBody>
              <a:bodyPr/>
              <a:p>
                <a:endParaRPr lang="zh-CN" altLang="en-US"/>
              </a:p>
            </p:txBody>
          </p:sp>
          <p:graphicFrame>
            <p:nvGraphicFramePr>
              <p:cNvPr id="22544" name="Object 27"/>
              <p:cNvGraphicFramePr>
                <a:graphicFrameLocks noChangeAspect="1"/>
              </p:cNvGraphicFramePr>
              <p:nvPr/>
            </p:nvGraphicFramePr>
            <p:xfrm>
              <a:off x="2496" y="2251"/>
              <a:ext cx="353" cy="394"/>
            </p:xfrm>
            <a:graphic>
              <a:graphicData uri="http://schemas.openxmlformats.org/presentationml/2006/ole">
                <mc:AlternateContent xmlns:mc="http://schemas.openxmlformats.org/markup-compatibility/2006">
                  <mc:Choice xmlns:v="urn:schemas-microsoft-com:vml" Requires="v">
                    <p:oleObj spid="_x0000_s3121" name="" r:id="rId11" imgW="215900" imgH="241300" progId="Equation.3">
                      <p:embed/>
                    </p:oleObj>
                  </mc:Choice>
                  <mc:Fallback>
                    <p:oleObj name="" r:id="rId11" imgW="215900" imgH="241300" progId="Equation.3">
                      <p:embed/>
                      <p:pic>
                        <p:nvPicPr>
                          <p:cNvPr id="0" name="图片 3120"/>
                          <p:cNvPicPr/>
                          <p:nvPr/>
                        </p:nvPicPr>
                        <p:blipFill>
                          <a:blip r:embed="rId12"/>
                          <a:stretch>
                            <a:fillRect/>
                          </a:stretch>
                        </p:blipFill>
                        <p:spPr>
                          <a:xfrm>
                            <a:off x="2496" y="2251"/>
                            <a:ext cx="353" cy="394"/>
                          </a:xfrm>
                          <a:prstGeom prst="rect">
                            <a:avLst/>
                          </a:prstGeom>
                          <a:noFill/>
                          <a:ln w="38100">
                            <a:noFill/>
                            <a:miter/>
                          </a:ln>
                        </p:spPr>
                      </p:pic>
                    </p:oleObj>
                  </mc:Fallback>
                </mc:AlternateContent>
              </a:graphicData>
            </a:graphic>
          </p:graphicFrame>
          <p:graphicFrame>
            <p:nvGraphicFramePr>
              <p:cNvPr id="22545" name="Object 28"/>
              <p:cNvGraphicFramePr>
                <a:graphicFrameLocks noChangeAspect="1"/>
              </p:cNvGraphicFramePr>
              <p:nvPr/>
            </p:nvGraphicFramePr>
            <p:xfrm>
              <a:off x="2182" y="3038"/>
              <a:ext cx="330" cy="431"/>
            </p:xfrm>
            <a:graphic>
              <a:graphicData uri="http://schemas.openxmlformats.org/presentationml/2006/ole">
                <mc:AlternateContent xmlns:mc="http://schemas.openxmlformats.org/markup-compatibility/2006">
                  <mc:Choice xmlns:v="urn:schemas-microsoft-com:vml" Requires="v">
                    <p:oleObj spid="_x0000_s3116" name="" r:id="rId13" imgW="135255" imgH="173990" progId="Equation.3">
                      <p:embed/>
                    </p:oleObj>
                  </mc:Choice>
                  <mc:Fallback>
                    <p:oleObj name="" r:id="rId13" imgW="135255" imgH="173990" progId="Equation.3">
                      <p:embed/>
                      <p:pic>
                        <p:nvPicPr>
                          <p:cNvPr id="0" name="图片 3115"/>
                          <p:cNvPicPr/>
                          <p:nvPr/>
                        </p:nvPicPr>
                        <p:blipFill>
                          <a:blip r:embed="rId14">
                            <a:clrChange>
                              <a:clrFrom>
                                <a:srgbClr val="000000"/>
                              </a:clrFrom>
                              <a:clrTo>
                                <a:srgbClr val="000000">
                                  <a:alpha val="0"/>
                                </a:srgbClr>
                              </a:clrTo>
                            </a:clrChange>
                          </a:blip>
                          <a:stretch>
                            <a:fillRect/>
                          </a:stretch>
                        </p:blipFill>
                        <p:spPr>
                          <a:xfrm>
                            <a:off x="2182" y="3038"/>
                            <a:ext cx="330" cy="431"/>
                          </a:xfrm>
                          <a:prstGeom prst="rect">
                            <a:avLst/>
                          </a:prstGeom>
                          <a:noFill/>
                          <a:ln w="38100">
                            <a:noFill/>
                            <a:miter/>
                          </a:ln>
                        </p:spPr>
                      </p:pic>
                    </p:oleObj>
                  </mc:Fallback>
                </mc:AlternateContent>
              </a:graphicData>
            </a:graphic>
          </p:graphicFrame>
        </p:grpSp>
      </p:grpSp>
      <p:grpSp>
        <p:nvGrpSpPr>
          <p:cNvPr id="15" name="Group 29"/>
          <p:cNvGrpSpPr/>
          <p:nvPr/>
        </p:nvGrpSpPr>
        <p:grpSpPr>
          <a:xfrm>
            <a:off x="6669088" y="2239963"/>
            <a:ext cx="712787" cy="541337"/>
            <a:chOff x="4059" y="2931"/>
            <a:chExt cx="545" cy="460"/>
          </a:xfrm>
        </p:grpSpPr>
        <p:sp>
          <p:nvSpPr>
            <p:cNvPr id="22547" name="Rectangle 30"/>
            <p:cNvSpPr/>
            <p:nvPr/>
          </p:nvSpPr>
          <p:spPr>
            <a:xfrm>
              <a:off x="4105" y="2931"/>
              <a:ext cx="499" cy="365"/>
            </a:xfrm>
            <a:prstGeom prst="rect">
              <a:avLst/>
            </a:prstGeom>
            <a:noFill/>
            <a:ln w="9525">
              <a:noFill/>
            </a:ln>
          </p:spPr>
          <p:txBody>
            <a:bodyPr lIns="0" tIns="0" rIns="0" bIns="0" anchor="t" anchorCtr="0">
              <a:spAutoFit/>
            </a:bodyPr>
            <a:p>
              <a:pPr algn="ctr" eaLnBrk="0" hangingPunct="0"/>
              <a:r>
                <a:rPr lang="en-US" altLang="zh-CN" sz="2800" b="1" dirty="0">
                  <a:solidFill>
                    <a:srgbClr val="FF3300"/>
                  </a:solidFill>
                  <a:latin typeface="Symbol" panose="05050102010706020507" pitchFamily="18" charset="2"/>
                  <a:ea typeface="宋体" panose="02010600030101010101" pitchFamily="2" charset="-122"/>
                </a:rPr>
                <a:t>D</a:t>
              </a:r>
              <a:r>
                <a:rPr lang="en-US" altLang="zh-CN" sz="2800" b="1" i="1" dirty="0">
                  <a:solidFill>
                    <a:srgbClr val="FF3300"/>
                  </a:solidFill>
                  <a:latin typeface="Symbol" panose="05050102010706020507" pitchFamily="18" charset="2"/>
                  <a:ea typeface="宋体" panose="02010600030101010101" pitchFamily="2" charset="-122"/>
                  <a:sym typeface="Symbol" panose="05050102010706020507" pitchFamily="18" charset="2"/>
                </a:rPr>
                <a:t></a:t>
              </a:r>
              <a:endParaRPr lang="en-US" altLang="zh-CN" sz="2800" b="1" i="1" dirty="0">
                <a:solidFill>
                  <a:srgbClr val="FF3300"/>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2548" name="Arc 31"/>
            <p:cNvSpPr/>
            <p:nvPr/>
          </p:nvSpPr>
          <p:spPr>
            <a:xfrm>
              <a:off x="4059" y="3158"/>
              <a:ext cx="228" cy="233"/>
            </a:xfrm>
            <a:custGeom>
              <a:avLst/>
              <a:gdLst/>
              <a:ahLst/>
              <a:cxnLst>
                <a:cxn ang="0">
                  <a:pos x="1" y="0"/>
                </a:cxn>
                <a:cxn ang="0">
                  <a:pos x="2" y="3"/>
                </a:cxn>
                <a:cxn ang="0">
                  <a:pos x="0" y="2"/>
                </a:cxn>
              </a:cxnLst>
              <a:pathLst>
                <a:path w="21600" h="21341" fill="none">
                  <a:moveTo>
                    <a:pt x="5895" y="0"/>
                  </a:moveTo>
                  <a:cubicBezTo>
                    <a:pt x="15187" y="2636"/>
                    <a:pt x="21600" y="11121"/>
                    <a:pt x="21600" y="20780"/>
                  </a:cubicBezTo>
                  <a:cubicBezTo>
                    <a:pt x="21600" y="20967"/>
                    <a:pt x="21597" y="21154"/>
                    <a:pt x="21592" y="21340"/>
                  </a:cubicBezTo>
                </a:path>
                <a:path w="21600" h="21341" stroke="0">
                  <a:moveTo>
                    <a:pt x="5895" y="0"/>
                  </a:moveTo>
                  <a:cubicBezTo>
                    <a:pt x="15187" y="2636"/>
                    <a:pt x="21600" y="11121"/>
                    <a:pt x="21600" y="20780"/>
                  </a:cubicBezTo>
                  <a:cubicBezTo>
                    <a:pt x="21600" y="20967"/>
                    <a:pt x="21597" y="21154"/>
                    <a:pt x="21592" y="21340"/>
                  </a:cubicBezTo>
                  <a:lnTo>
                    <a:pt x="0" y="20780"/>
                  </a:lnTo>
                  <a:lnTo>
                    <a:pt x="5895" y="0"/>
                  </a:lnTo>
                  <a:close/>
                </a:path>
              </a:pathLst>
            </a:custGeom>
            <a:noFill/>
            <a:ln w="57150" cap="flat" cmpd="sng">
              <a:solidFill>
                <a:srgbClr val="FF3300"/>
              </a:solidFill>
              <a:prstDash val="solid"/>
              <a:round/>
              <a:headEnd type="none" w="med" len="med"/>
              <a:tailEnd type="none" w="med" len="med"/>
            </a:ln>
          </p:spPr>
          <p:txBody>
            <a:bodyPr/>
            <a:p>
              <a:endParaRPr lang="zh-CN" altLang="en-US"/>
            </a:p>
          </p:txBody>
        </p:sp>
      </p:grpSp>
      <p:grpSp>
        <p:nvGrpSpPr>
          <p:cNvPr id="16" name="Group 32"/>
          <p:cNvGrpSpPr/>
          <p:nvPr/>
        </p:nvGrpSpPr>
        <p:grpSpPr>
          <a:xfrm>
            <a:off x="5748338" y="2328863"/>
            <a:ext cx="2700337" cy="1277937"/>
            <a:chOff x="1976" y="2976"/>
            <a:chExt cx="2065" cy="1085"/>
          </a:xfrm>
        </p:grpSpPr>
        <p:sp>
          <p:nvSpPr>
            <p:cNvPr id="22550" name="Line 33"/>
            <p:cNvSpPr/>
            <p:nvPr/>
          </p:nvSpPr>
          <p:spPr>
            <a:xfrm>
              <a:off x="1976" y="3648"/>
              <a:ext cx="2065" cy="0"/>
            </a:xfrm>
            <a:prstGeom prst="line">
              <a:avLst/>
            </a:prstGeom>
            <a:ln w="38100" cap="flat" cmpd="sng">
              <a:solidFill>
                <a:schemeClr val="tx1"/>
              </a:solidFill>
              <a:prstDash val="solid"/>
              <a:round/>
              <a:headEnd type="none" w="med" len="med"/>
              <a:tailEnd type="triangle" w="med" len="lg"/>
            </a:ln>
          </p:spPr>
        </p:sp>
        <p:sp>
          <p:nvSpPr>
            <p:cNvPr id="22551" name="Line 34"/>
            <p:cNvSpPr/>
            <p:nvPr/>
          </p:nvSpPr>
          <p:spPr>
            <a:xfrm flipV="1">
              <a:off x="2448" y="3050"/>
              <a:ext cx="1013" cy="598"/>
            </a:xfrm>
            <a:prstGeom prst="line">
              <a:avLst/>
            </a:prstGeom>
            <a:ln w="38100" cap="flat" cmpd="sng">
              <a:solidFill>
                <a:schemeClr val="tx1"/>
              </a:solidFill>
              <a:prstDash val="solid"/>
              <a:round/>
              <a:headEnd type="none" w="med" len="med"/>
              <a:tailEnd type="triangle" w="med" len="med"/>
            </a:ln>
          </p:spPr>
        </p:sp>
        <p:sp>
          <p:nvSpPr>
            <p:cNvPr id="22552" name="Arc 35"/>
            <p:cNvSpPr/>
            <p:nvPr/>
          </p:nvSpPr>
          <p:spPr>
            <a:xfrm>
              <a:off x="2880" y="3382"/>
              <a:ext cx="138" cy="266"/>
            </a:xfrm>
            <a:custGeom>
              <a:avLst/>
              <a:gdLst/>
              <a:ahLst/>
              <a:cxnLst>
                <a:cxn ang="0">
                  <a:pos x="0" y="0"/>
                </a:cxn>
                <a:cxn ang="0">
                  <a:pos x="1" y="3"/>
                </a:cxn>
                <a:cxn ang="0">
                  <a:pos x="0" y="3"/>
                </a:cxn>
              </a:cxnLst>
              <a:pathLst>
                <a:path w="21600" h="20780" fill="none">
                  <a:moveTo>
                    <a:pt x="5895" y="0"/>
                  </a:moveTo>
                  <a:cubicBezTo>
                    <a:pt x="15187" y="2636"/>
                    <a:pt x="21600" y="11121"/>
                    <a:pt x="21600" y="20780"/>
                  </a:cubicBezTo>
                </a:path>
                <a:path w="21600" h="20780" stroke="0">
                  <a:moveTo>
                    <a:pt x="5895" y="0"/>
                  </a:moveTo>
                  <a:cubicBezTo>
                    <a:pt x="15187" y="2636"/>
                    <a:pt x="21600" y="11121"/>
                    <a:pt x="21600" y="20780"/>
                  </a:cubicBezTo>
                  <a:lnTo>
                    <a:pt x="0" y="20780"/>
                  </a:lnTo>
                  <a:lnTo>
                    <a:pt x="5895"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aphicFrame>
          <p:nvGraphicFramePr>
            <p:cNvPr id="22553" name="Object 36"/>
            <p:cNvGraphicFramePr>
              <a:graphicFrameLocks noChangeAspect="1"/>
            </p:cNvGraphicFramePr>
            <p:nvPr/>
          </p:nvGraphicFramePr>
          <p:xfrm>
            <a:off x="3424" y="2976"/>
            <a:ext cx="332" cy="394"/>
          </p:xfrm>
          <a:graphic>
            <a:graphicData uri="http://schemas.openxmlformats.org/presentationml/2006/ole">
              <mc:AlternateContent xmlns:mc="http://schemas.openxmlformats.org/markup-compatibility/2006">
                <mc:Choice xmlns:v="urn:schemas-microsoft-com:vml" Requires="v">
                  <p:oleObj spid="_x0000_s3134" name="" r:id="rId15" imgW="203200" imgH="241300" progId="Equation.3">
                    <p:embed/>
                  </p:oleObj>
                </mc:Choice>
                <mc:Fallback>
                  <p:oleObj name="" r:id="rId15" imgW="203200" imgH="241300" progId="Equation.3">
                    <p:embed/>
                    <p:pic>
                      <p:nvPicPr>
                        <p:cNvPr id="0" name="图片 3133"/>
                        <p:cNvPicPr/>
                        <p:nvPr/>
                      </p:nvPicPr>
                      <p:blipFill>
                        <a:blip r:embed="rId16"/>
                        <a:stretch>
                          <a:fillRect/>
                        </a:stretch>
                      </p:blipFill>
                      <p:spPr>
                        <a:xfrm>
                          <a:off x="3424" y="2976"/>
                          <a:ext cx="332" cy="394"/>
                        </a:xfrm>
                        <a:prstGeom prst="rect">
                          <a:avLst/>
                        </a:prstGeom>
                        <a:noFill/>
                        <a:ln w="38100">
                          <a:noFill/>
                          <a:miter/>
                        </a:ln>
                      </p:spPr>
                    </p:pic>
                  </p:oleObj>
                </mc:Fallback>
              </mc:AlternateContent>
            </a:graphicData>
          </a:graphic>
        </p:graphicFrame>
        <p:graphicFrame>
          <p:nvGraphicFramePr>
            <p:cNvPr id="22554" name="Object 37"/>
            <p:cNvGraphicFramePr>
              <a:graphicFrameLocks noChangeAspect="1"/>
            </p:cNvGraphicFramePr>
            <p:nvPr/>
          </p:nvGraphicFramePr>
          <p:xfrm>
            <a:off x="3016" y="3249"/>
            <a:ext cx="250" cy="386"/>
          </p:xfrm>
          <a:graphic>
            <a:graphicData uri="http://schemas.openxmlformats.org/presentationml/2006/ole">
              <mc:AlternateContent xmlns:mc="http://schemas.openxmlformats.org/markup-compatibility/2006">
                <mc:Choice xmlns:v="urn:schemas-microsoft-com:vml" Requires="v">
                  <p:oleObj spid="_x0000_s3133" name="" r:id="rId17" imgW="139700" imgH="215900" progId="Equation.3">
                    <p:embed/>
                  </p:oleObj>
                </mc:Choice>
                <mc:Fallback>
                  <p:oleObj name="" r:id="rId17" imgW="139700" imgH="215900" progId="Equation.3">
                    <p:embed/>
                    <p:pic>
                      <p:nvPicPr>
                        <p:cNvPr id="0" name="图片 3132"/>
                        <p:cNvPicPr/>
                        <p:nvPr/>
                      </p:nvPicPr>
                      <p:blipFill>
                        <a:blip r:embed="rId18"/>
                        <a:stretch>
                          <a:fillRect/>
                        </a:stretch>
                      </p:blipFill>
                      <p:spPr>
                        <a:xfrm>
                          <a:off x="3016" y="3249"/>
                          <a:ext cx="250" cy="386"/>
                        </a:xfrm>
                        <a:prstGeom prst="rect">
                          <a:avLst/>
                        </a:prstGeom>
                        <a:noFill/>
                        <a:ln w="38100">
                          <a:noFill/>
                          <a:miter/>
                        </a:ln>
                      </p:spPr>
                    </p:pic>
                  </p:oleObj>
                </mc:Fallback>
              </mc:AlternateContent>
            </a:graphicData>
          </a:graphic>
        </p:graphicFrame>
        <p:sp>
          <p:nvSpPr>
            <p:cNvPr id="22555" name="Text Box 38"/>
            <p:cNvSpPr txBox="1"/>
            <p:nvPr/>
          </p:nvSpPr>
          <p:spPr>
            <a:xfrm>
              <a:off x="3687" y="3566"/>
              <a:ext cx="318" cy="495"/>
            </a:xfrm>
            <a:prstGeom prst="rect">
              <a:avLst/>
            </a:prstGeom>
            <a:noFill/>
            <a:ln w="9525">
              <a:noFill/>
            </a:ln>
          </p:spPr>
          <p:txBody>
            <a:bodyPr anchor="t" anchorCtr="0">
              <a:spAutoFit/>
            </a:bodyPr>
            <a:p>
              <a:pPr algn="ctr" eaLnBrk="0" hangingPunct="0">
                <a:spcBef>
                  <a:spcPct val="50000"/>
                </a:spcBef>
              </a:pPr>
              <a:r>
                <a:rPr lang="en-US" altLang="zh-CN" sz="3200" b="1" i="1" dirty="0">
                  <a:solidFill>
                    <a:schemeClr val="tx2"/>
                  </a:solidFill>
                  <a:latin typeface="Times New Roman" panose="02020603050405020304" pitchFamily="18" charset="0"/>
                  <a:ea typeface="宋体" panose="02010600030101010101" pitchFamily="2" charset="-122"/>
                </a:rPr>
                <a:t>x</a:t>
              </a:r>
              <a:endParaRPr lang="en-US" altLang="zh-CN" sz="3200" b="1" i="1" dirty="0">
                <a:solidFill>
                  <a:schemeClr val="tx2"/>
                </a:solidFill>
                <a:latin typeface="Times New Roman" panose="02020603050405020304" pitchFamily="18" charset="0"/>
                <a:ea typeface="宋体" panose="02010600030101010101" pitchFamily="2" charset="-122"/>
              </a:endParaRPr>
            </a:p>
          </p:txBody>
        </p:sp>
        <p:sp>
          <p:nvSpPr>
            <p:cNvPr id="22556" name="Text Box 39"/>
            <p:cNvSpPr txBox="1"/>
            <p:nvPr/>
          </p:nvSpPr>
          <p:spPr>
            <a:xfrm>
              <a:off x="2245" y="3612"/>
              <a:ext cx="453" cy="391"/>
            </a:xfrm>
            <a:prstGeom prst="rect">
              <a:avLst/>
            </a:prstGeom>
            <a:noFill/>
            <a:ln w="9525">
              <a:noFill/>
            </a:ln>
          </p:spPr>
          <p:txBody>
            <a:bodyPr anchor="t" anchorCtr="0">
              <a:spAutoFit/>
            </a:bodyPr>
            <a:p>
              <a:pPr algn="ctr" eaLnBrk="0" hangingPunct="0">
                <a:spcBef>
                  <a:spcPct val="50000"/>
                </a:spcBef>
              </a:pPr>
              <a:r>
                <a:rPr lang="en-US" altLang="zh-CN" sz="2400" b="1" i="1" dirty="0">
                  <a:latin typeface="Times New Roman" panose="02020603050405020304" pitchFamily="18" charset="0"/>
                  <a:ea typeface="宋体" panose="02010600030101010101" pitchFamily="2" charset="-122"/>
                </a:rPr>
                <a:t>0</a:t>
              </a:r>
              <a:endParaRPr lang="en-US" altLang="zh-CN" sz="2400" b="1" i="1" dirty="0">
                <a:latin typeface="Times New Roman" panose="02020603050405020304" pitchFamily="18" charset="0"/>
                <a:ea typeface="宋体" panose="02010600030101010101" pitchFamily="2" charset="-122"/>
              </a:endParaRPr>
            </a:p>
          </p:txBody>
        </p:sp>
      </p:grpSp>
      <p:grpSp>
        <p:nvGrpSpPr>
          <p:cNvPr id="19459" name="Group 3"/>
          <p:cNvGrpSpPr/>
          <p:nvPr/>
        </p:nvGrpSpPr>
        <p:grpSpPr>
          <a:xfrm>
            <a:off x="749300" y="4892675"/>
            <a:ext cx="2808288" cy="541338"/>
            <a:chOff x="2880" y="1487"/>
            <a:chExt cx="1986" cy="343"/>
          </a:xfrm>
        </p:grpSpPr>
        <p:sp>
          <p:nvSpPr>
            <p:cNvPr id="22558" name="Line 4"/>
            <p:cNvSpPr/>
            <p:nvPr/>
          </p:nvSpPr>
          <p:spPr>
            <a:xfrm flipV="1">
              <a:off x="2880" y="1572"/>
              <a:ext cx="1986" cy="5"/>
            </a:xfrm>
            <a:prstGeom prst="line">
              <a:avLst/>
            </a:prstGeom>
            <a:ln w="38100" cap="flat" cmpd="sng">
              <a:solidFill>
                <a:schemeClr val="tx1"/>
              </a:solidFill>
              <a:prstDash val="solid"/>
              <a:round/>
              <a:headEnd type="none" w="med" len="med"/>
              <a:tailEnd type="triangle" w="med" len="lg"/>
            </a:ln>
          </p:spPr>
        </p:sp>
        <p:sp>
          <p:nvSpPr>
            <p:cNvPr id="22559" name="Text Box 5"/>
            <p:cNvSpPr txBox="1"/>
            <p:nvPr/>
          </p:nvSpPr>
          <p:spPr>
            <a:xfrm>
              <a:off x="3424" y="1487"/>
              <a:ext cx="228" cy="327"/>
            </a:xfrm>
            <a:prstGeom prst="rect">
              <a:avLst/>
            </a:prstGeom>
            <a:noFill/>
            <a:ln w="38100">
              <a:noFill/>
            </a:ln>
          </p:spPr>
          <p:txBody>
            <a:bodyPr wrap="none" anchor="ctr" anchorCtr="0">
              <a:spAutoFit/>
            </a:bodyPr>
            <a:p>
              <a:pPr algn="ctr"/>
              <a:r>
                <a:rPr lang="en-US" altLang="zh-CN" sz="2800" b="1" i="1" dirty="0">
                  <a:latin typeface="Times New Roman" panose="02020603050405020304" pitchFamily="18" charset="0"/>
                  <a:ea typeface="宋体" panose="02010600030101010101" pitchFamily="2" charset="-122"/>
                </a:rPr>
                <a:t>o</a:t>
              </a:r>
              <a:endParaRPr lang="en-US" altLang="zh-CN" sz="2800" b="1" i="1" dirty="0">
                <a:latin typeface="Times New Roman" panose="02020603050405020304" pitchFamily="18" charset="0"/>
                <a:ea typeface="宋体" panose="02010600030101010101" pitchFamily="2" charset="-122"/>
              </a:endParaRPr>
            </a:p>
          </p:txBody>
        </p:sp>
        <p:sp>
          <p:nvSpPr>
            <p:cNvPr id="22560" name="Text Box 6"/>
            <p:cNvSpPr txBox="1"/>
            <p:nvPr/>
          </p:nvSpPr>
          <p:spPr>
            <a:xfrm>
              <a:off x="4557" y="1503"/>
              <a:ext cx="228" cy="327"/>
            </a:xfrm>
            <a:prstGeom prst="rect">
              <a:avLst/>
            </a:prstGeom>
            <a:noFill/>
            <a:ln w="38100">
              <a:noFill/>
            </a:ln>
          </p:spPr>
          <p:txBody>
            <a:bodyPr wrap="none" anchor="ctr" anchorCtr="0">
              <a:spAutoFit/>
            </a:bodyPr>
            <a:p>
              <a:pPr algn="ctr"/>
              <a:r>
                <a:rPr lang="en-US" altLang="zh-CN" sz="2800" b="1" i="1" dirty="0">
                  <a:latin typeface="Times New Roman" panose="02020603050405020304" pitchFamily="18" charset="0"/>
                  <a:ea typeface="宋体" panose="02010600030101010101" pitchFamily="2" charset="-122"/>
                </a:rPr>
                <a:t>x</a:t>
              </a:r>
              <a:endParaRPr lang="en-US" altLang="zh-CN" sz="2800" b="1" i="1" dirty="0">
                <a:latin typeface="Times New Roman" panose="02020603050405020304" pitchFamily="18" charset="0"/>
                <a:ea typeface="宋体" panose="02010600030101010101" pitchFamily="2" charset="-122"/>
              </a:endParaRPr>
            </a:p>
          </p:txBody>
        </p:sp>
      </p:grpSp>
      <p:grpSp>
        <p:nvGrpSpPr>
          <p:cNvPr id="17" name="Group 7"/>
          <p:cNvGrpSpPr/>
          <p:nvPr/>
        </p:nvGrpSpPr>
        <p:grpSpPr>
          <a:xfrm>
            <a:off x="2254250" y="3810000"/>
            <a:ext cx="1125538" cy="1374775"/>
            <a:chOff x="3873" y="799"/>
            <a:chExt cx="709" cy="866"/>
          </a:xfrm>
        </p:grpSpPr>
        <p:sp>
          <p:nvSpPr>
            <p:cNvPr id="22562" name="Line 8"/>
            <p:cNvSpPr/>
            <p:nvPr/>
          </p:nvSpPr>
          <p:spPr>
            <a:xfrm rot="-8533470">
              <a:off x="3988" y="799"/>
              <a:ext cx="0" cy="866"/>
            </a:xfrm>
            <a:prstGeom prst="line">
              <a:avLst/>
            </a:prstGeom>
            <a:ln w="57150" cap="flat" cmpd="sng">
              <a:solidFill>
                <a:schemeClr val="tx1"/>
              </a:solidFill>
              <a:prstDash val="solid"/>
              <a:round/>
              <a:headEnd type="none" w="med" len="med"/>
              <a:tailEnd type="triangle" w="sm" len="lg"/>
            </a:ln>
          </p:spPr>
        </p:sp>
        <p:sp>
          <p:nvSpPr>
            <p:cNvPr id="22563" name="Text Box 9"/>
            <p:cNvSpPr txBox="1"/>
            <p:nvPr/>
          </p:nvSpPr>
          <p:spPr>
            <a:xfrm>
              <a:off x="4241" y="806"/>
              <a:ext cx="341" cy="327"/>
            </a:xfrm>
            <a:prstGeom prst="rect">
              <a:avLst/>
            </a:prstGeom>
            <a:noFill/>
            <a:ln w="38100">
              <a:noFill/>
            </a:ln>
          </p:spPr>
          <p:txBody>
            <a:bodyPr anchor="ctr" anchorCtr="0">
              <a:spAutoFit/>
            </a:bodyPr>
            <a:p>
              <a:pPr algn="ctr"/>
              <a:r>
                <a:rPr lang="en-US" altLang="zh-CN" sz="2800" b="1" i="1" dirty="0">
                  <a:latin typeface="Times New Roman" panose="02020603050405020304" pitchFamily="18" charset="0"/>
                  <a:ea typeface="宋体" panose="02010600030101010101" pitchFamily="2" charset="-122"/>
                </a:rPr>
                <a:t>A</a:t>
              </a:r>
              <a:r>
                <a:rPr lang="en-US" altLang="zh-CN" sz="2800" b="1" baseline="-25000" dirty="0">
                  <a:latin typeface="Times New Roman" panose="02020603050405020304" pitchFamily="18" charset="0"/>
                  <a:ea typeface="宋体" panose="02010600030101010101" pitchFamily="2" charset="-122"/>
                </a:rPr>
                <a:t>2</a:t>
              </a:r>
              <a:endParaRPr lang="en-US" altLang="zh-CN" sz="2800" b="1" dirty="0">
                <a:latin typeface="Times New Roman" panose="02020603050405020304" pitchFamily="18" charset="0"/>
                <a:ea typeface="宋体" panose="02010600030101010101" pitchFamily="2" charset="-122"/>
              </a:endParaRPr>
            </a:p>
          </p:txBody>
        </p:sp>
        <p:sp>
          <p:nvSpPr>
            <p:cNvPr id="22564" name="Line 10"/>
            <p:cNvSpPr/>
            <p:nvPr/>
          </p:nvSpPr>
          <p:spPr>
            <a:xfrm rot="2266530" flipV="1">
              <a:off x="3873" y="1154"/>
              <a:ext cx="0" cy="453"/>
            </a:xfrm>
            <a:prstGeom prst="line">
              <a:avLst/>
            </a:prstGeom>
            <a:ln w="57150" cap="flat" cmpd="sng">
              <a:solidFill>
                <a:srgbClr val="FF3300"/>
              </a:solidFill>
              <a:prstDash val="solid"/>
              <a:round/>
              <a:headEnd type="none" w="med" len="med"/>
              <a:tailEnd type="triangle" w="med" len="lg"/>
            </a:ln>
          </p:spPr>
        </p:sp>
        <p:sp>
          <p:nvSpPr>
            <p:cNvPr id="22565" name="Text Box 11"/>
            <p:cNvSpPr txBox="1"/>
            <p:nvPr/>
          </p:nvSpPr>
          <p:spPr>
            <a:xfrm>
              <a:off x="3968" y="1169"/>
              <a:ext cx="341" cy="327"/>
            </a:xfrm>
            <a:prstGeom prst="rect">
              <a:avLst/>
            </a:prstGeom>
            <a:noFill/>
            <a:ln w="38100">
              <a:noFill/>
            </a:ln>
          </p:spPr>
          <p:txBody>
            <a:bodyPr wrap="none" anchor="ctr" anchorCtr="0">
              <a:spAutoFit/>
            </a:bodyPr>
            <a:p>
              <a:pPr algn="ctr"/>
              <a:r>
                <a:rPr lang="en-US" altLang="zh-CN" sz="2800" b="1" i="1" dirty="0">
                  <a:solidFill>
                    <a:srgbClr val="FF3300"/>
                  </a:solidFill>
                  <a:latin typeface="Times New Roman" panose="02020603050405020304" pitchFamily="18" charset="0"/>
                  <a:ea typeface="宋体" panose="02010600030101010101" pitchFamily="2" charset="-122"/>
                </a:rPr>
                <a:t>A</a:t>
              </a:r>
              <a:r>
                <a:rPr lang="en-US" altLang="zh-CN" sz="2800" b="1" baseline="-25000" dirty="0">
                  <a:solidFill>
                    <a:srgbClr val="FF3300"/>
                  </a:solidFill>
                  <a:latin typeface="Times New Roman" panose="02020603050405020304" pitchFamily="18" charset="0"/>
                  <a:ea typeface="宋体" panose="02010600030101010101" pitchFamily="2" charset="-122"/>
                </a:rPr>
                <a:t>1</a:t>
              </a:r>
              <a:endParaRPr lang="en-US" altLang="zh-CN" sz="2800" b="1" dirty="0">
                <a:solidFill>
                  <a:srgbClr val="FF3300"/>
                </a:solidFill>
                <a:latin typeface="Times New Roman" panose="02020603050405020304" pitchFamily="18" charset="0"/>
                <a:ea typeface="宋体" panose="02010600030101010101" pitchFamily="2" charset="-122"/>
              </a:endParaRPr>
            </a:p>
          </p:txBody>
        </p:sp>
      </p:grpSp>
      <p:grpSp>
        <p:nvGrpSpPr>
          <p:cNvPr id="18" name="Group 12"/>
          <p:cNvGrpSpPr/>
          <p:nvPr/>
        </p:nvGrpSpPr>
        <p:grpSpPr>
          <a:xfrm>
            <a:off x="1389063" y="4889500"/>
            <a:ext cx="582612" cy="1373188"/>
            <a:chOff x="3330" y="1500"/>
            <a:chExt cx="367" cy="865"/>
          </a:xfrm>
        </p:grpSpPr>
        <p:sp>
          <p:nvSpPr>
            <p:cNvPr id="22567" name="Line 13"/>
            <p:cNvSpPr/>
            <p:nvPr/>
          </p:nvSpPr>
          <p:spPr>
            <a:xfrm rot="2145941">
              <a:off x="3470" y="1500"/>
              <a:ext cx="0" cy="865"/>
            </a:xfrm>
            <a:prstGeom prst="line">
              <a:avLst/>
            </a:prstGeom>
            <a:ln w="57150" cap="flat" cmpd="sng">
              <a:solidFill>
                <a:srgbClr val="0000FF"/>
              </a:solidFill>
              <a:prstDash val="solid"/>
              <a:round/>
              <a:headEnd type="none" w="med" len="med"/>
              <a:tailEnd type="triangle" w="med" len="lg"/>
            </a:ln>
          </p:spPr>
        </p:sp>
        <p:sp>
          <p:nvSpPr>
            <p:cNvPr id="22568" name="Text Box 14"/>
            <p:cNvSpPr txBox="1"/>
            <p:nvPr/>
          </p:nvSpPr>
          <p:spPr>
            <a:xfrm>
              <a:off x="3330" y="2015"/>
              <a:ext cx="367" cy="327"/>
            </a:xfrm>
            <a:prstGeom prst="rect">
              <a:avLst/>
            </a:prstGeom>
            <a:noFill/>
            <a:ln w="38100">
              <a:noFill/>
            </a:ln>
          </p:spPr>
          <p:txBody>
            <a:bodyPr anchor="ctr" anchorCtr="0">
              <a:spAutoFit/>
            </a:bodyPr>
            <a:p>
              <a:pPr algn="ctr"/>
              <a:r>
                <a:rPr lang="en-US" altLang="zh-CN" sz="2800" b="1" i="1" dirty="0">
                  <a:solidFill>
                    <a:srgbClr val="0000FF"/>
                  </a:solidFill>
                  <a:latin typeface="Times New Roman" panose="02020603050405020304" pitchFamily="18" charset="0"/>
                  <a:ea typeface="宋体" panose="02010600030101010101" pitchFamily="2" charset="-122"/>
                </a:rPr>
                <a:t>A</a:t>
              </a:r>
              <a:r>
                <a:rPr lang="en-US" altLang="zh-CN" sz="2800" b="1" baseline="-25000" dirty="0">
                  <a:solidFill>
                    <a:srgbClr val="0000FF"/>
                  </a:solidFill>
                  <a:latin typeface="Times New Roman" panose="02020603050405020304" pitchFamily="18" charset="0"/>
                  <a:ea typeface="宋体" panose="02010600030101010101" pitchFamily="2" charset="-122"/>
                </a:rPr>
                <a:t>3</a:t>
              </a:r>
              <a:endParaRPr lang="en-US" altLang="zh-CN" sz="2800" b="1" dirty="0">
                <a:solidFill>
                  <a:srgbClr val="0000FF"/>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par>
                          <p:cTn id="15" fill="hold">
                            <p:stCondLst>
                              <p:cond delay="0"/>
                            </p:stCondLst>
                            <p:childTnLst>
                              <p:par>
                                <p:cTn id="16" presetID="22" presetClass="entr" presetSubtype="8" fill="hold" nodeType="afterEffect">
                                  <p:stCondLst>
                                    <p:cond delay="0"/>
                                  </p:stCondLst>
                                  <p:childTnLst>
                                    <p:set>
                                      <p:cBhvr>
                                        <p:cTn id="17" dur="1" fill="hold">
                                          <p:stCondLst>
                                            <p:cond delay="0"/>
                                          </p:stCondLst>
                                        </p:cTn>
                                        <p:tgtEl>
                                          <p:spTgt spid="183311"/>
                                        </p:tgtEl>
                                        <p:attrNameLst>
                                          <p:attrName>style.visibility</p:attrName>
                                        </p:attrNameLst>
                                      </p:cBhvr>
                                      <p:to>
                                        <p:strVal val="visible"/>
                                      </p:to>
                                    </p:set>
                                    <p:animEffect transition="in" filter="wipe(left)">
                                      <p:cBhvr>
                                        <p:cTn id="18" dur="500"/>
                                        <p:tgtEl>
                                          <p:spTgt spid="183311"/>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par>
                          <p:cTn id="23" fill="hold">
                            <p:stCondLst>
                              <p:cond delay="0"/>
                            </p:stCondLst>
                            <p:childTnLst>
                              <p:par>
                                <p:cTn id="24" presetID="22" presetClass="entr" presetSubtype="8"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9459"/>
                                        </p:tgtEl>
                                        <p:attrNameLst>
                                          <p:attrName>style.visibility</p:attrName>
                                        </p:attrNameLst>
                                      </p:cBhvr>
                                      <p:to>
                                        <p:strVal val="visible"/>
                                      </p:to>
                                    </p:set>
                                    <p:animEffect transition="in" filter="barn(inVertical)">
                                      <p:cBhvr>
                                        <p:cTn id="31" dur="500"/>
                                        <p:tgtEl>
                                          <p:spTgt spid="19459"/>
                                        </p:tgtEl>
                                      </p:cBhvr>
                                    </p:animEffec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16878"/>
                                        </p:tgtEl>
                                        <p:attrNameLst>
                                          <p:attrName>style.visibility</p:attrName>
                                        </p:attrNameLst>
                                      </p:cBhvr>
                                      <p:to>
                                        <p:strVal val="visible"/>
                                      </p:to>
                                    </p:set>
                                    <p:animEffect transition="in" filter="wipe(left)">
                                      <p:cBhvr>
                                        <p:cTn id="38" dur="500"/>
                                        <p:tgtEl>
                                          <p:spTgt spid="116878"/>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183314"/>
                                        </p:tgtEl>
                                        <p:attrNameLst>
                                          <p:attrName>style.visibility</p:attrName>
                                        </p:attrNameLst>
                                      </p:cBhvr>
                                      <p:to>
                                        <p:strVal val="visible"/>
                                      </p:to>
                                    </p:set>
                                    <p:animEffect transition="in" filter="wipe(left)">
                                      <p:cBhvr>
                                        <p:cTn id="42" dur="500"/>
                                        <p:tgtEl>
                                          <p:spTgt spid="183314"/>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par>
                          <p:cTn id="47" fill="hold">
                            <p:stCondLst>
                              <p:cond delay="0"/>
                            </p:stCondLst>
                            <p:childTnLst>
                              <p:par>
                                <p:cTn id="48" presetID="22" presetClass="entr" presetSubtype="8" fill="hold" nodeType="after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wipe(left)">
                                      <p:cBhvr>
                                        <p:cTn id="50" dur="500"/>
                                        <p:tgtEl>
                                          <p:spTgt spid="2"/>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83313"/>
                                        </p:tgtEl>
                                        <p:attrNameLst>
                                          <p:attrName>style.visibility</p:attrName>
                                        </p:attrNameLst>
                                      </p:cBhvr>
                                      <p:to>
                                        <p:strVal val="visible"/>
                                      </p:to>
                                    </p:set>
                                    <p:animEffect transition="in" filter="wipe(left)">
                                      <p:cBhvr>
                                        <p:cTn id="54" dur="500"/>
                                        <p:tgtEl>
                                          <p:spTgt spid="183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13" grpId="0"/>
      <p:bldP spid="183314"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3" name="图片 2"/>
          <p:cNvPicPr>
            <a:picLocks noChangeAspect="1"/>
          </p:cNvPicPr>
          <p:nvPr/>
        </p:nvPicPr>
        <p:blipFill>
          <a:blip r:embed="rId1"/>
          <a:stretch>
            <a:fillRect/>
          </a:stretch>
        </p:blipFill>
        <p:spPr>
          <a:xfrm>
            <a:off x="1547813" y="1700213"/>
            <a:ext cx="5776912" cy="324167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框 5"/>
          <p:cNvSpPr txBox="1"/>
          <p:nvPr>
            <p:custDataLst>
              <p:tags r:id="rId1"/>
            </p:custDataLst>
          </p:nvPr>
        </p:nvSpPr>
        <p:spPr>
          <a:xfrm>
            <a:off x="914400" y="635000"/>
            <a:ext cx="7315200" cy="2143125"/>
          </a:xfrm>
          <a:prstGeom prst="rect">
            <a:avLst/>
          </a:prstGeom>
          <a:noFill/>
          <a:ln w="9525">
            <a:noFill/>
          </a:ln>
        </p:spPr>
        <p:txBody>
          <a:bodyPr wrap="square" anchor="ctr" anchorCtr="0"/>
          <a:p>
            <a:r>
              <a:rPr lang="zh-CN" altLang="en-US" sz="2800" b="1" dirty="0">
                <a:latin typeface="Arial" panose="020B0604020202020204" pitchFamily="34" charset="0"/>
                <a:ea typeface="宋体" panose="02010600030101010101" pitchFamily="2" charset="-122"/>
              </a:rPr>
              <a:t>描述一个给定振动的物理量中，你认为特别重要的是</a:t>
            </a:r>
            <a:endParaRPr lang="zh-CN" altLang="en-US" sz="2800" b="1" dirty="0">
              <a:latin typeface="Arial" panose="020B0604020202020204" pitchFamily="34" charset="0"/>
              <a:ea typeface="宋体" panose="02010600030101010101" pitchFamily="2" charset="-122"/>
            </a:endParaRPr>
          </a:p>
        </p:txBody>
      </p:sp>
      <p:sp>
        <p:nvSpPr>
          <p:cNvPr id="24578" name="文本框 6"/>
          <p:cNvSpPr txBox="1"/>
          <p:nvPr>
            <p:custDataLst>
              <p:tags r:id="rId2"/>
            </p:custDataLst>
          </p:nvPr>
        </p:nvSpPr>
        <p:spPr>
          <a:xfrm>
            <a:off x="1828800" y="2786063"/>
            <a:ext cx="6400800" cy="642937"/>
          </a:xfrm>
          <a:prstGeom prst="rect">
            <a:avLst/>
          </a:prstGeom>
          <a:noFill/>
          <a:ln w="9525">
            <a:noFill/>
          </a:ln>
        </p:spPr>
        <p:txBody>
          <a:bodyPr anchor="ctr" anchorCtr="0"/>
          <a:p>
            <a:r>
              <a:rPr lang="zh-CN" altLang="en-US" sz="2800" b="1" dirty="0">
                <a:latin typeface="Times New Roman" panose="02020603050405020304" pitchFamily="18" charset="0"/>
                <a:ea typeface="宋体" panose="02010600030101010101" pitchFamily="2" charset="-122"/>
              </a:rPr>
              <a:t>振幅</a:t>
            </a:r>
            <a:r>
              <a:rPr lang="en-US" altLang="zh-CN" sz="2800" b="1" i="1" dirty="0">
                <a:latin typeface="Times New Roman" panose="02020603050405020304" pitchFamily="18" charset="0"/>
                <a:ea typeface="宋体" panose="02010600030101010101" pitchFamily="2" charset="-122"/>
              </a:rPr>
              <a:t>A</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24579" name="文本框 7"/>
          <p:cNvSpPr txBox="1"/>
          <p:nvPr>
            <p:custDataLst>
              <p:tags r:id="rId3"/>
            </p:custDataLst>
          </p:nvPr>
        </p:nvSpPr>
        <p:spPr>
          <a:xfrm>
            <a:off x="1828800" y="3643313"/>
            <a:ext cx="6400800" cy="642937"/>
          </a:xfrm>
          <a:prstGeom prst="rect">
            <a:avLst/>
          </a:prstGeom>
          <a:noFill/>
          <a:ln w="9525">
            <a:noFill/>
          </a:ln>
        </p:spPr>
        <p:txBody>
          <a:bodyPr anchor="ctr" anchorCtr="0"/>
          <a:p>
            <a:r>
              <a:rPr lang="zh-CN" altLang="en-US" sz="2800" b="1" dirty="0">
                <a:latin typeface="Times New Roman" panose="02020603050405020304" pitchFamily="18" charset="0"/>
                <a:ea typeface="宋体" panose="02010600030101010101" pitchFamily="2" charset="-122"/>
              </a:rPr>
              <a:t>圆频率</a:t>
            </a:r>
            <a:r>
              <a:rPr lang="zh-CN" altLang="en-US" sz="2800" b="1" i="1" dirty="0">
                <a:latin typeface="Times New Roman" panose="02020603050405020304" pitchFamily="18" charset="0"/>
                <a:ea typeface="宋体" panose="02010600030101010101" pitchFamily="2" charset="-122"/>
                <a:sym typeface="Symbol" panose="05050102010706020507" pitchFamily="18" charset="2"/>
              </a:rPr>
              <a:t></a:t>
            </a:r>
            <a:endParaRPr lang="zh-CN" altLang="en-US" sz="2600" i="1"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24580" name="文本框 8"/>
          <p:cNvSpPr txBox="1"/>
          <p:nvPr>
            <p:custDataLst>
              <p:tags r:id="rId4"/>
            </p:custDataLst>
          </p:nvPr>
        </p:nvSpPr>
        <p:spPr>
          <a:xfrm>
            <a:off x="1828800" y="4500563"/>
            <a:ext cx="6400800" cy="642937"/>
          </a:xfrm>
          <a:prstGeom prst="rect">
            <a:avLst/>
          </a:prstGeom>
          <a:noFill/>
          <a:ln w="9525">
            <a:noFill/>
          </a:ln>
        </p:spPr>
        <p:txBody>
          <a:bodyPr anchor="ctr" anchorCtr="0"/>
          <a:p>
            <a:r>
              <a:rPr lang="zh-CN" altLang="en-US" sz="2800" b="1" dirty="0">
                <a:latin typeface="Times New Roman" panose="02020603050405020304" pitchFamily="18" charset="0"/>
                <a:ea typeface="宋体" panose="02010600030101010101" pitchFamily="2" charset="-122"/>
              </a:rPr>
              <a:t>初位相</a:t>
            </a:r>
            <a:r>
              <a:rPr lang="zh-CN" altLang="en-US" sz="2800" b="1" i="1" dirty="0">
                <a:latin typeface="Times New Roman" panose="02020603050405020304" pitchFamily="18" charset="0"/>
                <a:ea typeface="宋体" panose="02010600030101010101" pitchFamily="2" charset="-122"/>
                <a:sym typeface="Symbol" panose="05050102010706020507" pitchFamily="18" charset="2"/>
              </a:rPr>
              <a:t></a:t>
            </a:r>
            <a:r>
              <a:rPr lang="zh-CN" altLang="en-US" sz="2800" b="1" i="1" dirty="0">
                <a:solidFill>
                  <a:schemeClr val="accent2"/>
                </a:solidFill>
                <a:latin typeface="Times New Roman" panose="02020603050405020304" pitchFamily="18" charset="0"/>
                <a:ea typeface="宋体" panose="02010600030101010101" pitchFamily="2" charset="-122"/>
              </a:rPr>
              <a:t>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24581" name="文本框 9"/>
          <p:cNvSpPr txBox="1"/>
          <p:nvPr>
            <p:custDataLst>
              <p:tags r:id="rId5"/>
            </p:custDataLst>
          </p:nvPr>
        </p:nvSpPr>
        <p:spPr>
          <a:xfrm>
            <a:off x="1828800" y="5357813"/>
            <a:ext cx="6400800" cy="642937"/>
          </a:xfrm>
          <a:prstGeom prst="rect">
            <a:avLst/>
          </a:prstGeom>
          <a:noFill/>
          <a:ln w="9525">
            <a:noFill/>
          </a:ln>
        </p:spPr>
        <p:txBody>
          <a:bodyPr anchor="ctr" anchorCtr="0"/>
          <a:p>
            <a:r>
              <a:rPr lang="zh-CN" altLang="en-US" sz="2800" b="1" dirty="0">
                <a:solidFill>
                  <a:srgbClr val="000000"/>
                </a:solidFill>
                <a:latin typeface="Times New Roman" panose="02020603050405020304" pitchFamily="18" charset="0"/>
                <a:ea typeface="宋体" panose="02010600030101010101" pitchFamily="2" charset="-122"/>
              </a:rPr>
              <a:t>位相</a:t>
            </a:r>
            <a:r>
              <a:rPr lang="en-US" altLang="zh-CN" sz="2800" b="1" dirty="0">
                <a:solidFill>
                  <a:srgbClr val="000000"/>
                </a:solidFill>
                <a:latin typeface="Times New Roman" panose="02020603050405020304" pitchFamily="18" charset="0"/>
                <a:ea typeface="宋体" panose="02010600030101010101" pitchFamily="2" charset="-122"/>
              </a:rPr>
              <a:t>(</a:t>
            </a:r>
            <a:r>
              <a:rPr lang="zh-CN" altLang="en-US" sz="28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800" b="1" i="1" dirty="0">
                <a:solidFill>
                  <a:srgbClr val="000000"/>
                </a:solidFill>
                <a:latin typeface="Times New Roman" panose="02020603050405020304" pitchFamily="18" charset="0"/>
                <a:ea typeface="宋体" panose="02010600030101010101" pitchFamily="2" charset="-122"/>
              </a:rPr>
              <a:t>t</a:t>
            </a:r>
            <a:r>
              <a:rPr lang="en-US" altLang="zh-CN" sz="2800" b="1" dirty="0">
                <a:solidFill>
                  <a:srgbClr val="000000"/>
                </a:solidFill>
                <a:latin typeface="Times New Roman" panose="02020603050405020304" pitchFamily="18" charset="0"/>
                <a:ea typeface="宋体" panose="02010600030101010101" pitchFamily="2" charset="-122"/>
              </a:rPr>
              <a:t>+</a:t>
            </a:r>
            <a:r>
              <a:rPr lang="zh-CN" altLang="en-US" sz="28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800" b="1" dirty="0">
                <a:latin typeface="Times New Roman" panose="02020603050405020304" pitchFamily="18" charset="0"/>
                <a:ea typeface="宋体" panose="02010600030101010101" pitchFamily="2" charset="-122"/>
                <a:sym typeface="Symbol" panose="05050102010706020507" pitchFamily="18" charset="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284956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fontAlgn="base"/>
            <a:r>
              <a:rPr lang="en-US" altLang="zh-CN" sz="1600" strike="noStrike" noProof="1">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strike="noStrike" noProof="1">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114425" y="370681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fontAlgn="base"/>
            <a:r>
              <a:rPr lang="en-US" altLang="zh-CN" sz="1600" strike="noStrike" noProof="1">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strike="noStrike" noProof="1">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114425" y="456406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fontAlgn="base"/>
            <a:r>
              <a:rPr lang="en-US" altLang="zh-CN" sz="1600" strike="noStrike" noProof="1">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strike="noStrike" noProof="1">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114425" y="5421313"/>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fontAlgn="base"/>
            <a:r>
              <a:rPr lang="en-US" altLang="zh-CN" sz="1600" strike="noStrike" noProof="1">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strike="noStrike" noProof="1">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strike="noStrike" noProof="1">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4587" name="组合 19"/>
          <p:cNvGrpSpPr/>
          <p:nvPr/>
        </p:nvGrpSpPr>
        <p:grpSpPr>
          <a:xfrm>
            <a:off x="0" y="0"/>
            <a:ext cx="9144000" cy="635000"/>
            <a:chOff x="0" y="0"/>
            <a:chExt cx="9144000" cy="635000"/>
          </a:xfrm>
        </p:grpSpPr>
        <p:sp>
          <p:nvSpPr>
            <p:cNvPr id="16" name="TitleBackground"/>
            <p:cNvSpPr/>
            <p:nvPr>
              <p:custDataLst>
                <p:tags r:id="rId11"/>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7" name="ColorBlock"/>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4590" name="TypeText"/>
            <p:cNvSpPr txBox="1"/>
            <p:nvPr>
              <p:custDataLst>
                <p:tags r:id="rId13"/>
              </p:custDataLst>
            </p:nvPr>
          </p:nvSpPr>
          <p:spPr>
            <a:xfrm>
              <a:off x="254000" y="0"/>
              <a:ext cx="1905000" cy="635000"/>
            </a:xfrm>
            <a:prstGeom prst="rect">
              <a:avLst/>
            </a:prstGeom>
            <a:noFill/>
            <a:ln w="9525">
              <a:noFill/>
            </a:ln>
          </p:spPr>
          <p:txBody>
            <a:bodyPr wrap="none" anchor="ctr" anchorCtr="0"/>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24591" name="TipText"/>
            <p:cNvSpPr txBox="1"/>
            <p:nvPr>
              <p:custDataLst>
                <p:tags r:id="rId14"/>
              </p:custDataLst>
            </p:nvPr>
          </p:nvSpPr>
          <p:spPr>
            <a:xfrm>
              <a:off x="1427480" y="109220"/>
              <a:ext cx="2286000" cy="508000"/>
            </a:xfrm>
            <a:prstGeom prst="rect">
              <a:avLst/>
            </a:prstGeom>
            <a:noFill/>
            <a:ln w="9525">
              <a:noFill/>
            </a:ln>
          </p:spPr>
          <p:txBody>
            <a:bodyPr wrap="none" anchor="ctr" anchorCtr="0"/>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24592" name="图片 4"/>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Tree>
    <p:custDataLst>
      <p:tags r:id="rId17"/>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文本框 3"/>
          <p:cNvSpPr txBox="1"/>
          <p:nvPr/>
        </p:nvSpPr>
        <p:spPr>
          <a:xfrm>
            <a:off x="827088" y="1978025"/>
            <a:ext cx="4586287" cy="460375"/>
          </a:xfrm>
          <a:prstGeom prst="rect">
            <a:avLst/>
          </a:prstGeom>
          <a:noFill/>
          <a:ln w="9525">
            <a:noFill/>
          </a:ln>
        </p:spPr>
        <p:txBody>
          <a:bodyPr wrap="square" anchor="t" anchorCtr="0">
            <a:spAutoFit/>
          </a:bodyPr>
          <a:p>
            <a:r>
              <a:rPr lang="zh-CN" altLang="en-US" sz="2400" b="1" dirty="0">
                <a:solidFill>
                  <a:srgbClr val="0000CC"/>
                </a:solidFill>
                <a:latin typeface="Arial" panose="020B0604020202020204" pitchFamily="34" charset="0"/>
                <a:ea typeface="宋体" panose="02010600030101010101" pitchFamily="2" charset="-122"/>
              </a:rPr>
              <a:t>为什么位相特别重要？</a:t>
            </a:r>
            <a:endParaRPr lang="zh-CN" altLang="en-US" sz="2400" b="1" dirty="0">
              <a:solidFill>
                <a:srgbClr val="0000CC"/>
              </a:solidFill>
              <a:latin typeface="Arial" panose="020B0604020202020204" pitchFamily="34" charset="0"/>
              <a:ea typeface="宋体" panose="02010600030101010101" pitchFamily="2" charset="-122"/>
            </a:endParaRPr>
          </a:p>
        </p:txBody>
      </p:sp>
      <p:grpSp>
        <p:nvGrpSpPr>
          <p:cNvPr id="73731" name="组合 30952"/>
          <p:cNvGrpSpPr/>
          <p:nvPr/>
        </p:nvGrpSpPr>
        <p:grpSpPr>
          <a:xfrm>
            <a:off x="1785938" y="2852738"/>
            <a:ext cx="3384550" cy="1057275"/>
            <a:chOff x="1152" y="240"/>
            <a:chExt cx="2894" cy="842"/>
          </a:xfrm>
        </p:grpSpPr>
        <p:graphicFrame>
          <p:nvGraphicFramePr>
            <p:cNvPr id="25603" name="对象 30947"/>
            <p:cNvGraphicFramePr/>
            <p:nvPr/>
          </p:nvGraphicFramePr>
          <p:xfrm>
            <a:off x="1368" y="240"/>
            <a:ext cx="2277" cy="410"/>
          </p:xfrm>
          <a:graphic>
            <a:graphicData uri="http://schemas.openxmlformats.org/presentationml/2006/ole">
              <mc:AlternateContent xmlns:mc="http://schemas.openxmlformats.org/markup-compatibility/2006">
                <mc:Choice xmlns:v="urn:schemas-microsoft-com:vml" Requires="v">
                  <p:oleObj spid="_x0000_s3140" name="" r:id="rId1" imgW="26822400" imgH="4876800" progId="Equation.DSMT4">
                    <p:embed/>
                  </p:oleObj>
                </mc:Choice>
                <mc:Fallback>
                  <p:oleObj name="" r:id="rId1" imgW="26822400" imgH="4876800" progId="Equation.DSMT4">
                    <p:embed/>
                    <p:pic>
                      <p:nvPicPr>
                        <p:cNvPr id="0" name="图片 3139"/>
                        <p:cNvPicPr/>
                        <p:nvPr/>
                      </p:nvPicPr>
                      <p:blipFill>
                        <a:blip r:embed="rId2"/>
                        <a:stretch>
                          <a:fillRect/>
                        </a:stretch>
                      </p:blipFill>
                      <p:spPr>
                        <a:xfrm>
                          <a:off x="1368" y="240"/>
                          <a:ext cx="2277" cy="410"/>
                        </a:xfrm>
                        <a:prstGeom prst="rect">
                          <a:avLst/>
                        </a:prstGeom>
                        <a:noFill/>
                        <a:ln w="38100">
                          <a:noFill/>
                          <a:miter/>
                        </a:ln>
                      </p:spPr>
                    </p:pic>
                  </p:oleObj>
                </mc:Fallback>
              </mc:AlternateContent>
            </a:graphicData>
          </a:graphic>
        </p:graphicFrame>
        <p:graphicFrame>
          <p:nvGraphicFramePr>
            <p:cNvPr id="25604" name="对象 30948"/>
            <p:cNvGraphicFramePr/>
            <p:nvPr/>
          </p:nvGraphicFramePr>
          <p:xfrm>
            <a:off x="1356" y="672"/>
            <a:ext cx="2690" cy="410"/>
          </p:xfrm>
          <a:graphic>
            <a:graphicData uri="http://schemas.openxmlformats.org/presentationml/2006/ole">
              <mc:AlternateContent xmlns:mc="http://schemas.openxmlformats.org/markup-compatibility/2006">
                <mc:Choice xmlns:v="urn:schemas-microsoft-com:vml" Requires="v">
                  <p:oleObj spid="_x0000_s3141" name="" r:id="rId3" imgW="31699200" imgH="4876800" progId="Equation.DSMT4">
                    <p:embed/>
                  </p:oleObj>
                </mc:Choice>
                <mc:Fallback>
                  <p:oleObj name="" r:id="rId3" imgW="31699200" imgH="4876800" progId="Equation.DSMT4">
                    <p:embed/>
                    <p:pic>
                      <p:nvPicPr>
                        <p:cNvPr id="0" name="图片 3140"/>
                        <p:cNvPicPr/>
                        <p:nvPr/>
                      </p:nvPicPr>
                      <p:blipFill>
                        <a:blip r:embed="rId4"/>
                        <a:stretch>
                          <a:fillRect/>
                        </a:stretch>
                      </p:blipFill>
                      <p:spPr>
                        <a:xfrm>
                          <a:off x="1356" y="672"/>
                          <a:ext cx="2690" cy="410"/>
                        </a:xfrm>
                        <a:prstGeom prst="rect">
                          <a:avLst/>
                        </a:prstGeom>
                        <a:noFill/>
                        <a:ln w="38100">
                          <a:noFill/>
                          <a:miter/>
                        </a:ln>
                      </p:spPr>
                    </p:pic>
                  </p:oleObj>
                </mc:Fallback>
              </mc:AlternateContent>
            </a:graphicData>
          </a:graphic>
        </p:graphicFrame>
        <p:sp>
          <p:nvSpPr>
            <p:cNvPr id="25605" name="左大括号 30951"/>
            <p:cNvSpPr/>
            <p:nvPr/>
          </p:nvSpPr>
          <p:spPr>
            <a:xfrm>
              <a:off x="1152" y="384"/>
              <a:ext cx="96" cy="576"/>
            </a:xfrm>
            <a:prstGeom prst="leftBrace">
              <a:avLst>
                <a:gd name="adj1" fmla="val 50000"/>
                <a:gd name="adj2" fmla="val 50000"/>
              </a:avLst>
            </a:prstGeom>
            <a:noFill/>
            <a:ln w="38100" cap="flat" cmpd="sng">
              <a:solidFill>
                <a:srgbClr val="000000"/>
              </a:solidFill>
              <a:prstDash val="solid"/>
              <a:round/>
              <a:headEnd type="none" w="med" len="med"/>
              <a:tailEnd type="none" w="lg" len="lg"/>
            </a:ln>
          </p:spPr>
          <p:txBody>
            <a:bodyPr anchor="t" anchorCtr="0"/>
            <a:p>
              <a:pPr algn="ctr" eaLnBrk="0" hangingPunct="0"/>
              <a:endParaRPr lang="zh-CN" altLang="en-US">
                <a:latin typeface="Times New Roman" panose="02020603050405020304" pitchFamily="18" charset="0"/>
                <a:ea typeface="宋体" panose="02010600030101010101" pitchFamily="2" charset="-122"/>
              </a:endParaRPr>
            </a:p>
          </p:txBody>
        </p:sp>
      </p:grpSp>
      <p:sp>
        <p:nvSpPr>
          <p:cNvPr id="73736" name="文本框 4"/>
          <p:cNvSpPr txBox="1"/>
          <p:nvPr/>
        </p:nvSpPr>
        <p:spPr>
          <a:xfrm>
            <a:off x="1019175" y="3201988"/>
            <a:ext cx="795338" cy="460375"/>
          </a:xfrm>
          <a:prstGeom prst="rect">
            <a:avLst/>
          </a:prstGeom>
          <a:noFill/>
          <a:ln w="9525">
            <a:noFill/>
          </a:ln>
        </p:spPr>
        <p:txBody>
          <a:bodyPr wrap="none" anchor="t" anchorCtr="0">
            <a:spAutoFit/>
          </a:bodyPr>
          <a:p>
            <a:r>
              <a:rPr lang="zh-CN" altLang="en-US" sz="2400" b="1">
                <a:latin typeface="Arial" panose="020B0604020202020204" pitchFamily="34" charset="0"/>
                <a:ea typeface="宋体" panose="02010600030101010101" pitchFamily="2" charset="-122"/>
              </a:rPr>
              <a:t>状态</a:t>
            </a:r>
            <a:endParaRPr lang="zh-CN" altLang="en-US" sz="2400" b="1">
              <a:latin typeface="Arial" panose="020B0604020202020204" pitchFamily="34" charset="0"/>
              <a:ea typeface="宋体" panose="02010600030101010101" pitchFamily="2" charset="-122"/>
            </a:endParaRPr>
          </a:p>
        </p:txBody>
      </p:sp>
      <p:sp>
        <p:nvSpPr>
          <p:cNvPr id="73748" name="文本框 9"/>
          <p:cNvSpPr txBox="1"/>
          <p:nvPr/>
        </p:nvSpPr>
        <p:spPr>
          <a:xfrm>
            <a:off x="1136650" y="4251325"/>
            <a:ext cx="1101725" cy="460375"/>
          </a:xfrm>
          <a:prstGeom prst="rect">
            <a:avLst/>
          </a:prstGeom>
          <a:noFill/>
          <a:ln w="9525">
            <a:noFill/>
          </a:ln>
        </p:spPr>
        <p:txBody>
          <a:bodyPr wrap="none" anchor="t" anchorCtr="0">
            <a:spAutoFit/>
          </a:bodyPr>
          <a:p>
            <a:r>
              <a:rPr lang="zh-CN" altLang="en-US" sz="2400" b="1" dirty="0">
                <a:solidFill>
                  <a:srgbClr val="FF0000"/>
                </a:solidFill>
                <a:latin typeface="Arial" panose="020B0604020202020204" pitchFamily="34" charset="0"/>
                <a:ea typeface="宋体" panose="02010600030101010101" pitchFamily="2" charset="-122"/>
              </a:rPr>
              <a:t>状态由</a:t>
            </a:r>
            <a:endParaRPr lang="zh-CN" altLang="en-US" sz="2400" b="1" dirty="0">
              <a:solidFill>
                <a:srgbClr val="FF0000"/>
              </a:solidFill>
              <a:latin typeface="Arial" panose="020B0604020202020204" pitchFamily="34" charset="0"/>
              <a:ea typeface="宋体" panose="02010600030101010101" pitchFamily="2" charset="-122"/>
            </a:endParaRPr>
          </a:p>
        </p:txBody>
      </p:sp>
      <p:graphicFrame>
        <p:nvGraphicFramePr>
          <p:cNvPr id="73749" name="对象 10"/>
          <p:cNvGraphicFramePr/>
          <p:nvPr/>
        </p:nvGraphicFramePr>
        <p:xfrm>
          <a:off x="2238375" y="4273550"/>
          <a:ext cx="1277938" cy="415925"/>
        </p:xfrm>
        <a:graphic>
          <a:graphicData uri="http://schemas.openxmlformats.org/presentationml/2006/ole">
            <mc:AlternateContent xmlns:mc="http://schemas.openxmlformats.org/markup-compatibility/2006">
              <mc:Choice xmlns:v="urn:schemas-microsoft-com:vml" Requires="v">
                <p:oleObj spid="_x0000_s3143" name="" r:id="rId5" imgW="558800" imgH="203200" progId="Equation.3">
                  <p:embed/>
                </p:oleObj>
              </mc:Choice>
              <mc:Fallback>
                <p:oleObj name="" r:id="rId5" imgW="558800" imgH="203200" progId="Equation.3">
                  <p:embed/>
                  <p:pic>
                    <p:nvPicPr>
                      <p:cNvPr id="0" name="图片 3142"/>
                      <p:cNvPicPr/>
                      <p:nvPr/>
                    </p:nvPicPr>
                    <p:blipFill>
                      <a:blip r:embed="rId6"/>
                      <a:stretch>
                        <a:fillRect/>
                      </a:stretch>
                    </p:blipFill>
                    <p:spPr>
                      <a:xfrm>
                        <a:off x="2238375" y="4273550"/>
                        <a:ext cx="1277938" cy="415925"/>
                      </a:xfrm>
                      <a:prstGeom prst="rect">
                        <a:avLst/>
                      </a:prstGeom>
                      <a:noFill/>
                      <a:ln w="38100">
                        <a:noFill/>
                        <a:miter/>
                      </a:ln>
                    </p:spPr>
                  </p:pic>
                </p:oleObj>
              </mc:Fallback>
            </mc:AlternateContent>
          </a:graphicData>
        </a:graphic>
      </p:graphicFrame>
      <p:sp>
        <p:nvSpPr>
          <p:cNvPr id="73750" name="文本框 12"/>
          <p:cNvSpPr txBox="1"/>
          <p:nvPr/>
        </p:nvSpPr>
        <p:spPr>
          <a:xfrm>
            <a:off x="3436938" y="4264025"/>
            <a:ext cx="795337" cy="460375"/>
          </a:xfrm>
          <a:prstGeom prst="rect">
            <a:avLst/>
          </a:prstGeom>
          <a:noFill/>
          <a:ln w="9525">
            <a:noFill/>
          </a:ln>
        </p:spPr>
        <p:txBody>
          <a:bodyPr wrap="none" anchor="t" anchorCtr="0">
            <a:spAutoFit/>
          </a:bodyPr>
          <a:p>
            <a:r>
              <a:rPr lang="zh-CN" altLang="en-US" sz="2400" b="1" dirty="0">
                <a:solidFill>
                  <a:srgbClr val="FF0000"/>
                </a:solidFill>
                <a:latin typeface="Arial" panose="020B0604020202020204" pitchFamily="34" charset="0"/>
                <a:ea typeface="宋体" panose="02010600030101010101" pitchFamily="2" charset="-122"/>
              </a:rPr>
              <a:t>决定</a:t>
            </a:r>
            <a:endParaRPr lang="zh-CN" altLang="en-US" sz="2400" b="1" dirty="0">
              <a:solidFill>
                <a:srgbClr val="FF0000"/>
              </a:solidFill>
              <a:latin typeface="Arial" panose="020B0604020202020204" pitchFamily="34" charset="0"/>
              <a:ea typeface="宋体" panose="02010600030101010101" pitchFamily="2" charset="-122"/>
            </a:endParaRPr>
          </a:p>
        </p:txBody>
      </p:sp>
      <p:pic>
        <p:nvPicPr>
          <p:cNvPr id="72724" name="图片 4"/>
          <p:cNvPicPr>
            <a:picLocks noChangeAspect="1"/>
          </p:cNvPicPr>
          <p:nvPr/>
        </p:nvPicPr>
        <p:blipFill>
          <a:blip r:embed="rId7"/>
          <a:stretch>
            <a:fillRect/>
          </a:stretch>
        </p:blipFill>
        <p:spPr>
          <a:xfrm>
            <a:off x="4264025" y="522288"/>
            <a:ext cx="1619250" cy="1524000"/>
          </a:xfrm>
          <a:prstGeom prst="rect">
            <a:avLst/>
          </a:prstGeom>
          <a:noFill/>
          <a:ln w="9525">
            <a:noFill/>
          </a:ln>
        </p:spPr>
      </p:pic>
      <p:sp>
        <p:nvSpPr>
          <p:cNvPr id="25611" name="文本框 99"/>
          <p:cNvSpPr txBox="1"/>
          <p:nvPr/>
        </p:nvSpPr>
        <p:spPr>
          <a:xfrm>
            <a:off x="936625" y="1176338"/>
            <a:ext cx="1755775" cy="460375"/>
          </a:xfrm>
          <a:prstGeom prst="rect">
            <a:avLst/>
          </a:prstGeom>
          <a:noFill/>
          <a:ln w="19050" cap="flat" cmpd="sng">
            <a:solidFill>
              <a:srgbClr val="00B050"/>
            </a:solidFill>
            <a:prstDash val="solid"/>
            <a:round/>
            <a:headEnd type="none" w="med" len="med"/>
            <a:tailEnd type="none" w="med" len="med"/>
          </a:ln>
        </p:spPr>
        <p:txBody>
          <a:bodyPr wrap="square" anchor="t" anchorCtr="0">
            <a:spAutoFit/>
          </a:bodyPr>
          <a:p>
            <a:pPr indent="127000"/>
            <a:r>
              <a:rPr lang="zh-CN" altLang="zh-CN" sz="2400">
                <a:solidFill>
                  <a:srgbClr val="C00000"/>
                </a:solidFill>
                <a:latin typeface="微软雅黑" panose="020B0503020204020204" charset="-122"/>
                <a:ea typeface="微软雅黑" panose="020B0503020204020204" charset="-122"/>
              </a:rPr>
              <a:t>随堂小议</a:t>
            </a:r>
            <a:endParaRPr lang="zh-CN" altLang="zh-CN" sz="2400">
              <a:solidFill>
                <a:srgbClr val="C00000"/>
              </a:solidFill>
              <a:latin typeface="微软雅黑" panose="020B0503020204020204" charset="-122"/>
              <a:ea typeface="微软雅黑" panose="020B0503020204020204" charset="-122"/>
            </a:endParaRPr>
          </a:p>
        </p:txBody>
      </p:sp>
      <p:sp>
        <p:nvSpPr>
          <p:cNvPr id="25612"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pic>
        <p:nvPicPr>
          <p:cNvPr id="25613" name="图片 14"/>
          <p:cNvPicPr>
            <a:picLocks noChangeAspect="1"/>
          </p:cNvPicPr>
          <p:nvPr/>
        </p:nvPicPr>
        <p:blipFill>
          <a:blip r:embed="rId8"/>
          <a:stretch>
            <a:fillRect/>
          </a:stretch>
        </p:blipFill>
        <p:spPr>
          <a:xfrm>
            <a:off x="5554663" y="1939925"/>
            <a:ext cx="2933700" cy="28559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3729"/>
                                        </p:tgtEl>
                                        <p:attrNameLst>
                                          <p:attrName>style.visibility</p:attrName>
                                        </p:attrNameLst>
                                      </p:cBhvr>
                                      <p:to>
                                        <p:strVal val="visible"/>
                                      </p:to>
                                    </p:set>
                                    <p:animEffect transition="in" filter="wipe(down)">
                                      <p:cBhvr>
                                        <p:cTn id="7" dur="500"/>
                                        <p:tgtEl>
                                          <p:spTgt spid="73729"/>
                                        </p:tgtEl>
                                      </p:cBhvr>
                                    </p:animEffect>
                                  </p:childTnLst>
                                </p:cTn>
                              </p:par>
                              <p:par>
                                <p:cTn id="8" presetID="22" presetClass="entr" presetSubtype="4" fill="hold" nodeType="withEffect">
                                  <p:stCondLst>
                                    <p:cond delay="0"/>
                                  </p:stCondLst>
                                  <p:childTnLst>
                                    <p:set>
                                      <p:cBhvr>
                                        <p:cTn id="9" dur="1" fill="hold">
                                          <p:stCondLst>
                                            <p:cond delay="0"/>
                                          </p:stCondLst>
                                        </p:cTn>
                                        <p:tgtEl>
                                          <p:spTgt spid="72724"/>
                                        </p:tgtEl>
                                        <p:attrNameLst>
                                          <p:attrName>style.visibility</p:attrName>
                                        </p:attrNameLst>
                                      </p:cBhvr>
                                      <p:to>
                                        <p:strVal val="visible"/>
                                      </p:to>
                                    </p:set>
                                    <p:animEffect transition="in" filter="wipe(down)">
                                      <p:cBhvr>
                                        <p:cTn id="10" dur="500"/>
                                        <p:tgtEl>
                                          <p:spTgt spid="7272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3731"/>
                                        </p:tgtEl>
                                        <p:attrNameLst>
                                          <p:attrName>style.visibility</p:attrName>
                                        </p:attrNameLst>
                                      </p:cBhvr>
                                      <p:to>
                                        <p:strVal val="visible"/>
                                      </p:to>
                                    </p:set>
                                    <p:animEffect transition="in" filter="wipe(left)">
                                      <p:cBhvr>
                                        <p:cTn id="15" dur="500"/>
                                        <p:tgtEl>
                                          <p:spTgt spid="73731"/>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3736"/>
                                        </p:tgtEl>
                                        <p:attrNameLst>
                                          <p:attrName>style.visibility</p:attrName>
                                        </p:attrNameLst>
                                      </p:cBhvr>
                                      <p:to>
                                        <p:strVal val="visible"/>
                                      </p:to>
                                    </p:set>
                                    <p:animEffect transition="in" filter="wipe(left)">
                                      <p:cBhvr>
                                        <p:cTn id="18" dur="500"/>
                                        <p:tgtEl>
                                          <p:spTgt spid="7373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3748"/>
                                        </p:tgtEl>
                                        <p:attrNameLst>
                                          <p:attrName>style.visibility</p:attrName>
                                        </p:attrNameLst>
                                      </p:cBhvr>
                                      <p:to>
                                        <p:strVal val="visible"/>
                                      </p:to>
                                    </p:set>
                                    <p:animEffect transition="in" filter="wipe(down)">
                                      <p:cBhvr>
                                        <p:cTn id="23" dur="500"/>
                                        <p:tgtEl>
                                          <p:spTgt spid="73748"/>
                                        </p:tgtEl>
                                      </p:cBhvr>
                                    </p:animEffect>
                                  </p:childTnLst>
                                </p:cTn>
                              </p:par>
                              <p:par>
                                <p:cTn id="24" presetID="22" presetClass="entr" presetSubtype="4" fill="hold" nodeType="withEffect">
                                  <p:stCondLst>
                                    <p:cond delay="0"/>
                                  </p:stCondLst>
                                  <p:childTnLst>
                                    <p:set>
                                      <p:cBhvr>
                                        <p:cTn id="25" dur="1" fill="hold">
                                          <p:stCondLst>
                                            <p:cond delay="0"/>
                                          </p:stCondLst>
                                        </p:cTn>
                                        <p:tgtEl>
                                          <p:spTgt spid="73749"/>
                                        </p:tgtEl>
                                        <p:attrNameLst>
                                          <p:attrName>style.visibility</p:attrName>
                                        </p:attrNameLst>
                                      </p:cBhvr>
                                      <p:to>
                                        <p:strVal val="visible"/>
                                      </p:to>
                                    </p:set>
                                    <p:animEffect transition="in" filter="wipe(down)">
                                      <p:cBhvr>
                                        <p:cTn id="26" dur="500"/>
                                        <p:tgtEl>
                                          <p:spTgt spid="73749"/>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73750"/>
                                        </p:tgtEl>
                                        <p:attrNameLst>
                                          <p:attrName>style.visibility</p:attrName>
                                        </p:attrNameLst>
                                      </p:cBhvr>
                                      <p:to>
                                        <p:strVal val="visible"/>
                                      </p:to>
                                    </p:set>
                                    <p:animEffect transition="in" filter="wipe(down)">
                                      <p:cBhvr>
                                        <p:cTn id="29" dur="500"/>
                                        <p:tgtEl>
                                          <p:spTgt spid="73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29" grpId="0"/>
      <p:bldP spid="73736" grpId="0"/>
      <p:bldP spid="73748" grpId="0"/>
      <p:bldP spid="7375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Text Box 67"/>
          <p:cNvSpPr txBox="1"/>
          <p:nvPr/>
        </p:nvSpPr>
        <p:spPr>
          <a:xfrm>
            <a:off x="1763713" y="2420938"/>
            <a:ext cx="5913437" cy="522287"/>
          </a:xfrm>
          <a:prstGeom prst="rect">
            <a:avLst/>
          </a:prstGeom>
          <a:noFill/>
          <a:ln w="9525">
            <a:noFill/>
          </a:ln>
        </p:spPr>
        <p:txBody>
          <a:bodyPr wrap="square" anchor="t" anchorCtr="0">
            <a:spAutoFit/>
          </a:bodyPr>
          <a:p>
            <a:pPr algn="just" eaLnBrk="0" hangingPunct="0"/>
            <a:r>
              <a:rPr lang="zh-CN" altLang="en-US" sz="2800" b="1" dirty="0">
                <a:solidFill>
                  <a:srgbClr val="0070C0"/>
                </a:solidFill>
                <a:latin typeface="微软雅黑" panose="020B0503020204020204" charset="-122"/>
                <a:ea typeface="微软雅黑" panose="020B0503020204020204" charset="-122"/>
              </a:rPr>
              <a:t>思考：如何用旋转矢量法分析问题？</a:t>
            </a:r>
            <a:r>
              <a:rPr lang="en-US" altLang="zh-CN" sz="2800" b="1" i="1" dirty="0">
                <a:solidFill>
                  <a:srgbClr val="0000CC"/>
                </a:solidFill>
                <a:latin typeface="Times New Roman" panose="02020603050405020304" pitchFamily="18" charset="0"/>
                <a:ea typeface="宋体" panose="02010600030101010101" pitchFamily="2" charset="-122"/>
              </a:rPr>
              <a:t> </a:t>
            </a:r>
            <a:endParaRPr lang="en-US" altLang="zh-CN" sz="2800" b="1" i="1" dirty="0">
              <a:solidFill>
                <a:srgbClr val="0000CC"/>
              </a:solidFill>
              <a:latin typeface="Times New Roman" panose="02020603050405020304" pitchFamily="18" charset="0"/>
              <a:ea typeface="宋体" panose="02010600030101010101" pitchFamily="2" charset="-122"/>
            </a:endParaRPr>
          </a:p>
        </p:txBody>
      </p:sp>
      <p:sp>
        <p:nvSpPr>
          <p:cNvPr id="26626"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灯片编号占位符 3"/>
          <p:cNvSpPr>
            <a:spLocks noGrp="1"/>
          </p:cNvSpPr>
          <p:nvPr>
            <p:ph type="sldNum" sz="quarter" idx="12"/>
          </p:nvPr>
        </p:nvSpPr>
        <p:spPr>
          <a:xfrm>
            <a:off x="6553200" y="6316663"/>
            <a:ext cx="2133600" cy="47625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27650" name="Text Box 2"/>
          <p:cNvSpPr txBox="1"/>
          <p:nvPr/>
        </p:nvSpPr>
        <p:spPr>
          <a:xfrm>
            <a:off x="250825" y="260350"/>
            <a:ext cx="8713788" cy="1938338"/>
          </a:xfrm>
          <a:prstGeom prst="rect">
            <a:avLst/>
          </a:prstGeom>
          <a:noFill/>
          <a:ln w="9525">
            <a:noFill/>
          </a:ln>
        </p:spPr>
        <p:txBody>
          <a:bodyPr anchor="t" anchorCtr="0">
            <a:spAutoFit/>
          </a:bodyPr>
          <a:p>
            <a:pPr algn="just"/>
            <a:r>
              <a:rPr lang="zh-CN" altLang="en-US" sz="2400" b="1" dirty="0">
                <a:solidFill>
                  <a:srgbClr val="CC3300"/>
                </a:solidFill>
                <a:latin typeface="楷体_GB2312"/>
                <a:ea typeface="楷体_GB2312"/>
              </a:rPr>
              <a:t>例</a:t>
            </a:r>
            <a:r>
              <a:rPr lang="en-US" altLang="zh-CN" sz="2400" b="1" dirty="0">
                <a:solidFill>
                  <a:srgbClr val="CC3300"/>
                </a:solidFill>
                <a:latin typeface="楷体_GB2312"/>
                <a:ea typeface="楷体_GB2312"/>
              </a:rPr>
              <a:t>1</a:t>
            </a:r>
            <a:r>
              <a:rPr lang="zh-CN" altLang="en-US" sz="2400" b="1" dirty="0">
                <a:solidFill>
                  <a:srgbClr val="CC3300"/>
                </a:solidFill>
                <a:latin typeface="楷体_GB2312"/>
                <a:ea typeface="楷体_GB2312"/>
              </a:rPr>
              <a:t>：</a:t>
            </a:r>
            <a:r>
              <a:rPr lang="zh-CN" altLang="en-US" sz="2400" b="1" dirty="0">
                <a:latin typeface="楷体_GB2312"/>
                <a:ea typeface="楷体_GB2312"/>
              </a:rPr>
              <a:t>一物体沿</a:t>
            </a:r>
            <a:r>
              <a:rPr lang="en-US" altLang="zh-CN" sz="2400" b="1" i="1" dirty="0">
                <a:latin typeface="Times New Roman" panose="02020603050405020304" pitchFamily="18" charset="0"/>
                <a:ea typeface="楷体_GB2312"/>
              </a:rPr>
              <a:t>x</a:t>
            </a:r>
            <a:r>
              <a:rPr lang="zh-CN" altLang="en-US" sz="2400" b="1" dirty="0">
                <a:latin typeface="楷体_GB2312"/>
                <a:ea typeface="楷体_GB2312"/>
              </a:rPr>
              <a:t>轴作简谐振动，振幅</a:t>
            </a:r>
            <a:r>
              <a:rPr lang="en-US" altLang="zh-CN" sz="2400" b="1" i="1" dirty="0">
                <a:latin typeface="Times New Roman" panose="02020603050405020304" pitchFamily="18" charset="0"/>
                <a:ea typeface="楷体_GB2312"/>
              </a:rPr>
              <a:t>A</a:t>
            </a:r>
            <a:r>
              <a:rPr lang="en-US" altLang="zh-CN" sz="2400" b="1" dirty="0">
                <a:latin typeface="Times New Roman" panose="02020603050405020304" pitchFamily="18" charset="0"/>
                <a:ea typeface="楷体_GB2312"/>
              </a:rPr>
              <a:t>=0.12m,</a:t>
            </a:r>
            <a:r>
              <a:rPr lang="zh-CN" altLang="en-US" sz="2400" b="1" dirty="0">
                <a:latin typeface="楷体_GB2312"/>
                <a:ea typeface="楷体_GB2312"/>
              </a:rPr>
              <a:t>周期</a:t>
            </a:r>
            <a:r>
              <a:rPr lang="en-US" altLang="zh-CN" sz="2400" b="1" i="1" dirty="0">
                <a:latin typeface="Times New Roman" panose="02020603050405020304" pitchFamily="18" charset="0"/>
                <a:ea typeface="楷体_GB2312"/>
              </a:rPr>
              <a:t>T</a:t>
            </a:r>
            <a:r>
              <a:rPr lang="en-US" altLang="zh-CN" sz="2400" b="1" dirty="0">
                <a:latin typeface="Times New Roman" panose="02020603050405020304" pitchFamily="18" charset="0"/>
                <a:ea typeface="楷体_GB2312"/>
              </a:rPr>
              <a:t>=2s</a:t>
            </a:r>
            <a:r>
              <a:rPr lang="zh-CN" altLang="en-US" sz="2400" b="1" dirty="0">
                <a:latin typeface="Times New Roman" panose="02020603050405020304" pitchFamily="18" charset="0"/>
                <a:ea typeface="楷体_GB2312"/>
              </a:rPr>
              <a:t>。</a:t>
            </a:r>
            <a:r>
              <a:rPr lang="zh-CN" altLang="en-US" sz="2400" b="1" dirty="0">
                <a:latin typeface="楷体_GB2312"/>
                <a:ea typeface="楷体_GB2312"/>
              </a:rPr>
              <a:t>当</a:t>
            </a:r>
            <a:r>
              <a:rPr lang="en-US" altLang="zh-CN" sz="2400" b="1" i="1" dirty="0">
                <a:latin typeface="Times New Roman" panose="02020603050405020304" pitchFamily="18" charset="0"/>
                <a:ea typeface="楷体_GB2312"/>
              </a:rPr>
              <a:t>t</a:t>
            </a:r>
            <a:r>
              <a:rPr lang="en-US" altLang="zh-CN" sz="2400" b="1" dirty="0">
                <a:latin typeface="Times New Roman" panose="02020603050405020304" pitchFamily="18" charset="0"/>
                <a:ea typeface="楷体_GB2312"/>
              </a:rPr>
              <a:t>=0</a:t>
            </a:r>
            <a:r>
              <a:rPr lang="zh-CN" altLang="en-US" sz="2400" b="1" dirty="0">
                <a:latin typeface="楷体_GB2312"/>
                <a:ea typeface="楷体_GB2312"/>
              </a:rPr>
              <a:t>时</a:t>
            </a:r>
            <a:r>
              <a:rPr lang="en-US" altLang="zh-CN" sz="2400" b="1" dirty="0">
                <a:latin typeface="楷体_GB2312"/>
                <a:ea typeface="楷体_GB2312"/>
              </a:rPr>
              <a:t>,</a:t>
            </a:r>
            <a:r>
              <a:rPr lang="zh-CN" altLang="en-US" sz="2400" b="1" dirty="0">
                <a:latin typeface="楷体_GB2312"/>
                <a:ea typeface="楷体_GB2312"/>
              </a:rPr>
              <a:t>物体的位移</a:t>
            </a:r>
            <a:r>
              <a:rPr lang="en-US" altLang="zh-CN" sz="2400" b="1" i="1" dirty="0">
                <a:latin typeface="Times New Roman" panose="02020603050405020304" pitchFamily="18" charset="0"/>
                <a:ea typeface="楷体_GB2312"/>
              </a:rPr>
              <a:t>x</a:t>
            </a:r>
            <a:r>
              <a:rPr lang="en-US" altLang="zh-CN" sz="2400" b="1" dirty="0">
                <a:latin typeface="Times New Roman" panose="02020603050405020304" pitchFamily="18" charset="0"/>
                <a:ea typeface="楷体_GB2312"/>
              </a:rPr>
              <a:t>=0.06m</a:t>
            </a:r>
            <a:r>
              <a:rPr lang="en-US" altLang="zh-CN" sz="2400" b="1" dirty="0">
                <a:latin typeface="楷体_GB2312"/>
                <a:ea typeface="楷体_GB2312"/>
              </a:rPr>
              <a:t>,</a:t>
            </a:r>
            <a:r>
              <a:rPr lang="zh-CN" altLang="en-US" sz="2400" b="1" dirty="0">
                <a:latin typeface="楷体_GB2312"/>
                <a:ea typeface="楷体_GB2312"/>
              </a:rPr>
              <a:t>且向</a:t>
            </a:r>
            <a:r>
              <a:rPr lang="en-US" altLang="zh-CN" sz="2400" b="1" i="1" dirty="0">
                <a:latin typeface="Times New Roman" panose="02020603050405020304" pitchFamily="18" charset="0"/>
                <a:ea typeface="楷体_GB2312"/>
              </a:rPr>
              <a:t>x</a:t>
            </a:r>
            <a:r>
              <a:rPr lang="zh-CN" altLang="en-US" sz="2400" b="1" dirty="0">
                <a:latin typeface="楷体_GB2312"/>
                <a:ea typeface="楷体_GB2312"/>
              </a:rPr>
              <a:t>轴正向运动。</a:t>
            </a:r>
            <a:endParaRPr lang="zh-CN" altLang="en-US" sz="2400" b="1" dirty="0">
              <a:latin typeface="楷体_GB2312"/>
              <a:ea typeface="楷体_GB2312"/>
            </a:endParaRPr>
          </a:p>
          <a:p>
            <a:pPr algn="just"/>
            <a:r>
              <a:rPr lang="zh-CN" altLang="en-US" sz="2400" b="1" dirty="0">
                <a:latin typeface="楷体_GB2312"/>
                <a:ea typeface="楷体_GB2312"/>
              </a:rPr>
              <a:t>求</a:t>
            </a:r>
            <a:r>
              <a:rPr lang="en-US" altLang="zh-CN" sz="2400" b="1" dirty="0">
                <a:latin typeface="楷体_GB2312"/>
                <a:ea typeface="楷体_GB2312"/>
              </a:rPr>
              <a:t>:(1)</a:t>
            </a:r>
            <a:r>
              <a:rPr lang="zh-CN" altLang="en-US" sz="2400" b="1" dirty="0">
                <a:latin typeface="楷体_GB2312"/>
                <a:ea typeface="楷体_GB2312"/>
              </a:rPr>
              <a:t>简谐振动表达式</a:t>
            </a:r>
            <a:r>
              <a:rPr lang="en-US" altLang="zh-CN" sz="2400" b="1" dirty="0">
                <a:latin typeface="楷体_GB2312"/>
                <a:ea typeface="楷体_GB2312"/>
              </a:rPr>
              <a:t>;(2) </a:t>
            </a:r>
            <a:r>
              <a:rPr lang="en-US" altLang="zh-CN" sz="2400" b="1" i="1" dirty="0">
                <a:latin typeface="Times New Roman" panose="02020603050405020304" pitchFamily="18" charset="0"/>
                <a:ea typeface="楷体_GB2312"/>
              </a:rPr>
              <a:t>t</a:t>
            </a:r>
            <a:r>
              <a:rPr lang="en-US" altLang="zh-CN" sz="2400" b="1" dirty="0">
                <a:latin typeface="Times New Roman" panose="02020603050405020304" pitchFamily="18" charset="0"/>
                <a:ea typeface="楷体_GB2312"/>
              </a:rPr>
              <a:t> =</a:t>
            </a:r>
            <a:r>
              <a:rPr lang="en-US" altLang="zh-CN" sz="2400" b="1" i="1" dirty="0">
                <a:latin typeface="Times New Roman" panose="02020603050405020304" pitchFamily="18" charset="0"/>
                <a:ea typeface="楷体_GB2312"/>
              </a:rPr>
              <a:t>T</a:t>
            </a:r>
            <a:r>
              <a:rPr lang="en-US" altLang="zh-CN" sz="2400" b="1" dirty="0">
                <a:latin typeface="Times New Roman" panose="02020603050405020304" pitchFamily="18" charset="0"/>
                <a:ea typeface="楷体_GB2312"/>
              </a:rPr>
              <a:t>/4</a:t>
            </a:r>
            <a:r>
              <a:rPr lang="zh-CN" altLang="en-US" sz="2400" b="1" dirty="0">
                <a:latin typeface="楷体_GB2312"/>
                <a:ea typeface="楷体_GB2312"/>
              </a:rPr>
              <a:t>时物体的位置、速度和加速度</a:t>
            </a:r>
            <a:r>
              <a:rPr lang="en-US" altLang="zh-CN" sz="2400" b="1" dirty="0">
                <a:latin typeface="楷体_GB2312"/>
                <a:ea typeface="楷体_GB2312"/>
              </a:rPr>
              <a:t>;(3)</a:t>
            </a:r>
            <a:r>
              <a:rPr lang="zh-CN" altLang="en-US" sz="2400" b="1" dirty="0">
                <a:latin typeface="楷体_GB2312"/>
                <a:ea typeface="楷体_GB2312"/>
              </a:rPr>
              <a:t>物体从</a:t>
            </a:r>
            <a:r>
              <a:rPr lang="en-US" altLang="zh-CN" sz="2400" b="1" i="1" dirty="0">
                <a:latin typeface="Times New Roman" panose="02020603050405020304" pitchFamily="18" charset="0"/>
                <a:ea typeface="楷体_GB2312"/>
              </a:rPr>
              <a:t>x </a:t>
            </a:r>
            <a:r>
              <a:rPr lang="en-US" altLang="zh-CN" sz="2400" b="1" dirty="0">
                <a:latin typeface="Times New Roman" panose="02020603050405020304" pitchFamily="18" charset="0"/>
                <a:ea typeface="楷体_GB2312"/>
              </a:rPr>
              <a:t>= -0.06m</a:t>
            </a:r>
            <a:r>
              <a:rPr lang="zh-CN" altLang="en-US" sz="2400" b="1" dirty="0">
                <a:latin typeface="楷体_GB2312"/>
                <a:ea typeface="楷体_GB2312"/>
              </a:rPr>
              <a:t>向</a:t>
            </a:r>
            <a:r>
              <a:rPr lang="en-US" altLang="zh-CN" sz="2400" b="1" i="1" dirty="0">
                <a:latin typeface="Times New Roman" panose="02020603050405020304" pitchFamily="18" charset="0"/>
                <a:ea typeface="楷体_GB2312"/>
              </a:rPr>
              <a:t>x</a:t>
            </a:r>
            <a:r>
              <a:rPr lang="zh-CN" altLang="en-US" sz="2400" b="1" dirty="0">
                <a:latin typeface="楷体_GB2312"/>
                <a:ea typeface="楷体_GB2312"/>
              </a:rPr>
              <a:t>轴负方向运动，第一次回到平衡位置所需时间。</a:t>
            </a:r>
            <a:endParaRPr lang="zh-CN" altLang="en-US" sz="2400" b="1" dirty="0">
              <a:latin typeface="楷体_GB2312"/>
              <a:ea typeface="楷体_GB2312"/>
            </a:endParaRPr>
          </a:p>
        </p:txBody>
      </p:sp>
      <p:sp>
        <p:nvSpPr>
          <p:cNvPr id="203779" name="Text Box 3"/>
          <p:cNvSpPr txBox="1"/>
          <p:nvPr/>
        </p:nvSpPr>
        <p:spPr>
          <a:xfrm>
            <a:off x="395288" y="2106613"/>
            <a:ext cx="8305800" cy="457200"/>
          </a:xfrm>
          <a:prstGeom prst="rect">
            <a:avLst/>
          </a:prstGeom>
          <a:noFill/>
          <a:ln w="9525">
            <a:noFill/>
          </a:ln>
        </p:spPr>
        <p:txBody>
          <a:bodyPr anchor="t" anchorCtr="0">
            <a:spAutoFit/>
          </a:bodyPr>
          <a:p>
            <a:pPr algn="just"/>
            <a:r>
              <a:rPr lang="zh-CN" altLang="en-US" sz="2400" b="1" dirty="0">
                <a:solidFill>
                  <a:srgbClr val="000066"/>
                </a:solidFill>
                <a:latin typeface="楷体_GB2312"/>
                <a:ea typeface="楷体_GB2312"/>
              </a:rPr>
              <a:t>解</a:t>
            </a:r>
            <a:r>
              <a:rPr lang="en-US" altLang="zh-CN" sz="2400" b="1" dirty="0">
                <a:solidFill>
                  <a:srgbClr val="000066"/>
                </a:solidFill>
                <a:latin typeface="楷体_GB2312"/>
                <a:ea typeface="楷体_GB2312"/>
              </a:rPr>
              <a:t>: (1)</a:t>
            </a:r>
            <a:r>
              <a:rPr lang="zh-CN" altLang="en-US" sz="2400" b="1" dirty="0">
                <a:solidFill>
                  <a:srgbClr val="000066"/>
                </a:solidFill>
                <a:latin typeface="楷体_GB2312"/>
                <a:ea typeface="楷体_GB2312"/>
              </a:rPr>
              <a:t>取平衡位置为坐标原点</a:t>
            </a:r>
            <a:r>
              <a:rPr lang="en-US" altLang="zh-CN" sz="2400" b="1" dirty="0">
                <a:solidFill>
                  <a:srgbClr val="000066"/>
                </a:solidFill>
                <a:latin typeface="楷体_GB2312"/>
                <a:ea typeface="楷体_GB2312"/>
              </a:rPr>
              <a:t>,</a:t>
            </a:r>
            <a:r>
              <a:rPr lang="zh-CN" altLang="en-US" sz="2400" b="1" dirty="0">
                <a:solidFill>
                  <a:srgbClr val="000066"/>
                </a:solidFill>
                <a:latin typeface="楷体_GB2312"/>
                <a:ea typeface="楷体_GB2312"/>
              </a:rPr>
              <a:t>谐振动表达式写为：</a:t>
            </a:r>
            <a:endParaRPr lang="zh-CN" altLang="en-US" sz="2400" b="1" dirty="0">
              <a:solidFill>
                <a:srgbClr val="000066"/>
              </a:solidFill>
              <a:latin typeface="楷体_GB2312"/>
              <a:ea typeface="楷体_GB2312"/>
            </a:endParaRPr>
          </a:p>
        </p:txBody>
      </p:sp>
      <p:graphicFrame>
        <p:nvGraphicFramePr>
          <p:cNvPr id="203780" name="Object 4"/>
          <p:cNvGraphicFramePr>
            <a:graphicFrameLocks noChangeAspect="1"/>
          </p:cNvGraphicFramePr>
          <p:nvPr/>
        </p:nvGraphicFramePr>
        <p:xfrm>
          <a:off x="2916238" y="2540000"/>
          <a:ext cx="2663825" cy="509588"/>
        </p:xfrm>
        <a:graphic>
          <a:graphicData uri="http://schemas.openxmlformats.org/presentationml/2006/ole">
            <mc:AlternateContent xmlns:mc="http://schemas.openxmlformats.org/markup-compatibility/2006">
              <mc:Choice xmlns:v="urn:schemas-microsoft-com:vml" Requires="v">
                <p:oleObj spid="_x0000_s3142" name="" r:id="rId1" imgW="1117600" imgH="228600" progId="Equation.3">
                  <p:embed/>
                </p:oleObj>
              </mc:Choice>
              <mc:Fallback>
                <p:oleObj name="" r:id="rId1" imgW="1117600" imgH="228600" progId="Equation.3">
                  <p:embed/>
                  <p:pic>
                    <p:nvPicPr>
                      <p:cNvPr id="0" name="图片 3141"/>
                      <p:cNvPicPr/>
                      <p:nvPr/>
                    </p:nvPicPr>
                    <p:blipFill>
                      <a:blip r:embed="rId2"/>
                      <a:stretch>
                        <a:fillRect/>
                      </a:stretch>
                    </p:blipFill>
                    <p:spPr>
                      <a:xfrm>
                        <a:off x="2916238" y="2540000"/>
                        <a:ext cx="2663825" cy="509588"/>
                      </a:xfrm>
                      <a:prstGeom prst="rect">
                        <a:avLst/>
                      </a:prstGeom>
                      <a:noFill/>
                      <a:ln w="38100">
                        <a:noFill/>
                        <a:miter/>
                      </a:ln>
                    </p:spPr>
                  </p:pic>
                </p:oleObj>
              </mc:Fallback>
            </mc:AlternateContent>
          </a:graphicData>
        </a:graphic>
      </p:graphicFrame>
      <p:sp>
        <p:nvSpPr>
          <p:cNvPr id="339975" name="Text Box 7"/>
          <p:cNvSpPr txBox="1"/>
          <p:nvPr/>
        </p:nvSpPr>
        <p:spPr>
          <a:xfrm>
            <a:off x="1112838" y="2943225"/>
            <a:ext cx="3005137" cy="460375"/>
          </a:xfrm>
          <a:prstGeom prst="rect">
            <a:avLst/>
          </a:prstGeom>
          <a:noFill/>
          <a:ln w="9525">
            <a:noFill/>
          </a:ln>
        </p:spPr>
        <p:txBody>
          <a:bodyPr anchor="t" anchorCtr="0">
            <a:spAutoFit/>
          </a:bodyPr>
          <a:p>
            <a:pPr algn="just"/>
            <a:r>
              <a:rPr lang="zh-CN" altLang="en-US" sz="2400" dirty="0">
                <a:latin typeface="Times New Roman" panose="02020603050405020304" pitchFamily="18" charset="0"/>
                <a:ea typeface="微软雅黑" panose="020B0503020204020204" charset="-122"/>
              </a:rPr>
              <a:t>其中</a:t>
            </a:r>
            <a:r>
              <a:rPr lang="en-US" altLang="zh-CN" sz="2400" i="1" dirty="0">
                <a:latin typeface="Times New Roman" panose="02020603050405020304" pitchFamily="18" charset="0"/>
                <a:ea typeface="微软雅黑" panose="020B0503020204020204" charset="-122"/>
              </a:rPr>
              <a:t>A</a:t>
            </a:r>
            <a:r>
              <a:rPr lang="en-US" altLang="zh-CN" sz="2400" dirty="0">
                <a:latin typeface="Times New Roman" panose="02020603050405020304" pitchFamily="18" charset="0"/>
                <a:ea typeface="微软雅黑" panose="020B0503020204020204" charset="-122"/>
              </a:rPr>
              <a:t>=0.12m, </a:t>
            </a:r>
            <a:r>
              <a:rPr lang="en-US" altLang="zh-CN" sz="2400" i="1" dirty="0">
                <a:latin typeface="Times New Roman" panose="02020603050405020304" pitchFamily="18" charset="0"/>
                <a:ea typeface="微软雅黑" panose="020B0503020204020204" charset="-122"/>
              </a:rPr>
              <a:t>T</a:t>
            </a:r>
            <a:r>
              <a:rPr lang="en-US" altLang="zh-CN" sz="2400" dirty="0">
                <a:latin typeface="Times New Roman" panose="02020603050405020304" pitchFamily="18" charset="0"/>
                <a:ea typeface="微软雅黑" panose="020B0503020204020204" charset="-122"/>
              </a:rPr>
              <a:t>=2s, </a:t>
            </a:r>
            <a:endParaRPr lang="en-US" altLang="zh-CN" sz="2400" dirty="0">
              <a:latin typeface="Times New Roman" panose="02020603050405020304" pitchFamily="18" charset="0"/>
              <a:ea typeface="微软雅黑" panose="020B0503020204020204" charset="-122"/>
            </a:endParaRPr>
          </a:p>
        </p:txBody>
      </p:sp>
      <p:graphicFrame>
        <p:nvGraphicFramePr>
          <p:cNvPr id="339976" name="Object 8"/>
          <p:cNvGraphicFramePr>
            <a:graphicFrameLocks noChangeAspect="1"/>
          </p:cNvGraphicFramePr>
          <p:nvPr/>
        </p:nvGraphicFramePr>
        <p:xfrm>
          <a:off x="4140200" y="2943225"/>
          <a:ext cx="1355725" cy="455613"/>
        </p:xfrm>
        <a:graphic>
          <a:graphicData uri="http://schemas.openxmlformats.org/presentationml/2006/ole">
            <mc:AlternateContent xmlns:mc="http://schemas.openxmlformats.org/markup-compatibility/2006">
              <mc:Choice xmlns:v="urn:schemas-microsoft-com:vml" Requires="v">
                <p:oleObj spid="_x0000_s3144" name="" r:id="rId3" imgW="622300" imgH="215900" progId="Equation.3">
                  <p:embed/>
                </p:oleObj>
              </mc:Choice>
              <mc:Fallback>
                <p:oleObj name="" r:id="rId3" imgW="622300" imgH="215900" progId="Equation.3">
                  <p:embed/>
                  <p:pic>
                    <p:nvPicPr>
                      <p:cNvPr id="0" name="图片 3143"/>
                      <p:cNvPicPr/>
                      <p:nvPr/>
                    </p:nvPicPr>
                    <p:blipFill>
                      <a:blip r:embed="rId4"/>
                      <a:stretch>
                        <a:fillRect/>
                      </a:stretch>
                    </p:blipFill>
                    <p:spPr>
                      <a:xfrm>
                        <a:off x="4140200" y="2943225"/>
                        <a:ext cx="1355725" cy="455613"/>
                      </a:xfrm>
                      <a:prstGeom prst="rect">
                        <a:avLst/>
                      </a:prstGeom>
                      <a:noFill/>
                      <a:ln w="38100">
                        <a:noFill/>
                        <a:miter/>
                      </a:ln>
                    </p:spPr>
                  </p:pic>
                </p:oleObj>
              </mc:Fallback>
            </mc:AlternateContent>
          </a:graphicData>
        </a:graphic>
      </p:graphicFrame>
      <p:sp>
        <p:nvSpPr>
          <p:cNvPr id="2" name="Text Box 7"/>
          <p:cNvSpPr txBox="1"/>
          <p:nvPr/>
        </p:nvSpPr>
        <p:spPr>
          <a:xfrm>
            <a:off x="900113" y="3475038"/>
            <a:ext cx="5113337" cy="457200"/>
          </a:xfrm>
          <a:prstGeom prst="rect">
            <a:avLst/>
          </a:prstGeom>
          <a:noFill/>
          <a:ln w="9525">
            <a:noFill/>
          </a:ln>
        </p:spPr>
        <p:txBody>
          <a:bodyPr anchor="t" anchorCtr="0">
            <a:spAutoFit/>
          </a:bodyPr>
          <a:p>
            <a:pPr algn="just"/>
            <a:r>
              <a:rPr lang="zh-CN" altLang="en-US" sz="2400" b="1" dirty="0">
                <a:solidFill>
                  <a:srgbClr val="FF3300"/>
                </a:solidFill>
                <a:latin typeface="Times New Roman" panose="02020603050405020304" pitchFamily="18" charset="0"/>
                <a:ea typeface="黑体" panose="02010609060101010101" pitchFamily="2" charset="-122"/>
              </a:rPr>
              <a:t>初始条件：</a:t>
            </a:r>
            <a:r>
              <a:rPr lang="en-US" altLang="zh-CN" sz="2400" b="1" i="1" dirty="0">
                <a:solidFill>
                  <a:srgbClr val="000066"/>
                </a:solidFill>
                <a:latin typeface="Times New Roman" panose="02020603050405020304" pitchFamily="18" charset="0"/>
                <a:ea typeface="楷体_GB2312"/>
              </a:rPr>
              <a:t>t</a:t>
            </a:r>
            <a:r>
              <a:rPr lang="en-US" altLang="zh-CN" sz="2400" b="1" dirty="0">
                <a:solidFill>
                  <a:srgbClr val="000066"/>
                </a:solidFill>
                <a:latin typeface="Times New Roman" panose="02020603050405020304" pitchFamily="18" charset="0"/>
                <a:ea typeface="楷体_GB2312"/>
              </a:rPr>
              <a:t> = 0, </a:t>
            </a:r>
            <a:r>
              <a:rPr lang="en-US" altLang="zh-CN" sz="2400" b="1" i="1" dirty="0">
                <a:solidFill>
                  <a:srgbClr val="000066"/>
                </a:solidFill>
                <a:latin typeface="Times New Roman" panose="02020603050405020304" pitchFamily="18" charset="0"/>
                <a:ea typeface="楷体_GB2312"/>
              </a:rPr>
              <a:t>x</a:t>
            </a:r>
            <a:r>
              <a:rPr lang="en-US" altLang="zh-CN" sz="2400" b="1" baseline="-25000" dirty="0">
                <a:solidFill>
                  <a:srgbClr val="000066"/>
                </a:solidFill>
                <a:latin typeface="Times New Roman" panose="02020603050405020304" pitchFamily="18" charset="0"/>
                <a:ea typeface="楷体_GB2312"/>
              </a:rPr>
              <a:t>0</a:t>
            </a:r>
            <a:r>
              <a:rPr lang="en-US" altLang="zh-CN" sz="2400" b="1" dirty="0">
                <a:solidFill>
                  <a:srgbClr val="000066"/>
                </a:solidFill>
                <a:latin typeface="Times New Roman" panose="02020603050405020304" pitchFamily="18" charset="0"/>
                <a:ea typeface="楷体_GB2312"/>
              </a:rPr>
              <a:t>=0.06m,</a:t>
            </a:r>
            <a:r>
              <a:rPr lang="zh-CN" altLang="en-US" sz="2400" b="1" dirty="0">
                <a:solidFill>
                  <a:srgbClr val="000066"/>
                </a:solidFill>
                <a:latin typeface="Times New Roman" panose="02020603050405020304" pitchFamily="18" charset="0"/>
                <a:ea typeface="楷体_GB2312"/>
              </a:rPr>
              <a:t>可得</a:t>
            </a:r>
            <a:endParaRPr lang="zh-CN" altLang="en-US" sz="2400" b="1" dirty="0">
              <a:solidFill>
                <a:srgbClr val="000066"/>
              </a:solidFill>
              <a:latin typeface="Times New Roman" panose="02020603050405020304" pitchFamily="18" charset="0"/>
              <a:ea typeface="楷体_GB2312"/>
            </a:endParaRPr>
          </a:p>
        </p:txBody>
      </p:sp>
      <p:graphicFrame>
        <p:nvGraphicFramePr>
          <p:cNvPr id="3" name="Object 8"/>
          <p:cNvGraphicFramePr>
            <a:graphicFrameLocks noChangeAspect="1"/>
          </p:cNvGraphicFramePr>
          <p:nvPr/>
        </p:nvGraphicFramePr>
        <p:xfrm>
          <a:off x="1376363" y="4070350"/>
          <a:ext cx="2043112" cy="341313"/>
        </p:xfrm>
        <a:graphic>
          <a:graphicData uri="http://schemas.openxmlformats.org/presentationml/2006/ole">
            <mc:AlternateContent xmlns:mc="http://schemas.openxmlformats.org/markup-compatibility/2006">
              <mc:Choice xmlns:v="urn:schemas-microsoft-com:vml" Requires="v">
                <p:oleObj spid="_x0000_s3150" name="" r:id="rId5" imgW="2614295" imgH="431165" progId="Equation.3">
                  <p:embed/>
                </p:oleObj>
              </mc:Choice>
              <mc:Fallback>
                <p:oleObj name="" r:id="rId5" imgW="2614295" imgH="431165" progId="Equation.3">
                  <p:embed/>
                  <p:pic>
                    <p:nvPicPr>
                      <p:cNvPr id="0" name="图片 3149"/>
                      <p:cNvPicPr/>
                      <p:nvPr/>
                    </p:nvPicPr>
                    <p:blipFill>
                      <a:blip r:embed="rId6">
                        <a:clrChange>
                          <a:clrFrom>
                            <a:srgbClr val="000000"/>
                          </a:clrFrom>
                          <a:clrTo>
                            <a:srgbClr val="000000">
                              <a:alpha val="0"/>
                            </a:srgbClr>
                          </a:clrTo>
                        </a:clrChange>
                      </a:blip>
                      <a:stretch>
                        <a:fillRect/>
                      </a:stretch>
                    </p:blipFill>
                    <p:spPr>
                      <a:xfrm>
                        <a:off x="1376363" y="4070350"/>
                        <a:ext cx="2043112" cy="341313"/>
                      </a:xfrm>
                      <a:prstGeom prst="rect">
                        <a:avLst/>
                      </a:prstGeom>
                      <a:noFill/>
                      <a:ln w="38100">
                        <a:noFill/>
                        <a:miter/>
                      </a:ln>
                    </p:spPr>
                  </p:pic>
                </p:oleObj>
              </mc:Fallback>
            </mc:AlternateContent>
          </a:graphicData>
        </a:graphic>
      </p:graphicFrame>
      <p:sp>
        <p:nvSpPr>
          <p:cNvPr id="5" name="AutoShape 9"/>
          <p:cNvSpPr/>
          <p:nvPr/>
        </p:nvSpPr>
        <p:spPr>
          <a:xfrm flipV="1">
            <a:off x="3779838" y="4178300"/>
            <a:ext cx="457200" cy="79375"/>
          </a:xfrm>
          <a:prstGeom prst="notchedRightArrow">
            <a:avLst>
              <a:gd name="adj1" fmla="val 50000"/>
              <a:gd name="adj2" fmla="val 143920"/>
            </a:avLst>
          </a:prstGeom>
          <a:solidFill>
            <a:srgbClr val="66FF66"/>
          </a:solidFill>
          <a:ln w="9525" cap="flat" cmpd="sng">
            <a:solidFill>
              <a:srgbClr val="FF00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 name="AutoShape 13"/>
          <p:cNvSpPr/>
          <p:nvPr/>
        </p:nvSpPr>
        <p:spPr>
          <a:xfrm>
            <a:off x="1331913" y="4699000"/>
            <a:ext cx="533400" cy="82550"/>
          </a:xfrm>
          <a:prstGeom prst="notchedRightArrow">
            <a:avLst>
              <a:gd name="adj1" fmla="val 50000"/>
              <a:gd name="adj2" fmla="val 161418"/>
            </a:avLst>
          </a:prstGeom>
          <a:solidFill>
            <a:srgbClr val="66FF66"/>
          </a:solidFill>
          <a:ln w="9525" cap="flat" cmpd="sng">
            <a:solidFill>
              <a:srgbClr val="FF00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5" name="Text Box 15"/>
          <p:cNvSpPr txBox="1"/>
          <p:nvPr/>
        </p:nvSpPr>
        <p:spPr>
          <a:xfrm>
            <a:off x="323850" y="4986338"/>
            <a:ext cx="8305800" cy="457200"/>
          </a:xfrm>
          <a:prstGeom prst="rect">
            <a:avLst/>
          </a:prstGeom>
          <a:noFill/>
          <a:ln w="9525">
            <a:noFill/>
          </a:ln>
        </p:spPr>
        <p:txBody>
          <a:bodyPr anchor="t" anchorCtr="0">
            <a:spAutoFit/>
          </a:bodyPr>
          <a:p>
            <a:pPr algn="just"/>
            <a:r>
              <a:rPr lang="en-US" altLang="zh-CN" sz="2400" b="1" dirty="0">
                <a:solidFill>
                  <a:srgbClr val="000066"/>
                </a:solidFill>
                <a:latin typeface="宋体" panose="02010600030101010101" pitchFamily="2" charset="-122"/>
                <a:ea typeface="楷体_GB2312"/>
              </a:rPr>
              <a:t>(2) </a:t>
            </a:r>
            <a:r>
              <a:rPr lang="zh-CN" altLang="en-US" sz="2400" b="1" dirty="0">
                <a:solidFill>
                  <a:srgbClr val="000066"/>
                </a:solidFill>
                <a:latin typeface="楷体_GB2312"/>
                <a:ea typeface="楷体_GB2312"/>
              </a:rPr>
              <a:t>由</a:t>
            </a:r>
            <a:r>
              <a:rPr lang="en-US" altLang="zh-CN" sz="2400" b="1" dirty="0">
                <a:solidFill>
                  <a:srgbClr val="000066"/>
                </a:solidFill>
                <a:latin typeface="宋体" panose="02010600030101010101" pitchFamily="2" charset="-122"/>
                <a:ea typeface="楷体_GB2312"/>
              </a:rPr>
              <a:t>(1)</a:t>
            </a:r>
            <a:r>
              <a:rPr lang="zh-CN" altLang="en-US" sz="2400" b="1" dirty="0">
                <a:solidFill>
                  <a:srgbClr val="000066"/>
                </a:solidFill>
                <a:latin typeface="楷体_GB2312"/>
                <a:ea typeface="楷体_GB2312"/>
              </a:rPr>
              <a:t>求得的简谐振动表达式得</a:t>
            </a:r>
            <a:r>
              <a:rPr lang="en-US" altLang="zh-CN" sz="2400" b="1" dirty="0">
                <a:solidFill>
                  <a:srgbClr val="000066"/>
                </a:solidFill>
                <a:latin typeface="楷体_GB2312"/>
                <a:ea typeface="楷体_GB2312"/>
              </a:rPr>
              <a:t>:</a:t>
            </a:r>
            <a:endParaRPr lang="en-US" altLang="zh-CN" sz="2400" b="1" dirty="0">
              <a:solidFill>
                <a:srgbClr val="000066"/>
              </a:solidFill>
              <a:latin typeface="楷体_GB2312"/>
              <a:ea typeface="楷体_GB2312"/>
            </a:endParaRPr>
          </a:p>
        </p:txBody>
      </p:sp>
      <p:graphicFrame>
        <p:nvGraphicFramePr>
          <p:cNvPr id="20" name="Object 13"/>
          <p:cNvGraphicFramePr>
            <a:graphicFrameLocks noChangeAspect="1"/>
          </p:cNvGraphicFramePr>
          <p:nvPr/>
        </p:nvGraphicFramePr>
        <p:xfrm>
          <a:off x="4440238" y="3963988"/>
          <a:ext cx="1673225" cy="498475"/>
        </p:xfrm>
        <a:graphic>
          <a:graphicData uri="http://schemas.openxmlformats.org/presentationml/2006/ole">
            <mc:AlternateContent xmlns:mc="http://schemas.openxmlformats.org/markup-compatibility/2006">
              <mc:Choice xmlns:v="urn:schemas-microsoft-com:vml" Requires="v">
                <p:oleObj spid="_x0000_s3147" name="" r:id="rId7" imgW="647700" imgH="228600" progId="Equation.3">
                  <p:embed/>
                </p:oleObj>
              </mc:Choice>
              <mc:Fallback>
                <p:oleObj name="" r:id="rId7" imgW="647700" imgH="228600" progId="Equation.3">
                  <p:embed/>
                  <p:pic>
                    <p:nvPicPr>
                      <p:cNvPr id="0" name="图片 3146"/>
                      <p:cNvPicPr/>
                      <p:nvPr/>
                    </p:nvPicPr>
                    <p:blipFill>
                      <a:blip r:embed="rId8"/>
                      <a:stretch>
                        <a:fillRect/>
                      </a:stretch>
                    </p:blipFill>
                    <p:spPr>
                      <a:xfrm>
                        <a:off x="4440238" y="3963988"/>
                        <a:ext cx="1673225" cy="498475"/>
                      </a:xfrm>
                      <a:prstGeom prst="rect">
                        <a:avLst/>
                      </a:prstGeom>
                      <a:solidFill>
                        <a:srgbClr val="BADDE1"/>
                      </a:solidFill>
                      <a:ln w="38100">
                        <a:noFill/>
                        <a:miter/>
                      </a:ln>
                    </p:spPr>
                  </p:pic>
                </p:oleObj>
              </mc:Fallback>
            </mc:AlternateContent>
          </a:graphicData>
        </a:graphic>
      </p:graphicFrame>
      <p:graphicFrame>
        <p:nvGraphicFramePr>
          <p:cNvPr id="41" name="Object 10"/>
          <p:cNvGraphicFramePr>
            <a:graphicFrameLocks noChangeAspect="1"/>
          </p:cNvGraphicFramePr>
          <p:nvPr/>
        </p:nvGraphicFramePr>
        <p:xfrm>
          <a:off x="6013450" y="3508375"/>
          <a:ext cx="2403475" cy="423863"/>
        </p:xfrm>
        <a:graphic>
          <a:graphicData uri="http://schemas.openxmlformats.org/presentationml/2006/ole">
            <mc:AlternateContent xmlns:mc="http://schemas.openxmlformats.org/markup-compatibility/2006">
              <mc:Choice xmlns:v="urn:schemas-microsoft-com:vml" Requires="v">
                <p:oleObj spid="_x0000_s3151" name="" r:id="rId9" imgW="28346400" imgH="5486400" progId="Equation.3">
                  <p:embed/>
                </p:oleObj>
              </mc:Choice>
              <mc:Fallback>
                <p:oleObj name="" r:id="rId9" imgW="28346400" imgH="5486400" progId="Equation.3">
                  <p:embed/>
                  <p:pic>
                    <p:nvPicPr>
                      <p:cNvPr id="0" name="图片 3150"/>
                      <p:cNvPicPr/>
                      <p:nvPr/>
                    </p:nvPicPr>
                    <p:blipFill>
                      <a:blip r:embed="rId10"/>
                      <a:stretch>
                        <a:fillRect/>
                      </a:stretch>
                    </p:blipFill>
                    <p:spPr>
                      <a:xfrm>
                        <a:off x="6013450" y="3508375"/>
                        <a:ext cx="2403475" cy="423863"/>
                      </a:xfrm>
                      <a:prstGeom prst="rect">
                        <a:avLst/>
                      </a:prstGeom>
                      <a:noFill/>
                      <a:ln w="38100">
                        <a:noFill/>
                        <a:miter/>
                      </a:ln>
                    </p:spPr>
                  </p:pic>
                </p:oleObj>
              </mc:Fallback>
            </mc:AlternateContent>
          </a:graphicData>
        </a:graphic>
      </p:graphicFrame>
      <p:graphicFrame>
        <p:nvGraphicFramePr>
          <p:cNvPr id="43" name="Object 14"/>
          <p:cNvGraphicFramePr>
            <a:graphicFrameLocks noChangeAspect="1"/>
          </p:cNvGraphicFramePr>
          <p:nvPr/>
        </p:nvGraphicFramePr>
        <p:xfrm>
          <a:off x="6715125" y="3921125"/>
          <a:ext cx="1443038" cy="490538"/>
        </p:xfrm>
        <a:graphic>
          <a:graphicData uri="http://schemas.openxmlformats.org/presentationml/2006/ole">
            <mc:AlternateContent xmlns:mc="http://schemas.openxmlformats.org/markup-compatibility/2006">
              <mc:Choice xmlns:v="urn:schemas-microsoft-com:vml" Requires="v">
                <p:oleObj spid="_x0000_s3149" name="" r:id="rId11" imgW="647700" imgH="228600" progId="Equation.3">
                  <p:embed/>
                </p:oleObj>
              </mc:Choice>
              <mc:Fallback>
                <p:oleObj name="" r:id="rId11" imgW="647700" imgH="228600" progId="Equation.3">
                  <p:embed/>
                  <p:pic>
                    <p:nvPicPr>
                      <p:cNvPr id="0" name="图片 3148"/>
                      <p:cNvPicPr/>
                      <p:nvPr/>
                    </p:nvPicPr>
                    <p:blipFill>
                      <a:blip r:embed="rId12"/>
                      <a:stretch>
                        <a:fillRect/>
                      </a:stretch>
                    </p:blipFill>
                    <p:spPr>
                      <a:xfrm>
                        <a:off x="6715125" y="3921125"/>
                        <a:ext cx="1443038" cy="490538"/>
                      </a:xfrm>
                      <a:prstGeom prst="rect">
                        <a:avLst/>
                      </a:prstGeom>
                      <a:noFill/>
                      <a:ln w="25400" cap="flat" cmpd="sng">
                        <a:solidFill>
                          <a:srgbClr val="FF0000"/>
                        </a:solidFill>
                        <a:prstDash val="solid"/>
                        <a:miter/>
                        <a:headEnd type="none" w="med" len="med"/>
                        <a:tailEnd type="none" w="med" len="med"/>
                      </a:ln>
                    </p:spPr>
                  </p:pic>
                </p:oleObj>
              </mc:Fallback>
            </mc:AlternateContent>
          </a:graphicData>
        </a:graphic>
      </p:graphicFrame>
      <p:graphicFrame>
        <p:nvGraphicFramePr>
          <p:cNvPr id="47" name="Object 16"/>
          <p:cNvGraphicFramePr>
            <a:graphicFrameLocks noChangeAspect="1"/>
          </p:cNvGraphicFramePr>
          <p:nvPr/>
        </p:nvGraphicFramePr>
        <p:xfrm>
          <a:off x="2076450" y="4497388"/>
          <a:ext cx="3343275" cy="454025"/>
        </p:xfrm>
        <a:graphic>
          <a:graphicData uri="http://schemas.openxmlformats.org/presentationml/2006/ole">
            <mc:AlternateContent xmlns:mc="http://schemas.openxmlformats.org/markup-compatibility/2006">
              <mc:Choice xmlns:v="urn:schemas-microsoft-com:vml" Requires="v">
                <p:oleObj spid="_x0000_s3148" name="" r:id="rId13" imgW="1346200" imgH="215900" progId="Equation.3">
                  <p:embed/>
                </p:oleObj>
              </mc:Choice>
              <mc:Fallback>
                <p:oleObj name="" r:id="rId13" imgW="1346200" imgH="215900" progId="Equation.3">
                  <p:embed/>
                  <p:pic>
                    <p:nvPicPr>
                      <p:cNvPr id="0" name="图片 3147"/>
                      <p:cNvPicPr/>
                      <p:nvPr/>
                    </p:nvPicPr>
                    <p:blipFill>
                      <a:blip r:embed="rId14"/>
                      <a:stretch>
                        <a:fillRect/>
                      </a:stretch>
                    </p:blipFill>
                    <p:spPr>
                      <a:xfrm>
                        <a:off x="2076450" y="4497388"/>
                        <a:ext cx="3343275" cy="454025"/>
                      </a:xfrm>
                      <a:prstGeom prst="rect">
                        <a:avLst/>
                      </a:prstGeom>
                      <a:noFill/>
                      <a:ln w="38100">
                        <a:noFill/>
                        <a:miter/>
                      </a:ln>
                    </p:spPr>
                  </p:pic>
                </p:oleObj>
              </mc:Fallback>
            </mc:AlternateContent>
          </a:graphicData>
        </a:graphic>
      </p:graphicFrame>
      <p:graphicFrame>
        <p:nvGraphicFramePr>
          <p:cNvPr id="50" name="Object 18"/>
          <p:cNvGraphicFramePr>
            <a:graphicFrameLocks noChangeAspect="1"/>
          </p:cNvGraphicFramePr>
          <p:nvPr/>
        </p:nvGraphicFramePr>
        <p:xfrm>
          <a:off x="1187450" y="5443538"/>
          <a:ext cx="3319463" cy="688975"/>
        </p:xfrm>
        <a:graphic>
          <a:graphicData uri="http://schemas.openxmlformats.org/presentationml/2006/ole">
            <mc:AlternateContent xmlns:mc="http://schemas.openxmlformats.org/markup-compatibility/2006">
              <mc:Choice xmlns:v="urn:schemas-microsoft-com:vml" Requires="v">
                <p:oleObj spid="_x0000_s3152" name="" r:id="rId15" imgW="1841500" imgH="393700" progId="Equation.3">
                  <p:embed/>
                </p:oleObj>
              </mc:Choice>
              <mc:Fallback>
                <p:oleObj name="" r:id="rId15" imgW="1841500" imgH="393700" progId="Equation.3">
                  <p:embed/>
                  <p:pic>
                    <p:nvPicPr>
                      <p:cNvPr id="0" name="图片 3151"/>
                      <p:cNvPicPr/>
                      <p:nvPr/>
                    </p:nvPicPr>
                    <p:blipFill>
                      <a:blip r:embed="rId16"/>
                      <a:stretch>
                        <a:fillRect/>
                      </a:stretch>
                    </p:blipFill>
                    <p:spPr>
                      <a:xfrm>
                        <a:off x="1187450" y="5443538"/>
                        <a:ext cx="3319463" cy="688975"/>
                      </a:xfrm>
                      <a:prstGeom prst="rect">
                        <a:avLst/>
                      </a:prstGeom>
                      <a:noFill/>
                      <a:ln w="38100">
                        <a:noFill/>
                        <a:miter/>
                      </a:ln>
                    </p:spPr>
                  </p:pic>
                </p:oleObj>
              </mc:Fallback>
            </mc:AlternateContent>
          </a:graphicData>
        </a:graphic>
      </p:graphicFrame>
      <p:graphicFrame>
        <p:nvGraphicFramePr>
          <p:cNvPr id="52" name="Object 19"/>
          <p:cNvGraphicFramePr>
            <a:graphicFrameLocks noChangeAspect="1"/>
          </p:cNvGraphicFramePr>
          <p:nvPr/>
        </p:nvGraphicFramePr>
        <p:xfrm>
          <a:off x="4794250" y="5418138"/>
          <a:ext cx="3835400" cy="658812"/>
        </p:xfrm>
        <a:graphic>
          <a:graphicData uri="http://schemas.openxmlformats.org/presentationml/2006/ole">
            <mc:AlternateContent xmlns:mc="http://schemas.openxmlformats.org/markup-compatibility/2006">
              <mc:Choice xmlns:v="urn:schemas-microsoft-com:vml" Requires="v">
                <p:oleObj spid="_x0000_s3153" name="" r:id="rId17" imgW="1943100" imgH="393700" progId="Equation.3">
                  <p:embed/>
                </p:oleObj>
              </mc:Choice>
              <mc:Fallback>
                <p:oleObj name="" r:id="rId17" imgW="1943100" imgH="393700" progId="Equation.3">
                  <p:embed/>
                  <p:pic>
                    <p:nvPicPr>
                      <p:cNvPr id="0" name="图片 3152"/>
                      <p:cNvPicPr/>
                      <p:nvPr/>
                    </p:nvPicPr>
                    <p:blipFill>
                      <a:blip r:embed="rId18"/>
                      <a:stretch>
                        <a:fillRect/>
                      </a:stretch>
                    </p:blipFill>
                    <p:spPr>
                      <a:xfrm>
                        <a:off x="4794250" y="5418138"/>
                        <a:ext cx="3835400" cy="658812"/>
                      </a:xfrm>
                      <a:prstGeom prst="rect">
                        <a:avLst/>
                      </a:prstGeom>
                      <a:noFill/>
                      <a:ln w="38100">
                        <a:noFill/>
                        <a:miter/>
                      </a:ln>
                    </p:spPr>
                  </p:pic>
                </p:oleObj>
              </mc:Fallback>
            </mc:AlternateContent>
          </a:graphicData>
        </a:graphic>
      </p:graphicFrame>
      <p:sp>
        <p:nvSpPr>
          <p:cNvPr id="21" name="Text Box 18"/>
          <p:cNvSpPr txBox="1"/>
          <p:nvPr/>
        </p:nvSpPr>
        <p:spPr>
          <a:xfrm>
            <a:off x="1187450" y="6067425"/>
            <a:ext cx="6542088" cy="457200"/>
          </a:xfrm>
          <a:prstGeom prst="rect">
            <a:avLst/>
          </a:prstGeom>
          <a:noFill/>
          <a:ln w="9525">
            <a:noFill/>
          </a:ln>
        </p:spPr>
        <p:txBody>
          <a:bodyPr anchor="t" anchorCtr="0">
            <a:spAutoFit/>
          </a:bodyPr>
          <a:p>
            <a:pPr algn="just"/>
            <a:r>
              <a:rPr lang="zh-CN" altLang="en-US" sz="2400" b="1" dirty="0">
                <a:solidFill>
                  <a:srgbClr val="000066"/>
                </a:solidFill>
                <a:latin typeface="楷体_GB2312"/>
                <a:ea typeface="楷体_GB2312"/>
              </a:rPr>
              <a:t>在</a:t>
            </a:r>
            <a:r>
              <a:rPr lang="en-US" altLang="zh-CN" sz="2400" b="1" i="1" dirty="0">
                <a:solidFill>
                  <a:srgbClr val="000066"/>
                </a:solidFill>
                <a:latin typeface="Times New Roman" panose="02020603050405020304" pitchFamily="18" charset="0"/>
                <a:ea typeface="楷体_GB2312"/>
              </a:rPr>
              <a:t>t</a:t>
            </a:r>
            <a:r>
              <a:rPr lang="en-US" altLang="zh-CN" sz="2400" b="1" dirty="0">
                <a:solidFill>
                  <a:srgbClr val="000066"/>
                </a:solidFill>
                <a:latin typeface="Times New Roman" panose="02020603050405020304" pitchFamily="18" charset="0"/>
                <a:ea typeface="楷体_GB2312"/>
              </a:rPr>
              <a:t> =</a:t>
            </a:r>
            <a:r>
              <a:rPr lang="en-US" altLang="zh-CN" sz="2400" b="1" i="1" dirty="0">
                <a:solidFill>
                  <a:srgbClr val="000066"/>
                </a:solidFill>
                <a:latin typeface="Times New Roman" panose="02020603050405020304" pitchFamily="18" charset="0"/>
                <a:ea typeface="楷体_GB2312"/>
              </a:rPr>
              <a:t>T</a:t>
            </a:r>
            <a:r>
              <a:rPr lang="en-US" altLang="zh-CN" sz="2400" b="1" dirty="0">
                <a:solidFill>
                  <a:srgbClr val="000066"/>
                </a:solidFill>
                <a:latin typeface="Times New Roman" panose="02020603050405020304" pitchFamily="18" charset="0"/>
                <a:ea typeface="楷体_GB2312"/>
              </a:rPr>
              <a:t>/4=0.5s</a:t>
            </a:r>
            <a:r>
              <a:rPr lang="zh-CN" altLang="en-US" sz="2400" b="1" dirty="0">
                <a:solidFill>
                  <a:srgbClr val="000066"/>
                </a:solidFill>
                <a:latin typeface="楷体_GB2312"/>
                <a:ea typeface="楷体_GB2312"/>
              </a:rPr>
              <a:t>时</a:t>
            </a:r>
            <a:r>
              <a:rPr lang="zh-CN" altLang="en-US" sz="2400" b="1" dirty="0">
                <a:solidFill>
                  <a:srgbClr val="000066"/>
                </a:solidFill>
                <a:latin typeface="宋体" panose="02010600030101010101" pitchFamily="2" charset="-122"/>
                <a:ea typeface="楷体_GB2312"/>
              </a:rPr>
              <a:t>，</a:t>
            </a:r>
            <a:r>
              <a:rPr lang="zh-CN" altLang="en-US" sz="2400" b="1" dirty="0">
                <a:solidFill>
                  <a:srgbClr val="000066"/>
                </a:solidFill>
                <a:latin typeface="楷体_GB2312"/>
                <a:ea typeface="楷体_GB2312"/>
              </a:rPr>
              <a:t>代入所列的表达式可求</a:t>
            </a:r>
            <a:r>
              <a:rPr lang="en-US" altLang="zh-CN" sz="2400" b="1" dirty="0">
                <a:solidFill>
                  <a:srgbClr val="000066"/>
                </a:solidFill>
                <a:latin typeface="楷体_GB2312"/>
                <a:ea typeface="楷体_GB2312"/>
              </a:rPr>
              <a:t>!</a:t>
            </a:r>
            <a:endParaRPr lang="en-US" altLang="zh-CN" sz="2400" b="1" dirty="0">
              <a:solidFill>
                <a:srgbClr val="000066"/>
              </a:solidFill>
              <a:latin typeface="楷体_GB2312"/>
              <a:ea typeface="楷体_GB2312"/>
            </a:endParaRPr>
          </a:p>
        </p:txBody>
      </p:sp>
      <p:pic>
        <p:nvPicPr>
          <p:cNvPr id="17459" name="图片 7"/>
          <p:cNvPicPr>
            <a:picLocks noChangeAspect="1"/>
          </p:cNvPicPr>
          <p:nvPr/>
        </p:nvPicPr>
        <p:blipFill>
          <a:blip r:embed="rId19"/>
          <a:stretch>
            <a:fillRect/>
          </a:stretch>
        </p:blipFill>
        <p:spPr>
          <a:xfrm>
            <a:off x="7308215" y="1720215"/>
            <a:ext cx="1670050" cy="1626235"/>
          </a:xfrm>
          <a:prstGeom prst="rect">
            <a:avLst/>
          </a:prstGeom>
          <a:noFill/>
          <a:ln w="9525">
            <a:noFill/>
          </a:ln>
        </p:spPr>
      </p:pic>
      <p:cxnSp>
        <p:nvCxnSpPr>
          <p:cNvPr id="4" name="直接连接符 3"/>
          <p:cNvCxnSpPr/>
          <p:nvPr/>
        </p:nvCxnSpPr>
        <p:spPr>
          <a:xfrm>
            <a:off x="3933190" y="1017270"/>
            <a:ext cx="1944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3779"/>
                                        </p:tgtEl>
                                        <p:attrNameLst>
                                          <p:attrName>style.visibility</p:attrName>
                                        </p:attrNameLst>
                                      </p:cBhvr>
                                      <p:to>
                                        <p:strVal val="visible"/>
                                      </p:to>
                                    </p:set>
                                    <p:animEffect transition="in" filter="wipe(left)">
                                      <p:cBhvr>
                                        <p:cTn id="7" dur="500"/>
                                        <p:tgtEl>
                                          <p:spTgt spid="20377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03780"/>
                                        </p:tgtEl>
                                        <p:attrNameLst>
                                          <p:attrName>style.visibility</p:attrName>
                                        </p:attrNameLst>
                                      </p:cBhvr>
                                      <p:to>
                                        <p:strVal val="visible"/>
                                      </p:to>
                                    </p:set>
                                    <p:animEffect transition="in" filter="wipe(left)">
                                      <p:cBhvr>
                                        <p:cTn id="11" dur="500"/>
                                        <p:tgtEl>
                                          <p:spTgt spid="20378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39975"/>
                                        </p:tgtEl>
                                        <p:attrNameLst>
                                          <p:attrName>style.visibility</p:attrName>
                                        </p:attrNameLst>
                                      </p:cBhvr>
                                      <p:to>
                                        <p:strVal val="visible"/>
                                      </p:to>
                                    </p:set>
                                    <p:animEffect transition="in" filter="wipe(left)">
                                      <p:cBhvr>
                                        <p:cTn id="15" dur="500"/>
                                        <p:tgtEl>
                                          <p:spTgt spid="33997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39976"/>
                                        </p:tgtEl>
                                        <p:attrNameLst>
                                          <p:attrName>style.visibility</p:attrName>
                                        </p:attrNameLst>
                                      </p:cBhvr>
                                      <p:to>
                                        <p:strVal val="visible"/>
                                      </p:to>
                                    </p:set>
                                    <p:animEffect transition="in" filter="wipe(left)">
                                      <p:cBhvr>
                                        <p:cTn id="19" dur="500"/>
                                        <p:tgtEl>
                                          <p:spTgt spid="33997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par>
                          <p:cTn id="33" fill="hold">
                            <p:stCondLst>
                              <p:cond delay="1500"/>
                            </p:stCondLst>
                            <p:childTnLst>
                              <p:par>
                                <p:cTn id="34" presetID="22" presetClass="entr" presetSubtype="8"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7459"/>
                                        </p:tgtEl>
                                        <p:attrNameLst>
                                          <p:attrName>style.visibility</p:attrName>
                                        </p:attrNameLst>
                                      </p:cBhvr>
                                      <p:to>
                                        <p:strVal val="visible"/>
                                      </p:to>
                                    </p:set>
                                    <p:animEffect transition="in" filter="wipe(down)">
                                      <p:cBhvr>
                                        <p:cTn id="41" dur="500"/>
                                        <p:tgtEl>
                                          <p:spTgt spid="17459"/>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left)">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wipe(left)">
                                      <p:cBhvr>
                                        <p:cTn id="50" dur="500"/>
                                        <p:tgtEl>
                                          <p:spTgt spid="41"/>
                                        </p:tgtEl>
                                      </p:cBhvr>
                                    </p:animEffect>
                                  </p:childTnLst>
                                </p:cTn>
                              </p:par>
                              <p:par>
                                <p:cTn id="51" presetID="22" presetClass="entr" presetSubtype="8" fill="hold" nodeType="with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wipe(left)">
                                      <p:cBhvr>
                                        <p:cTn id="53" dur="500"/>
                                        <p:tgtEl>
                                          <p:spTgt spid="4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500"/>
                                        <p:tgtEl>
                                          <p:spTgt spid="12"/>
                                        </p:tgtEl>
                                      </p:cBhvr>
                                    </p:animEffect>
                                  </p:childTnLst>
                                </p:cTn>
                              </p:par>
                              <p:par>
                                <p:cTn id="59" presetID="22" presetClass="entr" presetSubtype="8" fill="hold" nodeType="with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wipe(left)">
                                      <p:cBhvr>
                                        <p:cTn id="61" dur="500"/>
                                        <p:tgtEl>
                                          <p:spTgt spid="4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wipe(left)">
                                      <p:cBhvr>
                                        <p:cTn id="70" dur="500"/>
                                        <p:tgtEl>
                                          <p:spTgt spid="50"/>
                                        </p:tgtEl>
                                      </p:cBhvr>
                                    </p:animEffect>
                                  </p:childTnLst>
                                </p:cTn>
                              </p:par>
                            </p:childTnLst>
                          </p:cTn>
                        </p:par>
                        <p:par>
                          <p:cTn id="71" fill="hold">
                            <p:stCondLst>
                              <p:cond delay="1000"/>
                            </p:stCondLst>
                            <p:childTnLst>
                              <p:par>
                                <p:cTn id="72" presetID="22" presetClass="entr" presetSubtype="8" fill="hold" nodeType="afterEffect">
                                  <p:stCondLst>
                                    <p:cond delay="0"/>
                                  </p:stCondLst>
                                  <p:childTnLst>
                                    <p:set>
                                      <p:cBhvr>
                                        <p:cTn id="73" dur="1" fill="hold">
                                          <p:stCondLst>
                                            <p:cond delay="0"/>
                                          </p:stCondLst>
                                        </p:cTn>
                                        <p:tgtEl>
                                          <p:spTgt spid="52"/>
                                        </p:tgtEl>
                                        <p:attrNameLst>
                                          <p:attrName>style.visibility</p:attrName>
                                        </p:attrNameLst>
                                      </p:cBhvr>
                                      <p:to>
                                        <p:strVal val="visible"/>
                                      </p:to>
                                    </p:set>
                                    <p:animEffect transition="in" filter="wipe(left)">
                                      <p:cBhvr>
                                        <p:cTn id="74" dur="500"/>
                                        <p:tgtEl>
                                          <p:spTgt spid="52"/>
                                        </p:tgtEl>
                                      </p:cBhvr>
                                    </p:animEffect>
                                  </p:childTnLst>
                                </p:cTn>
                              </p:par>
                            </p:childTnLst>
                          </p:cTn>
                        </p:par>
                        <p:par>
                          <p:cTn id="75" fill="hold">
                            <p:stCondLst>
                              <p:cond delay="1500"/>
                            </p:stCondLst>
                            <p:childTnLst>
                              <p:par>
                                <p:cTn id="76" presetID="22" presetClass="entr" presetSubtype="8"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left)">
                                      <p:cBhvr>
                                        <p:cTn id="7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p:bldP spid="339975" grpId="0"/>
      <p:bldP spid="2" grpId="0"/>
      <p:bldP spid="5" grpId="0" bldLvl="0" animBg="1"/>
      <p:bldP spid="12" grpId="0" bldLvl="0" animBg="1"/>
      <p:bldP spid="15" grpId="0"/>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29698" name="Text Box 2"/>
          <p:cNvSpPr txBox="1"/>
          <p:nvPr/>
        </p:nvSpPr>
        <p:spPr>
          <a:xfrm>
            <a:off x="250825" y="260350"/>
            <a:ext cx="8713788" cy="1938338"/>
          </a:xfrm>
          <a:prstGeom prst="rect">
            <a:avLst/>
          </a:prstGeom>
          <a:noFill/>
          <a:ln w="9525">
            <a:noFill/>
          </a:ln>
        </p:spPr>
        <p:txBody>
          <a:bodyPr anchor="t" anchorCtr="0">
            <a:spAutoFit/>
          </a:bodyPr>
          <a:p>
            <a:pPr algn="just"/>
            <a:r>
              <a:rPr lang="zh-CN" altLang="en-US" sz="2400" b="1" dirty="0">
                <a:solidFill>
                  <a:srgbClr val="CC3300"/>
                </a:solidFill>
                <a:latin typeface="楷体_GB2312"/>
                <a:ea typeface="楷体_GB2312"/>
              </a:rPr>
              <a:t>例</a:t>
            </a:r>
            <a:r>
              <a:rPr lang="en-US" altLang="zh-CN" sz="2400" b="1" dirty="0">
                <a:solidFill>
                  <a:srgbClr val="CC3300"/>
                </a:solidFill>
                <a:latin typeface="楷体_GB2312"/>
                <a:ea typeface="楷体_GB2312"/>
              </a:rPr>
              <a:t>1</a:t>
            </a:r>
            <a:r>
              <a:rPr lang="zh-CN" altLang="en-US" sz="2400" b="1" dirty="0">
                <a:solidFill>
                  <a:srgbClr val="CC3300"/>
                </a:solidFill>
                <a:latin typeface="楷体_GB2312"/>
                <a:ea typeface="楷体_GB2312"/>
              </a:rPr>
              <a:t>：</a:t>
            </a:r>
            <a:r>
              <a:rPr lang="zh-CN" altLang="en-US" sz="2400" b="1" dirty="0">
                <a:latin typeface="楷体_GB2312"/>
                <a:ea typeface="楷体_GB2312"/>
              </a:rPr>
              <a:t>一物体沿</a:t>
            </a:r>
            <a:r>
              <a:rPr lang="en-US" altLang="zh-CN" sz="2400" b="1" i="1" dirty="0">
                <a:latin typeface="Times New Roman" panose="02020603050405020304" pitchFamily="18" charset="0"/>
                <a:ea typeface="楷体_GB2312"/>
              </a:rPr>
              <a:t>x</a:t>
            </a:r>
            <a:r>
              <a:rPr lang="zh-CN" altLang="en-US" sz="2400" b="1" dirty="0">
                <a:latin typeface="楷体_GB2312"/>
                <a:ea typeface="楷体_GB2312"/>
              </a:rPr>
              <a:t>轴作简谐振动，振幅</a:t>
            </a:r>
            <a:r>
              <a:rPr lang="en-US" altLang="zh-CN" sz="2400" b="1" i="1" dirty="0">
                <a:latin typeface="Times New Roman" panose="02020603050405020304" pitchFamily="18" charset="0"/>
                <a:ea typeface="楷体_GB2312"/>
              </a:rPr>
              <a:t>A</a:t>
            </a:r>
            <a:r>
              <a:rPr lang="en-US" altLang="zh-CN" sz="2400" b="1" dirty="0">
                <a:latin typeface="Times New Roman" panose="02020603050405020304" pitchFamily="18" charset="0"/>
                <a:ea typeface="楷体_GB2312"/>
              </a:rPr>
              <a:t>=0.12m,</a:t>
            </a:r>
            <a:r>
              <a:rPr lang="zh-CN" altLang="en-US" sz="2400" b="1" dirty="0">
                <a:latin typeface="楷体_GB2312"/>
                <a:ea typeface="楷体_GB2312"/>
              </a:rPr>
              <a:t>周期</a:t>
            </a:r>
            <a:r>
              <a:rPr lang="en-US" altLang="zh-CN" sz="2400" b="1" i="1" dirty="0">
                <a:latin typeface="Times New Roman" panose="02020603050405020304" pitchFamily="18" charset="0"/>
                <a:ea typeface="楷体_GB2312"/>
              </a:rPr>
              <a:t>T</a:t>
            </a:r>
            <a:r>
              <a:rPr lang="en-US" altLang="zh-CN" sz="2400" b="1" dirty="0">
                <a:latin typeface="Times New Roman" panose="02020603050405020304" pitchFamily="18" charset="0"/>
                <a:ea typeface="楷体_GB2312"/>
              </a:rPr>
              <a:t>=2s</a:t>
            </a:r>
            <a:r>
              <a:rPr lang="zh-CN" altLang="en-US" sz="2400" b="1" dirty="0">
                <a:latin typeface="Times New Roman" panose="02020603050405020304" pitchFamily="18" charset="0"/>
                <a:ea typeface="楷体_GB2312"/>
              </a:rPr>
              <a:t>。</a:t>
            </a:r>
            <a:r>
              <a:rPr lang="zh-CN" altLang="en-US" sz="2400" b="1" dirty="0">
                <a:latin typeface="楷体_GB2312"/>
                <a:ea typeface="楷体_GB2312"/>
              </a:rPr>
              <a:t>当</a:t>
            </a:r>
            <a:r>
              <a:rPr lang="en-US" altLang="zh-CN" sz="2400" b="1" i="1" dirty="0">
                <a:latin typeface="Times New Roman" panose="02020603050405020304" pitchFamily="18" charset="0"/>
                <a:ea typeface="楷体_GB2312"/>
              </a:rPr>
              <a:t>t</a:t>
            </a:r>
            <a:r>
              <a:rPr lang="en-US" altLang="zh-CN" sz="2400" b="1" dirty="0">
                <a:latin typeface="Times New Roman" panose="02020603050405020304" pitchFamily="18" charset="0"/>
                <a:ea typeface="楷体_GB2312"/>
              </a:rPr>
              <a:t>=0</a:t>
            </a:r>
            <a:r>
              <a:rPr lang="zh-CN" altLang="en-US" sz="2400" b="1" dirty="0">
                <a:latin typeface="楷体_GB2312"/>
                <a:ea typeface="楷体_GB2312"/>
              </a:rPr>
              <a:t>时</a:t>
            </a:r>
            <a:r>
              <a:rPr lang="en-US" altLang="zh-CN" sz="2400" b="1" dirty="0">
                <a:latin typeface="楷体_GB2312"/>
                <a:ea typeface="楷体_GB2312"/>
              </a:rPr>
              <a:t>,</a:t>
            </a:r>
            <a:r>
              <a:rPr lang="zh-CN" altLang="en-US" sz="2400" b="1" dirty="0">
                <a:latin typeface="楷体_GB2312"/>
                <a:ea typeface="楷体_GB2312"/>
              </a:rPr>
              <a:t>物体的位移</a:t>
            </a:r>
            <a:r>
              <a:rPr lang="en-US" altLang="zh-CN" sz="2400" b="1" i="1" dirty="0">
                <a:latin typeface="Times New Roman" panose="02020603050405020304" pitchFamily="18" charset="0"/>
                <a:ea typeface="楷体_GB2312"/>
              </a:rPr>
              <a:t>x</a:t>
            </a:r>
            <a:r>
              <a:rPr lang="en-US" altLang="zh-CN" sz="2400" b="1" dirty="0">
                <a:latin typeface="Times New Roman" panose="02020603050405020304" pitchFamily="18" charset="0"/>
                <a:ea typeface="楷体_GB2312"/>
              </a:rPr>
              <a:t>=0.06m</a:t>
            </a:r>
            <a:r>
              <a:rPr lang="en-US" altLang="zh-CN" sz="2400" b="1" dirty="0">
                <a:latin typeface="楷体_GB2312"/>
                <a:ea typeface="楷体_GB2312"/>
              </a:rPr>
              <a:t>,</a:t>
            </a:r>
            <a:r>
              <a:rPr lang="zh-CN" altLang="en-US" sz="2400" b="1" dirty="0">
                <a:latin typeface="楷体_GB2312"/>
                <a:ea typeface="楷体_GB2312"/>
              </a:rPr>
              <a:t>且向</a:t>
            </a:r>
            <a:r>
              <a:rPr lang="en-US" altLang="zh-CN" sz="2400" b="1" i="1" dirty="0">
                <a:latin typeface="Times New Roman" panose="02020603050405020304" pitchFamily="18" charset="0"/>
                <a:ea typeface="楷体_GB2312"/>
              </a:rPr>
              <a:t>x</a:t>
            </a:r>
            <a:r>
              <a:rPr lang="zh-CN" altLang="en-US" sz="2400" b="1" dirty="0">
                <a:latin typeface="楷体_GB2312"/>
                <a:ea typeface="楷体_GB2312"/>
              </a:rPr>
              <a:t>轴正向运动。</a:t>
            </a:r>
            <a:endParaRPr lang="zh-CN" altLang="en-US" sz="2400" b="1" dirty="0">
              <a:latin typeface="楷体_GB2312"/>
              <a:ea typeface="楷体_GB2312"/>
            </a:endParaRPr>
          </a:p>
          <a:p>
            <a:pPr algn="just"/>
            <a:r>
              <a:rPr lang="zh-CN" altLang="en-US" sz="2400" b="1" dirty="0">
                <a:latin typeface="楷体_GB2312"/>
                <a:ea typeface="楷体_GB2312"/>
              </a:rPr>
              <a:t>求</a:t>
            </a:r>
            <a:r>
              <a:rPr lang="en-US" altLang="zh-CN" sz="2400" b="1" dirty="0">
                <a:latin typeface="楷体_GB2312"/>
                <a:ea typeface="楷体_GB2312"/>
              </a:rPr>
              <a:t>:(1)</a:t>
            </a:r>
            <a:r>
              <a:rPr lang="zh-CN" altLang="en-US" sz="2400" b="1" dirty="0">
                <a:latin typeface="楷体_GB2312"/>
                <a:ea typeface="楷体_GB2312"/>
              </a:rPr>
              <a:t>简谐振动表达式</a:t>
            </a:r>
            <a:r>
              <a:rPr lang="en-US" altLang="zh-CN" sz="2400" b="1" dirty="0">
                <a:latin typeface="楷体_GB2312"/>
                <a:ea typeface="楷体_GB2312"/>
              </a:rPr>
              <a:t>;(2) </a:t>
            </a:r>
            <a:r>
              <a:rPr lang="en-US" altLang="zh-CN" sz="2400" b="1" i="1" dirty="0">
                <a:latin typeface="Times New Roman" panose="02020603050405020304" pitchFamily="18" charset="0"/>
                <a:ea typeface="楷体_GB2312"/>
              </a:rPr>
              <a:t>t</a:t>
            </a:r>
            <a:r>
              <a:rPr lang="en-US" altLang="zh-CN" sz="2400" b="1" dirty="0">
                <a:latin typeface="Times New Roman" panose="02020603050405020304" pitchFamily="18" charset="0"/>
                <a:ea typeface="楷体_GB2312"/>
              </a:rPr>
              <a:t> =</a:t>
            </a:r>
            <a:r>
              <a:rPr lang="en-US" altLang="zh-CN" sz="2400" b="1" i="1" dirty="0">
                <a:latin typeface="Times New Roman" panose="02020603050405020304" pitchFamily="18" charset="0"/>
                <a:ea typeface="楷体_GB2312"/>
              </a:rPr>
              <a:t>T</a:t>
            </a:r>
            <a:r>
              <a:rPr lang="en-US" altLang="zh-CN" sz="2400" b="1" dirty="0">
                <a:latin typeface="Times New Roman" panose="02020603050405020304" pitchFamily="18" charset="0"/>
                <a:ea typeface="楷体_GB2312"/>
              </a:rPr>
              <a:t>/4</a:t>
            </a:r>
            <a:r>
              <a:rPr lang="zh-CN" altLang="en-US" sz="2400" b="1" dirty="0">
                <a:latin typeface="楷体_GB2312"/>
                <a:ea typeface="楷体_GB2312"/>
              </a:rPr>
              <a:t>时物体的位置、速度和加速度</a:t>
            </a:r>
            <a:r>
              <a:rPr lang="en-US" altLang="zh-CN" sz="2400" b="1" dirty="0">
                <a:solidFill>
                  <a:srgbClr val="0000FF"/>
                </a:solidFill>
                <a:latin typeface="楷体_GB2312"/>
                <a:ea typeface="楷体_GB2312"/>
              </a:rPr>
              <a:t>;(3)</a:t>
            </a:r>
            <a:r>
              <a:rPr lang="zh-CN" altLang="en-US" sz="2400" b="1" dirty="0">
                <a:solidFill>
                  <a:srgbClr val="0000FF"/>
                </a:solidFill>
                <a:latin typeface="楷体_GB2312"/>
                <a:ea typeface="楷体_GB2312"/>
              </a:rPr>
              <a:t>物体从</a:t>
            </a:r>
            <a:r>
              <a:rPr lang="en-US" altLang="zh-CN" sz="2400" b="1" i="1" dirty="0">
                <a:solidFill>
                  <a:srgbClr val="0000FF"/>
                </a:solidFill>
                <a:latin typeface="Times New Roman" panose="02020603050405020304" pitchFamily="18" charset="0"/>
                <a:ea typeface="楷体_GB2312"/>
              </a:rPr>
              <a:t>x </a:t>
            </a:r>
            <a:r>
              <a:rPr lang="en-US" altLang="zh-CN" sz="2400" b="1" dirty="0">
                <a:solidFill>
                  <a:srgbClr val="0000FF"/>
                </a:solidFill>
                <a:latin typeface="Times New Roman" panose="02020603050405020304" pitchFamily="18" charset="0"/>
                <a:ea typeface="楷体_GB2312"/>
              </a:rPr>
              <a:t>= -0.06m</a:t>
            </a:r>
            <a:r>
              <a:rPr lang="zh-CN" altLang="en-US" sz="2400" b="1" dirty="0">
                <a:solidFill>
                  <a:srgbClr val="0000FF"/>
                </a:solidFill>
                <a:latin typeface="楷体_GB2312"/>
                <a:ea typeface="楷体_GB2312"/>
              </a:rPr>
              <a:t>向</a:t>
            </a:r>
            <a:r>
              <a:rPr lang="en-US" altLang="zh-CN" sz="2400" b="1" i="1" dirty="0">
                <a:solidFill>
                  <a:srgbClr val="0000FF"/>
                </a:solidFill>
                <a:latin typeface="Times New Roman" panose="02020603050405020304" pitchFamily="18" charset="0"/>
                <a:ea typeface="楷体_GB2312"/>
              </a:rPr>
              <a:t>x</a:t>
            </a:r>
            <a:r>
              <a:rPr lang="zh-CN" altLang="en-US" sz="2400" b="1" dirty="0">
                <a:solidFill>
                  <a:srgbClr val="0000FF"/>
                </a:solidFill>
                <a:latin typeface="楷体_GB2312"/>
                <a:ea typeface="楷体_GB2312"/>
              </a:rPr>
              <a:t>轴负方向运动，第一次回到平衡位置所需时间。</a:t>
            </a:r>
            <a:endParaRPr lang="zh-CN" altLang="en-US" sz="2400" b="1" dirty="0">
              <a:solidFill>
                <a:srgbClr val="0000FF"/>
              </a:solidFill>
              <a:latin typeface="楷体_GB2312"/>
              <a:ea typeface="楷体_GB2312"/>
            </a:endParaRPr>
          </a:p>
        </p:txBody>
      </p:sp>
      <p:sp>
        <p:nvSpPr>
          <p:cNvPr id="205827" name="Text Box 3"/>
          <p:cNvSpPr txBox="1"/>
          <p:nvPr/>
        </p:nvSpPr>
        <p:spPr>
          <a:xfrm>
            <a:off x="539750" y="2308225"/>
            <a:ext cx="7920038" cy="430213"/>
          </a:xfrm>
          <a:prstGeom prst="rect">
            <a:avLst/>
          </a:prstGeom>
          <a:noFill/>
          <a:ln w="9525">
            <a:noFill/>
          </a:ln>
        </p:spPr>
        <p:txBody>
          <a:bodyPr anchor="t" anchorCtr="0">
            <a:spAutoFit/>
          </a:bodyPr>
          <a:p>
            <a:pPr algn="just"/>
            <a:r>
              <a:rPr lang="zh-CN" altLang="en-US" sz="2200" b="1" dirty="0">
                <a:solidFill>
                  <a:srgbClr val="000000"/>
                </a:solidFill>
                <a:latin typeface="楷体_GB2312"/>
                <a:ea typeface="楷体_GB2312"/>
              </a:rPr>
              <a:t>解</a:t>
            </a:r>
            <a:r>
              <a:rPr lang="en-US" altLang="zh-CN" sz="2200" b="1" dirty="0">
                <a:solidFill>
                  <a:srgbClr val="000000"/>
                </a:solidFill>
                <a:latin typeface="楷体_GB2312"/>
                <a:ea typeface="楷体_GB2312"/>
              </a:rPr>
              <a:t>:(3)</a:t>
            </a:r>
            <a:r>
              <a:rPr lang="zh-CN" altLang="en-US" sz="2200" b="1" dirty="0">
                <a:solidFill>
                  <a:srgbClr val="000000"/>
                </a:solidFill>
                <a:latin typeface="楷体_GB2312"/>
                <a:ea typeface="楷体_GB2312"/>
              </a:rPr>
              <a:t>当</a:t>
            </a:r>
            <a:r>
              <a:rPr lang="en-US" altLang="zh-CN" sz="2200" b="1" i="1" dirty="0">
                <a:solidFill>
                  <a:srgbClr val="000000"/>
                </a:solidFill>
                <a:latin typeface="Times New Roman" panose="02020603050405020304" pitchFamily="18" charset="0"/>
                <a:ea typeface="楷体_GB2312"/>
              </a:rPr>
              <a:t>x</a:t>
            </a:r>
            <a:r>
              <a:rPr lang="en-US" altLang="zh-CN" sz="2200" b="1" dirty="0">
                <a:solidFill>
                  <a:srgbClr val="000000"/>
                </a:solidFill>
                <a:latin typeface="Times New Roman" panose="02020603050405020304" pitchFamily="18" charset="0"/>
                <a:ea typeface="楷体_GB2312"/>
              </a:rPr>
              <a:t> = -0.06m</a:t>
            </a:r>
            <a:r>
              <a:rPr lang="zh-CN" altLang="en-US" sz="2200" b="1" dirty="0">
                <a:solidFill>
                  <a:srgbClr val="000000"/>
                </a:solidFill>
                <a:latin typeface="Times New Roman" panose="02020603050405020304" pitchFamily="18" charset="0"/>
                <a:ea typeface="楷体_GB2312"/>
              </a:rPr>
              <a:t>且向</a:t>
            </a:r>
            <a:r>
              <a:rPr lang="en-US" altLang="zh-CN" sz="2200" b="1" i="1" dirty="0">
                <a:solidFill>
                  <a:srgbClr val="000000"/>
                </a:solidFill>
                <a:latin typeface="Times New Roman" panose="02020603050405020304" pitchFamily="18" charset="0"/>
                <a:ea typeface="楷体_GB2312"/>
              </a:rPr>
              <a:t>x</a:t>
            </a:r>
            <a:r>
              <a:rPr lang="zh-CN" altLang="en-US" sz="2200" b="1" dirty="0">
                <a:solidFill>
                  <a:srgbClr val="000000"/>
                </a:solidFill>
                <a:latin typeface="楷体_GB2312"/>
                <a:ea typeface="楷体_GB2312"/>
              </a:rPr>
              <a:t>轴负方向运动时</a:t>
            </a:r>
            <a:r>
              <a:rPr lang="zh-CN" altLang="en-US" sz="2200" b="1" dirty="0">
                <a:solidFill>
                  <a:srgbClr val="000000"/>
                </a:solidFill>
                <a:latin typeface="Times New Roman" panose="02020603050405020304" pitchFamily="18" charset="0"/>
                <a:ea typeface="楷体_GB2312"/>
              </a:rPr>
              <a:t>，</a:t>
            </a:r>
            <a:r>
              <a:rPr lang="zh-CN" altLang="en-US" sz="2200" b="1" dirty="0">
                <a:solidFill>
                  <a:srgbClr val="000000"/>
                </a:solidFill>
                <a:latin typeface="楷体_GB2312"/>
                <a:ea typeface="楷体_GB2312"/>
              </a:rPr>
              <a:t>该时刻设为</a:t>
            </a:r>
            <a:r>
              <a:rPr lang="en-US" altLang="zh-CN" sz="2200" b="1" i="1" dirty="0">
                <a:solidFill>
                  <a:srgbClr val="000000"/>
                </a:solidFill>
                <a:latin typeface="Times New Roman" panose="02020603050405020304" pitchFamily="18" charset="0"/>
                <a:ea typeface="楷体_GB2312"/>
              </a:rPr>
              <a:t>t</a:t>
            </a:r>
            <a:r>
              <a:rPr lang="en-US" altLang="zh-CN" sz="2200" b="1" baseline="-25000" dirty="0">
                <a:solidFill>
                  <a:srgbClr val="000000"/>
                </a:solidFill>
                <a:latin typeface="宋体" panose="02010600030101010101" pitchFamily="2" charset="-122"/>
                <a:ea typeface="楷体_GB2312"/>
              </a:rPr>
              <a:t>1</a:t>
            </a:r>
            <a:r>
              <a:rPr lang="en-US" altLang="zh-CN" sz="2200" b="1" dirty="0">
                <a:solidFill>
                  <a:srgbClr val="000000"/>
                </a:solidFill>
                <a:latin typeface="宋体" panose="02010600030101010101" pitchFamily="2" charset="-122"/>
                <a:ea typeface="楷体_GB2312"/>
              </a:rPr>
              <a:t>,</a:t>
            </a:r>
            <a:endParaRPr lang="en-US" altLang="zh-CN" sz="2200" b="1" dirty="0">
              <a:solidFill>
                <a:srgbClr val="000000"/>
              </a:solidFill>
              <a:latin typeface="楷体_GB2312"/>
              <a:ea typeface="楷体_GB2312"/>
            </a:endParaRPr>
          </a:p>
        </p:txBody>
      </p:sp>
      <p:grpSp>
        <p:nvGrpSpPr>
          <p:cNvPr id="205828" name="Group 4"/>
          <p:cNvGrpSpPr/>
          <p:nvPr/>
        </p:nvGrpSpPr>
        <p:grpSpPr>
          <a:xfrm>
            <a:off x="5076825" y="3387725"/>
            <a:ext cx="3336925" cy="2305050"/>
            <a:chOff x="3334" y="2296"/>
            <a:chExt cx="2102" cy="1452"/>
          </a:xfrm>
        </p:grpSpPr>
        <p:sp>
          <p:nvSpPr>
            <p:cNvPr id="29701" name="Oval 5"/>
            <p:cNvSpPr/>
            <p:nvPr/>
          </p:nvSpPr>
          <p:spPr>
            <a:xfrm>
              <a:off x="3618" y="2296"/>
              <a:ext cx="1422" cy="1452"/>
            </a:xfrm>
            <a:prstGeom prst="ellipse">
              <a:avLst/>
            </a:prstGeom>
            <a:solidFill>
              <a:srgbClr val="FFFFCC"/>
            </a:solidFill>
            <a:ln w="19050" cap="flat" cmpd="sng">
              <a:solidFill>
                <a:srgbClr val="000000"/>
              </a:solidFill>
              <a:prstDash val="solid"/>
              <a:round/>
              <a:headEnd type="none" w="med" len="med"/>
              <a:tailEnd type="none" w="lg" len="lg"/>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9702" name="Line 6"/>
            <p:cNvSpPr/>
            <p:nvPr/>
          </p:nvSpPr>
          <p:spPr>
            <a:xfrm>
              <a:off x="3334" y="3022"/>
              <a:ext cx="2038" cy="0"/>
            </a:xfrm>
            <a:prstGeom prst="line">
              <a:avLst/>
            </a:prstGeom>
            <a:ln w="28575" cap="flat" cmpd="sng">
              <a:solidFill>
                <a:srgbClr val="000000"/>
              </a:solidFill>
              <a:prstDash val="solid"/>
              <a:round/>
              <a:headEnd type="none" w="med" len="med"/>
              <a:tailEnd type="triangle" w="med" len="lg"/>
            </a:ln>
          </p:spPr>
        </p:sp>
        <p:sp>
          <p:nvSpPr>
            <p:cNvPr id="29703" name="Line 7"/>
            <p:cNvSpPr/>
            <p:nvPr/>
          </p:nvSpPr>
          <p:spPr>
            <a:xfrm flipH="1" flipV="1">
              <a:off x="3964" y="2400"/>
              <a:ext cx="380" cy="622"/>
            </a:xfrm>
            <a:prstGeom prst="line">
              <a:avLst/>
            </a:prstGeom>
            <a:ln w="28575" cap="flat" cmpd="sng">
              <a:solidFill>
                <a:srgbClr val="FF3300"/>
              </a:solidFill>
              <a:prstDash val="solid"/>
              <a:round/>
              <a:headEnd type="oval" w="med" len="sm"/>
              <a:tailEnd type="triangle" w="med" len="lg"/>
            </a:ln>
          </p:spPr>
        </p:sp>
        <p:sp>
          <p:nvSpPr>
            <p:cNvPr id="29704" name="Line 8"/>
            <p:cNvSpPr/>
            <p:nvPr/>
          </p:nvSpPr>
          <p:spPr>
            <a:xfrm flipV="1">
              <a:off x="3978" y="2400"/>
              <a:ext cx="0" cy="622"/>
            </a:xfrm>
            <a:prstGeom prst="line">
              <a:avLst/>
            </a:prstGeom>
            <a:ln w="28575" cap="flat" cmpd="sng">
              <a:solidFill>
                <a:srgbClr val="000000"/>
              </a:solidFill>
              <a:prstDash val="sysDot"/>
              <a:round/>
              <a:headEnd type="oval" w="med" len="med"/>
              <a:tailEnd type="none" w="lg" len="lg"/>
            </a:ln>
          </p:spPr>
        </p:sp>
        <p:sp>
          <p:nvSpPr>
            <p:cNvPr id="29705" name="Text Box 9"/>
            <p:cNvSpPr txBox="1"/>
            <p:nvPr/>
          </p:nvSpPr>
          <p:spPr>
            <a:xfrm>
              <a:off x="3836" y="2933"/>
              <a:ext cx="333" cy="288"/>
            </a:xfrm>
            <a:prstGeom prst="rect">
              <a:avLst/>
            </a:prstGeom>
            <a:noFill/>
            <a:ln w="9525">
              <a:noFill/>
            </a:ln>
          </p:spPr>
          <p:txBody>
            <a:bodyPr anchor="t" anchorCtr="0">
              <a:spAutoFit/>
            </a:bodyPr>
            <a:p>
              <a:pPr algn="ctr">
                <a:spcBef>
                  <a:spcPct val="50000"/>
                </a:spcBef>
              </a:pPr>
              <a:r>
                <a:rPr lang="en-US" altLang="zh-CN" sz="2400" b="1" i="1" dirty="0">
                  <a:solidFill>
                    <a:srgbClr val="FF3300"/>
                  </a:solidFill>
                  <a:latin typeface="Times New Roman" panose="02020603050405020304" pitchFamily="18" charset="0"/>
                  <a:ea typeface="宋体" panose="02010600030101010101" pitchFamily="2" charset="-122"/>
                </a:rPr>
                <a:t>x</a:t>
              </a:r>
              <a:r>
                <a:rPr lang="en-US" altLang="zh-CN" sz="2400" b="1" baseline="-25000" dirty="0">
                  <a:solidFill>
                    <a:srgbClr val="FF3300"/>
                  </a:solidFill>
                  <a:latin typeface="Times New Roman" panose="02020603050405020304" pitchFamily="18" charset="0"/>
                  <a:ea typeface="宋体" panose="02010600030101010101" pitchFamily="2" charset="-122"/>
                </a:rPr>
                <a:t>1</a:t>
              </a:r>
              <a:endParaRPr lang="en-US" altLang="zh-CN" sz="2400" b="1" dirty="0">
                <a:solidFill>
                  <a:srgbClr val="FF3300"/>
                </a:solidFill>
                <a:latin typeface="Times New Roman" panose="02020603050405020304" pitchFamily="18" charset="0"/>
                <a:ea typeface="宋体" panose="02010600030101010101" pitchFamily="2" charset="-122"/>
              </a:endParaRPr>
            </a:p>
          </p:txBody>
        </p:sp>
        <p:sp>
          <p:nvSpPr>
            <p:cNvPr id="29706" name="Arc 10"/>
            <p:cNvSpPr/>
            <p:nvPr/>
          </p:nvSpPr>
          <p:spPr>
            <a:xfrm>
              <a:off x="4282" y="2918"/>
              <a:ext cx="148" cy="111"/>
            </a:xfrm>
            <a:custGeom>
              <a:avLst/>
              <a:gdLst/>
              <a:ahLst/>
              <a:cxnLst>
                <a:cxn ang="0">
                  <a:pos x="0" y="0"/>
                </a:cxn>
                <a:cxn ang="0">
                  <a:pos x="0" y="0"/>
                </a:cxn>
                <a:cxn ang="0">
                  <a:pos x="0" y="0"/>
                </a:cxn>
              </a:cxnLst>
              <a:pathLst>
                <a:path w="21596" h="21600" fill="none">
                  <a:moveTo>
                    <a:pt x="0" y="0"/>
                  </a:moveTo>
                  <a:cubicBezTo>
                    <a:pt x="11758" y="0"/>
                    <a:pt x="21357" y="9405"/>
                    <a:pt x="21595" y="21162"/>
                  </a:cubicBezTo>
                </a:path>
                <a:path w="21596" h="21600" stroke="0">
                  <a:moveTo>
                    <a:pt x="0" y="0"/>
                  </a:moveTo>
                  <a:cubicBezTo>
                    <a:pt x="11758" y="0"/>
                    <a:pt x="21357" y="9405"/>
                    <a:pt x="21595" y="21162"/>
                  </a:cubicBezTo>
                  <a:lnTo>
                    <a:pt x="0" y="21600"/>
                  </a:lnTo>
                  <a:lnTo>
                    <a:pt x="0" y="0"/>
                  </a:lnTo>
                  <a:close/>
                </a:path>
              </a:pathLst>
            </a:custGeom>
            <a:noFill/>
            <a:ln w="28575" cap="flat" cmpd="sng">
              <a:solidFill>
                <a:srgbClr val="FF3300"/>
              </a:solidFill>
              <a:prstDash val="solid"/>
              <a:round/>
              <a:headEnd type="triangle" w="med" len="med"/>
              <a:tailEnd type="none" w="lg" len="lg"/>
            </a:ln>
          </p:spPr>
          <p:txBody>
            <a:bodyPr/>
            <a:p>
              <a:endParaRPr lang="zh-CN" altLang="en-US"/>
            </a:p>
          </p:txBody>
        </p:sp>
        <p:sp>
          <p:nvSpPr>
            <p:cNvPr id="29707" name="Text Box 12"/>
            <p:cNvSpPr txBox="1"/>
            <p:nvPr/>
          </p:nvSpPr>
          <p:spPr>
            <a:xfrm flipH="1">
              <a:off x="4263" y="2983"/>
              <a:ext cx="267" cy="231"/>
            </a:xfrm>
            <a:prstGeom prst="rect">
              <a:avLst/>
            </a:prstGeom>
            <a:noFill/>
            <a:ln w="9525">
              <a:noFill/>
            </a:ln>
          </p:spPr>
          <p:txBody>
            <a:bodyPr anchor="t" anchorCtr="0">
              <a:spAutoFit/>
            </a:bodyPr>
            <a:p>
              <a:pPr algn="ctr">
                <a:spcBef>
                  <a:spcPct val="50000"/>
                </a:spcBef>
              </a:pPr>
              <a:r>
                <a:rPr lang="en-US" altLang="zh-CN" b="1" i="1" dirty="0">
                  <a:solidFill>
                    <a:schemeClr val="tx2"/>
                  </a:solidFill>
                  <a:latin typeface="Times New Roman" panose="02020603050405020304" pitchFamily="18" charset="0"/>
                  <a:ea typeface="宋体" panose="02010600030101010101" pitchFamily="2" charset="-122"/>
                </a:rPr>
                <a:t>0</a:t>
              </a:r>
              <a:endParaRPr lang="en-US" altLang="zh-CN" b="1" i="1" dirty="0">
                <a:solidFill>
                  <a:schemeClr val="tx2"/>
                </a:solidFill>
                <a:latin typeface="Times New Roman" panose="02020603050405020304" pitchFamily="18" charset="0"/>
                <a:ea typeface="宋体" panose="02010600030101010101" pitchFamily="2" charset="-122"/>
              </a:endParaRPr>
            </a:p>
          </p:txBody>
        </p:sp>
        <p:sp>
          <p:nvSpPr>
            <p:cNvPr id="29708" name="Text Box 13"/>
            <p:cNvSpPr txBox="1"/>
            <p:nvPr/>
          </p:nvSpPr>
          <p:spPr>
            <a:xfrm>
              <a:off x="5010" y="2945"/>
              <a:ext cx="426" cy="289"/>
            </a:xfrm>
            <a:prstGeom prst="rect">
              <a:avLst/>
            </a:prstGeom>
            <a:noFill/>
            <a:ln w="9525">
              <a:noFill/>
            </a:ln>
          </p:spPr>
          <p:txBody>
            <a:bodyPr anchor="t" anchorCtr="0">
              <a:spAutoFit/>
            </a:bodyPr>
            <a:p>
              <a:pPr algn="ctr">
                <a:spcBef>
                  <a:spcPct val="50000"/>
                </a:spcBef>
              </a:pPr>
              <a:r>
                <a:rPr lang="en-US" altLang="zh-CN" sz="2400" b="1" i="1" dirty="0">
                  <a:latin typeface="Times New Roman" panose="02020603050405020304" pitchFamily="18" charset="0"/>
                  <a:ea typeface="宋体" panose="02010600030101010101" pitchFamily="2" charset="-122"/>
                </a:rPr>
                <a:t>x</a:t>
              </a:r>
              <a:endParaRPr lang="en-US" altLang="zh-CN" sz="2400" b="1" i="1" dirty="0">
                <a:latin typeface="Times New Roman" panose="02020603050405020304" pitchFamily="18" charset="0"/>
                <a:ea typeface="宋体" panose="02010600030101010101" pitchFamily="2" charset="-122"/>
              </a:endParaRPr>
            </a:p>
          </p:txBody>
        </p:sp>
      </p:grpSp>
      <p:sp>
        <p:nvSpPr>
          <p:cNvPr id="205838" name="Text Box 14"/>
          <p:cNvSpPr txBox="1"/>
          <p:nvPr/>
        </p:nvSpPr>
        <p:spPr>
          <a:xfrm>
            <a:off x="539750" y="2722563"/>
            <a:ext cx="7772400" cy="427037"/>
          </a:xfrm>
          <a:prstGeom prst="rect">
            <a:avLst/>
          </a:prstGeom>
          <a:noFill/>
          <a:ln w="9525">
            <a:noFill/>
          </a:ln>
        </p:spPr>
        <p:txBody>
          <a:bodyPr anchor="t" anchorCtr="0">
            <a:spAutoFit/>
          </a:bodyPr>
          <a:p>
            <a:pPr algn="just"/>
            <a:r>
              <a:rPr lang="zh-CN" altLang="en-US" sz="2200" b="1" dirty="0">
                <a:solidFill>
                  <a:srgbClr val="000000"/>
                </a:solidFill>
                <a:latin typeface="楷体_GB2312"/>
                <a:ea typeface="楷体_GB2312"/>
              </a:rPr>
              <a:t>设物体在</a:t>
            </a:r>
            <a:r>
              <a:rPr lang="en-US" altLang="zh-CN" sz="2200" b="1" i="1" dirty="0">
                <a:solidFill>
                  <a:srgbClr val="000000"/>
                </a:solidFill>
                <a:latin typeface="Times New Roman" panose="02020603050405020304" pitchFamily="18" charset="0"/>
                <a:ea typeface="楷体_GB2312"/>
              </a:rPr>
              <a:t>t</a:t>
            </a:r>
            <a:r>
              <a:rPr lang="en-US" altLang="zh-CN" sz="2200" b="1" baseline="-25000" dirty="0">
                <a:solidFill>
                  <a:srgbClr val="000000"/>
                </a:solidFill>
                <a:latin typeface="宋体" panose="02010600030101010101" pitchFamily="2" charset="-122"/>
                <a:ea typeface="楷体_GB2312"/>
              </a:rPr>
              <a:t>2</a:t>
            </a:r>
            <a:r>
              <a:rPr lang="zh-CN" altLang="en-US" sz="2200" b="1" dirty="0">
                <a:solidFill>
                  <a:srgbClr val="000000"/>
                </a:solidFill>
                <a:latin typeface="楷体_GB2312"/>
                <a:ea typeface="楷体_GB2312"/>
              </a:rPr>
              <a:t>时刻第一次回到平衡位置</a:t>
            </a:r>
            <a:r>
              <a:rPr lang="en-US" altLang="zh-CN" sz="2200" b="1" dirty="0">
                <a:latin typeface="楷体_GB2312"/>
                <a:ea typeface="楷体_GB2312"/>
              </a:rPr>
              <a:t>(</a:t>
            </a:r>
            <a:r>
              <a:rPr lang="en-US" altLang="zh-CN" sz="2200" b="1" i="1" dirty="0">
                <a:latin typeface="Times New Roman" panose="02020603050405020304" pitchFamily="18" charset="0"/>
                <a:ea typeface="楷体_GB2312"/>
              </a:rPr>
              <a:t>x</a:t>
            </a:r>
            <a:r>
              <a:rPr lang="en-US" altLang="zh-CN" sz="2200" b="1" dirty="0">
                <a:latin typeface="楷体_GB2312"/>
                <a:ea typeface="楷体_GB2312"/>
              </a:rPr>
              <a:t>=0)</a:t>
            </a:r>
            <a:r>
              <a:rPr lang="zh-CN" altLang="en-US" sz="2200" b="1" dirty="0">
                <a:latin typeface="楷体_GB2312"/>
                <a:ea typeface="楷体_GB2312"/>
              </a:rPr>
              <a:t>，</a:t>
            </a:r>
            <a:r>
              <a:rPr lang="zh-CN" altLang="en-US" sz="2200" b="1" dirty="0">
                <a:solidFill>
                  <a:srgbClr val="0000FF"/>
                </a:solidFill>
                <a:latin typeface="楷体_GB2312"/>
                <a:ea typeface="楷体_GB2312"/>
              </a:rPr>
              <a:t>相位是</a:t>
            </a:r>
            <a:r>
              <a:rPr lang="en-US" altLang="zh-CN" sz="2200" b="1" dirty="0">
                <a:solidFill>
                  <a:srgbClr val="0000FF"/>
                </a:solidFill>
                <a:latin typeface="楷体_GB2312"/>
                <a:ea typeface="楷体_GB2312"/>
              </a:rPr>
              <a:t>3</a:t>
            </a:r>
            <a:r>
              <a:rPr lang="en-US" altLang="zh-CN" sz="2200" b="1" dirty="0">
                <a:solidFill>
                  <a:srgbClr val="0000FF"/>
                </a:solidFill>
                <a:latin typeface="Times New Roman" panose="02020603050405020304" pitchFamily="18" charset="0"/>
                <a:ea typeface="宋体" panose="02010600030101010101" pitchFamily="2" charset="-122"/>
                <a:sym typeface="Symbol" panose="05050102010706020507" pitchFamily="18" charset="2"/>
              </a:rPr>
              <a:t>/2</a:t>
            </a:r>
            <a:endParaRPr lang="en-US" altLang="zh-CN" sz="2200" b="1" dirty="0">
              <a:solidFill>
                <a:srgbClr val="0000FF"/>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25613" name="Group 16"/>
          <p:cNvGrpSpPr/>
          <p:nvPr/>
        </p:nvGrpSpPr>
        <p:grpSpPr>
          <a:xfrm>
            <a:off x="6386513" y="4273550"/>
            <a:ext cx="511175" cy="1441450"/>
            <a:chOff x="4513" y="2886"/>
            <a:chExt cx="318" cy="771"/>
          </a:xfrm>
        </p:grpSpPr>
        <p:sp>
          <p:nvSpPr>
            <p:cNvPr id="29711" name="Line 17"/>
            <p:cNvSpPr/>
            <p:nvPr/>
          </p:nvSpPr>
          <p:spPr>
            <a:xfrm>
              <a:off x="4694" y="3022"/>
              <a:ext cx="0" cy="635"/>
            </a:xfrm>
            <a:prstGeom prst="line">
              <a:avLst/>
            </a:prstGeom>
            <a:ln w="28575" cap="flat" cmpd="sng">
              <a:solidFill>
                <a:srgbClr val="0000FF"/>
              </a:solidFill>
              <a:prstDash val="solid"/>
              <a:round/>
              <a:headEnd type="none" w="med" len="med"/>
              <a:tailEnd type="triangle" w="med" len="lg"/>
            </a:ln>
          </p:spPr>
        </p:sp>
        <p:sp>
          <p:nvSpPr>
            <p:cNvPr id="29712" name="Arc 18"/>
            <p:cNvSpPr/>
            <p:nvPr/>
          </p:nvSpPr>
          <p:spPr>
            <a:xfrm rot="-10786438" flipV="1">
              <a:off x="4513" y="2886"/>
              <a:ext cx="318" cy="224"/>
            </a:xfrm>
            <a:custGeom>
              <a:avLst/>
              <a:gdLst/>
              <a:ahLst/>
              <a:cxnLst>
                <a:cxn ang="0">
                  <a:pos x="0" y="0"/>
                </a:cxn>
                <a:cxn ang="0">
                  <a:pos x="0" y="0"/>
                </a:cxn>
                <a:cxn ang="0">
                  <a:pos x="0" y="0"/>
                </a:cxn>
              </a:cxnLst>
              <a:pathLst>
                <a:path w="43200" h="43200" fill="none">
                  <a:moveTo>
                    <a:pt x="263" y="24964"/>
                  </a:moveTo>
                  <a:cubicBezTo>
                    <a:pt x="88" y="23851"/>
                    <a:pt x="0" y="22726"/>
                    <a:pt x="0" y="21600"/>
                  </a:cubicBezTo>
                  <a:cubicBezTo>
                    <a:pt x="0" y="9670"/>
                    <a:pt x="9670" y="0"/>
                    <a:pt x="21600" y="0"/>
                  </a:cubicBezTo>
                  <a:cubicBezTo>
                    <a:pt x="33529" y="0"/>
                    <a:pt x="43200" y="9670"/>
                    <a:pt x="43200" y="21600"/>
                  </a:cubicBezTo>
                  <a:cubicBezTo>
                    <a:pt x="43200" y="33529"/>
                    <a:pt x="33529" y="43200"/>
                    <a:pt x="21600" y="43200"/>
                  </a:cubicBezTo>
                  <a:cubicBezTo>
                    <a:pt x="20567" y="43200"/>
                    <a:pt x="19536" y="43125"/>
                    <a:pt x="18513" y="42978"/>
                  </a:cubicBezTo>
                </a:path>
                <a:path w="43200" h="43200" stroke="0">
                  <a:moveTo>
                    <a:pt x="263" y="24964"/>
                  </a:moveTo>
                  <a:cubicBezTo>
                    <a:pt x="88" y="23851"/>
                    <a:pt x="0" y="22726"/>
                    <a:pt x="0" y="21600"/>
                  </a:cubicBezTo>
                  <a:cubicBezTo>
                    <a:pt x="0" y="9670"/>
                    <a:pt x="9670" y="0"/>
                    <a:pt x="21600" y="0"/>
                  </a:cubicBezTo>
                  <a:cubicBezTo>
                    <a:pt x="33529" y="0"/>
                    <a:pt x="43200" y="9670"/>
                    <a:pt x="43200" y="21600"/>
                  </a:cubicBezTo>
                  <a:cubicBezTo>
                    <a:pt x="43200" y="33529"/>
                    <a:pt x="33529" y="43200"/>
                    <a:pt x="21600" y="43200"/>
                  </a:cubicBezTo>
                  <a:cubicBezTo>
                    <a:pt x="20567" y="43200"/>
                    <a:pt x="19536" y="43125"/>
                    <a:pt x="18513" y="42978"/>
                  </a:cubicBezTo>
                  <a:lnTo>
                    <a:pt x="21600" y="21600"/>
                  </a:lnTo>
                  <a:lnTo>
                    <a:pt x="263" y="24964"/>
                  </a:lnTo>
                  <a:close/>
                </a:path>
              </a:pathLst>
            </a:custGeom>
            <a:noFill/>
            <a:ln w="28575" cap="flat" cmpd="sng">
              <a:solidFill>
                <a:srgbClr val="3333FF"/>
              </a:solidFill>
              <a:prstDash val="solid"/>
              <a:round/>
              <a:headEnd type="none" w="med" len="med"/>
              <a:tailEnd type="triangle" w="med" len="lg"/>
            </a:ln>
          </p:spPr>
          <p:txBody>
            <a:bodyPr/>
            <a:p>
              <a:endParaRPr lang="zh-CN" altLang="en-US"/>
            </a:p>
          </p:txBody>
        </p:sp>
      </p:grpSp>
      <p:sp>
        <p:nvSpPr>
          <p:cNvPr id="205844" name="Text Box 20"/>
          <p:cNvSpPr txBox="1"/>
          <p:nvPr/>
        </p:nvSpPr>
        <p:spPr>
          <a:xfrm>
            <a:off x="577850" y="3154363"/>
            <a:ext cx="4878388" cy="430212"/>
          </a:xfrm>
          <a:prstGeom prst="rect">
            <a:avLst/>
          </a:prstGeom>
          <a:noFill/>
          <a:ln w="9525">
            <a:noFill/>
          </a:ln>
        </p:spPr>
        <p:txBody>
          <a:bodyPr anchor="t" anchorCtr="0">
            <a:spAutoFit/>
          </a:bodyPr>
          <a:p>
            <a:pPr algn="just"/>
            <a:r>
              <a:rPr lang="zh-CN" altLang="en-US" sz="2200" b="1" dirty="0">
                <a:solidFill>
                  <a:srgbClr val="FF0000"/>
                </a:solidFill>
                <a:latin typeface="楷体_GB2312"/>
                <a:ea typeface="楷体_GB2312"/>
              </a:rPr>
              <a:t>从</a:t>
            </a:r>
            <a:r>
              <a:rPr lang="en-US" altLang="zh-CN" sz="2200" b="1" i="1" dirty="0">
                <a:solidFill>
                  <a:srgbClr val="FF0000"/>
                </a:solidFill>
                <a:latin typeface="Times New Roman" panose="02020603050405020304" pitchFamily="18" charset="0"/>
                <a:ea typeface="楷体_GB2312"/>
              </a:rPr>
              <a:t>t</a:t>
            </a:r>
            <a:r>
              <a:rPr lang="en-US" altLang="zh-CN" sz="2200" b="1" baseline="-25000" dirty="0">
                <a:solidFill>
                  <a:srgbClr val="FF0000"/>
                </a:solidFill>
                <a:latin typeface="宋体" panose="02010600030101010101" pitchFamily="2" charset="-122"/>
                <a:ea typeface="楷体_GB2312"/>
              </a:rPr>
              <a:t>1</a:t>
            </a:r>
            <a:r>
              <a:rPr lang="zh-CN" altLang="en-US" sz="2200" b="1" dirty="0">
                <a:solidFill>
                  <a:srgbClr val="FF0000"/>
                </a:solidFill>
                <a:latin typeface="楷体_GB2312"/>
                <a:ea typeface="楷体_GB2312"/>
              </a:rPr>
              <a:t>时刻到</a:t>
            </a:r>
            <a:r>
              <a:rPr lang="en-US" altLang="zh-CN" sz="2200" b="1" i="1" dirty="0">
                <a:solidFill>
                  <a:srgbClr val="FF0000"/>
                </a:solidFill>
                <a:latin typeface="Times New Roman" panose="02020603050405020304" pitchFamily="18" charset="0"/>
                <a:ea typeface="楷体_GB2312"/>
              </a:rPr>
              <a:t>t</a:t>
            </a:r>
            <a:r>
              <a:rPr lang="en-US" altLang="zh-CN" sz="2200" b="1" baseline="-25000" dirty="0">
                <a:solidFill>
                  <a:srgbClr val="FF0000"/>
                </a:solidFill>
                <a:latin typeface="宋体" panose="02010600030101010101" pitchFamily="2" charset="-122"/>
                <a:ea typeface="楷体_GB2312"/>
              </a:rPr>
              <a:t>2</a:t>
            </a:r>
            <a:r>
              <a:rPr lang="zh-CN" altLang="en-US" sz="2200" b="1" dirty="0">
                <a:solidFill>
                  <a:srgbClr val="FF0000"/>
                </a:solidFill>
                <a:latin typeface="楷体_GB2312"/>
                <a:ea typeface="楷体_GB2312"/>
              </a:rPr>
              <a:t>时刻所对应的相差为</a:t>
            </a:r>
            <a:r>
              <a:rPr lang="zh-CN" altLang="en-US" sz="2200" b="1" dirty="0">
                <a:solidFill>
                  <a:srgbClr val="FF0000"/>
                </a:solidFill>
                <a:latin typeface="宋体" panose="02010600030101010101" pitchFamily="2" charset="-122"/>
                <a:ea typeface="楷体_GB2312"/>
              </a:rPr>
              <a:t>：</a:t>
            </a:r>
            <a:endParaRPr lang="zh-CN" altLang="en-US" sz="2200" b="1" dirty="0">
              <a:solidFill>
                <a:srgbClr val="FF0000"/>
              </a:solidFill>
              <a:latin typeface="宋体" panose="02010600030101010101" pitchFamily="2" charset="-122"/>
              <a:ea typeface="楷体_GB2312"/>
            </a:endParaRPr>
          </a:p>
        </p:txBody>
      </p:sp>
      <p:sp>
        <p:nvSpPr>
          <p:cNvPr id="205846" name="Text Box 22"/>
          <p:cNvSpPr txBox="1"/>
          <p:nvPr/>
        </p:nvSpPr>
        <p:spPr>
          <a:xfrm>
            <a:off x="500063" y="4146550"/>
            <a:ext cx="5472112" cy="427038"/>
          </a:xfrm>
          <a:prstGeom prst="rect">
            <a:avLst/>
          </a:prstGeom>
          <a:noFill/>
          <a:ln w="9525">
            <a:noFill/>
          </a:ln>
        </p:spPr>
        <p:txBody>
          <a:bodyPr anchor="t" anchorCtr="0">
            <a:spAutoFit/>
          </a:bodyPr>
          <a:p>
            <a:pPr>
              <a:spcBef>
                <a:spcPct val="50000"/>
              </a:spcBef>
            </a:pPr>
            <a:r>
              <a:rPr lang="en-US" altLang="zh-CN" sz="2200" b="1" dirty="0">
                <a:latin typeface="Times New Roman" panose="02020603050405020304" pitchFamily="18" charset="0"/>
                <a:ea typeface="宋体" panose="02010600030101010101" pitchFamily="2" charset="-122"/>
              </a:rPr>
              <a:t> </a:t>
            </a:r>
            <a:r>
              <a:rPr lang="zh-CN" altLang="en-US" sz="2200" b="1" dirty="0">
                <a:solidFill>
                  <a:srgbClr val="000000"/>
                </a:solidFill>
                <a:latin typeface="Times New Roman" panose="02020603050405020304" pitchFamily="18" charset="0"/>
                <a:ea typeface="楷体_GB2312"/>
              </a:rPr>
              <a:t>振幅矢量的角速度</a:t>
            </a:r>
            <a:r>
              <a:rPr lang="zh-CN" altLang="en-US" sz="22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22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22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lang="zh-CN" altLang="en-US" sz="2200" b="1"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2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200" b="1"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t </a:t>
            </a:r>
            <a:r>
              <a:rPr lang="en-US" altLang="zh-CN" sz="2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200" b="1"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  </a:t>
            </a:r>
            <a:endParaRPr lang="zh-CN" altLang="zh-CN" sz="2200" b="1" i="1" dirty="0">
              <a:solidFill>
                <a:srgbClr val="FF0000"/>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05847" name="Text Box 23"/>
          <p:cNvSpPr txBox="1"/>
          <p:nvPr/>
        </p:nvSpPr>
        <p:spPr>
          <a:xfrm>
            <a:off x="577850" y="4692650"/>
            <a:ext cx="4032250" cy="427038"/>
          </a:xfrm>
          <a:prstGeom prst="rect">
            <a:avLst/>
          </a:prstGeom>
          <a:noFill/>
          <a:ln w="9525">
            <a:noFill/>
          </a:ln>
        </p:spPr>
        <p:txBody>
          <a:bodyPr anchor="t" anchorCtr="0">
            <a:spAutoFit/>
          </a:bodyPr>
          <a:p>
            <a:pPr>
              <a:spcBef>
                <a:spcPct val="50000"/>
              </a:spcBef>
            </a:pPr>
            <a:r>
              <a:rPr lang="zh-CN" altLang="en-US" sz="2200" b="1" dirty="0">
                <a:solidFill>
                  <a:srgbClr val="000000"/>
                </a:solidFill>
                <a:latin typeface="楷体_GB2312"/>
                <a:ea typeface="楷体_GB2312"/>
              </a:rPr>
              <a:t>另外</a:t>
            </a:r>
            <a:r>
              <a:rPr lang="zh-CN" altLang="en-US" sz="2200" b="1" dirty="0">
                <a:solidFill>
                  <a:srgbClr val="000000"/>
                </a:solidFill>
                <a:latin typeface="Times New Roman" panose="02020603050405020304" pitchFamily="18" charset="0"/>
                <a:ea typeface="楷体_GB2312"/>
              </a:rPr>
              <a:t>，</a:t>
            </a:r>
            <a:r>
              <a:rPr lang="zh-CN" altLang="en-US" sz="2200" b="1" i="1" dirty="0">
                <a:solidFill>
                  <a:srgbClr val="000000"/>
                </a:solidFill>
                <a:latin typeface="Times New Roman" panose="02020603050405020304" pitchFamily="18" charset="0"/>
                <a:ea typeface="楷体_GB2312"/>
                <a:sym typeface="Symbol" panose="05050102010706020507" pitchFamily="18" charset="2"/>
              </a:rPr>
              <a:t> </a:t>
            </a:r>
            <a:r>
              <a:rPr lang="en-US" altLang="zh-CN" sz="2200" b="1" i="1" dirty="0">
                <a:solidFill>
                  <a:srgbClr val="000000"/>
                </a:solidFill>
                <a:latin typeface="Times New Roman" panose="02020603050405020304" pitchFamily="18" charset="0"/>
                <a:ea typeface="楷体_GB2312"/>
                <a:sym typeface="Symbol" panose="05050102010706020507" pitchFamily="18" charset="2"/>
              </a:rPr>
              <a:t>T</a:t>
            </a:r>
            <a:r>
              <a:rPr lang="en-US" altLang="zh-CN" sz="800" b="1" i="1" dirty="0">
                <a:solidFill>
                  <a:srgbClr val="000000"/>
                </a:solidFill>
                <a:latin typeface="Times New Roman" panose="02020603050405020304" pitchFamily="18" charset="0"/>
                <a:ea typeface="楷体_GB2312"/>
                <a:sym typeface="Symbol" panose="05050102010706020507" pitchFamily="18" charset="2"/>
              </a:rPr>
              <a:t> </a:t>
            </a:r>
            <a:r>
              <a:rPr lang="en-US" altLang="zh-CN" sz="2200" b="1" dirty="0">
                <a:solidFill>
                  <a:srgbClr val="000000"/>
                </a:solidFill>
                <a:latin typeface="Times New Roman" panose="02020603050405020304" pitchFamily="18" charset="0"/>
                <a:ea typeface="楷体_GB2312"/>
                <a:sym typeface="Symbol" panose="05050102010706020507" pitchFamily="18" charset="2"/>
              </a:rPr>
              <a:t>=2</a:t>
            </a:r>
            <a:endParaRPr lang="en-US" altLang="zh-CN" sz="2200" b="1" dirty="0">
              <a:solidFill>
                <a:srgbClr val="000000"/>
              </a:solidFill>
              <a:latin typeface="Times New Roman" panose="02020603050405020304" pitchFamily="18" charset="0"/>
              <a:ea typeface="楷体_GB2312"/>
              <a:sym typeface="Symbol" panose="05050102010706020507" pitchFamily="18" charset="2"/>
            </a:endParaRPr>
          </a:p>
        </p:txBody>
      </p:sp>
      <p:graphicFrame>
        <p:nvGraphicFramePr>
          <p:cNvPr id="341020" name="Object 28"/>
          <p:cNvGraphicFramePr>
            <a:graphicFrameLocks noChangeAspect="1"/>
          </p:cNvGraphicFramePr>
          <p:nvPr/>
        </p:nvGraphicFramePr>
        <p:xfrm>
          <a:off x="1038225" y="3608388"/>
          <a:ext cx="3711575" cy="468312"/>
        </p:xfrm>
        <a:graphic>
          <a:graphicData uri="http://schemas.openxmlformats.org/presentationml/2006/ole">
            <mc:AlternateContent xmlns:mc="http://schemas.openxmlformats.org/markup-compatibility/2006">
              <mc:Choice xmlns:v="urn:schemas-microsoft-com:vml" Requires="v">
                <p:oleObj spid="_x0000_s3146" name="" r:id="rId1" imgW="1536700" imgH="215900" progId="Equation.3">
                  <p:embed/>
                </p:oleObj>
              </mc:Choice>
              <mc:Fallback>
                <p:oleObj name="" r:id="rId1" imgW="1536700" imgH="215900" progId="Equation.3">
                  <p:embed/>
                  <p:pic>
                    <p:nvPicPr>
                      <p:cNvPr id="0" name="图片 3145"/>
                      <p:cNvPicPr/>
                      <p:nvPr/>
                    </p:nvPicPr>
                    <p:blipFill>
                      <a:blip r:embed="rId2"/>
                      <a:stretch>
                        <a:fillRect/>
                      </a:stretch>
                    </p:blipFill>
                    <p:spPr>
                      <a:xfrm>
                        <a:off x="1038225" y="3608388"/>
                        <a:ext cx="3711575" cy="468312"/>
                      </a:xfrm>
                      <a:prstGeom prst="rect">
                        <a:avLst/>
                      </a:prstGeom>
                      <a:noFill/>
                      <a:ln w="38100">
                        <a:noFill/>
                        <a:miter/>
                      </a:ln>
                    </p:spPr>
                  </p:pic>
                </p:oleObj>
              </mc:Fallback>
            </mc:AlternateContent>
          </a:graphicData>
        </a:graphic>
      </p:graphicFrame>
      <p:graphicFrame>
        <p:nvGraphicFramePr>
          <p:cNvPr id="341023" name="Object 31"/>
          <p:cNvGraphicFramePr>
            <a:graphicFrameLocks noChangeAspect="1"/>
          </p:cNvGraphicFramePr>
          <p:nvPr/>
        </p:nvGraphicFramePr>
        <p:xfrm>
          <a:off x="733425" y="5238750"/>
          <a:ext cx="4097338" cy="741363"/>
        </p:xfrm>
        <a:graphic>
          <a:graphicData uri="http://schemas.openxmlformats.org/presentationml/2006/ole">
            <mc:AlternateContent xmlns:mc="http://schemas.openxmlformats.org/markup-compatibility/2006">
              <mc:Choice xmlns:v="urn:schemas-microsoft-com:vml" Requires="v">
                <p:oleObj spid="_x0000_s3145" name="" r:id="rId3" imgW="1841500" imgH="393700" progId="Equation.3">
                  <p:embed/>
                </p:oleObj>
              </mc:Choice>
              <mc:Fallback>
                <p:oleObj name="" r:id="rId3" imgW="1841500" imgH="393700" progId="Equation.3">
                  <p:embed/>
                  <p:pic>
                    <p:nvPicPr>
                      <p:cNvPr id="0" name="图片 3144"/>
                      <p:cNvPicPr/>
                      <p:nvPr/>
                    </p:nvPicPr>
                    <p:blipFill>
                      <a:blip r:embed="rId4"/>
                      <a:stretch>
                        <a:fillRect/>
                      </a:stretch>
                    </p:blipFill>
                    <p:spPr>
                      <a:xfrm>
                        <a:off x="733425" y="5238750"/>
                        <a:ext cx="4097338" cy="741363"/>
                      </a:xfrm>
                      <a:prstGeom prst="rect">
                        <a:avLst/>
                      </a:prstGeom>
                      <a:noFill/>
                      <a:ln w="38100">
                        <a:noFill/>
                        <a:miter/>
                      </a:ln>
                    </p:spPr>
                  </p:pic>
                </p:oleObj>
              </mc:Fallback>
            </mc:AlternateContent>
          </a:graphicData>
        </a:graphic>
      </p:graphicFrame>
      <p:sp>
        <p:nvSpPr>
          <p:cNvPr id="27" name="文本框 26"/>
          <p:cNvSpPr txBox="1"/>
          <p:nvPr/>
        </p:nvSpPr>
        <p:spPr>
          <a:xfrm>
            <a:off x="6107113" y="4754563"/>
            <a:ext cx="701675" cy="369887"/>
          </a:xfrm>
          <a:prstGeom prst="rect">
            <a:avLst/>
          </a:prstGeom>
          <a:noFill/>
          <a:ln w="9525">
            <a:noFill/>
          </a:ln>
        </p:spPr>
        <p:txBody>
          <a:bodyPr anchor="t" anchorCtr="0">
            <a:spAutoFit/>
          </a:bodyPr>
          <a:p>
            <a:r>
              <a:rPr lang="en-US" altLang="zh-CN" b="1" dirty="0">
                <a:solidFill>
                  <a:srgbClr val="0000FF"/>
                </a:solidFill>
                <a:latin typeface="楷体_GB2312"/>
                <a:ea typeface="楷体_GB2312"/>
              </a:rPr>
              <a:t>3</a:t>
            </a:r>
            <a:r>
              <a:rPr lang="en-US" altLang="zh-CN" b="1" dirty="0">
                <a:solidFill>
                  <a:srgbClr val="0000FF"/>
                </a:solidFill>
                <a:latin typeface="Times New Roman" panose="02020603050405020304" pitchFamily="18" charset="0"/>
                <a:ea typeface="宋体" panose="02010600030101010101" pitchFamily="2" charset="-122"/>
                <a:sym typeface="Symbol" panose="05050102010706020507" pitchFamily="18" charset="2"/>
              </a:rPr>
              <a:t>/2</a:t>
            </a:r>
            <a:endParaRPr lang="zh-CN" altLang="en-US" dirty="0">
              <a:latin typeface="Arial" panose="020B0604020202020204" pitchFamily="34" charset="0"/>
              <a:ea typeface="宋体" panose="02010600030101010101" pitchFamily="2" charset="-122"/>
            </a:endParaRPr>
          </a:p>
        </p:txBody>
      </p:sp>
      <p:sp>
        <p:nvSpPr>
          <p:cNvPr id="28" name="文本框 27"/>
          <p:cNvSpPr txBox="1"/>
          <p:nvPr/>
        </p:nvSpPr>
        <p:spPr>
          <a:xfrm>
            <a:off x="6702425" y="3960813"/>
            <a:ext cx="701675" cy="368300"/>
          </a:xfrm>
          <a:prstGeom prst="rect">
            <a:avLst/>
          </a:prstGeom>
          <a:noFill/>
          <a:ln w="9525">
            <a:noFill/>
          </a:ln>
        </p:spPr>
        <p:txBody>
          <a:bodyPr anchor="t" anchorCtr="0">
            <a:spAutoFit/>
          </a:bodyPr>
          <a:p>
            <a:r>
              <a:rPr lang="en-US" altLang="zh-CN" b="1" dirty="0">
                <a:solidFill>
                  <a:srgbClr val="FF0000"/>
                </a:solidFill>
                <a:latin typeface="楷体_GB2312"/>
                <a:ea typeface="楷体_GB2312"/>
              </a:rPr>
              <a:t>2</a:t>
            </a:r>
            <a:r>
              <a:rPr lang="en-US" altLang="zh-CN"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827"/>
                                        </p:tgtEl>
                                        <p:attrNameLst>
                                          <p:attrName>style.visibility</p:attrName>
                                        </p:attrNameLst>
                                      </p:cBhvr>
                                      <p:to>
                                        <p:strVal val="visible"/>
                                      </p:to>
                                    </p:set>
                                    <p:animEffect transition="in" filter="wipe(left)">
                                      <p:cBhvr>
                                        <p:cTn id="7" dur="500"/>
                                        <p:tgtEl>
                                          <p:spTgt spid="205827"/>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05828"/>
                                        </p:tgtEl>
                                        <p:attrNameLst>
                                          <p:attrName>style.visibility</p:attrName>
                                        </p:attrNameLst>
                                      </p:cBhvr>
                                      <p:to>
                                        <p:strVal val="visible"/>
                                      </p:to>
                                    </p:set>
                                    <p:animEffect transition="in" filter="barn(inVertical)">
                                      <p:cBhvr>
                                        <p:cTn id="11" dur="500"/>
                                        <p:tgtEl>
                                          <p:spTgt spid="205828"/>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05838"/>
                                        </p:tgtEl>
                                        <p:attrNameLst>
                                          <p:attrName>style.visibility</p:attrName>
                                        </p:attrNameLst>
                                      </p:cBhvr>
                                      <p:to>
                                        <p:strVal val="visible"/>
                                      </p:to>
                                    </p:set>
                                    <p:animEffect transition="in" filter="wipe(left)">
                                      <p:cBhvr>
                                        <p:cTn id="19" dur="500"/>
                                        <p:tgtEl>
                                          <p:spTgt spid="205838"/>
                                        </p:tgtEl>
                                      </p:cBhvr>
                                    </p:animEffect>
                                  </p:childTnLst>
                                </p:cTn>
                              </p:par>
                            </p:childTnLst>
                          </p:cTn>
                        </p:par>
                        <p:par>
                          <p:cTn id="20" fill="hold">
                            <p:stCondLst>
                              <p:cond delay="500"/>
                            </p:stCondLst>
                            <p:childTnLst>
                              <p:par>
                                <p:cTn id="21" presetID="22" presetClass="entr" presetSubtype="4" fill="hold" nodeType="afterEffect">
                                  <p:stCondLst>
                                    <p:cond delay="0"/>
                                  </p:stCondLst>
                                  <p:childTnLst>
                                    <p:set>
                                      <p:cBhvr>
                                        <p:cTn id="22" dur="1" fill="hold">
                                          <p:stCondLst>
                                            <p:cond delay="0"/>
                                          </p:stCondLst>
                                        </p:cTn>
                                        <p:tgtEl>
                                          <p:spTgt spid="25613"/>
                                        </p:tgtEl>
                                        <p:attrNameLst>
                                          <p:attrName>style.visibility</p:attrName>
                                        </p:attrNameLst>
                                      </p:cBhvr>
                                      <p:to>
                                        <p:strVal val="visible"/>
                                      </p:to>
                                    </p:set>
                                    <p:animEffect transition="in" filter="wipe(down)">
                                      <p:cBhvr>
                                        <p:cTn id="23" dur="500"/>
                                        <p:tgtEl>
                                          <p:spTgt spid="25613"/>
                                        </p:tgtEl>
                                      </p:cBhvr>
                                    </p:animEffect>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5844"/>
                                        </p:tgtEl>
                                        <p:attrNameLst>
                                          <p:attrName>style.visibility</p:attrName>
                                        </p:attrNameLst>
                                      </p:cBhvr>
                                      <p:to>
                                        <p:strVal val="visible"/>
                                      </p:to>
                                    </p:set>
                                    <p:animEffect transition="in" filter="wipe(left)">
                                      <p:cBhvr>
                                        <p:cTn id="31" dur="500"/>
                                        <p:tgtEl>
                                          <p:spTgt spid="205844"/>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341020"/>
                                        </p:tgtEl>
                                        <p:attrNameLst>
                                          <p:attrName>style.visibility</p:attrName>
                                        </p:attrNameLst>
                                      </p:cBhvr>
                                      <p:to>
                                        <p:strVal val="visible"/>
                                      </p:to>
                                    </p:set>
                                    <p:animEffect transition="in" filter="wipe(left)">
                                      <p:cBhvr>
                                        <p:cTn id="35" dur="500"/>
                                        <p:tgtEl>
                                          <p:spTgt spid="34102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05846"/>
                                        </p:tgtEl>
                                        <p:attrNameLst>
                                          <p:attrName>style.visibility</p:attrName>
                                        </p:attrNameLst>
                                      </p:cBhvr>
                                      <p:to>
                                        <p:strVal val="visible"/>
                                      </p:to>
                                    </p:set>
                                    <p:animEffect transition="in" filter="wipe(left)">
                                      <p:cBhvr>
                                        <p:cTn id="40" dur="500"/>
                                        <p:tgtEl>
                                          <p:spTgt spid="205846"/>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205847"/>
                                        </p:tgtEl>
                                        <p:attrNameLst>
                                          <p:attrName>style.visibility</p:attrName>
                                        </p:attrNameLst>
                                      </p:cBhvr>
                                      <p:to>
                                        <p:strVal val="visible"/>
                                      </p:to>
                                    </p:set>
                                    <p:animEffect transition="in" filter="wipe(left)">
                                      <p:cBhvr>
                                        <p:cTn id="44" dur="500"/>
                                        <p:tgtEl>
                                          <p:spTgt spid="205847"/>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341023"/>
                                        </p:tgtEl>
                                        <p:attrNameLst>
                                          <p:attrName>style.visibility</p:attrName>
                                        </p:attrNameLst>
                                      </p:cBhvr>
                                      <p:to>
                                        <p:strVal val="visible"/>
                                      </p:to>
                                    </p:set>
                                    <p:animEffect transition="in" filter="wipe(left)">
                                      <p:cBhvr>
                                        <p:cTn id="48" dur="500"/>
                                        <p:tgtEl>
                                          <p:spTgt spid="341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7" grpId="0"/>
      <p:bldP spid="205838" grpId="0"/>
      <p:bldP spid="205844" grpId="0"/>
      <p:bldP spid="205846" grpId="0"/>
      <p:bldP spid="205847" grpId="0"/>
      <p:bldP spid="27"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09295" y="859790"/>
            <a:ext cx="7725410" cy="1753235"/>
          </a:xfrm>
          <a:prstGeom prst="rect">
            <a:avLst/>
          </a:prstGeom>
          <a:noFill/>
        </p:spPr>
        <p:txBody>
          <a:bodyPr wrap="square" rtlCol="0" anchor="t">
            <a:spAutoFit/>
          </a:bodyPr>
          <a:p>
            <a:pPr>
              <a:lnSpc>
                <a:spcPct val="150000"/>
              </a:lnSpc>
            </a:pPr>
            <a:r>
              <a:rPr lang="zh-CN" altLang="en-US" sz="2400" b="1" dirty="0">
                <a:solidFill>
                  <a:srgbClr val="000000"/>
                </a:solidFill>
                <a:latin typeface="Times New Roman" panose="02020603050405020304" pitchFamily="18" charset="0"/>
                <a:sym typeface="+mn-ea"/>
              </a:rPr>
              <a:t>一质点作简谐振动，周期为</a:t>
            </a:r>
            <a:r>
              <a:rPr lang="en-US" altLang="zh-CN" sz="2400" b="1" i="1" dirty="0">
                <a:solidFill>
                  <a:srgbClr val="000000"/>
                </a:solidFill>
                <a:latin typeface="Times New Roman" panose="02020603050405020304" pitchFamily="18" charset="0"/>
                <a:sym typeface="+mn-ea"/>
              </a:rPr>
              <a:t>T</a:t>
            </a:r>
            <a:r>
              <a:rPr lang="zh-CN" altLang="en-US" sz="2400" b="1" dirty="0">
                <a:solidFill>
                  <a:srgbClr val="000000"/>
                </a:solidFill>
                <a:latin typeface="Times New Roman" panose="02020603050405020304" pitchFamily="18" charset="0"/>
                <a:sym typeface="+mn-ea"/>
              </a:rPr>
              <a:t>．当它由平衡位置向</a:t>
            </a:r>
            <a:r>
              <a:rPr lang="en-US" altLang="zh-CN" sz="2400" b="1" i="1" dirty="0">
                <a:solidFill>
                  <a:srgbClr val="000000"/>
                </a:solidFill>
                <a:latin typeface="Times New Roman" panose="02020603050405020304" pitchFamily="18" charset="0"/>
                <a:sym typeface="+mn-ea"/>
              </a:rPr>
              <a:t>x</a:t>
            </a:r>
            <a:r>
              <a:rPr lang="zh-CN" altLang="en-US" sz="2400" b="1" dirty="0">
                <a:solidFill>
                  <a:srgbClr val="000000"/>
                </a:solidFill>
                <a:latin typeface="Times New Roman" panose="02020603050405020304" pitchFamily="18" charset="0"/>
                <a:sym typeface="+mn-ea"/>
              </a:rPr>
              <a:t>轴正方向运动时，从二分之一最大位移处到最大位移处这段路程所需要的时间为</a:t>
            </a:r>
            <a:r>
              <a:rPr lang="en-US" altLang="zh-CN" sz="2400" b="1" dirty="0">
                <a:solidFill>
                  <a:srgbClr val="000000"/>
                </a:solidFill>
                <a:latin typeface="Times New Roman" panose="02020603050405020304" pitchFamily="18" charset="0"/>
                <a:sym typeface="+mn-ea"/>
              </a:rPr>
              <a:t>(      )</a:t>
            </a:r>
            <a:endParaRPr lang="en-US" altLang="zh-CN" sz="2400" b="1" dirty="0">
              <a:solidFill>
                <a:srgbClr val="000000"/>
              </a:solidFill>
              <a:latin typeface="Times New Roman" panose="02020603050405020304" pitchFamily="18" charset="0"/>
              <a:sym typeface="+mn-ea"/>
            </a:endParaRPr>
          </a:p>
        </p:txBody>
      </p:sp>
      <p:sp>
        <p:nvSpPr>
          <p:cNvPr id="3" name="文本框 2"/>
          <p:cNvSpPr txBox="1"/>
          <p:nvPr/>
        </p:nvSpPr>
        <p:spPr>
          <a:xfrm>
            <a:off x="1331595" y="2961005"/>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(A)  </a:t>
            </a:r>
            <a:r>
              <a:rPr lang="en-US" altLang="zh-CN" sz="2400" b="1" i="1" dirty="0">
                <a:solidFill>
                  <a:srgbClr val="000000"/>
                </a:solidFill>
                <a:latin typeface="Times New Roman" panose="02020603050405020304" pitchFamily="18" charset="0"/>
                <a:sym typeface="+mn-ea"/>
              </a:rPr>
              <a:t>T</a:t>
            </a:r>
            <a:r>
              <a:rPr lang="en-US" altLang="zh-CN" sz="2400" b="1" dirty="0">
                <a:solidFill>
                  <a:srgbClr val="000000"/>
                </a:solidFill>
                <a:latin typeface="Times New Roman" panose="02020603050405020304" pitchFamily="18" charset="0"/>
                <a:sym typeface="+mn-ea"/>
              </a:rPr>
              <a:t> /12</a:t>
            </a:r>
            <a:endParaRPr lang="zh-CN" altLang="en-US" sz="2400"/>
          </a:p>
        </p:txBody>
      </p:sp>
      <p:sp>
        <p:nvSpPr>
          <p:cNvPr id="6" name="文本框 5"/>
          <p:cNvSpPr txBox="1"/>
          <p:nvPr/>
        </p:nvSpPr>
        <p:spPr>
          <a:xfrm>
            <a:off x="1331595" y="3681095"/>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(B)  </a:t>
            </a:r>
            <a:r>
              <a:rPr lang="en-US" altLang="zh-CN" sz="2400" b="1" i="1" dirty="0">
                <a:solidFill>
                  <a:srgbClr val="000000"/>
                </a:solidFill>
                <a:latin typeface="Times New Roman" panose="02020603050405020304" pitchFamily="18" charset="0"/>
                <a:sym typeface="+mn-ea"/>
              </a:rPr>
              <a:t>T</a:t>
            </a:r>
            <a:r>
              <a:rPr lang="en-US" altLang="zh-CN" sz="2400" b="1" dirty="0">
                <a:solidFill>
                  <a:srgbClr val="000000"/>
                </a:solidFill>
                <a:latin typeface="Times New Roman" panose="02020603050405020304" pitchFamily="18" charset="0"/>
                <a:sym typeface="+mn-ea"/>
              </a:rPr>
              <a:t> /8</a:t>
            </a:r>
            <a:endParaRPr lang="zh-CN" altLang="en-US" sz="2400"/>
          </a:p>
        </p:txBody>
      </p:sp>
      <p:sp>
        <p:nvSpPr>
          <p:cNvPr id="7" name="文本框 6"/>
          <p:cNvSpPr txBox="1"/>
          <p:nvPr/>
        </p:nvSpPr>
        <p:spPr>
          <a:xfrm>
            <a:off x="1331595" y="4437380"/>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(C)  </a:t>
            </a:r>
            <a:r>
              <a:rPr lang="en-US" altLang="zh-CN" sz="2400" b="1" i="1" dirty="0">
                <a:solidFill>
                  <a:srgbClr val="000000"/>
                </a:solidFill>
                <a:latin typeface="Times New Roman" panose="02020603050405020304" pitchFamily="18" charset="0"/>
                <a:sym typeface="+mn-ea"/>
              </a:rPr>
              <a:t>T</a:t>
            </a:r>
            <a:r>
              <a:rPr lang="en-US" altLang="zh-CN" sz="2400" b="1" dirty="0">
                <a:solidFill>
                  <a:srgbClr val="000000"/>
                </a:solidFill>
                <a:latin typeface="Times New Roman" panose="02020603050405020304" pitchFamily="18" charset="0"/>
                <a:sym typeface="+mn-ea"/>
              </a:rPr>
              <a:t> /6</a:t>
            </a:r>
            <a:endParaRPr lang="zh-CN" altLang="en-US" sz="2400"/>
          </a:p>
        </p:txBody>
      </p:sp>
      <p:sp>
        <p:nvSpPr>
          <p:cNvPr id="8" name="文本框 7"/>
          <p:cNvSpPr txBox="1"/>
          <p:nvPr/>
        </p:nvSpPr>
        <p:spPr>
          <a:xfrm>
            <a:off x="1331595" y="5193665"/>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(D)  </a:t>
            </a:r>
            <a:r>
              <a:rPr lang="en-US" altLang="zh-CN" sz="2400" b="1" i="1" dirty="0">
                <a:solidFill>
                  <a:srgbClr val="000000"/>
                </a:solidFill>
                <a:latin typeface="Times New Roman" panose="02020603050405020304" pitchFamily="18" charset="0"/>
                <a:sym typeface="+mn-ea"/>
              </a:rPr>
              <a:t>T</a:t>
            </a:r>
            <a:r>
              <a:rPr lang="en-US" altLang="zh-CN" sz="2400" b="1" dirty="0">
                <a:solidFill>
                  <a:srgbClr val="000000"/>
                </a:solidFill>
                <a:latin typeface="Times New Roman" panose="02020603050405020304" pitchFamily="18" charset="0"/>
                <a:sym typeface="+mn-ea"/>
              </a:rPr>
              <a:t> /4</a:t>
            </a:r>
            <a:endParaRPr lang="zh-CN" altLang="en-US" sz="2400"/>
          </a:p>
        </p:txBody>
      </p:sp>
      <p:sp>
        <p:nvSpPr>
          <p:cNvPr id="9" name="文本框 8"/>
          <p:cNvSpPr txBox="1"/>
          <p:nvPr/>
        </p:nvSpPr>
        <p:spPr>
          <a:xfrm>
            <a:off x="3636010" y="2152650"/>
            <a:ext cx="755015"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sym typeface="+mn-ea"/>
              </a:rPr>
              <a:t>C</a:t>
            </a:r>
            <a:endParaRPr lang="en-US" altLang="zh-CN" sz="2400" b="1" dirty="0">
              <a:solidFill>
                <a:srgbClr val="FF0000"/>
              </a:solidFill>
              <a:latin typeface="Times New Roman" panose="02020603050405020304" pitchFamily="18" charset="0"/>
              <a:sym typeface="+mn-ea"/>
            </a:endParaRPr>
          </a:p>
        </p:txBody>
      </p:sp>
      <p:pic>
        <p:nvPicPr>
          <p:cNvPr id="31758" name="图片 49"/>
          <p:cNvPicPr>
            <a:picLocks noChangeAspect="1"/>
          </p:cNvPicPr>
          <p:nvPr/>
        </p:nvPicPr>
        <p:blipFill>
          <a:blip r:embed="rId1"/>
          <a:stretch>
            <a:fillRect/>
          </a:stretch>
        </p:blipFill>
        <p:spPr>
          <a:xfrm>
            <a:off x="4932045" y="2204720"/>
            <a:ext cx="2700655" cy="1961515"/>
          </a:xfrm>
          <a:prstGeom prst="rect">
            <a:avLst/>
          </a:prstGeom>
          <a:noFill/>
          <a:ln w="9525">
            <a:noFill/>
          </a:ln>
        </p:spPr>
      </p:pic>
      <p:pic>
        <p:nvPicPr>
          <p:cNvPr id="31759" name="图片 51"/>
          <p:cNvPicPr>
            <a:picLocks noChangeAspect="1"/>
          </p:cNvPicPr>
          <p:nvPr/>
        </p:nvPicPr>
        <p:blipFill>
          <a:blip r:embed="rId2"/>
          <a:stretch>
            <a:fillRect/>
          </a:stretch>
        </p:blipFill>
        <p:spPr>
          <a:xfrm>
            <a:off x="4643438" y="4292918"/>
            <a:ext cx="3198812" cy="2006600"/>
          </a:xfrm>
          <a:prstGeom prst="rect">
            <a:avLst/>
          </a:prstGeom>
          <a:noFill/>
          <a:ln w="9525">
            <a:noFill/>
          </a:ln>
        </p:spPr>
      </p:pic>
      <p:sp>
        <p:nvSpPr>
          <p:cNvPr id="26625" name="Text Box 67"/>
          <p:cNvSpPr txBox="1"/>
          <p:nvPr/>
        </p:nvSpPr>
        <p:spPr>
          <a:xfrm>
            <a:off x="1331595" y="332740"/>
            <a:ext cx="2175510" cy="521970"/>
          </a:xfrm>
          <a:prstGeom prst="rect">
            <a:avLst/>
          </a:prstGeom>
          <a:noFill/>
          <a:ln w="9525">
            <a:noFill/>
          </a:ln>
        </p:spPr>
        <p:txBody>
          <a:bodyPr wrap="square" anchor="t" anchorCtr="0">
            <a:spAutoFit/>
          </a:bodyPr>
          <a:p>
            <a:pPr algn="just" eaLnBrk="0" hangingPunct="0"/>
            <a:r>
              <a:rPr lang="zh-CN" altLang="en-US" sz="2800" b="1" dirty="0">
                <a:solidFill>
                  <a:srgbClr val="0070C0"/>
                </a:solidFill>
                <a:latin typeface="微软雅黑" panose="020B0503020204020204" charset="-122"/>
                <a:ea typeface="微软雅黑" panose="020B0503020204020204" charset="-122"/>
              </a:rPr>
              <a:t>课堂测试</a:t>
            </a:r>
            <a:r>
              <a:rPr lang="en-US" altLang="zh-CN" sz="2800" b="1" i="1" dirty="0">
                <a:solidFill>
                  <a:srgbClr val="0000CC"/>
                </a:solidFill>
                <a:latin typeface="Times New Roman" panose="02020603050405020304" pitchFamily="18" charset="0"/>
                <a:ea typeface="宋体" panose="02010600030101010101" pitchFamily="2" charset="-122"/>
              </a:rPr>
              <a:t> </a:t>
            </a:r>
            <a:endParaRPr lang="en-US" altLang="zh-CN" sz="2800" b="1" i="1" dirty="0">
              <a:solidFill>
                <a:srgbClr val="0000CC"/>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758"/>
                                        </p:tgtEl>
                                        <p:attrNameLst>
                                          <p:attrName>style.visibility</p:attrName>
                                        </p:attrNameLst>
                                      </p:cBhvr>
                                      <p:to>
                                        <p:strVal val="visible"/>
                                      </p:to>
                                    </p:set>
                                    <p:animEffect transition="in" filter="wipe(left)">
                                      <p:cBhvr>
                                        <p:cTn id="12" dur="500"/>
                                        <p:tgtEl>
                                          <p:spTgt spid="31758"/>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1759"/>
                                        </p:tgtEl>
                                        <p:attrNameLst>
                                          <p:attrName>style.visibility</p:attrName>
                                        </p:attrNameLst>
                                      </p:cBhvr>
                                      <p:to>
                                        <p:strVal val="visible"/>
                                      </p:to>
                                    </p:set>
                                    <p:animEffect transition="in" filter="wipe(up)">
                                      <p:cBhvr>
                                        <p:cTn id="16" dur="500"/>
                                        <p:tgtEl>
                                          <p:spTgt spid="31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2769" name="组合 6"/>
          <p:cNvGrpSpPr/>
          <p:nvPr/>
        </p:nvGrpSpPr>
        <p:grpSpPr>
          <a:xfrm>
            <a:off x="7938" y="231775"/>
            <a:ext cx="9004300" cy="600075"/>
            <a:chOff x="418" y="1961"/>
            <a:chExt cx="14180" cy="944"/>
          </a:xfrm>
        </p:grpSpPr>
        <p:sp>
          <p:nvSpPr>
            <p:cNvPr id="9" name="任意多边形 13"/>
            <p:cNvSpPr/>
            <p:nvPr/>
          </p:nvSpPr>
          <p:spPr>
            <a:xfrm>
              <a:off x="681" y="2035"/>
              <a:ext cx="13917" cy="838"/>
            </a:xfrm>
            <a:custGeom>
              <a:avLst/>
              <a:gdLst>
                <a:gd name="connsiteX0" fmla="*/ 104775 w 5032666"/>
                <a:gd name="connsiteY0" fmla="*/ 0 h 419100"/>
                <a:gd name="connsiteX1" fmla="*/ 150742 w 5032666"/>
                <a:gd name="connsiteY1" fmla="*/ 0 h 419100"/>
                <a:gd name="connsiteX2" fmla="*/ 161478 w 5032666"/>
                <a:gd name="connsiteY2" fmla="*/ 0 h 419100"/>
                <a:gd name="connsiteX3" fmla="*/ 200025 w 5032666"/>
                <a:gd name="connsiteY3" fmla="*/ 0 h 419100"/>
                <a:gd name="connsiteX4" fmla="*/ 207445 w 5032666"/>
                <a:gd name="connsiteY4" fmla="*/ 0 h 419100"/>
                <a:gd name="connsiteX5" fmla="*/ 225133 w 5032666"/>
                <a:gd name="connsiteY5" fmla="*/ 0 h 419100"/>
                <a:gd name="connsiteX6" fmla="*/ 256728 w 5032666"/>
                <a:gd name="connsiteY6" fmla="*/ 0 h 419100"/>
                <a:gd name="connsiteX7" fmla="*/ 271100 w 5032666"/>
                <a:gd name="connsiteY7" fmla="*/ 0 h 419100"/>
                <a:gd name="connsiteX8" fmla="*/ 281836 w 5032666"/>
                <a:gd name="connsiteY8" fmla="*/ 0 h 419100"/>
                <a:gd name="connsiteX9" fmla="*/ 314326 w 5032666"/>
                <a:gd name="connsiteY9" fmla="*/ 0 h 419100"/>
                <a:gd name="connsiteX10" fmla="*/ 320383 w 5032666"/>
                <a:gd name="connsiteY10" fmla="*/ 0 h 419100"/>
                <a:gd name="connsiteX11" fmla="*/ 327803 w 5032666"/>
                <a:gd name="connsiteY11" fmla="*/ 0 h 419100"/>
                <a:gd name="connsiteX12" fmla="*/ 360293 w 5032666"/>
                <a:gd name="connsiteY12" fmla="*/ 0 h 419100"/>
                <a:gd name="connsiteX13" fmla="*/ 371029 w 5032666"/>
                <a:gd name="connsiteY13" fmla="*/ 0 h 419100"/>
                <a:gd name="connsiteX14" fmla="*/ 377086 w 5032666"/>
                <a:gd name="connsiteY14" fmla="*/ 0 h 419100"/>
                <a:gd name="connsiteX15" fmla="*/ 409576 w 5032666"/>
                <a:gd name="connsiteY15" fmla="*/ 0 h 419100"/>
                <a:gd name="connsiteX16" fmla="*/ 416996 w 5032666"/>
                <a:gd name="connsiteY16" fmla="*/ 0 h 419100"/>
                <a:gd name="connsiteX17" fmla="*/ 434684 w 5032666"/>
                <a:gd name="connsiteY17" fmla="*/ 0 h 419100"/>
                <a:gd name="connsiteX18" fmla="*/ 466279 w 5032666"/>
                <a:gd name="connsiteY18" fmla="*/ 0 h 419100"/>
                <a:gd name="connsiteX19" fmla="*/ 480651 w 5032666"/>
                <a:gd name="connsiteY19" fmla="*/ 0 h 419100"/>
                <a:gd name="connsiteX20" fmla="*/ 491387 w 5032666"/>
                <a:gd name="connsiteY20" fmla="*/ 0 h 419100"/>
                <a:gd name="connsiteX21" fmla="*/ 529934 w 5032666"/>
                <a:gd name="connsiteY21" fmla="*/ 0 h 419100"/>
                <a:gd name="connsiteX22" fmla="*/ 537354 w 5032666"/>
                <a:gd name="connsiteY22" fmla="*/ 0 h 419100"/>
                <a:gd name="connsiteX23" fmla="*/ 561975 w 5032666"/>
                <a:gd name="connsiteY23" fmla="*/ 0 h 419100"/>
                <a:gd name="connsiteX24" fmla="*/ 586637 w 5032666"/>
                <a:gd name="connsiteY24" fmla="*/ 0 h 419100"/>
                <a:gd name="connsiteX25" fmla="*/ 607942 w 5032666"/>
                <a:gd name="connsiteY25" fmla="*/ 0 h 419100"/>
                <a:gd name="connsiteX26" fmla="*/ 618678 w 5032666"/>
                <a:gd name="connsiteY26" fmla="*/ 0 h 419100"/>
                <a:gd name="connsiteX27" fmla="*/ 657225 w 5032666"/>
                <a:gd name="connsiteY27" fmla="*/ 0 h 419100"/>
                <a:gd name="connsiteX28" fmla="*/ 664645 w 5032666"/>
                <a:gd name="connsiteY28" fmla="*/ 0 h 419100"/>
                <a:gd name="connsiteX29" fmla="*/ 682333 w 5032666"/>
                <a:gd name="connsiteY29" fmla="*/ 0 h 419100"/>
                <a:gd name="connsiteX30" fmla="*/ 713928 w 5032666"/>
                <a:gd name="connsiteY30" fmla="*/ 0 h 419100"/>
                <a:gd name="connsiteX31" fmla="*/ 728300 w 5032666"/>
                <a:gd name="connsiteY31" fmla="*/ 0 h 419100"/>
                <a:gd name="connsiteX32" fmla="*/ 739036 w 5032666"/>
                <a:gd name="connsiteY32" fmla="*/ 0 h 419100"/>
                <a:gd name="connsiteX33" fmla="*/ 750329 w 5032666"/>
                <a:gd name="connsiteY33" fmla="*/ 0 h 419100"/>
                <a:gd name="connsiteX34" fmla="*/ 771526 w 5032666"/>
                <a:gd name="connsiteY34" fmla="*/ 0 h 419100"/>
                <a:gd name="connsiteX35" fmla="*/ 777583 w 5032666"/>
                <a:gd name="connsiteY35" fmla="*/ 0 h 419100"/>
                <a:gd name="connsiteX36" fmla="*/ 785003 w 5032666"/>
                <a:gd name="connsiteY36" fmla="*/ 0 h 419100"/>
                <a:gd name="connsiteX37" fmla="*/ 796296 w 5032666"/>
                <a:gd name="connsiteY37" fmla="*/ 0 h 419100"/>
                <a:gd name="connsiteX38" fmla="*/ 807032 w 5032666"/>
                <a:gd name="connsiteY38" fmla="*/ 0 h 419100"/>
                <a:gd name="connsiteX39" fmla="*/ 817493 w 5032666"/>
                <a:gd name="connsiteY39" fmla="*/ 0 h 419100"/>
                <a:gd name="connsiteX40" fmla="*/ 828229 w 5032666"/>
                <a:gd name="connsiteY40" fmla="*/ 0 h 419100"/>
                <a:gd name="connsiteX41" fmla="*/ 834286 w 5032666"/>
                <a:gd name="connsiteY41" fmla="*/ 0 h 419100"/>
                <a:gd name="connsiteX42" fmla="*/ 845579 w 5032666"/>
                <a:gd name="connsiteY42" fmla="*/ 0 h 419100"/>
                <a:gd name="connsiteX43" fmla="*/ 852999 w 5032666"/>
                <a:gd name="connsiteY43" fmla="*/ 0 h 419100"/>
                <a:gd name="connsiteX44" fmla="*/ 866776 w 5032666"/>
                <a:gd name="connsiteY44" fmla="*/ 0 h 419100"/>
                <a:gd name="connsiteX45" fmla="*/ 870687 w 5032666"/>
                <a:gd name="connsiteY45" fmla="*/ 0 h 419100"/>
                <a:gd name="connsiteX46" fmla="*/ 874196 w 5032666"/>
                <a:gd name="connsiteY46" fmla="*/ 0 h 419100"/>
                <a:gd name="connsiteX47" fmla="*/ 891884 w 5032666"/>
                <a:gd name="connsiteY47" fmla="*/ 0 h 419100"/>
                <a:gd name="connsiteX48" fmla="*/ 902282 w 5032666"/>
                <a:gd name="connsiteY48" fmla="*/ 0 h 419100"/>
                <a:gd name="connsiteX49" fmla="*/ 916654 w 5032666"/>
                <a:gd name="connsiteY49" fmla="*/ 0 h 419100"/>
                <a:gd name="connsiteX50" fmla="*/ 923479 w 5032666"/>
                <a:gd name="connsiteY50" fmla="*/ 0 h 419100"/>
                <a:gd name="connsiteX51" fmla="*/ 927390 w 5032666"/>
                <a:gd name="connsiteY51" fmla="*/ 0 h 419100"/>
                <a:gd name="connsiteX52" fmla="*/ 937851 w 5032666"/>
                <a:gd name="connsiteY52" fmla="*/ 0 h 419100"/>
                <a:gd name="connsiteX53" fmla="*/ 948587 w 5032666"/>
                <a:gd name="connsiteY53" fmla="*/ 0 h 419100"/>
                <a:gd name="connsiteX54" fmla="*/ 959880 w 5032666"/>
                <a:gd name="connsiteY54" fmla="*/ 0 h 419100"/>
                <a:gd name="connsiteX55" fmla="*/ 965937 w 5032666"/>
                <a:gd name="connsiteY55" fmla="*/ 0 h 419100"/>
                <a:gd name="connsiteX56" fmla="*/ 973357 w 5032666"/>
                <a:gd name="connsiteY56" fmla="*/ 0 h 419100"/>
                <a:gd name="connsiteX57" fmla="*/ 987134 w 5032666"/>
                <a:gd name="connsiteY57" fmla="*/ 0 h 419100"/>
                <a:gd name="connsiteX58" fmla="*/ 994554 w 5032666"/>
                <a:gd name="connsiteY58" fmla="*/ 0 h 419100"/>
                <a:gd name="connsiteX59" fmla="*/ 1005847 w 5032666"/>
                <a:gd name="connsiteY59" fmla="*/ 0 h 419100"/>
                <a:gd name="connsiteX60" fmla="*/ 1016583 w 5032666"/>
                <a:gd name="connsiteY60" fmla="*/ 0 h 419100"/>
                <a:gd name="connsiteX61" fmla="*/ 1022640 w 5032666"/>
                <a:gd name="connsiteY61" fmla="*/ 0 h 419100"/>
                <a:gd name="connsiteX62" fmla="*/ 1043837 w 5032666"/>
                <a:gd name="connsiteY62" fmla="*/ 0 h 419100"/>
                <a:gd name="connsiteX63" fmla="*/ 1055130 w 5032666"/>
                <a:gd name="connsiteY63" fmla="*/ 0 h 419100"/>
                <a:gd name="connsiteX64" fmla="*/ 1062550 w 5032666"/>
                <a:gd name="connsiteY64" fmla="*/ 0 h 419100"/>
                <a:gd name="connsiteX65" fmla="*/ 1080238 w 5032666"/>
                <a:gd name="connsiteY65" fmla="*/ 0 h 419100"/>
                <a:gd name="connsiteX66" fmla="*/ 1111833 w 5032666"/>
                <a:gd name="connsiteY66" fmla="*/ 0 h 419100"/>
                <a:gd name="connsiteX67" fmla="*/ 1126205 w 5032666"/>
                <a:gd name="connsiteY67" fmla="*/ 0 h 419100"/>
                <a:gd name="connsiteX68" fmla="*/ 1136941 w 5032666"/>
                <a:gd name="connsiteY68" fmla="*/ 0 h 419100"/>
                <a:gd name="connsiteX69" fmla="*/ 1175488 w 5032666"/>
                <a:gd name="connsiteY69" fmla="*/ 0 h 419100"/>
                <a:gd name="connsiteX70" fmla="*/ 1182908 w 5032666"/>
                <a:gd name="connsiteY70" fmla="*/ 0 h 419100"/>
                <a:gd name="connsiteX71" fmla="*/ 1207529 w 5032666"/>
                <a:gd name="connsiteY71" fmla="*/ 0 h 419100"/>
                <a:gd name="connsiteX72" fmla="*/ 1232191 w 5032666"/>
                <a:gd name="connsiteY72" fmla="*/ 0 h 419100"/>
                <a:gd name="connsiteX73" fmla="*/ 1253496 w 5032666"/>
                <a:gd name="connsiteY73" fmla="*/ 0 h 419100"/>
                <a:gd name="connsiteX74" fmla="*/ 1264232 w 5032666"/>
                <a:gd name="connsiteY74" fmla="*/ 0 h 419100"/>
                <a:gd name="connsiteX75" fmla="*/ 1302779 w 5032666"/>
                <a:gd name="connsiteY75" fmla="*/ 0 h 419100"/>
                <a:gd name="connsiteX76" fmla="*/ 1310199 w 5032666"/>
                <a:gd name="connsiteY76" fmla="*/ 0 h 419100"/>
                <a:gd name="connsiteX77" fmla="*/ 1327887 w 5032666"/>
                <a:gd name="connsiteY77" fmla="*/ 0 h 419100"/>
                <a:gd name="connsiteX78" fmla="*/ 1359482 w 5032666"/>
                <a:gd name="connsiteY78" fmla="*/ 0 h 419100"/>
                <a:gd name="connsiteX79" fmla="*/ 1373854 w 5032666"/>
                <a:gd name="connsiteY79" fmla="*/ 0 h 419100"/>
                <a:gd name="connsiteX80" fmla="*/ 1384590 w 5032666"/>
                <a:gd name="connsiteY80" fmla="*/ 0 h 419100"/>
                <a:gd name="connsiteX81" fmla="*/ 1417080 w 5032666"/>
                <a:gd name="connsiteY81" fmla="*/ 0 h 419100"/>
                <a:gd name="connsiteX82" fmla="*/ 1423137 w 5032666"/>
                <a:gd name="connsiteY82" fmla="*/ 0 h 419100"/>
                <a:gd name="connsiteX83" fmla="*/ 1430557 w 5032666"/>
                <a:gd name="connsiteY83" fmla="*/ 0 h 419100"/>
                <a:gd name="connsiteX84" fmla="*/ 1463047 w 5032666"/>
                <a:gd name="connsiteY84" fmla="*/ 0 h 419100"/>
                <a:gd name="connsiteX85" fmla="*/ 1473783 w 5032666"/>
                <a:gd name="connsiteY85" fmla="*/ 0 h 419100"/>
                <a:gd name="connsiteX86" fmla="*/ 1479840 w 5032666"/>
                <a:gd name="connsiteY86" fmla="*/ 0 h 419100"/>
                <a:gd name="connsiteX87" fmla="*/ 1495425 w 5032666"/>
                <a:gd name="connsiteY87" fmla="*/ 0 h 419100"/>
                <a:gd name="connsiteX88" fmla="*/ 1512330 w 5032666"/>
                <a:gd name="connsiteY88" fmla="*/ 0 h 419100"/>
                <a:gd name="connsiteX89" fmla="*/ 1519750 w 5032666"/>
                <a:gd name="connsiteY89" fmla="*/ 0 h 419100"/>
                <a:gd name="connsiteX90" fmla="*/ 1537438 w 5032666"/>
                <a:gd name="connsiteY90" fmla="*/ 0 h 419100"/>
                <a:gd name="connsiteX91" fmla="*/ 1541392 w 5032666"/>
                <a:gd name="connsiteY91" fmla="*/ 0 h 419100"/>
                <a:gd name="connsiteX92" fmla="*/ 1552128 w 5032666"/>
                <a:gd name="connsiteY92" fmla="*/ 0 h 419100"/>
                <a:gd name="connsiteX93" fmla="*/ 1569033 w 5032666"/>
                <a:gd name="connsiteY93" fmla="*/ 0 h 419100"/>
                <a:gd name="connsiteX94" fmla="*/ 1583405 w 5032666"/>
                <a:gd name="connsiteY94" fmla="*/ 0 h 419100"/>
                <a:gd name="connsiteX95" fmla="*/ 1590675 w 5032666"/>
                <a:gd name="connsiteY95" fmla="*/ 0 h 419100"/>
                <a:gd name="connsiteX96" fmla="*/ 1594141 w 5032666"/>
                <a:gd name="connsiteY96" fmla="*/ 0 h 419100"/>
                <a:gd name="connsiteX97" fmla="*/ 1598095 w 5032666"/>
                <a:gd name="connsiteY97" fmla="*/ 0 h 419100"/>
                <a:gd name="connsiteX98" fmla="*/ 1615783 w 5032666"/>
                <a:gd name="connsiteY98" fmla="*/ 0 h 419100"/>
                <a:gd name="connsiteX99" fmla="*/ 1632688 w 5032666"/>
                <a:gd name="connsiteY99" fmla="*/ 0 h 419100"/>
                <a:gd name="connsiteX100" fmla="*/ 1640108 w 5032666"/>
                <a:gd name="connsiteY100" fmla="*/ 0 h 419100"/>
                <a:gd name="connsiteX101" fmla="*/ 1647378 w 5032666"/>
                <a:gd name="connsiteY101" fmla="*/ 0 h 419100"/>
                <a:gd name="connsiteX102" fmla="*/ 1661750 w 5032666"/>
                <a:gd name="connsiteY102" fmla="*/ 0 h 419100"/>
                <a:gd name="connsiteX103" fmla="*/ 1672486 w 5032666"/>
                <a:gd name="connsiteY103" fmla="*/ 0 h 419100"/>
                <a:gd name="connsiteX104" fmla="*/ 1689391 w 5032666"/>
                <a:gd name="connsiteY104" fmla="*/ 0 h 419100"/>
                <a:gd name="connsiteX105" fmla="*/ 1704976 w 5032666"/>
                <a:gd name="connsiteY105" fmla="*/ 0 h 419100"/>
                <a:gd name="connsiteX106" fmla="*/ 1711033 w 5032666"/>
                <a:gd name="connsiteY106" fmla="*/ 0 h 419100"/>
                <a:gd name="connsiteX107" fmla="*/ 1718453 w 5032666"/>
                <a:gd name="connsiteY107" fmla="*/ 0 h 419100"/>
                <a:gd name="connsiteX108" fmla="*/ 1750943 w 5032666"/>
                <a:gd name="connsiteY108" fmla="*/ 0 h 419100"/>
                <a:gd name="connsiteX109" fmla="*/ 1761679 w 5032666"/>
                <a:gd name="connsiteY109" fmla="*/ 0 h 419100"/>
                <a:gd name="connsiteX110" fmla="*/ 1767736 w 5032666"/>
                <a:gd name="connsiteY110" fmla="*/ 0 h 419100"/>
                <a:gd name="connsiteX111" fmla="*/ 1800226 w 5032666"/>
                <a:gd name="connsiteY111" fmla="*/ 0 h 419100"/>
                <a:gd name="connsiteX112" fmla="*/ 1807646 w 5032666"/>
                <a:gd name="connsiteY112" fmla="*/ 0 h 419100"/>
                <a:gd name="connsiteX113" fmla="*/ 1825334 w 5032666"/>
                <a:gd name="connsiteY113" fmla="*/ 0 h 419100"/>
                <a:gd name="connsiteX114" fmla="*/ 1856929 w 5032666"/>
                <a:gd name="connsiteY114" fmla="*/ 0 h 419100"/>
                <a:gd name="connsiteX115" fmla="*/ 1871301 w 5032666"/>
                <a:gd name="connsiteY115" fmla="*/ 0 h 419100"/>
                <a:gd name="connsiteX116" fmla="*/ 1882037 w 5032666"/>
                <a:gd name="connsiteY116" fmla="*/ 0 h 419100"/>
                <a:gd name="connsiteX117" fmla="*/ 1920584 w 5032666"/>
                <a:gd name="connsiteY117" fmla="*/ 0 h 419100"/>
                <a:gd name="connsiteX118" fmla="*/ 1928004 w 5032666"/>
                <a:gd name="connsiteY118" fmla="*/ 0 h 419100"/>
                <a:gd name="connsiteX119" fmla="*/ 1952625 w 5032666"/>
                <a:gd name="connsiteY119" fmla="*/ 0 h 419100"/>
                <a:gd name="connsiteX120" fmla="*/ 1977287 w 5032666"/>
                <a:gd name="connsiteY120" fmla="*/ 0 h 419100"/>
                <a:gd name="connsiteX121" fmla="*/ 1998592 w 5032666"/>
                <a:gd name="connsiteY121" fmla="*/ 0 h 419100"/>
                <a:gd name="connsiteX122" fmla="*/ 2009328 w 5032666"/>
                <a:gd name="connsiteY122" fmla="*/ 0 h 419100"/>
                <a:gd name="connsiteX123" fmla="*/ 2047875 w 5032666"/>
                <a:gd name="connsiteY123" fmla="*/ 0 h 419100"/>
                <a:gd name="connsiteX124" fmla="*/ 2055295 w 5032666"/>
                <a:gd name="connsiteY124" fmla="*/ 0 h 419100"/>
                <a:gd name="connsiteX125" fmla="*/ 2057400 w 5032666"/>
                <a:gd name="connsiteY125" fmla="*/ 0 h 419100"/>
                <a:gd name="connsiteX126" fmla="*/ 2072983 w 5032666"/>
                <a:gd name="connsiteY126" fmla="*/ 0 h 419100"/>
                <a:gd name="connsiteX127" fmla="*/ 2103367 w 5032666"/>
                <a:gd name="connsiteY127" fmla="*/ 0 h 419100"/>
                <a:gd name="connsiteX128" fmla="*/ 2104578 w 5032666"/>
                <a:gd name="connsiteY128" fmla="*/ 0 h 419100"/>
                <a:gd name="connsiteX129" fmla="*/ 2114103 w 5032666"/>
                <a:gd name="connsiteY129" fmla="*/ 0 h 419100"/>
                <a:gd name="connsiteX130" fmla="*/ 2118950 w 5032666"/>
                <a:gd name="connsiteY130" fmla="*/ 0 h 419100"/>
                <a:gd name="connsiteX131" fmla="*/ 2129686 w 5032666"/>
                <a:gd name="connsiteY131" fmla="*/ 0 h 419100"/>
                <a:gd name="connsiteX132" fmla="*/ 2140979 w 5032666"/>
                <a:gd name="connsiteY132" fmla="*/ 0 h 419100"/>
                <a:gd name="connsiteX133" fmla="*/ 2152650 w 5032666"/>
                <a:gd name="connsiteY133" fmla="*/ 0 h 419100"/>
                <a:gd name="connsiteX134" fmla="*/ 2160070 w 5032666"/>
                <a:gd name="connsiteY134" fmla="*/ 0 h 419100"/>
                <a:gd name="connsiteX135" fmla="*/ 2162176 w 5032666"/>
                <a:gd name="connsiteY135" fmla="*/ 0 h 419100"/>
                <a:gd name="connsiteX136" fmla="*/ 2168233 w 5032666"/>
                <a:gd name="connsiteY136" fmla="*/ 0 h 419100"/>
                <a:gd name="connsiteX137" fmla="*/ 2175653 w 5032666"/>
                <a:gd name="connsiteY137" fmla="*/ 0 h 419100"/>
                <a:gd name="connsiteX138" fmla="*/ 2177758 w 5032666"/>
                <a:gd name="connsiteY138" fmla="*/ 0 h 419100"/>
                <a:gd name="connsiteX139" fmla="*/ 2186946 w 5032666"/>
                <a:gd name="connsiteY139" fmla="*/ 0 h 419100"/>
                <a:gd name="connsiteX140" fmla="*/ 2197682 w 5032666"/>
                <a:gd name="connsiteY140" fmla="*/ 0 h 419100"/>
                <a:gd name="connsiteX141" fmla="*/ 2208143 w 5032666"/>
                <a:gd name="connsiteY141" fmla="*/ 0 h 419100"/>
                <a:gd name="connsiteX142" fmla="*/ 2209353 w 5032666"/>
                <a:gd name="connsiteY142" fmla="*/ 0 h 419100"/>
                <a:gd name="connsiteX143" fmla="*/ 2218879 w 5032666"/>
                <a:gd name="connsiteY143" fmla="*/ 0 h 419100"/>
                <a:gd name="connsiteX144" fmla="*/ 2223725 w 5032666"/>
                <a:gd name="connsiteY144" fmla="*/ 0 h 419100"/>
                <a:gd name="connsiteX145" fmla="*/ 2224936 w 5032666"/>
                <a:gd name="connsiteY145" fmla="*/ 0 h 419100"/>
                <a:gd name="connsiteX146" fmla="*/ 2234461 w 5032666"/>
                <a:gd name="connsiteY146" fmla="*/ 0 h 419100"/>
                <a:gd name="connsiteX147" fmla="*/ 2236229 w 5032666"/>
                <a:gd name="connsiteY147" fmla="*/ 0 h 419100"/>
                <a:gd name="connsiteX148" fmla="*/ 2243649 w 5032666"/>
                <a:gd name="connsiteY148" fmla="*/ 0 h 419100"/>
                <a:gd name="connsiteX149" fmla="*/ 2257426 w 5032666"/>
                <a:gd name="connsiteY149" fmla="*/ 0 h 419100"/>
                <a:gd name="connsiteX150" fmla="*/ 2261337 w 5032666"/>
                <a:gd name="connsiteY150" fmla="*/ 0 h 419100"/>
                <a:gd name="connsiteX151" fmla="*/ 2264846 w 5032666"/>
                <a:gd name="connsiteY151" fmla="*/ 0 h 419100"/>
                <a:gd name="connsiteX152" fmla="*/ 2266951 w 5032666"/>
                <a:gd name="connsiteY152" fmla="*/ 0 h 419100"/>
                <a:gd name="connsiteX153" fmla="*/ 2273008 w 5032666"/>
                <a:gd name="connsiteY153" fmla="*/ 0 h 419100"/>
                <a:gd name="connsiteX154" fmla="*/ 2280428 w 5032666"/>
                <a:gd name="connsiteY154" fmla="*/ 0 h 419100"/>
                <a:gd name="connsiteX155" fmla="*/ 2282534 w 5032666"/>
                <a:gd name="connsiteY155" fmla="*/ 0 h 419100"/>
                <a:gd name="connsiteX156" fmla="*/ 2292932 w 5032666"/>
                <a:gd name="connsiteY156" fmla="*/ 0 h 419100"/>
                <a:gd name="connsiteX157" fmla="*/ 2307304 w 5032666"/>
                <a:gd name="connsiteY157" fmla="*/ 0 h 419100"/>
                <a:gd name="connsiteX158" fmla="*/ 2312918 w 5032666"/>
                <a:gd name="connsiteY158" fmla="*/ 0 h 419100"/>
                <a:gd name="connsiteX159" fmla="*/ 2314129 w 5032666"/>
                <a:gd name="connsiteY159" fmla="*/ 0 h 419100"/>
                <a:gd name="connsiteX160" fmla="*/ 2318040 w 5032666"/>
                <a:gd name="connsiteY160" fmla="*/ 0 h 419100"/>
                <a:gd name="connsiteX161" fmla="*/ 2323654 w 5032666"/>
                <a:gd name="connsiteY161" fmla="*/ 0 h 419100"/>
                <a:gd name="connsiteX162" fmla="*/ 2328501 w 5032666"/>
                <a:gd name="connsiteY162" fmla="*/ 0 h 419100"/>
                <a:gd name="connsiteX163" fmla="*/ 2329711 w 5032666"/>
                <a:gd name="connsiteY163" fmla="*/ 0 h 419100"/>
                <a:gd name="connsiteX164" fmla="*/ 2339237 w 5032666"/>
                <a:gd name="connsiteY164" fmla="*/ 0 h 419100"/>
                <a:gd name="connsiteX165" fmla="*/ 2350530 w 5032666"/>
                <a:gd name="connsiteY165" fmla="*/ 0 h 419100"/>
                <a:gd name="connsiteX166" fmla="*/ 2356587 w 5032666"/>
                <a:gd name="connsiteY166" fmla="*/ 0 h 419100"/>
                <a:gd name="connsiteX167" fmla="*/ 2362201 w 5032666"/>
                <a:gd name="connsiteY167" fmla="*/ 0 h 419100"/>
                <a:gd name="connsiteX168" fmla="*/ 2364007 w 5032666"/>
                <a:gd name="connsiteY168" fmla="*/ 0 h 419100"/>
                <a:gd name="connsiteX169" fmla="*/ 2369621 w 5032666"/>
                <a:gd name="connsiteY169" fmla="*/ 0 h 419100"/>
                <a:gd name="connsiteX170" fmla="*/ 2377784 w 5032666"/>
                <a:gd name="connsiteY170" fmla="*/ 0 h 419100"/>
                <a:gd name="connsiteX171" fmla="*/ 2385204 w 5032666"/>
                <a:gd name="connsiteY171" fmla="*/ 0 h 419100"/>
                <a:gd name="connsiteX172" fmla="*/ 2387309 w 5032666"/>
                <a:gd name="connsiteY172" fmla="*/ 0 h 419100"/>
                <a:gd name="connsiteX173" fmla="*/ 2396497 w 5032666"/>
                <a:gd name="connsiteY173" fmla="*/ 0 h 419100"/>
                <a:gd name="connsiteX174" fmla="*/ 2407233 w 5032666"/>
                <a:gd name="connsiteY174" fmla="*/ 0 h 419100"/>
                <a:gd name="connsiteX175" fmla="*/ 2413290 w 5032666"/>
                <a:gd name="connsiteY175" fmla="*/ 0 h 419100"/>
                <a:gd name="connsiteX176" fmla="*/ 2418904 w 5032666"/>
                <a:gd name="connsiteY176" fmla="*/ 0 h 419100"/>
                <a:gd name="connsiteX177" fmla="*/ 2433276 w 5032666"/>
                <a:gd name="connsiteY177" fmla="*/ 0 h 419100"/>
                <a:gd name="connsiteX178" fmla="*/ 2434487 w 5032666"/>
                <a:gd name="connsiteY178" fmla="*/ 0 h 419100"/>
                <a:gd name="connsiteX179" fmla="*/ 2444012 w 5032666"/>
                <a:gd name="connsiteY179" fmla="*/ 0 h 419100"/>
                <a:gd name="connsiteX180" fmla="*/ 2445780 w 5032666"/>
                <a:gd name="connsiteY180" fmla="*/ 0 h 419100"/>
                <a:gd name="connsiteX181" fmla="*/ 2453200 w 5032666"/>
                <a:gd name="connsiteY181" fmla="*/ 0 h 419100"/>
                <a:gd name="connsiteX182" fmla="*/ 2470888 w 5032666"/>
                <a:gd name="connsiteY182" fmla="*/ 0 h 419100"/>
                <a:gd name="connsiteX183" fmla="*/ 2482559 w 5032666"/>
                <a:gd name="connsiteY183" fmla="*/ 0 h 419100"/>
                <a:gd name="connsiteX184" fmla="*/ 2489979 w 5032666"/>
                <a:gd name="connsiteY184" fmla="*/ 0 h 419100"/>
                <a:gd name="connsiteX185" fmla="*/ 2502483 w 5032666"/>
                <a:gd name="connsiteY185" fmla="*/ 0 h 419100"/>
                <a:gd name="connsiteX186" fmla="*/ 2514600 w 5032666"/>
                <a:gd name="connsiteY186" fmla="*/ 0 h 419100"/>
                <a:gd name="connsiteX187" fmla="*/ 2516855 w 5032666"/>
                <a:gd name="connsiteY187" fmla="*/ 0 h 419100"/>
                <a:gd name="connsiteX188" fmla="*/ 2527591 w 5032666"/>
                <a:gd name="connsiteY188" fmla="*/ 0 h 419100"/>
                <a:gd name="connsiteX189" fmla="*/ 2539262 w 5032666"/>
                <a:gd name="connsiteY189" fmla="*/ 0 h 419100"/>
                <a:gd name="connsiteX190" fmla="*/ 2560567 w 5032666"/>
                <a:gd name="connsiteY190" fmla="*/ 0 h 419100"/>
                <a:gd name="connsiteX191" fmla="*/ 2566138 w 5032666"/>
                <a:gd name="connsiteY191" fmla="*/ 0 h 419100"/>
                <a:gd name="connsiteX192" fmla="*/ 2571303 w 5032666"/>
                <a:gd name="connsiteY192" fmla="*/ 0 h 419100"/>
                <a:gd name="connsiteX193" fmla="*/ 2573558 w 5032666"/>
                <a:gd name="connsiteY193" fmla="*/ 0 h 419100"/>
                <a:gd name="connsiteX194" fmla="*/ 2598179 w 5032666"/>
                <a:gd name="connsiteY194" fmla="*/ 0 h 419100"/>
                <a:gd name="connsiteX195" fmla="*/ 2609850 w 5032666"/>
                <a:gd name="connsiteY195" fmla="*/ 0 h 419100"/>
                <a:gd name="connsiteX196" fmla="*/ 2617270 w 5032666"/>
                <a:gd name="connsiteY196" fmla="*/ 0 h 419100"/>
                <a:gd name="connsiteX197" fmla="*/ 2622841 w 5032666"/>
                <a:gd name="connsiteY197" fmla="*/ 0 h 419100"/>
                <a:gd name="connsiteX198" fmla="*/ 2634958 w 5032666"/>
                <a:gd name="connsiteY198" fmla="*/ 0 h 419100"/>
                <a:gd name="connsiteX199" fmla="*/ 2644146 w 5032666"/>
                <a:gd name="connsiteY199" fmla="*/ 0 h 419100"/>
                <a:gd name="connsiteX200" fmla="*/ 2654882 w 5032666"/>
                <a:gd name="connsiteY200" fmla="*/ 0 h 419100"/>
                <a:gd name="connsiteX201" fmla="*/ 2666553 w 5032666"/>
                <a:gd name="connsiteY201" fmla="*/ 0 h 419100"/>
                <a:gd name="connsiteX202" fmla="*/ 2680925 w 5032666"/>
                <a:gd name="connsiteY202" fmla="*/ 0 h 419100"/>
                <a:gd name="connsiteX203" fmla="*/ 2691661 w 5032666"/>
                <a:gd name="connsiteY203" fmla="*/ 0 h 419100"/>
                <a:gd name="connsiteX204" fmla="*/ 2693429 w 5032666"/>
                <a:gd name="connsiteY204" fmla="*/ 0 h 419100"/>
                <a:gd name="connsiteX205" fmla="*/ 2700849 w 5032666"/>
                <a:gd name="connsiteY205" fmla="*/ 0 h 419100"/>
                <a:gd name="connsiteX206" fmla="*/ 2702954 w 5032666"/>
                <a:gd name="connsiteY206" fmla="*/ 0 h 419100"/>
                <a:gd name="connsiteX207" fmla="*/ 2718537 w 5032666"/>
                <a:gd name="connsiteY207" fmla="*/ 0 h 419100"/>
                <a:gd name="connsiteX208" fmla="*/ 2724151 w 5032666"/>
                <a:gd name="connsiteY208" fmla="*/ 0 h 419100"/>
                <a:gd name="connsiteX209" fmla="*/ 2730208 w 5032666"/>
                <a:gd name="connsiteY209" fmla="*/ 0 h 419100"/>
                <a:gd name="connsiteX210" fmla="*/ 2737628 w 5032666"/>
                <a:gd name="connsiteY210" fmla="*/ 0 h 419100"/>
                <a:gd name="connsiteX211" fmla="*/ 2748921 w 5032666"/>
                <a:gd name="connsiteY211" fmla="*/ 0 h 419100"/>
                <a:gd name="connsiteX212" fmla="*/ 2750132 w 5032666"/>
                <a:gd name="connsiteY212" fmla="*/ 0 h 419100"/>
                <a:gd name="connsiteX213" fmla="*/ 2759657 w 5032666"/>
                <a:gd name="connsiteY213" fmla="*/ 0 h 419100"/>
                <a:gd name="connsiteX214" fmla="*/ 2764504 w 5032666"/>
                <a:gd name="connsiteY214" fmla="*/ 0 h 419100"/>
                <a:gd name="connsiteX215" fmla="*/ 2770118 w 5032666"/>
                <a:gd name="connsiteY215" fmla="*/ 0 h 419100"/>
                <a:gd name="connsiteX216" fmla="*/ 2775240 w 5032666"/>
                <a:gd name="connsiteY216" fmla="*/ 0 h 419100"/>
                <a:gd name="connsiteX217" fmla="*/ 2780854 w 5032666"/>
                <a:gd name="connsiteY217" fmla="*/ 0 h 419100"/>
                <a:gd name="connsiteX218" fmla="*/ 2786911 w 5032666"/>
                <a:gd name="connsiteY218" fmla="*/ 0 h 419100"/>
                <a:gd name="connsiteX219" fmla="*/ 2798204 w 5032666"/>
                <a:gd name="connsiteY219" fmla="*/ 0 h 419100"/>
                <a:gd name="connsiteX220" fmla="*/ 2805624 w 5032666"/>
                <a:gd name="connsiteY220" fmla="*/ 0 h 419100"/>
                <a:gd name="connsiteX221" fmla="*/ 2807730 w 5032666"/>
                <a:gd name="connsiteY221" fmla="*/ 0 h 419100"/>
                <a:gd name="connsiteX222" fmla="*/ 2813787 w 5032666"/>
                <a:gd name="connsiteY222" fmla="*/ 0 h 419100"/>
                <a:gd name="connsiteX223" fmla="*/ 2819401 w 5032666"/>
                <a:gd name="connsiteY223" fmla="*/ 0 h 419100"/>
                <a:gd name="connsiteX224" fmla="*/ 2821207 w 5032666"/>
                <a:gd name="connsiteY224" fmla="*/ 0 h 419100"/>
                <a:gd name="connsiteX225" fmla="*/ 2823312 w 5032666"/>
                <a:gd name="connsiteY225" fmla="*/ 0 h 419100"/>
                <a:gd name="connsiteX226" fmla="*/ 2826821 w 5032666"/>
                <a:gd name="connsiteY226" fmla="*/ 0 h 419100"/>
                <a:gd name="connsiteX227" fmla="*/ 2844509 w 5032666"/>
                <a:gd name="connsiteY227" fmla="*/ 0 h 419100"/>
                <a:gd name="connsiteX228" fmla="*/ 2853697 w 5032666"/>
                <a:gd name="connsiteY228" fmla="*/ 0 h 419100"/>
                <a:gd name="connsiteX229" fmla="*/ 2854907 w 5032666"/>
                <a:gd name="connsiteY229" fmla="*/ 0 h 419100"/>
                <a:gd name="connsiteX230" fmla="*/ 2864433 w 5032666"/>
                <a:gd name="connsiteY230" fmla="*/ 0 h 419100"/>
                <a:gd name="connsiteX231" fmla="*/ 2869279 w 5032666"/>
                <a:gd name="connsiteY231" fmla="*/ 0 h 419100"/>
                <a:gd name="connsiteX232" fmla="*/ 2870490 w 5032666"/>
                <a:gd name="connsiteY232" fmla="*/ 0 h 419100"/>
                <a:gd name="connsiteX233" fmla="*/ 2876104 w 5032666"/>
                <a:gd name="connsiteY233" fmla="*/ 0 h 419100"/>
                <a:gd name="connsiteX234" fmla="*/ 2880015 w 5032666"/>
                <a:gd name="connsiteY234" fmla="*/ 0 h 419100"/>
                <a:gd name="connsiteX235" fmla="*/ 2890476 w 5032666"/>
                <a:gd name="connsiteY235" fmla="*/ 0 h 419100"/>
                <a:gd name="connsiteX236" fmla="*/ 2901212 w 5032666"/>
                <a:gd name="connsiteY236" fmla="*/ 0 h 419100"/>
                <a:gd name="connsiteX237" fmla="*/ 2902980 w 5032666"/>
                <a:gd name="connsiteY237" fmla="*/ 0 h 419100"/>
                <a:gd name="connsiteX238" fmla="*/ 2910400 w 5032666"/>
                <a:gd name="connsiteY238" fmla="*/ 0 h 419100"/>
                <a:gd name="connsiteX239" fmla="*/ 2912505 w 5032666"/>
                <a:gd name="connsiteY239" fmla="*/ 0 h 419100"/>
                <a:gd name="connsiteX240" fmla="*/ 2918562 w 5032666"/>
                <a:gd name="connsiteY240" fmla="*/ 0 h 419100"/>
                <a:gd name="connsiteX241" fmla="*/ 2925982 w 5032666"/>
                <a:gd name="connsiteY241" fmla="*/ 0 h 419100"/>
                <a:gd name="connsiteX242" fmla="*/ 2928088 w 5032666"/>
                <a:gd name="connsiteY242" fmla="*/ 0 h 419100"/>
                <a:gd name="connsiteX243" fmla="*/ 2939759 w 5032666"/>
                <a:gd name="connsiteY243" fmla="*/ 0 h 419100"/>
                <a:gd name="connsiteX244" fmla="*/ 2947179 w 5032666"/>
                <a:gd name="connsiteY244" fmla="*/ 0 h 419100"/>
                <a:gd name="connsiteX245" fmla="*/ 2958472 w 5032666"/>
                <a:gd name="connsiteY245" fmla="*/ 0 h 419100"/>
                <a:gd name="connsiteX246" fmla="*/ 2959683 w 5032666"/>
                <a:gd name="connsiteY246" fmla="*/ 0 h 419100"/>
                <a:gd name="connsiteX247" fmla="*/ 2969208 w 5032666"/>
                <a:gd name="connsiteY247" fmla="*/ 0 h 419100"/>
                <a:gd name="connsiteX248" fmla="*/ 2974055 w 5032666"/>
                <a:gd name="connsiteY248" fmla="*/ 0 h 419100"/>
                <a:gd name="connsiteX249" fmla="*/ 2975265 w 5032666"/>
                <a:gd name="connsiteY249" fmla="*/ 0 h 419100"/>
                <a:gd name="connsiteX250" fmla="*/ 2984791 w 5032666"/>
                <a:gd name="connsiteY250" fmla="*/ 0 h 419100"/>
                <a:gd name="connsiteX251" fmla="*/ 2996462 w 5032666"/>
                <a:gd name="connsiteY251" fmla="*/ 0 h 419100"/>
                <a:gd name="connsiteX252" fmla="*/ 3007755 w 5032666"/>
                <a:gd name="connsiteY252" fmla="*/ 0 h 419100"/>
                <a:gd name="connsiteX253" fmla="*/ 3015175 w 5032666"/>
                <a:gd name="connsiteY253" fmla="*/ 0 h 419100"/>
                <a:gd name="connsiteX254" fmla="*/ 3023338 w 5032666"/>
                <a:gd name="connsiteY254" fmla="*/ 0 h 419100"/>
                <a:gd name="connsiteX255" fmla="*/ 3030758 w 5032666"/>
                <a:gd name="connsiteY255" fmla="*/ 0 h 419100"/>
                <a:gd name="connsiteX256" fmla="*/ 3032863 w 5032666"/>
                <a:gd name="connsiteY256" fmla="*/ 0 h 419100"/>
                <a:gd name="connsiteX257" fmla="*/ 3064458 w 5032666"/>
                <a:gd name="connsiteY257" fmla="*/ 0 h 419100"/>
                <a:gd name="connsiteX258" fmla="*/ 3078830 w 5032666"/>
                <a:gd name="connsiteY258" fmla="*/ 0 h 419100"/>
                <a:gd name="connsiteX259" fmla="*/ 3080041 w 5032666"/>
                <a:gd name="connsiteY259" fmla="*/ 0 h 419100"/>
                <a:gd name="connsiteX260" fmla="*/ 3089566 w 5032666"/>
                <a:gd name="connsiteY260" fmla="*/ 0 h 419100"/>
                <a:gd name="connsiteX261" fmla="*/ 3128113 w 5032666"/>
                <a:gd name="connsiteY261" fmla="*/ 0 h 419100"/>
                <a:gd name="connsiteX262" fmla="*/ 3135533 w 5032666"/>
                <a:gd name="connsiteY262" fmla="*/ 0 h 419100"/>
                <a:gd name="connsiteX263" fmla="*/ 3160154 w 5032666"/>
                <a:gd name="connsiteY263" fmla="*/ 0 h 419100"/>
                <a:gd name="connsiteX264" fmla="*/ 3184816 w 5032666"/>
                <a:gd name="connsiteY264" fmla="*/ 0 h 419100"/>
                <a:gd name="connsiteX265" fmla="*/ 3206121 w 5032666"/>
                <a:gd name="connsiteY265" fmla="*/ 0 h 419100"/>
                <a:gd name="connsiteX266" fmla="*/ 3216857 w 5032666"/>
                <a:gd name="connsiteY266" fmla="*/ 0 h 419100"/>
                <a:gd name="connsiteX267" fmla="*/ 3255404 w 5032666"/>
                <a:gd name="connsiteY267" fmla="*/ 0 h 419100"/>
                <a:gd name="connsiteX268" fmla="*/ 3262824 w 5032666"/>
                <a:gd name="connsiteY268" fmla="*/ 0 h 419100"/>
                <a:gd name="connsiteX269" fmla="*/ 3280512 w 5032666"/>
                <a:gd name="connsiteY269" fmla="*/ 0 h 419100"/>
                <a:gd name="connsiteX270" fmla="*/ 3312107 w 5032666"/>
                <a:gd name="connsiteY270" fmla="*/ 0 h 419100"/>
                <a:gd name="connsiteX271" fmla="*/ 3326479 w 5032666"/>
                <a:gd name="connsiteY271" fmla="*/ 0 h 419100"/>
                <a:gd name="connsiteX272" fmla="*/ 3337215 w 5032666"/>
                <a:gd name="connsiteY272" fmla="*/ 0 h 419100"/>
                <a:gd name="connsiteX273" fmla="*/ 3369705 w 5032666"/>
                <a:gd name="connsiteY273" fmla="*/ 0 h 419100"/>
                <a:gd name="connsiteX274" fmla="*/ 3375762 w 5032666"/>
                <a:gd name="connsiteY274" fmla="*/ 0 h 419100"/>
                <a:gd name="connsiteX275" fmla="*/ 3383182 w 5032666"/>
                <a:gd name="connsiteY275" fmla="*/ 0 h 419100"/>
                <a:gd name="connsiteX276" fmla="*/ 3415672 w 5032666"/>
                <a:gd name="connsiteY276" fmla="*/ 0 h 419100"/>
                <a:gd name="connsiteX277" fmla="*/ 3426408 w 5032666"/>
                <a:gd name="connsiteY277" fmla="*/ 0 h 419100"/>
                <a:gd name="connsiteX278" fmla="*/ 3432465 w 5032666"/>
                <a:gd name="connsiteY278" fmla="*/ 0 h 419100"/>
                <a:gd name="connsiteX279" fmla="*/ 3448050 w 5032666"/>
                <a:gd name="connsiteY279" fmla="*/ 0 h 419100"/>
                <a:gd name="connsiteX280" fmla="*/ 3464955 w 5032666"/>
                <a:gd name="connsiteY280" fmla="*/ 0 h 419100"/>
                <a:gd name="connsiteX281" fmla="*/ 3472375 w 5032666"/>
                <a:gd name="connsiteY281" fmla="*/ 0 h 419100"/>
                <a:gd name="connsiteX282" fmla="*/ 3490063 w 5032666"/>
                <a:gd name="connsiteY282" fmla="*/ 0 h 419100"/>
                <a:gd name="connsiteX283" fmla="*/ 3494017 w 5032666"/>
                <a:gd name="connsiteY283" fmla="*/ 0 h 419100"/>
                <a:gd name="connsiteX284" fmla="*/ 3504753 w 5032666"/>
                <a:gd name="connsiteY284" fmla="*/ 0 h 419100"/>
                <a:gd name="connsiteX285" fmla="*/ 3521658 w 5032666"/>
                <a:gd name="connsiteY285" fmla="*/ 0 h 419100"/>
                <a:gd name="connsiteX286" fmla="*/ 3536030 w 5032666"/>
                <a:gd name="connsiteY286" fmla="*/ 0 h 419100"/>
                <a:gd name="connsiteX287" fmla="*/ 3543300 w 5032666"/>
                <a:gd name="connsiteY287" fmla="*/ 0 h 419100"/>
                <a:gd name="connsiteX288" fmla="*/ 3546766 w 5032666"/>
                <a:gd name="connsiteY288" fmla="*/ 0 h 419100"/>
                <a:gd name="connsiteX289" fmla="*/ 3550720 w 5032666"/>
                <a:gd name="connsiteY289" fmla="*/ 0 h 419100"/>
                <a:gd name="connsiteX290" fmla="*/ 3568408 w 5032666"/>
                <a:gd name="connsiteY290" fmla="*/ 0 h 419100"/>
                <a:gd name="connsiteX291" fmla="*/ 3585313 w 5032666"/>
                <a:gd name="connsiteY291" fmla="*/ 0 h 419100"/>
                <a:gd name="connsiteX292" fmla="*/ 3592733 w 5032666"/>
                <a:gd name="connsiteY292" fmla="*/ 0 h 419100"/>
                <a:gd name="connsiteX293" fmla="*/ 3600003 w 5032666"/>
                <a:gd name="connsiteY293" fmla="*/ 0 h 419100"/>
                <a:gd name="connsiteX294" fmla="*/ 3614375 w 5032666"/>
                <a:gd name="connsiteY294" fmla="*/ 0 h 419100"/>
                <a:gd name="connsiteX295" fmla="*/ 3625111 w 5032666"/>
                <a:gd name="connsiteY295" fmla="*/ 0 h 419100"/>
                <a:gd name="connsiteX296" fmla="*/ 3642016 w 5032666"/>
                <a:gd name="connsiteY296" fmla="*/ 0 h 419100"/>
                <a:gd name="connsiteX297" fmla="*/ 3657601 w 5032666"/>
                <a:gd name="connsiteY297" fmla="*/ 0 h 419100"/>
                <a:gd name="connsiteX298" fmla="*/ 3663658 w 5032666"/>
                <a:gd name="connsiteY298" fmla="*/ 0 h 419100"/>
                <a:gd name="connsiteX299" fmla="*/ 3671078 w 5032666"/>
                <a:gd name="connsiteY299" fmla="*/ 0 h 419100"/>
                <a:gd name="connsiteX300" fmla="*/ 3703568 w 5032666"/>
                <a:gd name="connsiteY300" fmla="*/ 0 h 419100"/>
                <a:gd name="connsiteX301" fmla="*/ 3714304 w 5032666"/>
                <a:gd name="connsiteY301" fmla="*/ 0 h 419100"/>
                <a:gd name="connsiteX302" fmla="*/ 3720361 w 5032666"/>
                <a:gd name="connsiteY302" fmla="*/ 0 h 419100"/>
                <a:gd name="connsiteX303" fmla="*/ 3752851 w 5032666"/>
                <a:gd name="connsiteY303" fmla="*/ 0 h 419100"/>
                <a:gd name="connsiteX304" fmla="*/ 3760271 w 5032666"/>
                <a:gd name="connsiteY304" fmla="*/ 0 h 419100"/>
                <a:gd name="connsiteX305" fmla="*/ 3777959 w 5032666"/>
                <a:gd name="connsiteY305" fmla="*/ 0 h 419100"/>
                <a:gd name="connsiteX306" fmla="*/ 3809554 w 5032666"/>
                <a:gd name="connsiteY306" fmla="*/ 0 h 419100"/>
                <a:gd name="connsiteX307" fmla="*/ 3823926 w 5032666"/>
                <a:gd name="connsiteY307" fmla="*/ 0 h 419100"/>
                <a:gd name="connsiteX308" fmla="*/ 3834662 w 5032666"/>
                <a:gd name="connsiteY308" fmla="*/ 0 h 419100"/>
                <a:gd name="connsiteX309" fmla="*/ 3873209 w 5032666"/>
                <a:gd name="connsiteY309" fmla="*/ 0 h 419100"/>
                <a:gd name="connsiteX310" fmla="*/ 3880629 w 5032666"/>
                <a:gd name="connsiteY310" fmla="*/ 0 h 419100"/>
                <a:gd name="connsiteX311" fmla="*/ 3905250 w 5032666"/>
                <a:gd name="connsiteY311" fmla="*/ 0 h 419100"/>
                <a:gd name="connsiteX312" fmla="*/ 3929912 w 5032666"/>
                <a:gd name="connsiteY312" fmla="*/ 0 h 419100"/>
                <a:gd name="connsiteX313" fmla="*/ 3951217 w 5032666"/>
                <a:gd name="connsiteY313" fmla="*/ 0 h 419100"/>
                <a:gd name="connsiteX314" fmla="*/ 3961953 w 5032666"/>
                <a:gd name="connsiteY314" fmla="*/ 0 h 419100"/>
                <a:gd name="connsiteX315" fmla="*/ 4000500 w 5032666"/>
                <a:gd name="connsiteY315" fmla="*/ 0 h 419100"/>
                <a:gd name="connsiteX316" fmla="*/ 4007920 w 5032666"/>
                <a:gd name="connsiteY316" fmla="*/ 0 h 419100"/>
                <a:gd name="connsiteX317" fmla="*/ 4025608 w 5032666"/>
                <a:gd name="connsiteY317" fmla="*/ 0 h 419100"/>
                <a:gd name="connsiteX318" fmla="*/ 4057203 w 5032666"/>
                <a:gd name="connsiteY318" fmla="*/ 0 h 419100"/>
                <a:gd name="connsiteX319" fmla="*/ 4071575 w 5032666"/>
                <a:gd name="connsiteY319" fmla="*/ 0 h 419100"/>
                <a:gd name="connsiteX320" fmla="*/ 4082311 w 5032666"/>
                <a:gd name="connsiteY320" fmla="*/ 0 h 419100"/>
                <a:gd name="connsiteX321" fmla="*/ 4093604 w 5032666"/>
                <a:gd name="connsiteY321" fmla="*/ 0 h 419100"/>
                <a:gd name="connsiteX322" fmla="*/ 4114801 w 5032666"/>
                <a:gd name="connsiteY322" fmla="*/ 0 h 419100"/>
                <a:gd name="connsiteX323" fmla="*/ 4120858 w 5032666"/>
                <a:gd name="connsiteY323" fmla="*/ 0 h 419100"/>
                <a:gd name="connsiteX324" fmla="*/ 4128278 w 5032666"/>
                <a:gd name="connsiteY324" fmla="*/ 0 h 419100"/>
                <a:gd name="connsiteX325" fmla="*/ 4139571 w 5032666"/>
                <a:gd name="connsiteY325" fmla="*/ 0 h 419100"/>
                <a:gd name="connsiteX326" fmla="*/ 4150307 w 5032666"/>
                <a:gd name="connsiteY326" fmla="*/ 0 h 419100"/>
                <a:gd name="connsiteX327" fmla="*/ 4160768 w 5032666"/>
                <a:gd name="connsiteY327" fmla="*/ 0 h 419100"/>
                <a:gd name="connsiteX328" fmla="*/ 4171504 w 5032666"/>
                <a:gd name="connsiteY328" fmla="*/ 0 h 419100"/>
                <a:gd name="connsiteX329" fmla="*/ 4177561 w 5032666"/>
                <a:gd name="connsiteY329" fmla="*/ 0 h 419100"/>
                <a:gd name="connsiteX330" fmla="*/ 4188854 w 5032666"/>
                <a:gd name="connsiteY330" fmla="*/ 0 h 419100"/>
                <a:gd name="connsiteX331" fmla="*/ 4196274 w 5032666"/>
                <a:gd name="connsiteY331" fmla="*/ 0 h 419100"/>
                <a:gd name="connsiteX332" fmla="*/ 4210051 w 5032666"/>
                <a:gd name="connsiteY332" fmla="*/ 0 h 419100"/>
                <a:gd name="connsiteX333" fmla="*/ 4213962 w 5032666"/>
                <a:gd name="connsiteY333" fmla="*/ 0 h 419100"/>
                <a:gd name="connsiteX334" fmla="*/ 4217471 w 5032666"/>
                <a:gd name="connsiteY334" fmla="*/ 0 h 419100"/>
                <a:gd name="connsiteX335" fmla="*/ 4235159 w 5032666"/>
                <a:gd name="connsiteY335" fmla="*/ 0 h 419100"/>
                <a:gd name="connsiteX336" fmla="*/ 4245557 w 5032666"/>
                <a:gd name="connsiteY336" fmla="*/ 0 h 419100"/>
                <a:gd name="connsiteX337" fmla="*/ 4259929 w 5032666"/>
                <a:gd name="connsiteY337" fmla="*/ 0 h 419100"/>
                <a:gd name="connsiteX338" fmla="*/ 4266754 w 5032666"/>
                <a:gd name="connsiteY338" fmla="*/ 0 h 419100"/>
                <a:gd name="connsiteX339" fmla="*/ 4270665 w 5032666"/>
                <a:gd name="connsiteY339" fmla="*/ 0 h 419100"/>
                <a:gd name="connsiteX340" fmla="*/ 4281126 w 5032666"/>
                <a:gd name="connsiteY340" fmla="*/ 0 h 419100"/>
                <a:gd name="connsiteX341" fmla="*/ 4291862 w 5032666"/>
                <a:gd name="connsiteY341" fmla="*/ 0 h 419100"/>
                <a:gd name="connsiteX342" fmla="*/ 4303155 w 5032666"/>
                <a:gd name="connsiteY342" fmla="*/ 0 h 419100"/>
                <a:gd name="connsiteX343" fmla="*/ 4309212 w 5032666"/>
                <a:gd name="connsiteY343" fmla="*/ 0 h 419100"/>
                <a:gd name="connsiteX344" fmla="*/ 4316632 w 5032666"/>
                <a:gd name="connsiteY344" fmla="*/ 0 h 419100"/>
                <a:gd name="connsiteX345" fmla="*/ 4330409 w 5032666"/>
                <a:gd name="connsiteY345" fmla="*/ 0 h 419100"/>
                <a:gd name="connsiteX346" fmla="*/ 4337829 w 5032666"/>
                <a:gd name="connsiteY346" fmla="*/ 0 h 419100"/>
                <a:gd name="connsiteX347" fmla="*/ 4349122 w 5032666"/>
                <a:gd name="connsiteY347" fmla="*/ 0 h 419100"/>
                <a:gd name="connsiteX348" fmla="*/ 4359858 w 5032666"/>
                <a:gd name="connsiteY348" fmla="*/ 0 h 419100"/>
                <a:gd name="connsiteX349" fmla="*/ 4365915 w 5032666"/>
                <a:gd name="connsiteY349" fmla="*/ 0 h 419100"/>
                <a:gd name="connsiteX350" fmla="*/ 4387112 w 5032666"/>
                <a:gd name="connsiteY350" fmla="*/ 0 h 419100"/>
                <a:gd name="connsiteX351" fmla="*/ 4398405 w 5032666"/>
                <a:gd name="connsiteY351" fmla="*/ 0 h 419100"/>
                <a:gd name="connsiteX352" fmla="*/ 4405825 w 5032666"/>
                <a:gd name="connsiteY352" fmla="*/ 0 h 419100"/>
                <a:gd name="connsiteX353" fmla="*/ 4423513 w 5032666"/>
                <a:gd name="connsiteY353" fmla="*/ 0 h 419100"/>
                <a:gd name="connsiteX354" fmla="*/ 4455108 w 5032666"/>
                <a:gd name="connsiteY354" fmla="*/ 0 h 419100"/>
                <a:gd name="connsiteX355" fmla="*/ 4469480 w 5032666"/>
                <a:gd name="connsiteY355" fmla="*/ 0 h 419100"/>
                <a:gd name="connsiteX356" fmla="*/ 4480216 w 5032666"/>
                <a:gd name="connsiteY356" fmla="*/ 0 h 419100"/>
                <a:gd name="connsiteX357" fmla="*/ 4518763 w 5032666"/>
                <a:gd name="connsiteY357" fmla="*/ 0 h 419100"/>
                <a:gd name="connsiteX358" fmla="*/ 4526183 w 5032666"/>
                <a:gd name="connsiteY358" fmla="*/ 0 h 419100"/>
                <a:gd name="connsiteX359" fmla="*/ 4550804 w 5032666"/>
                <a:gd name="connsiteY359" fmla="*/ 0 h 419100"/>
                <a:gd name="connsiteX360" fmla="*/ 4575466 w 5032666"/>
                <a:gd name="connsiteY360" fmla="*/ 0 h 419100"/>
                <a:gd name="connsiteX361" fmla="*/ 4596771 w 5032666"/>
                <a:gd name="connsiteY361" fmla="*/ 0 h 419100"/>
                <a:gd name="connsiteX362" fmla="*/ 4607507 w 5032666"/>
                <a:gd name="connsiteY362" fmla="*/ 0 h 419100"/>
                <a:gd name="connsiteX363" fmla="*/ 4646054 w 5032666"/>
                <a:gd name="connsiteY363" fmla="*/ 0 h 419100"/>
                <a:gd name="connsiteX364" fmla="*/ 4653474 w 5032666"/>
                <a:gd name="connsiteY364" fmla="*/ 0 h 419100"/>
                <a:gd name="connsiteX365" fmla="*/ 4671162 w 5032666"/>
                <a:gd name="connsiteY365" fmla="*/ 0 h 419100"/>
                <a:gd name="connsiteX366" fmla="*/ 4702757 w 5032666"/>
                <a:gd name="connsiteY366" fmla="*/ 0 h 419100"/>
                <a:gd name="connsiteX367" fmla="*/ 4717129 w 5032666"/>
                <a:gd name="connsiteY367" fmla="*/ 0 h 419100"/>
                <a:gd name="connsiteX368" fmla="*/ 4727865 w 5032666"/>
                <a:gd name="connsiteY368" fmla="*/ 0 h 419100"/>
                <a:gd name="connsiteX369" fmla="*/ 4760355 w 5032666"/>
                <a:gd name="connsiteY369" fmla="*/ 0 h 419100"/>
                <a:gd name="connsiteX370" fmla="*/ 4766412 w 5032666"/>
                <a:gd name="connsiteY370" fmla="*/ 0 h 419100"/>
                <a:gd name="connsiteX371" fmla="*/ 4773832 w 5032666"/>
                <a:gd name="connsiteY371" fmla="*/ 0 h 419100"/>
                <a:gd name="connsiteX372" fmla="*/ 4806322 w 5032666"/>
                <a:gd name="connsiteY372" fmla="*/ 0 h 419100"/>
                <a:gd name="connsiteX373" fmla="*/ 4817058 w 5032666"/>
                <a:gd name="connsiteY373" fmla="*/ 0 h 419100"/>
                <a:gd name="connsiteX374" fmla="*/ 4823115 w 5032666"/>
                <a:gd name="connsiteY374" fmla="*/ 0 h 419100"/>
                <a:gd name="connsiteX375" fmla="*/ 4855605 w 5032666"/>
                <a:gd name="connsiteY375" fmla="*/ 0 h 419100"/>
                <a:gd name="connsiteX376" fmla="*/ 4863025 w 5032666"/>
                <a:gd name="connsiteY376" fmla="*/ 0 h 419100"/>
                <a:gd name="connsiteX377" fmla="*/ 4880713 w 5032666"/>
                <a:gd name="connsiteY377" fmla="*/ 0 h 419100"/>
                <a:gd name="connsiteX378" fmla="*/ 4912308 w 5032666"/>
                <a:gd name="connsiteY378" fmla="*/ 0 h 419100"/>
                <a:gd name="connsiteX379" fmla="*/ 4926680 w 5032666"/>
                <a:gd name="connsiteY379" fmla="*/ 0 h 419100"/>
                <a:gd name="connsiteX380" fmla="*/ 4937416 w 5032666"/>
                <a:gd name="connsiteY380" fmla="*/ 0 h 419100"/>
                <a:gd name="connsiteX381" fmla="*/ 4975963 w 5032666"/>
                <a:gd name="connsiteY381" fmla="*/ 0 h 419100"/>
                <a:gd name="connsiteX382" fmla="*/ 4983383 w 5032666"/>
                <a:gd name="connsiteY382" fmla="*/ 0 h 419100"/>
                <a:gd name="connsiteX383" fmla="*/ 5032666 w 5032666"/>
                <a:gd name="connsiteY383" fmla="*/ 0 h 419100"/>
                <a:gd name="connsiteX384" fmla="*/ 4927891 w 5032666"/>
                <a:gd name="connsiteY384" fmla="*/ 419100 h 419100"/>
                <a:gd name="connsiteX385" fmla="*/ 4878608 w 5032666"/>
                <a:gd name="connsiteY385" fmla="*/ 419100 h 419100"/>
                <a:gd name="connsiteX386" fmla="*/ 4871188 w 5032666"/>
                <a:gd name="connsiteY386" fmla="*/ 419100 h 419100"/>
                <a:gd name="connsiteX387" fmla="*/ 4832641 w 5032666"/>
                <a:gd name="connsiteY387" fmla="*/ 419100 h 419100"/>
                <a:gd name="connsiteX388" fmla="*/ 4821905 w 5032666"/>
                <a:gd name="connsiteY388" fmla="*/ 419100 h 419100"/>
                <a:gd name="connsiteX389" fmla="*/ 4807533 w 5032666"/>
                <a:gd name="connsiteY389" fmla="*/ 419100 h 419100"/>
                <a:gd name="connsiteX390" fmla="*/ 4775938 w 5032666"/>
                <a:gd name="connsiteY390" fmla="*/ 419100 h 419100"/>
                <a:gd name="connsiteX391" fmla="*/ 4758250 w 5032666"/>
                <a:gd name="connsiteY391" fmla="*/ 419100 h 419100"/>
                <a:gd name="connsiteX392" fmla="*/ 4750830 w 5032666"/>
                <a:gd name="connsiteY392" fmla="*/ 419100 h 419100"/>
                <a:gd name="connsiteX393" fmla="*/ 4718340 w 5032666"/>
                <a:gd name="connsiteY393" fmla="*/ 419100 h 419100"/>
                <a:gd name="connsiteX394" fmla="*/ 4712283 w 5032666"/>
                <a:gd name="connsiteY394" fmla="*/ 419100 h 419100"/>
                <a:gd name="connsiteX395" fmla="*/ 4701547 w 5032666"/>
                <a:gd name="connsiteY395" fmla="*/ 419100 h 419100"/>
                <a:gd name="connsiteX396" fmla="*/ 4669057 w 5032666"/>
                <a:gd name="connsiteY396" fmla="*/ 419100 h 419100"/>
                <a:gd name="connsiteX397" fmla="*/ 4661637 w 5032666"/>
                <a:gd name="connsiteY397" fmla="*/ 419100 h 419100"/>
                <a:gd name="connsiteX398" fmla="*/ 4655580 w 5032666"/>
                <a:gd name="connsiteY398" fmla="*/ 419100 h 419100"/>
                <a:gd name="connsiteX399" fmla="*/ 4623090 w 5032666"/>
                <a:gd name="connsiteY399" fmla="*/ 419100 h 419100"/>
                <a:gd name="connsiteX400" fmla="*/ 4612354 w 5032666"/>
                <a:gd name="connsiteY400" fmla="*/ 419100 h 419100"/>
                <a:gd name="connsiteX401" fmla="*/ 4597982 w 5032666"/>
                <a:gd name="connsiteY401" fmla="*/ 419100 h 419100"/>
                <a:gd name="connsiteX402" fmla="*/ 4566387 w 5032666"/>
                <a:gd name="connsiteY402" fmla="*/ 419100 h 419100"/>
                <a:gd name="connsiteX403" fmla="*/ 4548699 w 5032666"/>
                <a:gd name="connsiteY403" fmla="*/ 419100 h 419100"/>
                <a:gd name="connsiteX404" fmla="*/ 4541279 w 5032666"/>
                <a:gd name="connsiteY404" fmla="*/ 419100 h 419100"/>
                <a:gd name="connsiteX405" fmla="*/ 4502732 w 5032666"/>
                <a:gd name="connsiteY405" fmla="*/ 419100 h 419100"/>
                <a:gd name="connsiteX406" fmla="*/ 4491996 w 5032666"/>
                <a:gd name="connsiteY406" fmla="*/ 419100 h 419100"/>
                <a:gd name="connsiteX407" fmla="*/ 4470691 w 5032666"/>
                <a:gd name="connsiteY407" fmla="*/ 419100 h 419100"/>
                <a:gd name="connsiteX408" fmla="*/ 4446029 w 5032666"/>
                <a:gd name="connsiteY408" fmla="*/ 419100 h 419100"/>
                <a:gd name="connsiteX409" fmla="*/ 4421408 w 5032666"/>
                <a:gd name="connsiteY409" fmla="*/ 419100 h 419100"/>
                <a:gd name="connsiteX410" fmla="*/ 4413988 w 5032666"/>
                <a:gd name="connsiteY410" fmla="*/ 419100 h 419100"/>
                <a:gd name="connsiteX411" fmla="*/ 4375441 w 5032666"/>
                <a:gd name="connsiteY411" fmla="*/ 419100 h 419100"/>
                <a:gd name="connsiteX412" fmla="*/ 4364705 w 5032666"/>
                <a:gd name="connsiteY412" fmla="*/ 419100 h 419100"/>
                <a:gd name="connsiteX413" fmla="*/ 4350333 w 5032666"/>
                <a:gd name="connsiteY413" fmla="*/ 419100 h 419100"/>
                <a:gd name="connsiteX414" fmla="*/ 4318738 w 5032666"/>
                <a:gd name="connsiteY414" fmla="*/ 419100 h 419100"/>
                <a:gd name="connsiteX415" fmla="*/ 4301050 w 5032666"/>
                <a:gd name="connsiteY415" fmla="*/ 419100 h 419100"/>
                <a:gd name="connsiteX416" fmla="*/ 4293630 w 5032666"/>
                <a:gd name="connsiteY416" fmla="*/ 419100 h 419100"/>
                <a:gd name="connsiteX417" fmla="*/ 4282337 w 5032666"/>
                <a:gd name="connsiteY417" fmla="*/ 419100 h 419100"/>
                <a:gd name="connsiteX418" fmla="*/ 4261140 w 5032666"/>
                <a:gd name="connsiteY418" fmla="*/ 419100 h 419100"/>
                <a:gd name="connsiteX419" fmla="*/ 4255083 w 5032666"/>
                <a:gd name="connsiteY419" fmla="*/ 419100 h 419100"/>
                <a:gd name="connsiteX420" fmla="*/ 4244347 w 5032666"/>
                <a:gd name="connsiteY420" fmla="*/ 419100 h 419100"/>
                <a:gd name="connsiteX421" fmla="*/ 4233054 w 5032666"/>
                <a:gd name="connsiteY421" fmla="*/ 419100 h 419100"/>
                <a:gd name="connsiteX422" fmla="*/ 4225634 w 5032666"/>
                <a:gd name="connsiteY422" fmla="*/ 419100 h 419100"/>
                <a:gd name="connsiteX423" fmla="*/ 4211857 w 5032666"/>
                <a:gd name="connsiteY423" fmla="*/ 419100 h 419100"/>
                <a:gd name="connsiteX424" fmla="*/ 4204437 w 5032666"/>
                <a:gd name="connsiteY424" fmla="*/ 419100 h 419100"/>
                <a:gd name="connsiteX425" fmla="*/ 4198380 w 5032666"/>
                <a:gd name="connsiteY425" fmla="*/ 419100 h 419100"/>
                <a:gd name="connsiteX426" fmla="*/ 4187087 w 5032666"/>
                <a:gd name="connsiteY426" fmla="*/ 419100 h 419100"/>
                <a:gd name="connsiteX427" fmla="*/ 4176351 w 5032666"/>
                <a:gd name="connsiteY427" fmla="*/ 419100 h 419100"/>
                <a:gd name="connsiteX428" fmla="*/ 4165890 w 5032666"/>
                <a:gd name="connsiteY428" fmla="*/ 419100 h 419100"/>
                <a:gd name="connsiteX429" fmla="*/ 4161979 w 5032666"/>
                <a:gd name="connsiteY429" fmla="*/ 419100 h 419100"/>
                <a:gd name="connsiteX430" fmla="*/ 4155154 w 5032666"/>
                <a:gd name="connsiteY430" fmla="*/ 419100 h 419100"/>
                <a:gd name="connsiteX431" fmla="*/ 4140782 w 5032666"/>
                <a:gd name="connsiteY431" fmla="*/ 419100 h 419100"/>
                <a:gd name="connsiteX432" fmla="*/ 4130384 w 5032666"/>
                <a:gd name="connsiteY432" fmla="*/ 419100 h 419100"/>
                <a:gd name="connsiteX433" fmla="*/ 4112696 w 5032666"/>
                <a:gd name="connsiteY433" fmla="*/ 419100 h 419100"/>
                <a:gd name="connsiteX434" fmla="*/ 4109187 w 5032666"/>
                <a:gd name="connsiteY434" fmla="*/ 419100 h 419100"/>
                <a:gd name="connsiteX435" fmla="*/ 4105276 w 5032666"/>
                <a:gd name="connsiteY435" fmla="*/ 419100 h 419100"/>
                <a:gd name="connsiteX436" fmla="*/ 4091499 w 5032666"/>
                <a:gd name="connsiteY436" fmla="*/ 419100 h 419100"/>
                <a:gd name="connsiteX437" fmla="*/ 4084079 w 5032666"/>
                <a:gd name="connsiteY437" fmla="*/ 419100 h 419100"/>
                <a:gd name="connsiteX438" fmla="*/ 4072786 w 5032666"/>
                <a:gd name="connsiteY438" fmla="*/ 419100 h 419100"/>
                <a:gd name="connsiteX439" fmla="*/ 4066729 w 5032666"/>
                <a:gd name="connsiteY439" fmla="*/ 419100 h 419100"/>
                <a:gd name="connsiteX440" fmla="*/ 4055993 w 5032666"/>
                <a:gd name="connsiteY440" fmla="*/ 419100 h 419100"/>
                <a:gd name="connsiteX441" fmla="*/ 4045532 w 5032666"/>
                <a:gd name="connsiteY441" fmla="*/ 419100 h 419100"/>
                <a:gd name="connsiteX442" fmla="*/ 4034796 w 5032666"/>
                <a:gd name="connsiteY442" fmla="*/ 419100 h 419100"/>
                <a:gd name="connsiteX443" fmla="*/ 4023503 w 5032666"/>
                <a:gd name="connsiteY443" fmla="*/ 419100 h 419100"/>
                <a:gd name="connsiteX444" fmla="*/ 4016083 w 5032666"/>
                <a:gd name="connsiteY444" fmla="*/ 419100 h 419100"/>
                <a:gd name="connsiteX445" fmla="*/ 4010026 w 5032666"/>
                <a:gd name="connsiteY445" fmla="*/ 419100 h 419100"/>
                <a:gd name="connsiteX446" fmla="*/ 3988829 w 5032666"/>
                <a:gd name="connsiteY446" fmla="*/ 419100 h 419100"/>
                <a:gd name="connsiteX447" fmla="*/ 3977536 w 5032666"/>
                <a:gd name="connsiteY447" fmla="*/ 419100 h 419100"/>
                <a:gd name="connsiteX448" fmla="*/ 3966800 w 5032666"/>
                <a:gd name="connsiteY448" fmla="*/ 419100 h 419100"/>
                <a:gd name="connsiteX449" fmla="*/ 3952428 w 5032666"/>
                <a:gd name="connsiteY449" fmla="*/ 419100 h 419100"/>
                <a:gd name="connsiteX450" fmla="*/ 3920833 w 5032666"/>
                <a:gd name="connsiteY450" fmla="*/ 419100 h 419100"/>
                <a:gd name="connsiteX451" fmla="*/ 3903145 w 5032666"/>
                <a:gd name="connsiteY451" fmla="*/ 419100 h 419100"/>
                <a:gd name="connsiteX452" fmla="*/ 3895725 w 5032666"/>
                <a:gd name="connsiteY452" fmla="*/ 419100 h 419100"/>
                <a:gd name="connsiteX453" fmla="*/ 3857178 w 5032666"/>
                <a:gd name="connsiteY453" fmla="*/ 419100 h 419100"/>
                <a:gd name="connsiteX454" fmla="*/ 3846442 w 5032666"/>
                <a:gd name="connsiteY454" fmla="*/ 419100 h 419100"/>
                <a:gd name="connsiteX455" fmla="*/ 3825137 w 5032666"/>
                <a:gd name="connsiteY455" fmla="*/ 419100 h 419100"/>
                <a:gd name="connsiteX456" fmla="*/ 3800475 w 5032666"/>
                <a:gd name="connsiteY456" fmla="*/ 419100 h 419100"/>
                <a:gd name="connsiteX457" fmla="*/ 3775854 w 5032666"/>
                <a:gd name="connsiteY457" fmla="*/ 419100 h 419100"/>
                <a:gd name="connsiteX458" fmla="*/ 3768434 w 5032666"/>
                <a:gd name="connsiteY458" fmla="*/ 419100 h 419100"/>
                <a:gd name="connsiteX459" fmla="*/ 3729887 w 5032666"/>
                <a:gd name="connsiteY459" fmla="*/ 419100 h 419100"/>
                <a:gd name="connsiteX460" fmla="*/ 3719151 w 5032666"/>
                <a:gd name="connsiteY460" fmla="*/ 419100 h 419100"/>
                <a:gd name="connsiteX461" fmla="*/ 3704779 w 5032666"/>
                <a:gd name="connsiteY461" fmla="*/ 419100 h 419100"/>
                <a:gd name="connsiteX462" fmla="*/ 3673184 w 5032666"/>
                <a:gd name="connsiteY462" fmla="*/ 419100 h 419100"/>
                <a:gd name="connsiteX463" fmla="*/ 3655496 w 5032666"/>
                <a:gd name="connsiteY463" fmla="*/ 419100 h 419100"/>
                <a:gd name="connsiteX464" fmla="*/ 3648076 w 5032666"/>
                <a:gd name="connsiteY464" fmla="*/ 419100 h 419100"/>
                <a:gd name="connsiteX465" fmla="*/ 3615586 w 5032666"/>
                <a:gd name="connsiteY465" fmla="*/ 419100 h 419100"/>
                <a:gd name="connsiteX466" fmla="*/ 3609529 w 5032666"/>
                <a:gd name="connsiteY466" fmla="*/ 419100 h 419100"/>
                <a:gd name="connsiteX467" fmla="*/ 3598793 w 5032666"/>
                <a:gd name="connsiteY467" fmla="*/ 419100 h 419100"/>
                <a:gd name="connsiteX468" fmla="*/ 3566303 w 5032666"/>
                <a:gd name="connsiteY468" fmla="*/ 419100 h 419100"/>
                <a:gd name="connsiteX469" fmla="*/ 3558883 w 5032666"/>
                <a:gd name="connsiteY469" fmla="*/ 419100 h 419100"/>
                <a:gd name="connsiteX470" fmla="*/ 3552826 w 5032666"/>
                <a:gd name="connsiteY470" fmla="*/ 419100 h 419100"/>
                <a:gd name="connsiteX471" fmla="*/ 3537241 w 5032666"/>
                <a:gd name="connsiteY471" fmla="*/ 419100 h 419100"/>
                <a:gd name="connsiteX472" fmla="*/ 3520336 w 5032666"/>
                <a:gd name="connsiteY472" fmla="*/ 419100 h 419100"/>
                <a:gd name="connsiteX473" fmla="*/ 3509600 w 5032666"/>
                <a:gd name="connsiteY473" fmla="*/ 419100 h 419100"/>
                <a:gd name="connsiteX474" fmla="*/ 3495228 w 5032666"/>
                <a:gd name="connsiteY474" fmla="*/ 419100 h 419100"/>
                <a:gd name="connsiteX475" fmla="*/ 3487958 w 5032666"/>
                <a:gd name="connsiteY475" fmla="*/ 419100 h 419100"/>
                <a:gd name="connsiteX476" fmla="*/ 3480538 w 5032666"/>
                <a:gd name="connsiteY476" fmla="*/ 419100 h 419100"/>
                <a:gd name="connsiteX477" fmla="*/ 3463633 w 5032666"/>
                <a:gd name="connsiteY477" fmla="*/ 419100 h 419100"/>
                <a:gd name="connsiteX478" fmla="*/ 3445945 w 5032666"/>
                <a:gd name="connsiteY478" fmla="*/ 419100 h 419100"/>
                <a:gd name="connsiteX479" fmla="*/ 3441991 w 5032666"/>
                <a:gd name="connsiteY479" fmla="*/ 419100 h 419100"/>
                <a:gd name="connsiteX480" fmla="*/ 3438525 w 5032666"/>
                <a:gd name="connsiteY480" fmla="*/ 419100 h 419100"/>
                <a:gd name="connsiteX481" fmla="*/ 3431255 w 5032666"/>
                <a:gd name="connsiteY481" fmla="*/ 419100 h 419100"/>
                <a:gd name="connsiteX482" fmla="*/ 3416883 w 5032666"/>
                <a:gd name="connsiteY482" fmla="*/ 419100 h 419100"/>
                <a:gd name="connsiteX483" fmla="*/ 3399978 w 5032666"/>
                <a:gd name="connsiteY483" fmla="*/ 419100 h 419100"/>
                <a:gd name="connsiteX484" fmla="*/ 3389242 w 5032666"/>
                <a:gd name="connsiteY484" fmla="*/ 419100 h 419100"/>
                <a:gd name="connsiteX485" fmla="*/ 3385288 w 5032666"/>
                <a:gd name="connsiteY485" fmla="*/ 419100 h 419100"/>
                <a:gd name="connsiteX486" fmla="*/ 3367600 w 5032666"/>
                <a:gd name="connsiteY486" fmla="*/ 419100 h 419100"/>
                <a:gd name="connsiteX487" fmla="*/ 3360180 w 5032666"/>
                <a:gd name="connsiteY487" fmla="*/ 419100 h 419100"/>
                <a:gd name="connsiteX488" fmla="*/ 3343275 w 5032666"/>
                <a:gd name="connsiteY488" fmla="*/ 419100 h 419100"/>
                <a:gd name="connsiteX489" fmla="*/ 3327690 w 5032666"/>
                <a:gd name="connsiteY489" fmla="*/ 419100 h 419100"/>
                <a:gd name="connsiteX490" fmla="*/ 3321633 w 5032666"/>
                <a:gd name="connsiteY490" fmla="*/ 419100 h 419100"/>
                <a:gd name="connsiteX491" fmla="*/ 3310897 w 5032666"/>
                <a:gd name="connsiteY491" fmla="*/ 419100 h 419100"/>
                <a:gd name="connsiteX492" fmla="*/ 3278407 w 5032666"/>
                <a:gd name="connsiteY492" fmla="*/ 419100 h 419100"/>
                <a:gd name="connsiteX493" fmla="*/ 3270987 w 5032666"/>
                <a:gd name="connsiteY493" fmla="*/ 419100 h 419100"/>
                <a:gd name="connsiteX494" fmla="*/ 3264930 w 5032666"/>
                <a:gd name="connsiteY494" fmla="*/ 419100 h 419100"/>
                <a:gd name="connsiteX495" fmla="*/ 3232440 w 5032666"/>
                <a:gd name="connsiteY495" fmla="*/ 419100 h 419100"/>
                <a:gd name="connsiteX496" fmla="*/ 3221704 w 5032666"/>
                <a:gd name="connsiteY496" fmla="*/ 419100 h 419100"/>
                <a:gd name="connsiteX497" fmla="*/ 3207332 w 5032666"/>
                <a:gd name="connsiteY497" fmla="*/ 419100 h 419100"/>
                <a:gd name="connsiteX498" fmla="*/ 3175737 w 5032666"/>
                <a:gd name="connsiteY498" fmla="*/ 419100 h 419100"/>
                <a:gd name="connsiteX499" fmla="*/ 3158049 w 5032666"/>
                <a:gd name="connsiteY499" fmla="*/ 419100 h 419100"/>
                <a:gd name="connsiteX500" fmla="*/ 3150629 w 5032666"/>
                <a:gd name="connsiteY500" fmla="*/ 419100 h 419100"/>
                <a:gd name="connsiteX501" fmla="*/ 3112082 w 5032666"/>
                <a:gd name="connsiteY501" fmla="*/ 419100 h 419100"/>
                <a:gd name="connsiteX502" fmla="*/ 3101346 w 5032666"/>
                <a:gd name="connsiteY502" fmla="*/ 419100 h 419100"/>
                <a:gd name="connsiteX503" fmla="*/ 3080041 w 5032666"/>
                <a:gd name="connsiteY503" fmla="*/ 419100 h 419100"/>
                <a:gd name="connsiteX504" fmla="*/ 3055379 w 5032666"/>
                <a:gd name="connsiteY504" fmla="*/ 419100 h 419100"/>
                <a:gd name="connsiteX505" fmla="*/ 3030758 w 5032666"/>
                <a:gd name="connsiteY505" fmla="*/ 419100 h 419100"/>
                <a:gd name="connsiteX506" fmla="*/ 3023338 w 5032666"/>
                <a:gd name="connsiteY506" fmla="*/ 419100 h 419100"/>
                <a:gd name="connsiteX507" fmla="*/ 2984791 w 5032666"/>
                <a:gd name="connsiteY507" fmla="*/ 419100 h 419100"/>
                <a:gd name="connsiteX508" fmla="*/ 2975266 w 5032666"/>
                <a:gd name="connsiteY508" fmla="*/ 419100 h 419100"/>
                <a:gd name="connsiteX509" fmla="*/ 2974055 w 5032666"/>
                <a:gd name="connsiteY509" fmla="*/ 419100 h 419100"/>
                <a:gd name="connsiteX510" fmla="*/ 2959683 w 5032666"/>
                <a:gd name="connsiteY510" fmla="*/ 419100 h 419100"/>
                <a:gd name="connsiteX511" fmla="*/ 2928088 w 5032666"/>
                <a:gd name="connsiteY511" fmla="*/ 419100 h 419100"/>
                <a:gd name="connsiteX512" fmla="*/ 2925983 w 5032666"/>
                <a:gd name="connsiteY512" fmla="*/ 419100 h 419100"/>
                <a:gd name="connsiteX513" fmla="*/ 2918563 w 5032666"/>
                <a:gd name="connsiteY513" fmla="*/ 419100 h 419100"/>
                <a:gd name="connsiteX514" fmla="*/ 2910400 w 5032666"/>
                <a:gd name="connsiteY514" fmla="*/ 419100 h 419100"/>
                <a:gd name="connsiteX515" fmla="*/ 2902980 w 5032666"/>
                <a:gd name="connsiteY515" fmla="*/ 419100 h 419100"/>
                <a:gd name="connsiteX516" fmla="*/ 2891687 w 5032666"/>
                <a:gd name="connsiteY516" fmla="*/ 419100 h 419100"/>
                <a:gd name="connsiteX517" fmla="*/ 2880016 w 5032666"/>
                <a:gd name="connsiteY517" fmla="*/ 419100 h 419100"/>
                <a:gd name="connsiteX518" fmla="*/ 2870490 w 5032666"/>
                <a:gd name="connsiteY518" fmla="*/ 419100 h 419100"/>
                <a:gd name="connsiteX519" fmla="*/ 2869280 w 5032666"/>
                <a:gd name="connsiteY519" fmla="*/ 419100 h 419100"/>
                <a:gd name="connsiteX520" fmla="*/ 2864433 w 5032666"/>
                <a:gd name="connsiteY520" fmla="*/ 419100 h 419100"/>
                <a:gd name="connsiteX521" fmla="*/ 2854908 w 5032666"/>
                <a:gd name="connsiteY521" fmla="*/ 419100 h 419100"/>
                <a:gd name="connsiteX522" fmla="*/ 2853697 w 5032666"/>
                <a:gd name="connsiteY522" fmla="*/ 419100 h 419100"/>
                <a:gd name="connsiteX523" fmla="*/ 2842404 w 5032666"/>
                <a:gd name="connsiteY523" fmla="*/ 419100 h 419100"/>
                <a:gd name="connsiteX524" fmla="*/ 2834984 w 5032666"/>
                <a:gd name="connsiteY524" fmla="*/ 419100 h 419100"/>
                <a:gd name="connsiteX525" fmla="*/ 2823313 w 5032666"/>
                <a:gd name="connsiteY525" fmla="*/ 419100 h 419100"/>
                <a:gd name="connsiteX526" fmla="*/ 2821207 w 5032666"/>
                <a:gd name="connsiteY526" fmla="*/ 419100 h 419100"/>
                <a:gd name="connsiteX527" fmla="*/ 2813787 w 5032666"/>
                <a:gd name="connsiteY527" fmla="*/ 419100 h 419100"/>
                <a:gd name="connsiteX528" fmla="*/ 2807730 w 5032666"/>
                <a:gd name="connsiteY528" fmla="*/ 419100 h 419100"/>
                <a:gd name="connsiteX529" fmla="*/ 2805625 w 5032666"/>
                <a:gd name="connsiteY529" fmla="*/ 419100 h 419100"/>
                <a:gd name="connsiteX530" fmla="*/ 2798205 w 5032666"/>
                <a:gd name="connsiteY530" fmla="*/ 419100 h 419100"/>
                <a:gd name="connsiteX531" fmla="*/ 2796437 w 5032666"/>
                <a:gd name="connsiteY531" fmla="*/ 419100 h 419100"/>
                <a:gd name="connsiteX532" fmla="*/ 2785701 w 5032666"/>
                <a:gd name="connsiteY532" fmla="*/ 419100 h 419100"/>
                <a:gd name="connsiteX533" fmla="*/ 2775240 w 5032666"/>
                <a:gd name="connsiteY533" fmla="*/ 419100 h 419100"/>
                <a:gd name="connsiteX534" fmla="*/ 2771329 w 5032666"/>
                <a:gd name="connsiteY534" fmla="*/ 419100 h 419100"/>
                <a:gd name="connsiteX535" fmla="*/ 2765715 w 5032666"/>
                <a:gd name="connsiteY535" fmla="*/ 419100 h 419100"/>
                <a:gd name="connsiteX536" fmla="*/ 2764504 w 5032666"/>
                <a:gd name="connsiteY536" fmla="*/ 419100 h 419100"/>
                <a:gd name="connsiteX537" fmla="*/ 2759658 w 5032666"/>
                <a:gd name="connsiteY537" fmla="*/ 419100 h 419100"/>
                <a:gd name="connsiteX538" fmla="*/ 2750132 w 5032666"/>
                <a:gd name="connsiteY538" fmla="*/ 419100 h 419100"/>
                <a:gd name="connsiteX539" fmla="*/ 2748922 w 5032666"/>
                <a:gd name="connsiteY539" fmla="*/ 419100 h 419100"/>
                <a:gd name="connsiteX540" fmla="*/ 2739734 w 5032666"/>
                <a:gd name="connsiteY540" fmla="*/ 419100 h 419100"/>
                <a:gd name="connsiteX541" fmla="*/ 2722046 w 5032666"/>
                <a:gd name="connsiteY541" fmla="*/ 419100 h 419100"/>
                <a:gd name="connsiteX542" fmla="*/ 2718537 w 5032666"/>
                <a:gd name="connsiteY542" fmla="*/ 419100 h 419100"/>
                <a:gd name="connsiteX543" fmla="*/ 2716432 w 5032666"/>
                <a:gd name="connsiteY543" fmla="*/ 419100 h 419100"/>
                <a:gd name="connsiteX544" fmla="*/ 2714626 w 5032666"/>
                <a:gd name="connsiteY544" fmla="*/ 419100 h 419100"/>
                <a:gd name="connsiteX545" fmla="*/ 2709012 w 5032666"/>
                <a:gd name="connsiteY545" fmla="*/ 419100 h 419100"/>
                <a:gd name="connsiteX546" fmla="*/ 2702955 w 5032666"/>
                <a:gd name="connsiteY546" fmla="*/ 419100 h 419100"/>
                <a:gd name="connsiteX547" fmla="*/ 2700849 w 5032666"/>
                <a:gd name="connsiteY547" fmla="*/ 419100 h 419100"/>
                <a:gd name="connsiteX548" fmla="*/ 2693429 w 5032666"/>
                <a:gd name="connsiteY548" fmla="*/ 419100 h 419100"/>
                <a:gd name="connsiteX549" fmla="*/ 2682136 w 5032666"/>
                <a:gd name="connsiteY549" fmla="*/ 419100 h 419100"/>
                <a:gd name="connsiteX550" fmla="*/ 2676079 w 5032666"/>
                <a:gd name="connsiteY550" fmla="*/ 419100 h 419100"/>
                <a:gd name="connsiteX551" fmla="*/ 2670465 w 5032666"/>
                <a:gd name="connsiteY551" fmla="*/ 419100 h 419100"/>
                <a:gd name="connsiteX552" fmla="*/ 2665343 w 5032666"/>
                <a:gd name="connsiteY552" fmla="*/ 419100 h 419100"/>
                <a:gd name="connsiteX553" fmla="*/ 2659729 w 5032666"/>
                <a:gd name="connsiteY553" fmla="*/ 419100 h 419100"/>
                <a:gd name="connsiteX554" fmla="*/ 2654882 w 5032666"/>
                <a:gd name="connsiteY554" fmla="*/ 419100 h 419100"/>
                <a:gd name="connsiteX555" fmla="*/ 2645357 w 5032666"/>
                <a:gd name="connsiteY555" fmla="*/ 419100 h 419100"/>
                <a:gd name="connsiteX556" fmla="*/ 2644146 w 5032666"/>
                <a:gd name="connsiteY556" fmla="*/ 419100 h 419100"/>
                <a:gd name="connsiteX557" fmla="*/ 2632853 w 5032666"/>
                <a:gd name="connsiteY557" fmla="*/ 419100 h 419100"/>
                <a:gd name="connsiteX558" fmla="*/ 2625433 w 5032666"/>
                <a:gd name="connsiteY558" fmla="*/ 419100 h 419100"/>
                <a:gd name="connsiteX559" fmla="*/ 2619376 w 5032666"/>
                <a:gd name="connsiteY559" fmla="*/ 419100 h 419100"/>
                <a:gd name="connsiteX560" fmla="*/ 2613762 w 5032666"/>
                <a:gd name="connsiteY560" fmla="*/ 419100 h 419100"/>
                <a:gd name="connsiteX561" fmla="*/ 2598179 w 5032666"/>
                <a:gd name="connsiteY561" fmla="*/ 419100 h 419100"/>
                <a:gd name="connsiteX562" fmla="*/ 2596074 w 5032666"/>
                <a:gd name="connsiteY562" fmla="*/ 419100 h 419100"/>
                <a:gd name="connsiteX563" fmla="*/ 2588654 w 5032666"/>
                <a:gd name="connsiteY563" fmla="*/ 419100 h 419100"/>
                <a:gd name="connsiteX564" fmla="*/ 2586886 w 5032666"/>
                <a:gd name="connsiteY564" fmla="*/ 419100 h 419100"/>
                <a:gd name="connsiteX565" fmla="*/ 2576150 w 5032666"/>
                <a:gd name="connsiteY565" fmla="*/ 419100 h 419100"/>
                <a:gd name="connsiteX566" fmla="*/ 2561778 w 5032666"/>
                <a:gd name="connsiteY566" fmla="*/ 419100 h 419100"/>
                <a:gd name="connsiteX567" fmla="*/ 2550107 w 5032666"/>
                <a:gd name="connsiteY567" fmla="*/ 419100 h 419100"/>
                <a:gd name="connsiteX568" fmla="*/ 2539371 w 5032666"/>
                <a:gd name="connsiteY568" fmla="*/ 419100 h 419100"/>
                <a:gd name="connsiteX569" fmla="*/ 2530183 w 5032666"/>
                <a:gd name="connsiteY569" fmla="*/ 419100 h 419100"/>
                <a:gd name="connsiteX570" fmla="*/ 2518066 w 5032666"/>
                <a:gd name="connsiteY570" fmla="*/ 419100 h 419100"/>
                <a:gd name="connsiteX571" fmla="*/ 2512495 w 5032666"/>
                <a:gd name="connsiteY571" fmla="*/ 419100 h 419100"/>
                <a:gd name="connsiteX572" fmla="*/ 2505075 w 5032666"/>
                <a:gd name="connsiteY572" fmla="*/ 419100 h 419100"/>
                <a:gd name="connsiteX573" fmla="*/ 2493404 w 5032666"/>
                <a:gd name="connsiteY573" fmla="*/ 419100 h 419100"/>
                <a:gd name="connsiteX574" fmla="*/ 2468783 w 5032666"/>
                <a:gd name="connsiteY574" fmla="*/ 419100 h 419100"/>
                <a:gd name="connsiteX575" fmla="*/ 2466528 w 5032666"/>
                <a:gd name="connsiteY575" fmla="*/ 419100 h 419100"/>
                <a:gd name="connsiteX576" fmla="*/ 2461363 w 5032666"/>
                <a:gd name="connsiteY576" fmla="*/ 419100 h 419100"/>
                <a:gd name="connsiteX577" fmla="*/ 2455792 w 5032666"/>
                <a:gd name="connsiteY577" fmla="*/ 419100 h 419100"/>
                <a:gd name="connsiteX578" fmla="*/ 2434487 w 5032666"/>
                <a:gd name="connsiteY578" fmla="*/ 419100 h 419100"/>
                <a:gd name="connsiteX579" fmla="*/ 2422816 w 5032666"/>
                <a:gd name="connsiteY579" fmla="*/ 419100 h 419100"/>
                <a:gd name="connsiteX580" fmla="*/ 2412080 w 5032666"/>
                <a:gd name="connsiteY580" fmla="*/ 419100 h 419100"/>
                <a:gd name="connsiteX581" fmla="*/ 2409825 w 5032666"/>
                <a:gd name="connsiteY581" fmla="*/ 419100 h 419100"/>
                <a:gd name="connsiteX582" fmla="*/ 2397708 w 5032666"/>
                <a:gd name="connsiteY582" fmla="*/ 419100 h 419100"/>
                <a:gd name="connsiteX583" fmla="*/ 2385204 w 5032666"/>
                <a:gd name="connsiteY583" fmla="*/ 419100 h 419100"/>
                <a:gd name="connsiteX584" fmla="*/ 2377784 w 5032666"/>
                <a:gd name="connsiteY584" fmla="*/ 419100 h 419100"/>
                <a:gd name="connsiteX585" fmla="*/ 2366113 w 5032666"/>
                <a:gd name="connsiteY585" fmla="*/ 419100 h 419100"/>
                <a:gd name="connsiteX586" fmla="*/ 2348425 w 5032666"/>
                <a:gd name="connsiteY586" fmla="*/ 419100 h 419100"/>
                <a:gd name="connsiteX587" fmla="*/ 2341005 w 5032666"/>
                <a:gd name="connsiteY587" fmla="*/ 419100 h 419100"/>
                <a:gd name="connsiteX588" fmla="*/ 2339237 w 5032666"/>
                <a:gd name="connsiteY588" fmla="*/ 419100 h 419100"/>
                <a:gd name="connsiteX589" fmla="*/ 2329712 w 5032666"/>
                <a:gd name="connsiteY589" fmla="*/ 419100 h 419100"/>
                <a:gd name="connsiteX590" fmla="*/ 2328501 w 5032666"/>
                <a:gd name="connsiteY590" fmla="*/ 419100 h 419100"/>
                <a:gd name="connsiteX591" fmla="*/ 2314129 w 5032666"/>
                <a:gd name="connsiteY591" fmla="*/ 419100 h 419100"/>
                <a:gd name="connsiteX592" fmla="*/ 2308515 w 5032666"/>
                <a:gd name="connsiteY592" fmla="*/ 419100 h 419100"/>
                <a:gd name="connsiteX593" fmla="*/ 2302458 w 5032666"/>
                <a:gd name="connsiteY593" fmla="*/ 419100 h 419100"/>
                <a:gd name="connsiteX594" fmla="*/ 2291722 w 5032666"/>
                <a:gd name="connsiteY594" fmla="*/ 419100 h 419100"/>
                <a:gd name="connsiteX595" fmla="*/ 2282534 w 5032666"/>
                <a:gd name="connsiteY595" fmla="*/ 419100 h 419100"/>
                <a:gd name="connsiteX596" fmla="*/ 2280429 w 5032666"/>
                <a:gd name="connsiteY596" fmla="*/ 419100 h 419100"/>
                <a:gd name="connsiteX597" fmla="*/ 2273009 w 5032666"/>
                <a:gd name="connsiteY597" fmla="*/ 419100 h 419100"/>
                <a:gd name="connsiteX598" fmla="*/ 2264846 w 5032666"/>
                <a:gd name="connsiteY598" fmla="*/ 419100 h 419100"/>
                <a:gd name="connsiteX599" fmla="*/ 2259232 w 5032666"/>
                <a:gd name="connsiteY599" fmla="*/ 419100 h 419100"/>
                <a:gd name="connsiteX600" fmla="*/ 2257426 w 5032666"/>
                <a:gd name="connsiteY600" fmla="*/ 419100 h 419100"/>
                <a:gd name="connsiteX601" fmla="*/ 2251812 w 5032666"/>
                <a:gd name="connsiteY601" fmla="*/ 419100 h 419100"/>
                <a:gd name="connsiteX602" fmla="*/ 2245755 w 5032666"/>
                <a:gd name="connsiteY602" fmla="*/ 419100 h 419100"/>
                <a:gd name="connsiteX603" fmla="*/ 2234462 w 5032666"/>
                <a:gd name="connsiteY603" fmla="*/ 419100 h 419100"/>
                <a:gd name="connsiteX604" fmla="*/ 2224936 w 5032666"/>
                <a:gd name="connsiteY604" fmla="*/ 419100 h 419100"/>
                <a:gd name="connsiteX605" fmla="*/ 2223726 w 5032666"/>
                <a:gd name="connsiteY605" fmla="*/ 419100 h 419100"/>
                <a:gd name="connsiteX606" fmla="*/ 2218879 w 5032666"/>
                <a:gd name="connsiteY606" fmla="*/ 419100 h 419100"/>
                <a:gd name="connsiteX607" fmla="*/ 2213265 w 5032666"/>
                <a:gd name="connsiteY607" fmla="*/ 419100 h 419100"/>
                <a:gd name="connsiteX608" fmla="*/ 2209354 w 5032666"/>
                <a:gd name="connsiteY608" fmla="*/ 419100 h 419100"/>
                <a:gd name="connsiteX609" fmla="*/ 2208143 w 5032666"/>
                <a:gd name="connsiteY609" fmla="*/ 419100 h 419100"/>
                <a:gd name="connsiteX610" fmla="*/ 2202529 w 5032666"/>
                <a:gd name="connsiteY610" fmla="*/ 419100 h 419100"/>
                <a:gd name="connsiteX611" fmla="*/ 2188157 w 5032666"/>
                <a:gd name="connsiteY611" fmla="*/ 419100 h 419100"/>
                <a:gd name="connsiteX612" fmla="*/ 2177759 w 5032666"/>
                <a:gd name="connsiteY612" fmla="*/ 419100 h 419100"/>
                <a:gd name="connsiteX613" fmla="*/ 2175653 w 5032666"/>
                <a:gd name="connsiteY613" fmla="*/ 419100 h 419100"/>
                <a:gd name="connsiteX614" fmla="*/ 2168233 w 5032666"/>
                <a:gd name="connsiteY614" fmla="*/ 419100 h 419100"/>
                <a:gd name="connsiteX615" fmla="*/ 2162176 w 5032666"/>
                <a:gd name="connsiteY615" fmla="*/ 419100 h 419100"/>
                <a:gd name="connsiteX616" fmla="*/ 2160071 w 5032666"/>
                <a:gd name="connsiteY616" fmla="*/ 419100 h 419100"/>
                <a:gd name="connsiteX617" fmla="*/ 2156562 w 5032666"/>
                <a:gd name="connsiteY617" fmla="*/ 419100 h 419100"/>
                <a:gd name="connsiteX618" fmla="*/ 2152651 w 5032666"/>
                <a:gd name="connsiteY618" fmla="*/ 419100 h 419100"/>
                <a:gd name="connsiteX619" fmla="*/ 2138874 w 5032666"/>
                <a:gd name="connsiteY619" fmla="*/ 419100 h 419100"/>
                <a:gd name="connsiteX620" fmla="*/ 2131454 w 5032666"/>
                <a:gd name="connsiteY620" fmla="*/ 419100 h 419100"/>
                <a:gd name="connsiteX621" fmla="*/ 2129686 w 5032666"/>
                <a:gd name="connsiteY621" fmla="*/ 419100 h 419100"/>
                <a:gd name="connsiteX622" fmla="*/ 2120161 w 5032666"/>
                <a:gd name="connsiteY622" fmla="*/ 419100 h 419100"/>
                <a:gd name="connsiteX623" fmla="*/ 2118950 w 5032666"/>
                <a:gd name="connsiteY623" fmla="*/ 419100 h 419100"/>
                <a:gd name="connsiteX624" fmla="*/ 2114104 w 5032666"/>
                <a:gd name="connsiteY624" fmla="*/ 419100 h 419100"/>
                <a:gd name="connsiteX625" fmla="*/ 2104578 w 5032666"/>
                <a:gd name="connsiteY625" fmla="*/ 419100 h 419100"/>
                <a:gd name="connsiteX626" fmla="*/ 2103368 w 5032666"/>
                <a:gd name="connsiteY626" fmla="*/ 419100 h 419100"/>
                <a:gd name="connsiteX627" fmla="*/ 2092907 w 5032666"/>
                <a:gd name="connsiteY627" fmla="*/ 419100 h 419100"/>
                <a:gd name="connsiteX628" fmla="*/ 2082171 w 5032666"/>
                <a:gd name="connsiteY628" fmla="*/ 419100 h 419100"/>
                <a:gd name="connsiteX629" fmla="*/ 2072983 w 5032666"/>
                <a:gd name="connsiteY629" fmla="*/ 419100 h 419100"/>
                <a:gd name="connsiteX630" fmla="*/ 2070878 w 5032666"/>
                <a:gd name="connsiteY630" fmla="*/ 419100 h 419100"/>
                <a:gd name="connsiteX631" fmla="*/ 2063458 w 5032666"/>
                <a:gd name="connsiteY631" fmla="*/ 419100 h 419100"/>
                <a:gd name="connsiteX632" fmla="*/ 2057401 w 5032666"/>
                <a:gd name="connsiteY632" fmla="*/ 419100 h 419100"/>
                <a:gd name="connsiteX633" fmla="*/ 2055295 w 5032666"/>
                <a:gd name="connsiteY633" fmla="*/ 419100 h 419100"/>
                <a:gd name="connsiteX634" fmla="*/ 2047875 w 5032666"/>
                <a:gd name="connsiteY634" fmla="*/ 419100 h 419100"/>
                <a:gd name="connsiteX635" fmla="*/ 2036204 w 5032666"/>
                <a:gd name="connsiteY635" fmla="*/ 419100 h 419100"/>
                <a:gd name="connsiteX636" fmla="*/ 2024911 w 5032666"/>
                <a:gd name="connsiteY636" fmla="*/ 419100 h 419100"/>
                <a:gd name="connsiteX637" fmla="*/ 2014175 w 5032666"/>
                <a:gd name="connsiteY637" fmla="*/ 419100 h 419100"/>
                <a:gd name="connsiteX638" fmla="*/ 2009328 w 5032666"/>
                <a:gd name="connsiteY638" fmla="*/ 419100 h 419100"/>
                <a:gd name="connsiteX639" fmla="*/ 1999803 w 5032666"/>
                <a:gd name="connsiteY639" fmla="*/ 419100 h 419100"/>
                <a:gd name="connsiteX640" fmla="*/ 1998592 w 5032666"/>
                <a:gd name="connsiteY640" fmla="*/ 419100 h 419100"/>
                <a:gd name="connsiteX641" fmla="*/ 1968208 w 5032666"/>
                <a:gd name="connsiteY641" fmla="*/ 419100 h 419100"/>
                <a:gd name="connsiteX642" fmla="*/ 1952625 w 5032666"/>
                <a:gd name="connsiteY642" fmla="*/ 419100 h 419100"/>
                <a:gd name="connsiteX643" fmla="*/ 1950520 w 5032666"/>
                <a:gd name="connsiteY643" fmla="*/ 419100 h 419100"/>
                <a:gd name="connsiteX644" fmla="*/ 1943100 w 5032666"/>
                <a:gd name="connsiteY644" fmla="*/ 419100 h 419100"/>
                <a:gd name="connsiteX645" fmla="*/ 1904553 w 5032666"/>
                <a:gd name="connsiteY645" fmla="*/ 419100 h 419100"/>
                <a:gd name="connsiteX646" fmla="*/ 1893817 w 5032666"/>
                <a:gd name="connsiteY646" fmla="*/ 419100 h 419100"/>
                <a:gd name="connsiteX647" fmla="*/ 1872512 w 5032666"/>
                <a:gd name="connsiteY647" fmla="*/ 419100 h 419100"/>
                <a:gd name="connsiteX648" fmla="*/ 1847850 w 5032666"/>
                <a:gd name="connsiteY648" fmla="*/ 419100 h 419100"/>
                <a:gd name="connsiteX649" fmla="*/ 1823229 w 5032666"/>
                <a:gd name="connsiteY649" fmla="*/ 419100 h 419100"/>
                <a:gd name="connsiteX650" fmla="*/ 1815809 w 5032666"/>
                <a:gd name="connsiteY650" fmla="*/ 419100 h 419100"/>
                <a:gd name="connsiteX651" fmla="*/ 1777262 w 5032666"/>
                <a:gd name="connsiteY651" fmla="*/ 419100 h 419100"/>
                <a:gd name="connsiteX652" fmla="*/ 1766526 w 5032666"/>
                <a:gd name="connsiteY652" fmla="*/ 419100 h 419100"/>
                <a:gd name="connsiteX653" fmla="*/ 1752154 w 5032666"/>
                <a:gd name="connsiteY653" fmla="*/ 419100 h 419100"/>
                <a:gd name="connsiteX654" fmla="*/ 1720559 w 5032666"/>
                <a:gd name="connsiteY654" fmla="*/ 419100 h 419100"/>
                <a:gd name="connsiteX655" fmla="*/ 1702871 w 5032666"/>
                <a:gd name="connsiteY655" fmla="*/ 419100 h 419100"/>
                <a:gd name="connsiteX656" fmla="*/ 1695451 w 5032666"/>
                <a:gd name="connsiteY656" fmla="*/ 419100 h 419100"/>
                <a:gd name="connsiteX657" fmla="*/ 1662961 w 5032666"/>
                <a:gd name="connsiteY657" fmla="*/ 419100 h 419100"/>
                <a:gd name="connsiteX658" fmla="*/ 1656904 w 5032666"/>
                <a:gd name="connsiteY658" fmla="*/ 419100 h 419100"/>
                <a:gd name="connsiteX659" fmla="*/ 1646168 w 5032666"/>
                <a:gd name="connsiteY659" fmla="*/ 419100 h 419100"/>
                <a:gd name="connsiteX660" fmla="*/ 1613678 w 5032666"/>
                <a:gd name="connsiteY660" fmla="*/ 419100 h 419100"/>
                <a:gd name="connsiteX661" fmla="*/ 1606258 w 5032666"/>
                <a:gd name="connsiteY661" fmla="*/ 419100 h 419100"/>
                <a:gd name="connsiteX662" fmla="*/ 1600201 w 5032666"/>
                <a:gd name="connsiteY662" fmla="*/ 419100 h 419100"/>
                <a:gd name="connsiteX663" fmla="*/ 1584616 w 5032666"/>
                <a:gd name="connsiteY663" fmla="*/ 419100 h 419100"/>
                <a:gd name="connsiteX664" fmla="*/ 1567711 w 5032666"/>
                <a:gd name="connsiteY664" fmla="*/ 419100 h 419100"/>
                <a:gd name="connsiteX665" fmla="*/ 1556975 w 5032666"/>
                <a:gd name="connsiteY665" fmla="*/ 419100 h 419100"/>
                <a:gd name="connsiteX666" fmla="*/ 1542603 w 5032666"/>
                <a:gd name="connsiteY666" fmla="*/ 419100 h 419100"/>
                <a:gd name="connsiteX667" fmla="*/ 1535333 w 5032666"/>
                <a:gd name="connsiteY667" fmla="*/ 419100 h 419100"/>
                <a:gd name="connsiteX668" fmla="*/ 1527913 w 5032666"/>
                <a:gd name="connsiteY668" fmla="*/ 419100 h 419100"/>
                <a:gd name="connsiteX669" fmla="*/ 1511008 w 5032666"/>
                <a:gd name="connsiteY669" fmla="*/ 419100 h 419100"/>
                <a:gd name="connsiteX670" fmla="*/ 1493320 w 5032666"/>
                <a:gd name="connsiteY670" fmla="*/ 419100 h 419100"/>
                <a:gd name="connsiteX671" fmla="*/ 1489366 w 5032666"/>
                <a:gd name="connsiteY671" fmla="*/ 419100 h 419100"/>
                <a:gd name="connsiteX672" fmla="*/ 1485900 w 5032666"/>
                <a:gd name="connsiteY672" fmla="*/ 419100 h 419100"/>
                <a:gd name="connsiteX673" fmla="*/ 1478630 w 5032666"/>
                <a:gd name="connsiteY673" fmla="*/ 419100 h 419100"/>
                <a:gd name="connsiteX674" fmla="*/ 1464258 w 5032666"/>
                <a:gd name="connsiteY674" fmla="*/ 419100 h 419100"/>
                <a:gd name="connsiteX675" fmla="*/ 1447353 w 5032666"/>
                <a:gd name="connsiteY675" fmla="*/ 419100 h 419100"/>
                <a:gd name="connsiteX676" fmla="*/ 1436617 w 5032666"/>
                <a:gd name="connsiteY676" fmla="*/ 419100 h 419100"/>
                <a:gd name="connsiteX677" fmla="*/ 1432663 w 5032666"/>
                <a:gd name="connsiteY677" fmla="*/ 419100 h 419100"/>
                <a:gd name="connsiteX678" fmla="*/ 1414975 w 5032666"/>
                <a:gd name="connsiteY678" fmla="*/ 419100 h 419100"/>
                <a:gd name="connsiteX679" fmla="*/ 1407555 w 5032666"/>
                <a:gd name="connsiteY679" fmla="*/ 419100 h 419100"/>
                <a:gd name="connsiteX680" fmla="*/ 1390650 w 5032666"/>
                <a:gd name="connsiteY680" fmla="*/ 419100 h 419100"/>
                <a:gd name="connsiteX681" fmla="*/ 1375065 w 5032666"/>
                <a:gd name="connsiteY681" fmla="*/ 419100 h 419100"/>
                <a:gd name="connsiteX682" fmla="*/ 1369008 w 5032666"/>
                <a:gd name="connsiteY682" fmla="*/ 419100 h 419100"/>
                <a:gd name="connsiteX683" fmla="*/ 1358272 w 5032666"/>
                <a:gd name="connsiteY683" fmla="*/ 419100 h 419100"/>
                <a:gd name="connsiteX684" fmla="*/ 1325782 w 5032666"/>
                <a:gd name="connsiteY684" fmla="*/ 419100 h 419100"/>
                <a:gd name="connsiteX685" fmla="*/ 1318362 w 5032666"/>
                <a:gd name="connsiteY685" fmla="*/ 419100 h 419100"/>
                <a:gd name="connsiteX686" fmla="*/ 1312305 w 5032666"/>
                <a:gd name="connsiteY686" fmla="*/ 419100 h 419100"/>
                <a:gd name="connsiteX687" fmla="*/ 1279815 w 5032666"/>
                <a:gd name="connsiteY687" fmla="*/ 419100 h 419100"/>
                <a:gd name="connsiteX688" fmla="*/ 1269079 w 5032666"/>
                <a:gd name="connsiteY688" fmla="*/ 419100 h 419100"/>
                <a:gd name="connsiteX689" fmla="*/ 1254707 w 5032666"/>
                <a:gd name="connsiteY689" fmla="*/ 419100 h 419100"/>
                <a:gd name="connsiteX690" fmla="*/ 1223112 w 5032666"/>
                <a:gd name="connsiteY690" fmla="*/ 419100 h 419100"/>
                <a:gd name="connsiteX691" fmla="*/ 1205424 w 5032666"/>
                <a:gd name="connsiteY691" fmla="*/ 419100 h 419100"/>
                <a:gd name="connsiteX692" fmla="*/ 1198004 w 5032666"/>
                <a:gd name="connsiteY692" fmla="*/ 419100 h 419100"/>
                <a:gd name="connsiteX693" fmla="*/ 1159457 w 5032666"/>
                <a:gd name="connsiteY693" fmla="*/ 419100 h 419100"/>
                <a:gd name="connsiteX694" fmla="*/ 1148721 w 5032666"/>
                <a:gd name="connsiteY694" fmla="*/ 419100 h 419100"/>
                <a:gd name="connsiteX695" fmla="*/ 1127416 w 5032666"/>
                <a:gd name="connsiteY695" fmla="*/ 419100 h 419100"/>
                <a:gd name="connsiteX696" fmla="*/ 1102754 w 5032666"/>
                <a:gd name="connsiteY696" fmla="*/ 419100 h 419100"/>
                <a:gd name="connsiteX697" fmla="*/ 1078133 w 5032666"/>
                <a:gd name="connsiteY697" fmla="*/ 419100 h 419100"/>
                <a:gd name="connsiteX698" fmla="*/ 1070713 w 5032666"/>
                <a:gd name="connsiteY698" fmla="*/ 419100 h 419100"/>
                <a:gd name="connsiteX699" fmla="*/ 1032166 w 5032666"/>
                <a:gd name="connsiteY699" fmla="*/ 419100 h 419100"/>
                <a:gd name="connsiteX700" fmla="*/ 1021430 w 5032666"/>
                <a:gd name="connsiteY700" fmla="*/ 419100 h 419100"/>
                <a:gd name="connsiteX701" fmla="*/ 1007058 w 5032666"/>
                <a:gd name="connsiteY701" fmla="*/ 419100 h 419100"/>
                <a:gd name="connsiteX702" fmla="*/ 975463 w 5032666"/>
                <a:gd name="connsiteY702" fmla="*/ 419100 h 419100"/>
                <a:gd name="connsiteX703" fmla="*/ 957775 w 5032666"/>
                <a:gd name="connsiteY703" fmla="*/ 419100 h 419100"/>
                <a:gd name="connsiteX704" fmla="*/ 950355 w 5032666"/>
                <a:gd name="connsiteY704" fmla="*/ 419100 h 419100"/>
                <a:gd name="connsiteX705" fmla="*/ 939062 w 5032666"/>
                <a:gd name="connsiteY705" fmla="*/ 419100 h 419100"/>
                <a:gd name="connsiteX706" fmla="*/ 917865 w 5032666"/>
                <a:gd name="connsiteY706" fmla="*/ 419100 h 419100"/>
                <a:gd name="connsiteX707" fmla="*/ 911808 w 5032666"/>
                <a:gd name="connsiteY707" fmla="*/ 419100 h 419100"/>
                <a:gd name="connsiteX708" fmla="*/ 901072 w 5032666"/>
                <a:gd name="connsiteY708" fmla="*/ 419100 h 419100"/>
                <a:gd name="connsiteX709" fmla="*/ 889779 w 5032666"/>
                <a:gd name="connsiteY709" fmla="*/ 419100 h 419100"/>
                <a:gd name="connsiteX710" fmla="*/ 882359 w 5032666"/>
                <a:gd name="connsiteY710" fmla="*/ 419100 h 419100"/>
                <a:gd name="connsiteX711" fmla="*/ 868582 w 5032666"/>
                <a:gd name="connsiteY711" fmla="*/ 419100 h 419100"/>
                <a:gd name="connsiteX712" fmla="*/ 861162 w 5032666"/>
                <a:gd name="connsiteY712" fmla="*/ 419100 h 419100"/>
                <a:gd name="connsiteX713" fmla="*/ 855105 w 5032666"/>
                <a:gd name="connsiteY713" fmla="*/ 419100 h 419100"/>
                <a:gd name="connsiteX714" fmla="*/ 843812 w 5032666"/>
                <a:gd name="connsiteY714" fmla="*/ 419100 h 419100"/>
                <a:gd name="connsiteX715" fmla="*/ 833076 w 5032666"/>
                <a:gd name="connsiteY715" fmla="*/ 419100 h 419100"/>
                <a:gd name="connsiteX716" fmla="*/ 822615 w 5032666"/>
                <a:gd name="connsiteY716" fmla="*/ 419100 h 419100"/>
                <a:gd name="connsiteX717" fmla="*/ 818704 w 5032666"/>
                <a:gd name="connsiteY717" fmla="*/ 419100 h 419100"/>
                <a:gd name="connsiteX718" fmla="*/ 811879 w 5032666"/>
                <a:gd name="connsiteY718" fmla="*/ 419100 h 419100"/>
                <a:gd name="connsiteX719" fmla="*/ 797507 w 5032666"/>
                <a:gd name="connsiteY719" fmla="*/ 419100 h 419100"/>
                <a:gd name="connsiteX720" fmla="*/ 787109 w 5032666"/>
                <a:gd name="connsiteY720" fmla="*/ 419100 h 419100"/>
                <a:gd name="connsiteX721" fmla="*/ 769421 w 5032666"/>
                <a:gd name="connsiteY721" fmla="*/ 419100 h 419100"/>
                <a:gd name="connsiteX722" fmla="*/ 765912 w 5032666"/>
                <a:gd name="connsiteY722" fmla="*/ 419100 h 419100"/>
                <a:gd name="connsiteX723" fmla="*/ 762001 w 5032666"/>
                <a:gd name="connsiteY723" fmla="*/ 419100 h 419100"/>
                <a:gd name="connsiteX724" fmla="*/ 748224 w 5032666"/>
                <a:gd name="connsiteY724" fmla="*/ 419100 h 419100"/>
                <a:gd name="connsiteX725" fmla="*/ 740804 w 5032666"/>
                <a:gd name="connsiteY725" fmla="*/ 419100 h 419100"/>
                <a:gd name="connsiteX726" fmla="*/ 729511 w 5032666"/>
                <a:gd name="connsiteY726" fmla="*/ 419100 h 419100"/>
                <a:gd name="connsiteX727" fmla="*/ 723454 w 5032666"/>
                <a:gd name="connsiteY727" fmla="*/ 419100 h 419100"/>
                <a:gd name="connsiteX728" fmla="*/ 712718 w 5032666"/>
                <a:gd name="connsiteY728" fmla="*/ 419100 h 419100"/>
                <a:gd name="connsiteX729" fmla="*/ 702257 w 5032666"/>
                <a:gd name="connsiteY729" fmla="*/ 419100 h 419100"/>
                <a:gd name="connsiteX730" fmla="*/ 691521 w 5032666"/>
                <a:gd name="connsiteY730" fmla="*/ 419100 h 419100"/>
                <a:gd name="connsiteX731" fmla="*/ 680228 w 5032666"/>
                <a:gd name="connsiteY731" fmla="*/ 419100 h 419100"/>
                <a:gd name="connsiteX732" fmla="*/ 672808 w 5032666"/>
                <a:gd name="connsiteY732" fmla="*/ 419100 h 419100"/>
                <a:gd name="connsiteX733" fmla="*/ 666751 w 5032666"/>
                <a:gd name="connsiteY733" fmla="*/ 419100 h 419100"/>
                <a:gd name="connsiteX734" fmla="*/ 645554 w 5032666"/>
                <a:gd name="connsiteY734" fmla="*/ 419100 h 419100"/>
                <a:gd name="connsiteX735" fmla="*/ 634261 w 5032666"/>
                <a:gd name="connsiteY735" fmla="*/ 419100 h 419100"/>
                <a:gd name="connsiteX736" fmla="*/ 623525 w 5032666"/>
                <a:gd name="connsiteY736" fmla="*/ 419100 h 419100"/>
                <a:gd name="connsiteX737" fmla="*/ 609153 w 5032666"/>
                <a:gd name="connsiteY737" fmla="*/ 419100 h 419100"/>
                <a:gd name="connsiteX738" fmla="*/ 577558 w 5032666"/>
                <a:gd name="connsiteY738" fmla="*/ 419100 h 419100"/>
                <a:gd name="connsiteX739" fmla="*/ 559870 w 5032666"/>
                <a:gd name="connsiteY739" fmla="*/ 419100 h 419100"/>
                <a:gd name="connsiteX740" fmla="*/ 552450 w 5032666"/>
                <a:gd name="connsiteY740" fmla="*/ 419100 h 419100"/>
                <a:gd name="connsiteX741" fmla="*/ 513903 w 5032666"/>
                <a:gd name="connsiteY741" fmla="*/ 419100 h 419100"/>
                <a:gd name="connsiteX742" fmla="*/ 503167 w 5032666"/>
                <a:gd name="connsiteY742" fmla="*/ 419100 h 419100"/>
                <a:gd name="connsiteX743" fmla="*/ 481862 w 5032666"/>
                <a:gd name="connsiteY743" fmla="*/ 419100 h 419100"/>
                <a:gd name="connsiteX744" fmla="*/ 457200 w 5032666"/>
                <a:gd name="connsiteY744" fmla="*/ 419100 h 419100"/>
                <a:gd name="connsiteX745" fmla="*/ 432579 w 5032666"/>
                <a:gd name="connsiteY745" fmla="*/ 419100 h 419100"/>
                <a:gd name="connsiteX746" fmla="*/ 425159 w 5032666"/>
                <a:gd name="connsiteY746" fmla="*/ 419100 h 419100"/>
                <a:gd name="connsiteX747" fmla="*/ 386612 w 5032666"/>
                <a:gd name="connsiteY747" fmla="*/ 419100 h 419100"/>
                <a:gd name="connsiteX748" fmla="*/ 375876 w 5032666"/>
                <a:gd name="connsiteY748" fmla="*/ 419100 h 419100"/>
                <a:gd name="connsiteX749" fmla="*/ 361504 w 5032666"/>
                <a:gd name="connsiteY749" fmla="*/ 419100 h 419100"/>
                <a:gd name="connsiteX750" fmla="*/ 329909 w 5032666"/>
                <a:gd name="connsiteY750" fmla="*/ 419100 h 419100"/>
                <a:gd name="connsiteX751" fmla="*/ 312221 w 5032666"/>
                <a:gd name="connsiteY751" fmla="*/ 419100 h 419100"/>
                <a:gd name="connsiteX752" fmla="*/ 304801 w 5032666"/>
                <a:gd name="connsiteY752" fmla="*/ 419100 h 419100"/>
                <a:gd name="connsiteX753" fmla="*/ 272311 w 5032666"/>
                <a:gd name="connsiteY753" fmla="*/ 419100 h 419100"/>
                <a:gd name="connsiteX754" fmla="*/ 266254 w 5032666"/>
                <a:gd name="connsiteY754" fmla="*/ 419100 h 419100"/>
                <a:gd name="connsiteX755" fmla="*/ 255518 w 5032666"/>
                <a:gd name="connsiteY755" fmla="*/ 419100 h 419100"/>
                <a:gd name="connsiteX756" fmla="*/ 223028 w 5032666"/>
                <a:gd name="connsiteY756" fmla="*/ 419100 h 419100"/>
                <a:gd name="connsiteX757" fmla="*/ 215608 w 5032666"/>
                <a:gd name="connsiteY757" fmla="*/ 419100 h 419100"/>
                <a:gd name="connsiteX758" fmla="*/ 209551 w 5032666"/>
                <a:gd name="connsiteY758" fmla="*/ 419100 h 419100"/>
                <a:gd name="connsiteX759" fmla="*/ 177061 w 5032666"/>
                <a:gd name="connsiteY759" fmla="*/ 419100 h 419100"/>
                <a:gd name="connsiteX760" fmla="*/ 166325 w 5032666"/>
                <a:gd name="connsiteY760" fmla="*/ 419100 h 419100"/>
                <a:gd name="connsiteX761" fmla="*/ 151953 w 5032666"/>
                <a:gd name="connsiteY761" fmla="*/ 419100 h 419100"/>
                <a:gd name="connsiteX762" fmla="*/ 120358 w 5032666"/>
                <a:gd name="connsiteY762" fmla="*/ 419100 h 419100"/>
                <a:gd name="connsiteX763" fmla="*/ 102670 w 5032666"/>
                <a:gd name="connsiteY763" fmla="*/ 419100 h 419100"/>
                <a:gd name="connsiteX764" fmla="*/ 95250 w 5032666"/>
                <a:gd name="connsiteY764" fmla="*/ 419100 h 419100"/>
                <a:gd name="connsiteX765" fmla="*/ 56703 w 5032666"/>
                <a:gd name="connsiteY765" fmla="*/ 419100 h 419100"/>
                <a:gd name="connsiteX766" fmla="*/ 45967 w 5032666"/>
                <a:gd name="connsiteY766" fmla="*/ 419100 h 419100"/>
                <a:gd name="connsiteX767" fmla="*/ 0 w 5032666"/>
                <a:gd name="connsiteY767"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Lst>
              <a:rect l="l" t="t" r="r" b="b"/>
              <a:pathLst>
                <a:path w="5032666" h="419100">
                  <a:moveTo>
                    <a:pt x="104775" y="0"/>
                  </a:moveTo>
                  <a:lnTo>
                    <a:pt x="150742" y="0"/>
                  </a:lnTo>
                  <a:lnTo>
                    <a:pt x="161478" y="0"/>
                  </a:lnTo>
                  <a:lnTo>
                    <a:pt x="200025" y="0"/>
                  </a:lnTo>
                  <a:lnTo>
                    <a:pt x="207445" y="0"/>
                  </a:lnTo>
                  <a:lnTo>
                    <a:pt x="225133" y="0"/>
                  </a:lnTo>
                  <a:lnTo>
                    <a:pt x="256728" y="0"/>
                  </a:lnTo>
                  <a:lnTo>
                    <a:pt x="271100" y="0"/>
                  </a:lnTo>
                  <a:lnTo>
                    <a:pt x="281836" y="0"/>
                  </a:lnTo>
                  <a:lnTo>
                    <a:pt x="314326" y="0"/>
                  </a:lnTo>
                  <a:lnTo>
                    <a:pt x="320383" y="0"/>
                  </a:lnTo>
                  <a:lnTo>
                    <a:pt x="327803" y="0"/>
                  </a:lnTo>
                  <a:lnTo>
                    <a:pt x="360293" y="0"/>
                  </a:lnTo>
                  <a:lnTo>
                    <a:pt x="371029" y="0"/>
                  </a:lnTo>
                  <a:lnTo>
                    <a:pt x="377086" y="0"/>
                  </a:lnTo>
                  <a:lnTo>
                    <a:pt x="409576" y="0"/>
                  </a:lnTo>
                  <a:lnTo>
                    <a:pt x="416996" y="0"/>
                  </a:lnTo>
                  <a:lnTo>
                    <a:pt x="434684" y="0"/>
                  </a:lnTo>
                  <a:lnTo>
                    <a:pt x="466279" y="0"/>
                  </a:lnTo>
                  <a:lnTo>
                    <a:pt x="480651" y="0"/>
                  </a:lnTo>
                  <a:lnTo>
                    <a:pt x="491387" y="0"/>
                  </a:lnTo>
                  <a:lnTo>
                    <a:pt x="529934" y="0"/>
                  </a:lnTo>
                  <a:lnTo>
                    <a:pt x="537354" y="0"/>
                  </a:lnTo>
                  <a:lnTo>
                    <a:pt x="561975" y="0"/>
                  </a:lnTo>
                  <a:lnTo>
                    <a:pt x="586637" y="0"/>
                  </a:lnTo>
                  <a:lnTo>
                    <a:pt x="607942" y="0"/>
                  </a:lnTo>
                  <a:lnTo>
                    <a:pt x="618678" y="0"/>
                  </a:lnTo>
                  <a:lnTo>
                    <a:pt x="657225" y="0"/>
                  </a:lnTo>
                  <a:lnTo>
                    <a:pt x="664645" y="0"/>
                  </a:lnTo>
                  <a:lnTo>
                    <a:pt x="682333" y="0"/>
                  </a:lnTo>
                  <a:lnTo>
                    <a:pt x="713928" y="0"/>
                  </a:lnTo>
                  <a:lnTo>
                    <a:pt x="728300" y="0"/>
                  </a:lnTo>
                  <a:lnTo>
                    <a:pt x="739036" y="0"/>
                  </a:lnTo>
                  <a:lnTo>
                    <a:pt x="750329" y="0"/>
                  </a:lnTo>
                  <a:lnTo>
                    <a:pt x="771526" y="0"/>
                  </a:lnTo>
                  <a:lnTo>
                    <a:pt x="777583" y="0"/>
                  </a:lnTo>
                  <a:lnTo>
                    <a:pt x="785003" y="0"/>
                  </a:lnTo>
                  <a:lnTo>
                    <a:pt x="796296" y="0"/>
                  </a:lnTo>
                  <a:lnTo>
                    <a:pt x="807032" y="0"/>
                  </a:lnTo>
                  <a:lnTo>
                    <a:pt x="817493" y="0"/>
                  </a:lnTo>
                  <a:lnTo>
                    <a:pt x="828229" y="0"/>
                  </a:lnTo>
                  <a:lnTo>
                    <a:pt x="834286" y="0"/>
                  </a:lnTo>
                  <a:lnTo>
                    <a:pt x="845579" y="0"/>
                  </a:lnTo>
                  <a:lnTo>
                    <a:pt x="852999" y="0"/>
                  </a:lnTo>
                  <a:lnTo>
                    <a:pt x="866776" y="0"/>
                  </a:lnTo>
                  <a:lnTo>
                    <a:pt x="870687" y="0"/>
                  </a:lnTo>
                  <a:lnTo>
                    <a:pt x="874196" y="0"/>
                  </a:lnTo>
                  <a:lnTo>
                    <a:pt x="891884" y="0"/>
                  </a:lnTo>
                  <a:lnTo>
                    <a:pt x="902282" y="0"/>
                  </a:lnTo>
                  <a:lnTo>
                    <a:pt x="916654" y="0"/>
                  </a:lnTo>
                  <a:lnTo>
                    <a:pt x="923479" y="0"/>
                  </a:lnTo>
                  <a:lnTo>
                    <a:pt x="927390" y="0"/>
                  </a:lnTo>
                  <a:lnTo>
                    <a:pt x="937851" y="0"/>
                  </a:lnTo>
                  <a:lnTo>
                    <a:pt x="948587" y="0"/>
                  </a:lnTo>
                  <a:lnTo>
                    <a:pt x="959880" y="0"/>
                  </a:lnTo>
                  <a:lnTo>
                    <a:pt x="965937" y="0"/>
                  </a:lnTo>
                  <a:lnTo>
                    <a:pt x="973357" y="0"/>
                  </a:lnTo>
                  <a:lnTo>
                    <a:pt x="987134" y="0"/>
                  </a:lnTo>
                  <a:lnTo>
                    <a:pt x="994554" y="0"/>
                  </a:lnTo>
                  <a:lnTo>
                    <a:pt x="1005847" y="0"/>
                  </a:lnTo>
                  <a:lnTo>
                    <a:pt x="1016583" y="0"/>
                  </a:lnTo>
                  <a:lnTo>
                    <a:pt x="1022640" y="0"/>
                  </a:lnTo>
                  <a:lnTo>
                    <a:pt x="1043837" y="0"/>
                  </a:lnTo>
                  <a:lnTo>
                    <a:pt x="1055130" y="0"/>
                  </a:lnTo>
                  <a:lnTo>
                    <a:pt x="1062550" y="0"/>
                  </a:lnTo>
                  <a:lnTo>
                    <a:pt x="1080238" y="0"/>
                  </a:lnTo>
                  <a:lnTo>
                    <a:pt x="1111833" y="0"/>
                  </a:lnTo>
                  <a:lnTo>
                    <a:pt x="1126205" y="0"/>
                  </a:lnTo>
                  <a:lnTo>
                    <a:pt x="1136941" y="0"/>
                  </a:lnTo>
                  <a:lnTo>
                    <a:pt x="1175488" y="0"/>
                  </a:lnTo>
                  <a:lnTo>
                    <a:pt x="1182908" y="0"/>
                  </a:lnTo>
                  <a:lnTo>
                    <a:pt x="1207529" y="0"/>
                  </a:lnTo>
                  <a:lnTo>
                    <a:pt x="1232191" y="0"/>
                  </a:lnTo>
                  <a:lnTo>
                    <a:pt x="1253496" y="0"/>
                  </a:lnTo>
                  <a:lnTo>
                    <a:pt x="1264232" y="0"/>
                  </a:lnTo>
                  <a:lnTo>
                    <a:pt x="1302779" y="0"/>
                  </a:lnTo>
                  <a:lnTo>
                    <a:pt x="1310199" y="0"/>
                  </a:lnTo>
                  <a:lnTo>
                    <a:pt x="1327887" y="0"/>
                  </a:lnTo>
                  <a:lnTo>
                    <a:pt x="1359482" y="0"/>
                  </a:lnTo>
                  <a:lnTo>
                    <a:pt x="1373854" y="0"/>
                  </a:lnTo>
                  <a:lnTo>
                    <a:pt x="1384590" y="0"/>
                  </a:lnTo>
                  <a:lnTo>
                    <a:pt x="1417080" y="0"/>
                  </a:lnTo>
                  <a:lnTo>
                    <a:pt x="1423137" y="0"/>
                  </a:lnTo>
                  <a:lnTo>
                    <a:pt x="1430557" y="0"/>
                  </a:lnTo>
                  <a:lnTo>
                    <a:pt x="1463047" y="0"/>
                  </a:lnTo>
                  <a:lnTo>
                    <a:pt x="1473783" y="0"/>
                  </a:lnTo>
                  <a:lnTo>
                    <a:pt x="1479840" y="0"/>
                  </a:lnTo>
                  <a:lnTo>
                    <a:pt x="1495425" y="0"/>
                  </a:lnTo>
                  <a:lnTo>
                    <a:pt x="1512330" y="0"/>
                  </a:lnTo>
                  <a:lnTo>
                    <a:pt x="1519750" y="0"/>
                  </a:lnTo>
                  <a:lnTo>
                    <a:pt x="1537438" y="0"/>
                  </a:lnTo>
                  <a:lnTo>
                    <a:pt x="1541392" y="0"/>
                  </a:lnTo>
                  <a:lnTo>
                    <a:pt x="1552128" y="0"/>
                  </a:lnTo>
                  <a:lnTo>
                    <a:pt x="1569033" y="0"/>
                  </a:lnTo>
                  <a:lnTo>
                    <a:pt x="1583405" y="0"/>
                  </a:lnTo>
                  <a:lnTo>
                    <a:pt x="1590675" y="0"/>
                  </a:lnTo>
                  <a:lnTo>
                    <a:pt x="1594141" y="0"/>
                  </a:lnTo>
                  <a:lnTo>
                    <a:pt x="1598095" y="0"/>
                  </a:lnTo>
                  <a:lnTo>
                    <a:pt x="1615783" y="0"/>
                  </a:lnTo>
                  <a:lnTo>
                    <a:pt x="1632688" y="0"/>
                  </a:lnTo>
                  <a:lnTo>
                    <a:pt x="1640108" y="0"/>
                  </a:lnTo>
                  <a:lnTo>
                    <a:pt x="1647378" y="0"/>
                  </a:lnTo>
                  <a:lnTo>
                    <a:pt x="1661750" y="0"/>
                  </a:lnTo>
                  <a:lnTo>
                    <a:pt x="1672486" y="0"/>
                  </a:lnTo>
                  <a:lnTo>
                    <a:pt x="1689391" y="0"/>
                  </a:lnTo>
                  <a:lnTo>
                    <a:pt x="1704976" y="0"/>
                  </a:lnTo>
                  <a:lnTo>
                    <a:pt x="1711033" y="0"/>
                  </a:lnTo>
                  <a:lnTo>
                    <a:pt x="1718453" y="0"/>
                  </a:lnTo>
                  <a:lnTo>
                    <a:pt x="1750943" y="0"/>
                  </a:lnTo>
                  <a:lnTo>
                    <a:pt x="1761679" y="0"/>
                  </a:lnTo>
                  <a:lnTo>
                    <a:pt x="1767736" y="0"/>
                  </a:lnTo>
                  <a:lnTo>
                    <a:pt x="1800226" y="0"/>
                  </a:lnTo>
                  <a:lnTo>
                    <a:pt x="1807646" y="0"/>
                  </a:lnTo>
                  <a:lnTo>
                    <a:pt x="1825334" y="0"/>
                  </a:lnTo>
                  <a:lnTo>
                    <a:pt x="1856929" y="0"/>
                  </a:lnTo>
                  <a:lnTo>
                    <a:pt x="1871301" y="0"/>
                  </a:lnTo>
                  <a:lnTo>
                    <a:pt x="1882037" y="0"/>
                  </a:lnTo>
                  <a:lnTo>
                    <a:pt x="1920584" y="0"/>
                  </a:lnTo>
                  <a:lnTo>
                    <a:pt x="1928004" y="0"/>
                  </a:lnTo>
                  <a:lnTo>
                    <a:pt x="1952625" y="0"/>
                  </a:lnTo>
                  <a:lnTo>
                    <a:pt x="1977287" y="0"/>
                  </a:lnTo>
                  <a:lnTo>
                    <a:pt x="1998592" y="0"/>
                  </a:lnTo>
                  <a:lnTo>
                    <a:pt x="2009328" y="0"/>
                  </a:lnTo>
                  <a:lnTo>
                    <a:pt x="2047875" y="0"/>
                  </a:lnTo>
                  <a:lnTo>
                    <a:pt x="2055295" y="0"/>
                  </a:lnTo>
                  <a:lnTo>
                    <a:pt x="2057400" y="0"/>
                  </a:lnTo>
                  <a:lnTo>
                    <a:pt x="2072983" y="0"/>
                  </a:lnTo>
                  <a:lnTo>
                    <a:pt x="2103367" y="0"/>
                  </a:lnTo>
                  <a:lnTo>
                    <a:pt x="2104578" y="0"/>
                  </a:lnTo>
                  <a:lnTo>
                    <a:pt x="2114103" y="0"/>
                  </a:lnTo>
                  <a:lnTo>
                    <a:pt x="2118950" y="0"/>
                  </a:lnTo>
                  <a:lnTo>
                    <a:pt x="2129686" y="0"/>
                  </a:lnTo>
                  <a:lnTo>
                    <a:pt x="2140979" y="0"/>
                  </a:lnTo>
                  <a:lnTo>
                    <a:pt x="2152650" y="0"/>
                  </a:lnTo>
                  <a:lnTo>
                    <a:pt x="2160070" y="0"/>
                  </a:lnTo>
                  <a:lnTo>
                    <a:pt x="2162176" y="0"/>
                  </a:lnTo>
                  <a:lnTo>
                    <a:pt x="2168233" y="0"/>
                  </a:lnTo>
                  <a:lnTo>
                    <a:pt x="2175653" y="0"/>
                  </a:lnTo>
                  <a:lnTo>
                    <a:pt x="2177758" y="0"/>
                  </a:lnTo>
                  <a:lnTo>
                    <a:pt x="2186946" y="0"/>
                  </a:lnTo>
                  <a:lnTo>
                    <a:pt x="2197682" y="0"/>
                  </a:lnTo>
                  <a:lnTo>
                    <a:pt x="2208143" y="0"/>
                  </a:lnTo>
                  <a:lnTo>
                    <a:pt x="2209353" y="0"/>
                  </a:lnTo>
                  <a:lnTo>
                    <a:pt x="2218879" y="0"/>
                  </a:lnTo>
                  <a:lnTo>
                    <a:pt x="2223725" y="0"/>
                  </a:lnTo>
                  <a:lnTo>
                    <a:pt x="2224936" y="0"/>
                  </a:lnTo>
                  <a:lnTo>
                    <a:pt x="2234461" y="0"/>
                  </a:lnTo>
                  <a:lnTo>
                    <a:pt x="2236229" y="0"/>
                  </a:lnTo>
                  <a:lnTo>
                    <a:pt x="2243649" y="0"/>
                  </a:lnTo>
                  <a:lnTo>
                    <a:pt x="2257426" y="0"/>
                  </a:lnTo>
                  <a:lnTo>
                    <a:pt x="2261337" y="0"/>
                  </a:lnTo>
                  <a:lnTo>
                    <a:pt x="2264846" y="0"/>
                  </a:lnTo>
                  <a:lnTo>
                    <a:pt x="2266951" y="0"/>
                  </a:lnTo>
                  <a:lnTo>
                    <a:pt x="2273008" y="0"/>
                  </a:lnTo>
                  <a:lnTo>
                    <a:pt x="2280428" y="0"/>
                  </a:lnTo>
                  <a:lnTo>
                    <a:pt x="2282534" y="0"/>
                  </a:lnTo>
                  <a:lnTo>
                    <a:pt x="2292932" y="0"/>
                  </a:lnTo>
                  <a:lnTo>
                    <a:pt x="2307304" y="0"/>
                  </a:lnTo>
                  <a:lnTo>
                    <a:pt x="2312918" y="0"/>
                  </a:lnTo>
                  <a:lnTo>
                    <a:pt x="2314129" y="0"/>
                  </a:lnTo>
                  <a:lnTo>
                    <a:pt x="2318040" y="0"/>
                  </a:lnTo>
                  <a:lnTo>
                    <a:pt x="2323654" y="0"/>
                  </a:lnTo>
                  <a:lnTo>
                    <a:pt x="2328501" y="0"/>
                  </a:lnTo>
                  <a:lnTo>
                    <a:pt x="2329711" y="0"/>
                  </a:lnTo>
                  <a:lnTo>
                    <a:pt x="2339237" y="0"/>
                  </a:lnTo>
                  <a:lnTo>
                    <a:pt x="2350530" y="0"/>
                  </a:lnTo>
                  <a:lnTo>
                    <a:pt x="2356587" y="0"/>
                  </a:lnTo>
                  <a:lnTo>
                    <a:pt x="2362201" y="0"/>
                  </a:lnTo>
                  <a:lnTo>
                    <a:pt x="2364007" y="0"/>
                  </a:lnTo>
                  <a:lnTo>
                    <a:pt x="2369621" y="0"/>
                  </a:lnTo>
                  <a:lnTo>
                    <a:pt x="2377784" y="0"/>
                  </a:lnTo>
                  <a:lnTo>
                    <a:pt x="2385204" y="0"/>
                  </a:lnTo>
                  <a:lnTo>
                    <a:pt x="2387309" y="0"/>
                  </a:lnTo>
                  <a:lnTo>
                    <a:pt x="2396497" y="0"/>
                  </a:lnTo>
                  <a:lnTo>
                    <a:pt x="2407233" y="0"/>
                  </a:lnTo>
                  <a:lnTo>
                    <a:pt x="2413290" y="0"/>
                  </a:lnTo>
                  <a:lnTo>
                    <a:pt x="2418904" y="0"/>
                  </a:lnTo>
                  <a:lnTo>
                    <a:pt x="2433276" y="0"/>
                  </a:lnTo>
                  <a:lnTo>
                    <a:pt x="2434487" y="0"/>
                  </a:lnTo>
                  <a:lnTo>
                    <a:pt x="2444012" y="0"/>
                  </a:lnTo>
                  <a:lnTo>
                    <a:pt x="2445780" y="0"/>
                  </a:lnTo>
                  <a:lnTo>
                    <a:pt x="2453200" y="0"/>
                  </a:lnTo>
                  <a:lnTo>
                    <a:pt x="2470888" y="0"/>
                  </a:lnTo>
                  <a:lnTo>
                    <a:pt x="2482559" y="0"/>
                  </a:lnTo>
                  <a:lnTo>
                    <a:pt x="2489979" y="0"/>
                  </a:lnTo>
                  <a:lnTo>
                    <a:pt x="2502483" y="0"/>
                  </a:lnTo>
                  <a:lnTo>
                    <a:pt x="2514600" y="0"/>
                  </a:lnTo>
                  <a:lnTo>
                    <a:pt x="2516855" y="0"/>
                  </a:lnTo>
                  <a:lnTo>
                    <a:pt x="2527591" y="0"/>
                  </a:lnTo>
                  <a:lnTo>
                    <a:pt x="2539262" y="0"/>
                  </a:lnTo>
                  <a:lnTo>
                    <a:pt x="2560567" y="0"/>
                  </a:lnTo>
                  <a:lnTo>
                    <a:pt x="2566138" y="0"/>
                  </a:lnTo>
                  <a:lnTo>
                    <a:pt x="2571303" y="0"/>
                  </a:lnTo>
                  <a:lnTo>
                    <a:pt x="2573558" y="0"/>
                  </a:lnTo>
                  <a:lnTo>
                    <a:pt x="2598179" y="0"/>
                  </a:lnTo>
                  <a:lnTo>
                    <a:pt x="2609850" y="0"/>
                  </a:lnTo>
                  <a:lnTo>
                    <a:pt x="2617270" y="0"/>
                  </a:lnTo>
                  <a:lnTo>
                    <a:pt x="2622841" y="0"/>
                  </a:lnTo>
                  <a:lnTo>
                    <a:pt x="2634958" y="0"/>
                  </a:lnTo>
                  <a:lnTo>
                    <a:pt x="2644146" y="0"/>
                  </a:lnTo>
                  <a:lnTo>
                    <a:pt x="2654882" y="0"/>
                  </a:lnTo>
                  <a:lnTo>
                    <a:pt x="2666553" y="0"/>
                  </a:lnTo>
                  <a:lnTo>
                    <a:pt x="2680925" y="0"/>
                  </a:lnTo>
                  <a:lnTo>
                    <a:pt x="2691661" y="0"/>
                  </a:lnTo>
                  <a:lnTo>
                    <a:pt x="2693429" y="0"/>
                  </a:lnTo>
                  <a:lnTo>
                    <a:pt x="2700849" y="0"/>
                  </a:lnTo>
                  <a:lnTo>
                    <a:pt x="2702954" y="0"/>
                  </a:lnTo>
                  <a:lnTo>
                    <a:pt x="2718537" y="0"/>
                  </a:lnTo>
                  <a:lnTo>
                    <a:pt x="2724151" y="0"/>
                  </a:lnTo>
                  <a:lnTo>
                    <a:pt x="2730208" y="0"/>
                  </a:lnTo>
                  <a:lnTo>
                    <a:pt x="2737628" y="0"/>
                  </a:lnTo>
                  <a:lnTo>
                    <a:pt x="2748921" y="0"/>
                  </a:lnTo>
                  <a:lnTo>
                    <a:pt x="2750132" y="0"/>
                  </a:lnTo>
                  <a:lnTo>
                    <a:pt x="2759657" y="0"/>
                  </a:lnTo>
                  <a:lnTo>
                    <a:pt x="2764504" y="0"/>
                  </a:lnTo>
                  <a:lnTo>
                    <a:pt x="2770118" y="0"/>
                  </a:lnTo>
                  <a:lnTo>
                    <a:pt x="2775240" y="0"/>
                  </a:lnTo>
                  <a:lnTo>
                    <a:pt x="2780854" y="0"/>
                  </a:lnTo>
                  <a:lnTo>
                    <a:pt x="2786911" y="0"/>
                  </a:lnTo>
                  <a:lnTo>
                    <a:pt x="2798204" y="0"/>
                  </a:lnTo>
                  <a:lnTo>
                    <a:pt x="2805624" y="0"/>
                  </a:lnTo>
                  <a:lnTo>
                    <a:pt x="2807730" y="0"/>
                  </a:lnTo>
                  <a:lnTo>
                    <a:pt x="2813787" y="0"/>
                  </a:lnTo>
                  <a:lnTo>
                    <a:pt x="2819401" y="0"/>
                  </a:lnTo>
                  <a:lnTo>
                    <a:pt x="2821207" y="0"/>
                  </a:lnTo>
                  <a:lnTo>
                    <a:pt x="2823312" y="0"/>
                  </a:lnTo>
                  <a:lnTo>
                    <a:pt x="2826821" y="0"/>
                  </a:lnTo>
                  <a:lnTo>
                    <a:pt x="2844509" y="0"/>
                  </a:lnTo>
                  <a:lnTo>
                    <a:pt x="2853697" y="0"/>
                  </a:lnTo>
                  <a:lnTo>
                    <a:pt x="2854907" y="0"/>
                  </a:lnTo>
                  <a:lnTo>
                    <a:pt x="2864433" y="0"/>
                  </a:lnTo>
                  <a:lnTo>
                    <a:pt x="2869279" y="0"/>
                  </a:lnTo>
                  <a:lnTo>
                    <a:pt x="2870490" y="0"/>
                  </a:lnTo>
                  <a:lnTo>
                    <a:pt x="2876104" y="0"/>
                  </a:lnTo>
                  <a:lnTo>
                    <a:pt x="2880015" y="0"/>
                  </a:lnTo>
                  <a:lnTo>
                    <a:pt x="2890476" y="0"/>
                  </a:lnTo>
                  <a:lnTo>
                    <a:pt x="2901212" y="0"/>
                  </a:lnTo>
                  <a:lnTo>
                    <a:pt x="2902980" y="0"/>
                  </a:lnTo>
                  <a:lnTo>
                    <a:pt x="2910400" y="0"/>
                  </a:lnTo>
                  <a:lnTo>
                    <a:pt x="2912505" y="0"/>
                  </a:lnTo>
                  <a:lnTo>
                    <a:pt x="2918562" y="0"/>
                  </a:lnTo>
                  <a:lnTo>
                    <a:pt x="2925982" y="0"/>
                  </a:lnTo>
                  <a:lnTo>
                    <a:pt x="2928088" y="0"/>
                  </a:lnTo>
                  <a:lnTo>
                    <a:pt x="2939759" y="0"/>
                  </a:lnTo>
                  <a:lnTo>
                    <a:pt x="2947179" y="0"/>
                  </a:lnTo>
                  <a:lnTo>
                    <a:pt x="2958472" y="0"/>
                  </a:lnTo>
                  <a:lnTo>
                    <a:pt x="2959683" y="0"/>
                  </a:lnTo>
                  <a:lnTo>
                    <a:pt x="2969208" y="0"/>
                  </a:lnTo>
                  <a:lnTo>
                    <a:pt x="2974055" y="0"/>
                  </a:lnTo>
                  <a:lnTo>
                    <a:pt x="2975265" y="0"/>
                  </a:lnTo>
                  <a:lnTo>
                    <a:pt x="2984791" y="0"/>
                  </a:lnTo>
                  <a:lnTo>
                    <a:pt x="2996462" y="0"/>
                  </a:lnTo>
                  <a:lnTo>
                    <a:pt x="3007755" y="0"/>
                  </a:lnTo>
                  <a:lnTo>
                    <a:pt x="3015175" y="0"/>
                  </a:lnTo>
                  <a:lnTo>
                    <a:pt x="3023338" y="0"/>
                  </a:lnTo>
                  <a:lnTo>
                    <a:pt x="3030758" y="0"/>
                  </a:lnTo>
                  <a:lnTo>
                    <a:pt x="3032863" y="0"/>
                  </a:lnTo>
                  <a:lnTo>
                    <a:pt x="3064458" y="0"/>
                  </a:lnTo>
                  <a:lnTo>
                    <a:pt x="3078830" y="0"/>
                  </a:lnTo>
                  <a:lnTo>
                    <a:pt x="3080041" y="0"/>
                  </a:lnTo>
                  <a:lnTo>
                    <a:pt x="3089566" y="0"/>
                  </a:lnTo>
                  <a:lnTo>
                    <a:pt x="3128113" y="0"/>
                  </a:lnTo>
                  <a:lnTo>
                    <a:pt x="3135533" y="0"/>
                  </a:lnTo>
                  <a:lnTo>
                    <a:pt x="3160154" y="0"/>
                  </a:lnTo>
                  <a:lnTo>
                    <a:pt x="3184816" y="0"/>
                  </a:lnTo>
                  <a:lnTo>
                    <a:pt x="3206121" y="0"/>
                  </a:lnTo>
                  <a:lnTo>
                    <a:pt x="3216857" y="0"/>
                  </a:lnTo>
                  <a:lnTo>
                    <a:pt x="3255404" y="0"/>
                  </a:lnTo>
                  <a:lnTo>
                    <a:pt x="3262824" y="0"/>
                  </a:lnTo>
                  <a:lnTo>
                    <a:pt x="3280512" y="0"/>
                  </a:lnTo>
                  <a:lnTo>
                    <a:pt x="3312107" y="0"/>
                  </a:lnTo>
                  <a:lnTo>
                    <a:pt x="3326479" y="0"/>
                  </a:lnTo>
                  <a:lnTo>
                    <a:pt x="3337215" y="0"/>
                  </a:lnTo>
                  <a:lnTo>
                    <a:pt x="3369705" y="0"/>
                  </a:lnTo>
                  <a:lnTo>
                    <a:pt x="3375762" y="0"/>
                  </a:lnTo>
                  <a:lnTo>
                    <a:pt x="3383182" y="0"/>
                  </a:lnTo>
                  <a:lnTo>
                    <a:pt x="3415672" y="0"/>
                  </a:lnTo>
                  <a:lnTo>
                    <a:pt x="3426408" y="0"/>
                  </a:lnTo>
                  <a:lnTo>
                    <a:pt x="3432465" y="0"/>
                  </a:lnTo>
                  <a:lnTo>
                    <a:pt x="3448050" y="0"/>
                  </a:lnTo>
                  <a:lnTo>
                    <a:pt x="3464955" y="0"/>
                  </a:lnTo>
                  <a:lnTo>
                    <a:pt x="3472375" y="0"/>
                  </a:lnTo>
                  <a:lnTo>
                    <a:pt x="3490063" y="0"/>
                  </a:lnTo>
                  <a:lnTo>
                    <a:pt x="3494017" y="0"/>
                  </a:lnTo>
                  <a:lnTo>
                    <a:pt x="3504753" y="0"/>
                  </a:lnTo>
                  <a:lnTo>
                    <a:pt x="3521658" y="0"/>
                  </a:lnTo>
                  <a:lnTo>
                    <a:pt x="3536030" y="0"/>
                  </a:lnTo>
                  <a:lnTo>
                    <a:pt x="3543300" y="0"/>
                  </a:lnTo>
                  <a:lnTo>
                    <a:pt x="3546766" y="0"/>
                  </a:lnTo>
                  <a:lnTo>
                    <a:pt x="3550720" y="0"/>
                  </a:lnTo>
                  <a:lnTo>
                    <a:pt x="3568408" y="0"/>
                  </a:lnTo>
                  <a:lnTo>
                    <a:pt x="3585313" y="0"/>
                  </a:lnTo>
                  <a:lnTo>
                    <a:pt x="3592733" y="0"/>
                  </a:lnTo>
                  <a:lnTo>
                    <a:pt x="3600003" y="0"/>
                  </a:lnTo>
                  <a:lnTo>
                    <a:pt x="3614375" y="0"/>
                  </a:lnTo>
                  <a:lnTo>
                    <a:pt x="3625111" y="0"/>
                  </a:lnTo>
                  <a:lnTo>
                    <a:pt x="3642016" y="0"/>
                  </a:lnTo>
                  <a:lnTo>
                    <a:pt x="3657601" y="0"/>
                  </a:lnTo>
                  <a:lnTo>
                    <a:pt x="3663658" y="0"/>
                  </a:lnTo>
                  <a:lnTo>
                    <a:pt x="3671078" y="0"/>
                  </a:lnTo>
                  <a:lnTo>
                    <a:pt x="3703568" y="0"/>
                  </a:lnTo>
                  <a:lnTo>
                    <a:pt x="3714304" y="0"/>
                  </a:lnTo>
                  <a:lnTo>
                    <a:pt x="3720361" y="0"/>
                  </a:lnTo>
                  <a:lnTo>
                    <a:pt x="3752851" y="0"/>
                  </a:lnTo>
                  <a:lnTo>
                    <a:pt x="3760271" y="0"/>
                  </a:lnTo>
                  <a:lnTo>
                    <a:pt x="3777959" y="0"/>
                  </a:lnTo>
                  <a:lnTo>
                    <a:pt x="3809554" y="0"/>
                  </a:lnTo>
                  <a:lnTo>
                    <a:pt x="3823926" y="0"/>
                  </a:lnTo>
                  <a:lnTo>
                    <a:pt x="3834662" y="0"/>
                  </a:lnTo>
                  <a:lnTo>
                    <a:pt x="3873209" y="0"/>
                  </a:lnTo>
                  <a:lnTo>
                    <a:pt x="3880629" y="0"/>
                  </a:lnTo>
                  <a:lnTo>
                    <a:pt x="3905250" y="0"/>
                  </a:lnTo>
                  <a:lnTo>
                    <a:pt x="3929912" y="0"/>
                  </a:lnTo>
                  <a:lnTo>
                    <a:pt x="3951217" y="0"/>
                  </a:lnTo>
                  <a:lnTo>
                    <a:pt x="3961953" y="0"/>
                  </a:lnTo>
                  <a:lnTo>
                    <a:pt x="4000500" y="0"/>
                  </a:lnTo>
                  <a:lnTo>
                    <a:pt x="4007920" y="0"/>
                  </a:lnTo>
                  <a:lnTo>
                    <a:pt x="4025608" y="0"/>
                  </a:lnTo>
                  <a:lnTo>
                    <a:pt x="4057203" y="0"/>
                  </a:lnTo>
                  <a:lnTo>
                    <a:pt x="4071575" y="0"/>
                  </a:lnTo>
                  <a:lnTo>
                    <a:pt x="4082311" y="0"/>
                  </a:lnTo>
                  <a:lnTo>
                    <a:pt x="4093604" y="0"/>
                  </a:lnTo>
                  <a:lnTo>
                    <a:pt x="4114801" y="0"/>
                  </a:lnTo>
                  <a:lnTo>
                    <a:pt x="4120858" y="0"/>
                  </a:lnTo>
                  <a:lnTo>
                    <a:pt x="4128278" y="0"/>
                  </a:lnTo>
                  <a:lnTo>
                    <a:pt x="4139571" y="0"/>
                  </a:lnTo>
                  <a:lnTo>
                    <a:pt x="4150307" y="0"/>
                  </a:lnTo>
                  <a:lnTo>
                    <a:pt x="4160768" y="0"/>
                  </a:lnTo>
                  <a:lnTo>
                    <a:pt x="4171504" y="0"/>
                  </a:lnTo>
                  <a:lnTo>
                    <a:pt x="4177561" y="0"/>
                  </a:lnTo>
                  <a:lnTo>
                    <a:pt x="4188854" y="0"/>
                  </a:lnTo>
                  <a:lnTo>
                    <a:pt x="4196274" y="0"/>
                  </a:lnTo>
                  <a:lnTo>
                    <a:pt x="4210051" y="0"/>
                  </a:lnTo>
                  <a:lnTo>
                    <a:pt x="4213962" y="0"/>
                  </a:lnTo>
                  <a:lnTo>
                    <a:pt x="4217471" y="0"/>
                  </a:lnTo>
                  <a:lnTo>
                    <a:pt x="4235159" y="0"/>
                  </a:lnTo>
                  <a:lnTo>
                    <a:pt x="4245557" y="0"/>
                  </a:lnTo>
                  <a:lnTo>
                    <a:pt x="4259929" y="0"/>
                  </a:lnTo>
                  <a:lnTo>
                    <a:pt x="4266754" y="0"/>
                  </a:lnTo>
                  <a:lnTo>
                    <a:pt x="4270665" y="0"/>
                  </a:lnTo>
                  <a:lnTo>
                    <a:pt x="4281126" y="0"/>
                  </a:lnTo>
                  <a:lnTo>
                    <a:pt x="4291862" y="0"/>
                  </a:lnTo>
                  <a:lnTo>
                    <a:pt x="4303155" y="0"/>
                  </a:lnTo>
                  <a:lnTo>
                    <a:pt x="4309212" y="0"/>
                  </a:lnTo>
                  <a:lnTo>
                    <a:pt x="4316632" y="0"/>
                  </a:lnTo>
                  <a:lnTo>
                    <a:pt x="4330409" y="0"/>
                  </a:lnTo>
                  <a:lnTo>
                    <a:pt x="4337829" y="0"/>
                  </a:lnTo>
                  <a:lnTo>
                    <a:pt x="4349122" y="0"/>
                  </a:lnTo>
                  <a:lnTo>
                    <a:pt x="4359858" y="0"/>
                  </a:lnTo>
                  <a:lnTo>
                    <a:pt x="4365915" y="0"/>
                  </a:lnTo>
                  <a:lnTo>
                    <a:pt x="4387112" y="0"/>
                  </a:lnTo>
                  <a:lnTo>
                    <a:pt x="4398405" y="0"/>
                  </a:lnTo>
                  <a:lnTo>
                    <a:pt x="4405825" y="0"/>
                  </a:lnTo>
                  <a:lnTo>
                    <a:pt x="4423513" y="0"/>
                  </a:lnTo>
                  <a:lnTo>
                    <a:pt x="4455108" y="0"/>
                  </a:lnTo>
                  <a:lnTo>
                    <a:pt x="4469480" y="0"/>
                  </a:lnTo>
                  <a:lnTo>
                    <a:pt x="4480216" y="0"/>
                  </a:lnTo>
                  <a:lnTo>
                    <a:pt x="4518763" y="0"/>
                  </a:lnTo>
                  <a:lnTo>
                    <a:pt x="4526183" y="0"/>
                  </a:lnTo>
                  <a:lnTo>
                    <a:pt x="4550804" y="0"/>
                  </a:lnTo>
                  <a:lnTo>
                    <a:pt x="4575466" y="0"/>
                  </a:lnTo>
                  <a:lnTo>
                    <a:pt x="4596771" y="0"/>
                  </a:lnTo>
                  <a:lnTo>
                    <a:pt x="4607507" y="0"/>
                  </a:lnTo>
                  <a:lnTo>
                    <a:pt x="4646054" y="0"/>
                  </a:lnTo>
                  <a:lnTo>
                    <a:pt x="4653474" y="0"/>
                  </a:lnTo>
                  <a:lnTo>
                    <a:pt x="4671162" y="0"/>
                  </a:lnTo>
                  <a:lnTo>
                    <a:pt x="4702757" y="0"/>
                  </a:lnTo>
                  <a:lnTo>
                    <a:pt x="4717129" y="0"/>
                  </a:lnTo>
                  <a:lnTo>
                    <a:pt x="4727865" y="0"/>
                  </a:lnTo>
                  <a:lnTo>
                    <a:pt x="4760355" y="0"/>
                  </a:lnTo>
                  <a:lnTo>
                    <a:pt x="4766412" y="0"/>
                  </a:lnTo>
                  <a:lnTo>
                    <a:pt x="4773832" y="0"/>
                  </a:lnTo>
                  <a:lnTo>
                    <a:pt x="4806322" y="0"/>
                  </a:lnTo>
                  <a:lnTo>
                    <a:pt x="4817058" y="0"/>
                  </a:lnTo>
                  <a:lnTo>
                    <a:pt x="4823115" y="0"/>
                  </a:lnTo>
                  <a:lnTo>
                    <a:pt x="4855605" y="0"/>
                  </a:lnTo>
                  <a:lnTo>
                    <a:pt x="4863025" y="0"/>
                  </a:lnTo>
                  <a:lnTo>
                    <a:pt x="4880713" y="0"/>
                  </a:lnTo>
                  <a:lnTo>
                    <a:pt x="4912308" y="0"/>
                  </a:lnTo>
                  <a:lnTo>
                    <a:pt x="4926680" y="0"/>
                  </a:lnTo>
                  <a:lnTo>
                    <a:pt x="4937416" y="0"/>
                  </a:lnTo>
                  <a:lnTo>
                    <a:pt x="4975963" y="0"/>
                  </a:lnTo>
                  <a:lnTo>
                    <a:pt x="4983383" y="0"/>
                  </a:lnTo>
                  <a:lnTo>
                    <a:pt x="5032666" y="0"/>
                  </a:lnTo>
                  <a:lnTo>
                    <a:pt x="4927891" y="419100"/>
                  </a:lnTo>
                  <a:lnTo>
                    <a:pt x="4878608" y="419100"/>
                  </a:lnTo>
                  <a:lnTo>
                    <a:pt x="4871188" y="419100"/>
                  </a:lnTo>
                  <a:lnTo>
                    <a:pt x="4832641" y="419100"/>
                  </a:lnTo>
                  <a:lnTo>
                    <a:pt x="4821905" y="419100"/>
                  </a:lnTo>
                  <a:lnTo>
                    <a:pt x="4807533" y="419100"/>
                  </a:lnTo>
                  <a:lnTo>
                    <a:pt x="4775938" y="419100"/>
                  </a:lnTo>
                  <a:lnTo>
                    <a:pt x="4758250" y="419100"/>
                  </a:lnTo>
                  <a:lnTo>
                    <a:pt x="4750830" y="419100"/>
                  </a:lnTo>
                  <a:lnTo>
                    <a:pt x="4718340" y="419100"/>
                  </a:lnTo>
                  <a:lnTo>
                    <a:pt x="4712283" y="419100"/>
                  </a:lnTo>
                  <a:lnTo>
                    <a:pt x="4701547" y="419100"/>
                  </a:lnTo>
                  <a:lnTo>
                    <a:pt x="4669057" y="419100"/>
                  </a:lnTo>
                  <a:lnTo>
                    <a:pt x="4661637" y="419100"/>
                  </a:lnTo>
                  <a:lnTo>
                    <a:pt x="4655580" y="419100"/>
                  </a:lnTo>
                  <a:lnTo>
                    <a:pt x="4623090" y="419100"/>
                  </a:lnTo>
                  <a:lnTo>
                    <a:pt x="4612354" y="419100"/>
                  </a:lnTo>
                  <a:lnTo>
                    <a:pt x="4597982" y="419100"/>
                  </a:lnTo>
                  <a:lnTo>
                    <a:pt x="4566387" y="419100"/>
                  </a:lnTo>
                  <a:lnTo>
                    <a:pt x="4548699" y="419100"/>
                  </a:lnTo>
                  <a:lnTo>
                    <a:pt x="4541279" y="419100"/>
                  </a:lnTo>
                  <a:lnTo>
                    <a:pt x="4502732" y="419100"/>
                  </a:lnTo>
                  <a:lnTo>
                    <a:pt x="4491996" y="419100"/>
                  </a:lnTo>
                  <a:lnTo>
                    <a:pt x="4470691" y="419100"/>
                  </a:lnTo>
                  <a:lnTo>
                    <a:pt x="4446029" y="419100"/>
                  </a:lnTo>
                  <a:lnTo>
                    <a:pt x="4421408" y="419100"/>
                  </a:lnTo>
                  <a:lnTo>
                    <a:pt x="4413988" y="419100"/>
                  </a:lnTo>
                  <a:lnTo>
                    <a:pt x="4375441" y="419100"/>
                  </a:lnTo>
                  <a:lnTo>
                    <a:pt x="4364705" y="419100"/>
                  </a:lnTo>
                  <a:lnTo>
                    <a:pt x="4350333" y="419100"/>
                  </a:lnTo>
                  <a:lnTo>
                    <a:pt x="4318738" y="419100"/>
                  </a:lnTo>
                  <a:lnTo>
                    <a:pt x="4301050" y="419100"/>
                  </a:lnTo>
                  <a:lnTo>
                    <a:pt x="4293630" y="419100"/>
                  </a:lnTo>
                  <a:lnTo>
                    <a:pt x="4282337" y="419100"/>
                  </a:lnTo>
                  <a:lnTo>
                    <a:pt x="4261140" y="419100"/>
                  </a:lnTo>
                  <a:lnTo>
                    <a:pt x="4255083" y="419100"/>
                  </a:lnTo>
                  <a:lnTo>
                    <a:pt x="4244347" y="419100"/>
                  </a:lnTo>
                  <a:lnTo>
                    <a:pt x="4233054" y="419100"/>
                  </a:lnTo>
                  <a:lnTo>
                    <a:pt x="4225634" y="419100"/>
                  </a:lnTo>
                  <a:lnTo>
                    <a:pt x="4211857" y="419100"/>
                  </a:lnTo>
                  <a:lnTo>
                    <a:pt x="4204437" y="419100"/>
                  </a:lnTo>
                  <a:lnTo>
                    <a:pt x="4198380" y="419100"/>
                  </a:lnTo>
                  <a:lnTo>
                    <a:pt x="4187087" y="419100"/>
                  </a:lnTo>
                  <a:lnTo>
                    <a:pt x="4176351" y="419100"/>
                  </a:lnTo>
                  <a:lnTo>
                    <a:pt x="4165890" y="419100"/>
                  </a:lnTo>
                  <a:lnTo>
                    <a:pt x="4161979" y="419100"/>
                  </a:lnTo>
                  <a:lnTo>
                    <a:pt x="4155154" y="419100"/>
                  </a:lnTo>
                  <a:lnTo>
                    <a:pt x="4140782" y="419100"/>
                  </a:lnTo>
                  <a:lnTo>
                    <a:pt x="4130384" y="419100"/>
                  </a:lnTo>
                  <a:lnTo>
                    <a:pt x="4112696" y="419100"/>
                  </a:lnTo>
                  <a:lnTo>
                    <a:pt x="4109187" y="419100"/>
                  </a:lnTo>
                  <a:lnTo>
                    <a:pt x="4105276" y="419100"/>
                  </a:lnTo>
                  <a:lnTo>
                    <a:pt x="4091499" y="419100"/>
                  </a:lnTo>
                  <a:lnTo>
                    <a:pt x="4084079" y="419100"/>
                  </a:lnTo>
                  <a:lnTo>
                    <a:pt x="4072786" y="419100"/>
                  </a:lnTo>
                  <a:lnTo>
                    <a:pt x="4066729" y="419100"/>
                  </a:lnTo>
                  <a:lnTo>
                    <a:pt x="4055993" y="419100"/>
                  </a:lnTo>
                  <a:lnTo>
                    <a:pt x="4045532" y="419100"/>
                  </a:lnTo>
                  <a:lnTo>
                    <a:pt x="4034796" y="419100"/>
                  </a:lnTo>
                  <a:lnTo>
                    <a:pt x="4023503" y="419100"/>
                  </a:lnTo>
                  <a:lnTo>
                    <a:pt x="4016083" y="419100"/>
                  </a:lnTo>
                  <a:lnTo>
                    <a:pt x="4010026" y="419100"/>
                  </a:lnTo>
                  <a:lnTo>
                    <a:pt x="3988829" y="419100"/>
                  </a:lnTo>
                  <a:lnTo>
                    <a:pt x="3977536" y="419100"/>
                  </a:lnTo>
                  <a:lnTo>
                    <a:pt x="3966800" y="419100"/>
                  </a:lnTo>
                  <a:lnTo>
                    <a:pt x="3952428" y="419100"/>
                  </a:lnTo>
                  <a:lnTo>
                    <a:pt x="3920833" y="419100"/>
                  </a:lnTo>
                  <a:lnTo>
                    <a:pt x="3903145" y="419100"/>
                  </a:lnTo>
                  <a:lnTo>
                    <a:pt x="3895725" y="419100"/>
                  </a:lnTo>
                  <a:lnTo>
                    <a:pt x="3857178" y="419100"/>
                  </a:lnTo>
                  <a:lnTo>
                    <a:pt x="3846442" y="419100"/>
                  </a:lnTo>
                  <a:lnTo>
                    <a:pt x="3825137" y="419100"/>
                  </a:lnTo>
                  <a:lnTo>
                    <a:pt x="3800475" y="419100"/>
                  </a:lnTo>
                  <a:lnTo>
                    <a:pt x="3775854" y="419100"/>
                  </a:lnTo>
                  <a:lnTo>
                    <a:pt x="3768434" y="419100"/>
                  </a:lnTo>
                  <a:lnTo>
                    <a:pt x="3729887" y="419100"/>
                  </a:lnTo>
                  <a:lnTo>
                    <a:pt x="3719151" y="419100"/>
                  </a:lnTo>
                  <a:lnTo>
                    <a:pt x="3704779" y="419100"/>
                  </a:lnTo>
                  <a:lnTo>
                    <a:pt x="3673184" y="419100"/>
                  </a:lnTo>
                  <a:lnTo>
                    <a:pt x="3655496" y="419100"/>
                  </a:lnTo>
                  <a:lnTo>
                    <a:pt x="3648076" y="419100"/>
                  </a:lnTo>
                  <a:lnTo>
                    <a:pt x="3615586" y="419100"/>
                  </a:lnTo>
                  <a:lnTo>
                    <a:pt x="3609529" y="419100"/>
                  </a:lnTo>
                  <a:lnTo>
                    <a:pt x="3598793" y="419100"/>
                  </a:lnTo>
                  <a:lnTo>
                    <a:pt x="3566303" y="419100"/>
                  </a:lnTo>
                  <a:lnTo>
                    <a:pt x="3558883" y="419100"/>
                  </a:lnTo>
                  <a:lnTo>
                    <a:pt x="3552826" y="419100"/>
                  </a:lnTo>
                  <a:lnTo>
                    <a:pt x="3537241" y="419100"/>
                  </a:lnTo>
                  <a:lnTo>
                    <a:pt x="3520336" y="419100"/>
                  </a:lnTo>
                  <a:lnTo>
                    <a:pt x="3509600" y="419100"/>
                  </a:lnTo>
                  <a:lnTo>
                    <a:pt x="3495228" y="419100"/>
                  </a:lnTo>
                  <a:lnTo>
                    <a:pt x="3487958" y="419100"/>
                  </a:lnTo>
                  <a:lnTo>
                    <a:pt x="3480538" y="419100"/>
                  </a:lnTo>
                  <a:lnTo>
                    <a:pt x="3463633" y="419100"/>
                  </a:lnTo>
                  <a:lnTo>
                    <a:pt x="3445945" y="419100"/>
                  </a:lnTo>
                  <a:lnTo>
                    <a:pt x="3441991" y="419100"/>
                  </a:lnTo>
                  <a:lnTo>
                    <a:pt x="3438525" y="419100"/>
                  </a:lnTo>
                  <a:lnTo>
                    <a:pt x="3431255" y="419100"/>
                  </a:lnTo>
                  <a:lnTo>
                    <a:pt x="3416883" y="419100"/>
                  </a:lnTo>
                  <a:lnTo>
                    <a:pt x="3399978" y="419100"/>
                  </a:lnTo>
                  <a:lnTo>
                    <a:pt x="3389242" y="419100"/>
                  </a:lnTo>
                  <a:lnTo>
                    <a:pt x="3385288" y="419100"/>
                  </a:lnTo>
                  <a:lnTo>
                    <a:pt x="3367600" y="419100"/>
                  </a:lnTo>
                  <a:lnTo>
                    <a:pt x="3360180" y="419100"/>
                  </a:lnTo>
                  <a:lnTo>
                    <a:pt x="3343275" y="419100"/>
                  </a:lnTo>
                  <a:lnTo>
                    <a:pt x="3327690" y="419100"/>
                  </a:lnTo>
                  <a:lnTo>
                    <a:pt x="3321633" y="419100"/>
                  </a:lnTo>
                  <a:lnTo>
                    <a:pt x="3310897" y="419100"/>
                  </a:lnTo>
                  <a:lnTo>
                    <a:pt x="3278407" y="419100"/>
                  </a:lnTo>
                  <a:lnTo>
                    <a:pt x="3270987" y="419100"/>
                  </a:lnTo>
                  <a:lnTo>
                    <a:pt x="3264930" y="419100"/>
                  </a:lnTo>
                  <a:lnTo>
                    <a:pt x="3232440" y="419100"/>
                  </a:lnTo>
                  <a:lnTo>
                    <a:pt x="3221704" y="419100"/>
                  </a:lnTo>
                  <a:lnTo>
                    <a:pt x="3207332" y="419100"/>
                  </a:lnTo>
                  <a:lnTo>
                    <a:pt x="3175737" y="419100"/>
                  </a:lnTo>
                  <a:lnTo>
                    <a:pt x="3158049" y="419100"/>
                  </a:lnTo>
                  <a:lnTo>
                    <a:pt x="3150629" y="419100"/>
                  </a:lnTo>
                  <a:lnTo>
                    <a:pt x="3112082" y="419100"/>
                  </a:lnTo>
                  <a:lnTo>
                    <a:pt x="3101346" y="419100"/>
                  </a:lnTo>
                  <a:lnTo>
                    <a:pt x="3080041" y="419100"/>
                  </a:lnTo>
                  <a:lnTo>
                    <a:pt x="3055379" y="419100"/>
                  </a:lnTo>
                  <a:lnTo>
                    <a:pt x="3030758" y="419100"/>
                  </a:lnTo>
                  <a:lnTo>
                    <a:pt x="3023338" y="419100"/>
                  </a:lnTo>
                  <a:lnTo>
                    <a:pt x="2984791" y="419100"/>
                  </a:lnTo>
                  <a:lnTo>
                    <a:pt x="2975266" y="419100"/>
                  </a:lnTo>
                  <a:lnTo>
                    <a:pt x="2974055" y="419100"/>
                  </a:lnTo>
                  <a:lnTo>
                    <a:pt x="2959683" y="419100"/>
                  </a:lnTo>
                  <a:lnTo>
                    <a:pt x="2928088" y="419100"/>
                  </a:lnTo>
                  <a:lnTo>
                    <a:pt x="2925983" y="419100"/>
                  </a:lnTo>
                  <a:lnTo>
                    <a:pt x="2918563" y="419100"/>
                  </a:lnTo>
                  <a:lnTo>
                    <a:pt x="2910400" y="419100"/>
                  </a:lnTo>
                  <a:lnTo>
                    <a:pt x="2902980" y="419100"/>
                  </a:lnTo>
                  <a:lnTo>
                    <a:pt x="2891687" y="419100"/>
                  </a:lnTo>
                  <a:lnTo>
                    <a:pt x="2880016" y="419100"/>
                  </a:lnTo>
                  <a:lnTo>
                    <a:pt x="2870490" y="419100"/>
                  </a:lnTo>
                  <a:lnTo>
                    <a:pt x="2869280" y="419100"/>
                  </a:lnTo>
                  <a:lnTo>
                    <a:pt x="2864433" y="419100"/>
                  </a:lnTo>
                  <a:lnTo>
                    <a:pt x="2854908" y="419100"/>
                  </a:lnTo>
                  <a:lnTo>
                    <a:pt x="2853697" y="419100"/>
                  </a:lnTo>
                  <a:lnTo>
                    <a:pt x="2842404" y="419100"/>
                  </a:lnTo>
                  <a:lnTo>
                    <a:pt x="2834984" y="419100"/>
                  </a:lnTo>
                  <a:lnTo>
                    <a:pt x="2823313" y="419100"/>
                  </a:lnTo>
                  <a:lnTo>
                    <a:pt x="2821207" y="419100"/>
                  </a:lnTo>
                  <a:lnTo>
                    <a:pt x="2813787" y="419100"/>
                  </a:lnTo>
                  <a:lnTo>
                    <a:pt x="2807730" y="419100"/>
                  </a:lnTo>
                  <a:lnTo>
                    <a:pt x="2805625" y="419100"/>
                  </a:lnTo>
                  <a:lnTo>
                    <a:pt x="2798205" y="419100"/>
                  </a:lnTo>
                  <a:lnTo>
                    <a:pt x="2796437" y="419100"/>
                  </a:lnTo>
                  <a:lnTo>
                    <a:pt x="2785701" y="419100"/>
                  </a:lnTo>
                  <a:lnTo>
                    <a:pt x="2775240" y="419100"/>
                  </a:lnTo>
                  <a:lnTo>
                    <a:pt x="2771329" y="419100"/>
                  </a:lnTo>
                  <a:lnTo>
                    <a:pt x="2765715" y="419100"/>
                  </a:lnTo>
                  <a:lnTo>
                    <a:pt x="2764504" y="419100"/>
                  </a:lnTo>
                  <a:lnTo>
                    <a:pt x="2759658" y="419100"/>
                  </a:lnTo>
                  <a:lnTo>
                    <a:pt x="2750132" y="419100"/>
                  </a:lnTo>
                  <a:lnTo>
                    <a:pt x="2748922" y="419100"/>
                  </a:lnTo>
                  <a:lnTo>
                    <a:pt x="2739734" y="419100"/>
                  </a:lnTo>
                  <a:lnTo>
                    <a:pt x="2722046" y="419100"/>
                  </a:lnTo>
                  <a:lnTo>
                    <a:pt x="2718537" y="419100"/>
                  </a:lnTo>
                  <a:lnTo>
                    <a:pt x="2716432" y="419100"/>
                  </a:lnTo>
                  <a:lnTo>
                    <a:pt x="2714626" y="419100"/>
                  </a:lnTo>
                  <a:lnTo>
                    <a:pt x="2709012" y="419100"/>
                  </a:lnTo>
                  <a:lnTo>
                    <a:pt x="2702955" y="419100"/>
                  </a:lnTo>
                  <a:lnTo>
                    <a:pt x="2700849" y="419100"/>
                  </a:lnTo>
                  <a:lnTo>
                    <a:pt x="2693429" y="419100"/>
                  </a:lnTo>
                  <a:lnTo>
                    <a:pt x="2682136" y="419100"/>
                  </a:lnTo>
                  <a:lnTo>
                    <a:pt x="2676079" y="419100"/>
                  </a:lnTo>
                  <a:lnTo>
                    <a:pt x="2670465" y="419100"/>
                  </a:lnTo>
                  <a:lnTo>
                    <a:pt x="2665343" y="419100"/>
                  </a:lnTo>
                  <a:lnTo>
                    <a:pt x="2659729" y="419100"/>
                  </a:lnTo>
                  <a:lnTo>
                    <a:pt x="2654882" y="419100"/>
                  </a:lnTo>
                  <a:lnTo>
                    <a:pt x="2645357" y="419100"/>
                  </a:lnTo>
                  <a:lnTo>
                    <a:pt x="2644146" y="419100"/>
                  </a:lnTo>
                  <a:lnTo>
                    <a:pt x="2632853" y="419100"/>
                  </a:lnTo>
                  <a:lnTo>
                    <a:pt x="2625433" y="419100"/>
                  </a:lnTo>
                  <a:lnTo>
                    <a:pt x="2619376" y="419100"/>
                  </a:lnTo>
                  <a:lnTo>
                    <a:pt x="2613762" y="419100"/>
                  </a:lnTo>
                  <a:lnTo>
                    <a:pt x="2598179" y="419100"/>
                  </a:lnTo>
                  <a:lnTo>
                    <a:pt x="2596074" y="419100"/>
                  </a:lnTo>
                  <a:lnTo>
                    <a:pt x="2588654" y="419100"/>
                  </a:lnTo>
                  <a:lnTo>
                    <a:pt x="2586886" y="419100"/>
                  </a:lnTo>
                  <a:lnTo>
                    <a:pt x="2576150" y="419100"/>
                  </a:lnTo>
                  <a:lnTo>
                    <a:pt x="2561778" y="419100"/>
                  </a:lnTo>
                  <a:lnTo>
                    <a:pt x="2550107" y="419100"/>
                  </a:lnTo>
                  <a:lnTo>
                    <a:pt x="2539371" y="419100"/>
                  </a:lnTo>
                  <a:lnTo>
                    <a:pt x="2530183" y="419100"/>
                  </a:lnTo>
                  <a:lnTo>
                    <a:pt x="2518066" y="419100"/>
                  </a:lnTo>
                  <a:lnTo>
                    <a:pt x="2512495" y="419100"/>
                  </a:lnTo>
                  <a:lnTo>
                    <a:pt x="2505075" y="419100"/>
                  </a:lnTo>
                  <a:lnTo>
                    <a:pt x="2493404" y="419100"/>
                  </a:lnTo>
                  <a:lnTo>
                    <a:pt x="2468783" y="419100"/>
                  </a:lnTo>
                  <a:lnTo>
                    <a:pt x="2466528" y="419100"/>
                  </a:lnTo>
                  <a:lnTo>
                    <a:pt x="2461363" y="419100"/>
                  </a:lnTo>
                  <a:lnTo>
                    <a:pt x="2455792" y="419100"/>
                  </a:lnTo>
                  <a:lnTo>
                    <a:pt x="2434487" y="419100"/>
                  </a:lnTo>
                  <a:lnTo>
                    <a:pt x="2422816" y="419100"/>
                  </a:lnTo>
                  <a:lnTo>
                    <a:pt x="2412080" y="419100"/>
                  </a:lnTo>
                  <a:lnTo>
                    <a:pt x="2409825" y="419100"/>
                  </a:lnTo>
                  <a:lnTo>
                    <a:pt x="2397708" y="419100"/>
                  </a:lnTo>
                  <a:lnTo>
                    <a:pt x="2385204" y="419100"/>
                  </a:lnTo>
                  <a:lnTo>
                    <a:pt x="2377784" y="419100"/>
                  </a:lnTo>
                  <a:lnTo>
                    <a:pt x="2366113" y="419100"/>
                  </a:lnTo>
                  <a:lnTo>
                    <a:pt x="2348425" y="419100"/>
                  </a:lnTo>
                  <a:lnTo>
                    <a:pt x="2341005" y="419100"/>
                  </a:lnTo>
                  <a:lnTo>
                    <a:pt x="2339237" y="419100"/>
                  </a:lnTo>
                  <a:lnTo>
                    <a:pt x="2329712" y="419100"/>
                  </a:lnTo>
                  <a:lnTo>
                    <a:pt x="2328501" y="419100"/>
                  </a:lnTo>
                  <a:lnTo>
                    <a:pt x="2314129" y="419100"/>
                  </a:lnTo>
                  <a:lnTo>
                    <a:pt x="2308515" y="419100"/>
                  </a:lnTo>
                  <a:lnTo>
                    <a:pt x="2302458" y="419100"/>
                  </a:lnTo>
                  <a:lnTo>
                    <a:pt x="2291722" y="419100"/>
                  </a:lnTo>
                  <a:lnTo>
                    <a:pt x="2282534" y="419100"/>
                  </a:lnTo>
                  <a:lnTo>
                    <a:pt x="2280429" y="419100"/>
                  </a:lnTo>
                  <a:lnTo>
                    <a:pt x="2273009" y="419100"/>
                  </a:lnTo>
                  <a:lnTo>
                    <a:pt x="2264846" y="419100"/>
                  </a:lnTo>
                  <a:lnTo>
                    <a:pt x="2259232" y="419100"/>
                  </a:lnTo>
                  <a:lnTo>
                    <a:pt x="2257426" y="419100"/>
                  </a:lnTo>
                  <a:lnTo>
                    <a:pt x="2251812" y="419100"/>
                  </a:lnTo>
                  <a:lnTo>
                    <a:pt x="2245755" y="419100"/>
                  </a:lnTo>
                  <a:lnTo>
                    <a:pt x="2234462" y="419100"/>
                  </a:lnTo>
                  <a:lnTo>
                    <a:pt x="2224936" y="419100"/>
                  </a:lnTo>
                  <a:lnTo>
                    <a:pt x="2223726" y="419100"/>
                  </a:lnTo>
                  <a:lnTo>
                    <a:pt x="2218879" y="419100"/>
                  </a:lnTo>
                  <a:lnTo>
                    <a:pt x="2213265" y="419100"/>
                  </a:lnTo>
                  <a:lnTo>
                    <a:pt x="2209354" y="419100"/>
                  </a:lnTo>
                  <a:lnTo>
                    <a:pt x="2208143" y="419100"/>
                  </a:lnTo>
                  <a:lnTo>
                    <a:pt x="2202529" y="419100"/>
                  </a:lnTo>
                  <a:lnTo>
                    <a:pt x="2188157" y="419100"/>
                  </a:lnTo>
                  <a:lnTo>
                    <a:pt x="2177759" y="419100"/>
                  </a:lnTo>
                  <a:lnTo>
                    <a:pt x="2175653" y="419100"/>
                  </a:lnTo>
                  <a:lnTo>
                    <a:pt x="2168233" y="419100"/>
                  </a:lnTo>
                  <a:lnTo>
                    <a:pt x="2162176" y="419100"/>
                  </a:lnTo>
                  <a:lnTo>
                    <a:pt x="2160071" y="419100"/>
                  </a:lnTo>
                  <a:lnTo>
                    <a:pt x="2156562" y="419100"/>
                  </a:lnTo>
                  <a:lnTo>
                    <a:pt x="2152651" y="419100"/>
                  </a:lnTo>
                  <a:lnTo>
                    <a:pt x="2138874" y="419100"/>
                  </a:lnTo>
                  <a:lnTo>
                    <a:pt x="2131454" y="419100"/>
                  </a:lnTo>
                  <a:lnTo>
                    <a:pt x="2129686" y="419100"/>
                  </a:lnTo>
                  <a:lnTo>
                    <a:pt x="2120161" y="419100"/>
                  </a:lnTo>
                  <a:lnTo>
                    <a:pt x="2118950" y="419100"/>
                  </a:lnTo>
                  <a:lnTo>
                    <a:pt x="2114104" y="419100"/>
                  </a:lnTo>
                  <a:lnTo>
                    <a:pt x="2104578" y="419100"/>
                  </a:lnTo>
                  <a:lnTo>
                    <a:pt x="2103368" y="419100"/>
                  </a:lnTo>
                  <a:lnTo>
                    <a:pt x="2092907" y="419100"/>
                  </a:lnTo>
                  <a:lnTo>
                    <a:pt x="2082171" y="419100"/>
                  </a:lnTo>
                  <a:lnTo>
                    <a:pt x="2072983" y="419100"/>
                  </a:lnTo>
                  <a:lnTo>
                    <a:pt x="2070878" y="419100"/>
                  </a:lnTo>
                  <a:lnTo>
                    <a:pt x="2063458" y="419100"/>
                  </a:lnTo>
                  <a:lnTo>
                    <a:pt x="2057401" y="419100"/>
                  </a:lnTo>
                  <a:lnTo>
                    <a:pt x="2055295" y="419100"/>
                  </a:lnTo>
                  <a:lnTo>
                    <a:pt x="2047875" y="419100"/>
                  </a:lnTo>
                  <a:lnTo>
                    <a:pt x="2036204" y="419100"/>
                  </a:lnTo>
                  <a:lnTo>
                    <a:pt x="2024911" y="419100"/>
                  </a:lnTo>
                  <a:lnTo>
                    <a:pt x="2014175" y="419100"/>
                  </a:lnTo>
                  <a:lnTo>
                    <a:pt x="2009328" y="419100"/>
                  </a:lnTo>
                  <a:lnTo>
                    <a:pt x="1999803" y="419100"/>
                  </a:lnTo>
                  <a:lnTo>
                    <a:pt x="1998592" y="419100"/>
                  </a:lnTo>
                  <a:lnTo>
                    <a:pt x="1968208" y="419100"/>
                  </a:lnTo>
                  <a:lnTo>
                    <a:pt x="1952625" y="419100"/>
                  </a:lnTo>
                  <a:lnTo>
                    <a:pt x="1950520" y="419100"/>
                  </a:lnTo>
                  <a:lnTo>
                    <a:pt x="1943100" y="419100"/>
                  </a:lnTo>
                  <a:lnTo>
                    <a:pt x="1904553" y="419100"/>
                  </a:lnTo>
                  <a:lnTo>
                    <a:pt x="1893817" y="419100"/>
                  </a:lnTo>
                  <a:lnTo>
                    <a:pt x="1872512" y="419100"/>
                  </a:lnTo>
                  <a:lnTo>
                    <a:pt x="1847850" y="419100"/>
                  </a:lnTo>
                  <a:lnTo>
                    <a:pt x="1823229" y="419100"/>
                  </a:lnTo>
                  <a:lnTo>
                    <a:pt x="1815809" y="419100"/>
                  </a:lnTo>
                  <a:lnTo>
                    <a:pt x="1777262" y="419100"/>
                  </a:lnTo>
                  <a:lnTo>
                    <a:pt x="1766526" y="419100"/>
                  </a:lnTo>
                  <a:lnTo>
                    <a:pt x="1752154" y="419100"/>
                  </a:lnTo>
                  <a:lnTo>
                    <a:pt x="1720559" y="419100"/>
                  </a:lnTo>
                  <a:lnTo>
                    <a:pt x="1702871" y="419100"/>
                  </a:lnTo>
                  <a:lnTo>
                    <a:pt x="1695451" y="419100"/>
                  </a:lnTo>
                  <a:lnTo>
                    <a:pt x="1662961" y="419100"/>
                  </a:lnTo>
                  <a:lnTo>
                    <a:pt x="1656904" y="419100"/>
                  </a:lnTo>
                  <a:lnTo>
                    <a:pt x="1646168" y="419100"/>
                  </a:lnTo>
                  <a:lnTo>
                    <a:pt x="1613678" y="419100"/>
                  </a:lnTo>
                  <a:lnTo>
                    <a:pt x="1606258" y="419100"/>
                  </a:lnTo>
                  <a:lnTo>
                    <a:pt x="1600201" y="419100"/>
                  </a:lnTo>
                  <a:lnTo>
                    <a:pt x="1584616" y="419100"/>
                  </a:lnTo>
                  <a:lnTo>
                    <a:pt x="1567711" y="419100"/>
                  </a:lnTo>
                  <a:lnTo>
                    <a:pt x="1556975" y="419100"/>
                  </a:lnTo>
                  <a:lnTo>
                    <a:pt x="1542603" y="419100"/>
                  </a:lnTo>
                  <a:lnTo>
                    <a:pt x="1535333" y="419100"/>
                  </a:lnTo>
                  <a:lnTo>
                    <a:pt x="1527913" y="419100"/>
                  </a:lnTo>
                  <a:lnTo>
                    <a:pt x="1511008" y="419100"/>
                  </a:lnTo>
                  <a:lnTo>
                    <a:pt x="1493320" y="419100"/>
                  </a:lnTo>
                  <a:lnTo>
                    <a:pt x="1489366" y="419100"/>
                  </a:lnTo>
                  <a:lnTo>
                    <a:pt x="1485900" y="419100"/>
                  </a:lnTo>
                  <a:lnTo>
                    <a:pt x="1478630" y="419100"/>
                  </a:lnTo>
                  <a:lnTo>
                    <a:pt x="1464258" y="419100"/>
                  </a:lnTo>
                  <a:lnTo>
                    <a:pt x="1447353" y="419100"/>
                  </a:lnTo>
                  <a:lnTo>
                    <a:pt x="1436617" y="419100"/>
                  </a:lnTo>
                  <a:lnTo>
                    <a:pt x="1432663" y="419100"/>
                  </a:lnTo>
                  <a:lnTo>
                    <a:pt x="1414975" y="419100"/>
                  </a:lnTo>
                  <a:lnTo>
                    <a:pt x="1407555" y="419100"/>
                  </a:lnTo>
                  <a:lnTo>
                    <a:pt x="1390650" y="419100"/>
                  </a:lnTo>
                  <a:lnTo>
                    <a:pt x="1375065" y="419100"/>
                  </a:lnTo>
                  <a:lnTo>
                    <a:pt x="1369008" y="419100"/>
                  </a:lnTo>
                  <a:lnTo>
                    <a:pt x="1358272" y="419100"/>
                  </a:lnTo>
                  <a:lnTo>
                    <a:pt x="1325782" y="419100"/>
                  </a:lnTo>
                  <a:lnTo>
                    <a:pt x="1318362" y="419100"/>
                  </a:lnTo>
                  <a:lnTo>
                    <a:pt x="1312305" y="419100"/>
                  </a:lnTo>
                  <a:lnTo>
                    <a:pt x="1279815" y="419100"/>
                  </a:lnTo>
                  <a:lnTo>
                    <a:pt x="1269079" y="419100"/>
                  </a:lnTo>
                  <a:lnTo>
                    <a:pt x="1254707" y="419100"/>
                  </a:lnTo>
                  <a:lnTo>
                    <a:pt x="1223112" y="419100"/>
                  </a:lnTo>
                  <a:lnTo>
                    <a:pt x="1205424" y="419100"/>
                  </a:lnTo>
                  <a:lnTo>
                    <a:pt x="1198004" y="419100"/>
                  </a:lnTo>
                  <a:lnTo>
                    <a:pt x="1159457" y="419100"/>
                  </a:lnTo>
                  <a:lnTo>
                    <a:pt x="1148721" y="419100"/>
                  </a:lnTo>
                  <a:lnTo>
                    <a:pt x="1127416" y="419100"/>
                  </a:lnTo>
                  <a:lnTo>
                    <a:pt x="1102754" y="419100"/>
                  </a:lnTo>
                  <a:lnTo>
                    <a:pt x="1078133" y="419100"/>
                  </a:lnTo>
                  <a:lnTo>
                    <a:pt x="1070713" y="419100"/>
                  </a:lnTo>
                  <a:lnTo>
                    <a:pt x="1032166" y="419100"/>
                  </a:lnTo>
                  <a:lnTo>
                    <a:pt x="1021430" y="419100"/>
                  </a:lnTo>
                  <a:lnTo>
                    <a:pt x="1007058" y="419100"/>
                  </a:lnTo>
                  <a:lnTo>
                    <a:pt x="975463" y="419100"/>
                  </a:lnTo>
                  <a:lnTo>
                    <a:pt x="957775" y="419100"/>
                  </a:lnTo>
                  <a:lnTo>
                    <a:pt x="950355" y="419100"/>
                  </a:lnTo>
                  <a:lnTo>
                    <a:pt x="939062" y="419100"/>
                  </a:lnTo>
                  <a:lnTo>
                    <a:pt x="917865" y="419100"/>
                  </a:lnTo>
                  <a:lnTo>
                    <a:pt x="911808" y="419100"/>
                  </a:lnTo>
                  <a:lnTo>
                    <a:pt x="901072" y="419100"/>
                  </a:lnTo>
                  <a:lnTo>
                    <a:pt x="889779" y="419100"/>
                  </a:lnTo>
                  <a:lnTo>
                    <a:pt x="882359" y="419100"/>
                  </a:lnTo>
                  <a:lnTo>
                    <a:pt x="868582" y="419100"/>
                  </a:lnTo>
                  <a:lnTo>
                    <a:pt x="861162" y="419100"/>
                  </a:lnTo>
                  <a:lnTo>
                    <a:pt x="855105" y="419100"/>
                  </a:lnTo>
                  <a:lnTo>
                    <a:pt x="843812" y="419100"/>
                  </a:lnTo>
                  <a:lnTo>
                    <a:pt x="833076" y="419100"/>
                  </a:lnTo>
                  <a:lnTo>
                    <a:pt x="822615" y="419100"/>
                  </a:lnTo>
                  <a:lnTo>
                    <a:pt x="818704" y="419100"/>
                  </a:lnTo>
                  <a:lnTo>
                    <a:pt x="811879" y="419100"/>
                  </a:lnTo>
                  <a:lnTo>
                    <a:pt x="797507" y="419100"/>
                  </a:lnTo>
                  <a:lnTo>
                    <a:pt x="787109" y="419100"/>
                  </a:lnTo>
                  <a:lnTo>
                    <a:pt x="769421" y="419100"/>
                  </a:lnTo>
                  <a:lnTo>
                    <a:pt x="765912" y="419100"/>
                  </a:lnTo>
                  <a:lnTo>
                    <a:pt x="762001" y="419100"/>
                  </a:lnTo>
                  <a:lnTo>
                    <a:pt x="748224" y="419100"/>
                  </a:lnTo>
                  <a:lnTo>
                    <a:pt x="740804" y="419100"/>
                  </a:lnTo>
                  <a:lnTo>
                    <a:pt x="729511" y="419100"/>
                  </a:lnTo>
                  <a:lnTo>
                    <a:pt x="723454" y="419100"/>
                  </a:lnTo>
                  <a:lnTo>
                    <a:pt x="712718" y="419100"/>
                  </a:lnTo>
                  <a:lnTo>
                    <a:pt x="702257" y="419100"/>
                  </a:lnTo>
                  <a:lnTo>
                    <a:pt x="691521" y="419100"/>
                  </a:lnTo>
                  <a:lnTo>
                    <a:pt x="680228" y="419100"/>
                  </a:lnTo>
                  <a:lnTo>
                    <a:pt x="672808" y="419100"/>
                  </a:lnTo>
                  <a:lnTo>
                    <a:pt x="666751" y="419100"/>
                  </a:lnTo>
                  <a:lnTo>
                    <a:pt x="645554" y="419100"/>
                  </a:lnTo>
                  <a:lnTo>
                    <a:pt x="634261" y="419100"/>
                  </a:lnTo>
                  <a:lnTo>
                    <a:pt x="623525" y="419100"/>
                  </a:lnTo>
                  <a:lnTo>
                    <a:pt x="609153" y="419100"/>
                  </a:lnTo>
                  <a:lnTo>
                    <a:pt x="577558" y="419100"/>
                  </a:lnTo>
                  <a:lnTo>
                    <a:pt x="559870" y="419100"/>
                  </a:lnTo>
                  <a:lnTo>
                    <a:pt x="552450" y="419100"/>
                  </a:lnTo>
                  <a:lnTo>
                    <a:pt x="513903" y="419100"/>
                  </a:lnTo>
                  <a:lnTo>
                    <a:pt x="503167" y="419100"/>
                  </a:lnTo>
                  <a:lnTo>
                    <a:pt x="481862" y="419100"/>
                  </a:lnTo>
                  <a:lnTo>
                    <a:pt x="457200" y="419100"/>
                  </a:lnTo>
                  <a:lnTo>
                    <a:pt x="432579" y="419100"/>
                  </a:lnTo>
                  <a:lnTo>
                    <a:pt x="425159" y="419100"/>
                  </a:lnTo>
                  <a:lnTo>
                    <a:pt x="386612" y="419100"/>
                  </a:lnTo>
                  <a:lnTo>
                    <a:pt x="375876" y="419100"/>
                  </a:lnTo>
                  <a:lnTo>
                    <a:pt x="361504" y="419100"/>
                  </a:lnTo>
                  <a:lnTo>
                    <a:pt x="329909" y="419100"/>
                  </a:lnTo>
                  <a:lnTo>
                    <a:pt x="312221" y="419100"/>
                  </a:lnTo>
                  <a:lnTo>
                    <a:pt x="304801" y="419100"/>
                  </a:lnTo>
                  <a:lnTo>
                    <a:pt x="272311" y="419100"/>
                  </a:lnTo>
                  <a:lnTo>
                    <a:pt x="266254" y="419100"/>
                  </a:lnTo>
                  <a:lnTo>
                    <a:pt x="255518" y="419100"/>
                  </a:lnTo>
                  <a:lnTo>
                    <a:pt x="223028" y="419100"/>
                  </a:lnTo>
                  <a:lnTo>
                    <a:pt x="215608" y="419100"/>
                  </a:lnTo>
                  <a:lnTo>
                    <a:pt x="209551" y="419100"/>
                  </a:lnTo>
                  <a:lnTo>
                    <a:pt x="177061" y="419100"/>
                  </a:lnTo>
                  <a:lnTo>
                    <a:pt x="166325" y="419100"/>
                  </a:lnTo>
                  <a:lnTo>
                    <a:pt x="151953" y="419100"/>
                  </a:lnTo>
                  <a:lnTo>
                    <a:pt x="120358" y="419100"/>
                  </a:lnTo>
                  <a:lnTo>
                    <a:pt x="102670" y="419100"/>
                  </a:lnTo>
                  <a:lnTo>
                    <a:pt x="95250" y="419100"/>
                  </a:lnTo>
                  <a:lnTo>
                    <a:pt x="56703" y="419100"/>
                  </a:lnTo>
                  <a:lnTo>
                    <a:pt x="45967" y="419100"/>
                  </a:lnTo>
                  <a:lnTo>
                    <a:pt x="0" y="419100"/>
                  </a:lnTo>
                  <a:close/>
                </a:path>
              </a:pathLst>
            </a:custGeom>
            <a:solidFill>
              <a:srgbClr val="305686"/>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nvGrpSpPr>
            <p:cNvPr id="12" name="组合 11"/>
            <p:cNvGrpSpPr/>
            <p:nvPr/>
          </p:nvGrpSpPr>
          <p:grpSpPr>
            <a:xfrm>
              <a:off x="418" y="2067"/>
              <a:ext cx="1655" cy="838"/>
              <a:chOff x="-391195" y="-1"/>
              <a:chExt cx="1697596" cy="866775"/>
            </a:xfrm>
            <a:solidFill>
              <a:srgbClr val="F5F5F5"/>
            </a:solidFill>
          </p:grpSpPr>
          <p:sp>
            <p:nvSpPr>
              <p:cNvPr id="13" name="任意多边形 17"/>
              <p:cNvSpPr/>
              <p:nvPr/>
            </p:nvSpPr>
            <p:spPr>
              <a:xfrm>
                <a:off x="238265"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4" name="任意多边形 18"/>
              <p:cNvSpPr/>
              <p:nvPr/>
            </p:nvSpPr>
            <p:spPr>
              <a:xfrm>
                <a:off x="421807"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5" name="任意多边形 19"/>
              <p:cNvSpPr/>
              <p:nvPr/>
            </p:nvSpPr>
            <p:spPr>
              <a:xfrm>
                <a:off x="605349"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6" name="任意多边形 26"/>
              <p:cNvSpPr/>
              <p:nvPr/>
            </p:nvSpPr>
            <p:spPr>
              <a:xfrm>
                <a:off x="788891"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7" name="任意多边形 27"/>
              <p:cNvSpPr/>
              <p:nvPr/>
            </p:nvSpPr>
            <p:spPr>
              <a:xfrm>
                <a:off x="972434"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 name="任意多边形 28"/>
              <p:cNvSpPr/>
              <p:nvPr/>
            </p:nvSpPr>
            <p:spPr>
              <a:xfrm>
                <a:off x="-391195" y="-1"/>
                <a:ext cx="779885" cy="866775"/>
              </a:xfrm>
              <a:custGeom>
                <a:avLst/>
                <a:gdLst>
                  <a:gd name="connsiteX0" fmla="*/ 167467 w 602715"/>
                  <a:gd name="connsiteY0" fmla="*/ 0 h 669866"/>
                  <a:gd name="connsiteX1" fmla="*/ 240938 w 602715"/>
                  <a:gd name="connsiteY1" fmla="*/ 0 h 669866"/>
                  <a:gd name="connsiteX2" fmla="*/ 258098 w 602715"/>
                  <a:gd name="connsiteY2" fmla="*/ 0 h 669866"/>
                  <a:gd name="connsiteX3" fmla="*/ 319710 w 602715"/>
                  <a:gd name="connsiteY3" fmla="*/ 0 h 669866"/>
                  <a:gd name="connsiteX4" fmla="*/ 331569 w 602715"/>
                  <a:gd name="connsiteY4" fmla="*/ 0 h 669866"/>
                  <a:gd name="connsiteX5" fmla="*/ 359841 w 602715"/>
                  <a:gd name="connsiteY5" fmla="*/ 0 h 669866"/>
                  <a:gd name="connsiteX6" fmla="*/ 410341 w 602715"/>
                  <a:gd name="connsiteY6" fmla="*/ 0 h 669866"/>
                  <a:gd name="connsiteX7" fmla="*/ 433312 w 602715"/>
                  <a:gd name="connsiteY7" fmla="*/ 0 h 669866"/>
                  <a:gd name="connsiteX8" fmla="*/ 450472 w 602715"/>
                  <a:gd name="connsiteY8" fmla="*/ 0 h 669866"/>
                  <a:gd name="connsiteX9" fmla="*/ 512084 w 602715"/>
                  <a:gd name="connsiteY9" fmla="*/ 0 h 669866"/>
                  <a:gd name="connsiteX10" fmla="*/ 523943 w 602715"/>
                  <a:gd name="connsiteY10" fmla="*/ 0 h 669866"/>
                  <a:gd name="connsiteX11" fmla="*/ 602715 w 602715"/>
                  <a:gd name="connsiteY11" fmla="*/ 0 h 669866"/>
                  <a:gd name="connsiteX12" fmla="*/ 435248 w 602715"/>
                  <a:gd name="connsiteY12" fmla="*/ 669866 h 669866"/>
                  <a:gd name="connsiteX13" fmla="*/ 356476 w 602715"/>
                  <a:gd name="connsiteY13" fmla="*/ 669866 h 669866"/>
                  <a:gd name="connsiteX14" fmla="*/ 344617 w 602715"/>
                  <a:gd name="connsiteY14" fmla="*/ 669866 h 669866"/>
                  <a:gd name="connsiteX15" fmla="*/ 283005 w 602715"/>
                  <a:gd name="connsiteY15" fmla="*/ 669866 h 669866"/>
                  <a:gd name="connsiteX16" fmla="*/ 265845 w 602715"/>
                  <a:gd name="connsiteY16" fmla="*/ 669866 h 669866"/>
                  <a:gd name="connsiteX17" fmla="*/ 242874 w 602715"/>
                  <a:gd name="connsiteY17" fmla="*/ 669866 h 669866"/>
                  <a:gd name="connsiteX18" fmla="*/ 192374 w 602715"/>
                  <a:gd name="connsiteY18" fmla="*/ 669866 h 669866"/>
                  <a:gd name="connsiteX19" fmla="*/ 164102 w 602715"/>
                  <a:gd name="connsiteY19" fmla="*/ 669866 h 669866"/>
                  <a:gd name="connsiteX20" fmla="*/ 152243 w 602715"/>
                  <a:gd name="connsiteY20" fmla="*/ 669866 h 669866"/>
                  <a:gd name="connsiteX21" fmla="*/ 90631 w 602715"/>
                  <a:gd name="connsiteY21" fmla="*/ 669866 h 669866"/>
                  <a:gd name="connsiteX22" fmla="*/ 73471 w 602715"/>
                  <a:gd name="connsiteY22" fmla="*/ 669866 h 669866"/>
                  <a:gd name="connsiteX23" fmla="*/ 0 w 602715"/>
                  <a:gd name="connsiteY23" fmla="*/ 669866 h 66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2715" h="669866">
                    <a:moveTo>
                      <a:pt x="167467" y="0"/>
                    </a:moveTo>
                    <a:lnTo>
                      <a:pt x="240938" y="0"/>
                    </a:lnTo>
                    <a:lnTo>
                      <a:pt x="258098" y="0"/>
                    </a:lnTo>
                    <a:lnTo>
                      <a:pt x="319710" y="0"/>
                    </a:lnTo>
                    <a:lnTo>
                      <a:pt x="331569" y="0"/>
                    </a:lnTo>
                    <a:lnTo>
                      <a:pt x="359841" y="0"/>
                    </a:lnTo>
                    <a:lnTo>
                      <a:pt x="410341" y="0"/>
                    </a:lnTo>
                    <a:lnTo>
                      <a:pt x="433312" y="0"/>
                    </a:lnTo>
                    <a:lnTo>
                      <a:pt x="450472" y="0"/>
                    </a:lnTo>
                    <a:lnTo>
                      <a:pt x="512084" y="0"/>
                    </a:lnTo>
                    <a:lnTo>
                      <a:pt x="523943" y="0"/>
                    </a:lnTo>
                    <a:lnTo>
                      <a:pt x="602715" y="0"/>
                    </a:lnTo>
                    <a:lnTo>
                      <a:pt x="435248" y="669866"/>
                    </a:lnTo>
                    <a:lnTo>
                      <a:pt x="356476" y="669866"/>
                    </a:lnTo>
                    <a:lnTo>
                      <a:pt x="344617" y="669866"/>
                    </a:lnTo>
                    <a:lnTo>
                      <a:pt x="283005" y="669866"/>
                    </a:lnTo>
                    <a:lnTo>
                      <a:pt x="265845" y="669866"/>
                    </a:lnTo>
                    <a:lnTo>
                      <a:pt x="242874" y="669866"/>
                    </a:lnTo>
                    <a:lnTo>
                      <a:pt x="192374" y="669866"/>
                    </a:lnTo>
                    <a:lnTo>
                      <a:pt x="164102" y="669866"/>
                    </a:lnTo>
                    <a:lnTo>
                      <a:pt x="152243" y="669866"/>
                    </a:lnTo>
                    <a:lnTo>
                      <a:pt x="90631" y="669866"/>
                    </a:lnTo>
                    <a:lnTo>
                      <a:pt x="73471" y="669866"/>
                    </a:lnTo>
                    <a:lnTo>
                      <a:pt x="0" y="669866"/>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sp>
          <p:nvSpPr>
            <p:cNvPr id="32772" name="Text Box 7"/>
            <p:cNvSpPr txBox="1"/>
            <p:nvPr/>
          </p:nvSpPr>
          <p:spPr>
            <a:xfrm>
              <a:off x="2170" y="1961"/>
              <a:ext cx="12428" cy="918"/>
            </a:xfrm>
            <a:prstGeom prst="rect">
              <a:avLst/>
            </a:prstGeom>
            <a:noFill/>
            <a:ln w="9525">
              <a:noFill/>
            </a:ln>
          </p:spPr>
          <p:txBody>
            <a:bodyPr wrap="square" anchor="t" anchorCtr="0">
              <a:spAutoFit/>
            </a:bodyPr>
            <a:p>
              <a:pPr>
                <a:buSzTx/>
              </a:pPr>
              <a:r>
                <a:rPr lang="en-US" altLang="zh-CN" sz="3200" b="1" dirty="0">
                  <a:solidFill>
                    <a:schemeClr val="bg1"/>
                  </a:solidFill>
                  <a:latin typeface="微软雅黑" panose="020B0503020204020204" charset="-122"/>
                  <a:ea typeface="微软雅黑" panose="020B0503020204020204" charset="-122"/>
                </a:rPr>
                <a:t>4.2</a:t>
              </a:r>
              <a:r>
                <a:rPr lang="zh-CN" altLang="en-US" sz="3200" b="1" dirty="0">
                  <a:solidFill>
                    <a:schemeClr val="bg1"/>
                  </a:solidFill>
                  <a:latin typeface="微软雅黑" panose="020B0503020204020204" charset="-122"/>
                  <a:ea typeface="微软雅黑" panose="020B0503020204020204" charset="-122"/>
                </a:rPr>
                <a:t>简谐振动动力学</a:t>
              </a:r>
              <a:endParaRPr lang="zh-CN" altLang="en-US" sz="3200" b="1" dirty="0">
                <a:solidFill>
                  <a:schemeClr val="bg1"/>
                </a:solidFill>
                <a:latin typeface="微软雅黑" panose="020B0503020204020204" charset="-122"/>
                <a:ea typeface="微软雅黑" panose="020B0503020204020204" charset="-122"/>
              </a:endParaRPr>
            </a:p>
          </p:txBody>
        </p:sp>
      </p:grpSp>
      <p:cxnSp>
        <p:nvCxnSpPr>
          <p:cNvPr id="8" name="直接连接符 7"/>
          <p:cNvCxnSpPr/>
          <p:nvPr/>
        </p:nvCxnSpPr>
        <p:spPr>
          <a:xfrm>
            <a:off x="1217613" y="866775"/>
            <a:ext cx="7920037" cy="0"/>
          </a:xfrm>
          <a:prstGeom prst="line">
            <a:avLst/>
          </a:prstGeom>
          <a:ln w="28575" cap="flat" cmpd="sng">
            <a:solidFill>
              <a:srgbClr val="315985"/>
            </a:solidFill>
            <a:prstDash val="solid"/>
            <a:miter/>
            <a:headEnd type="none" w="med" len="med"/>
            <a:tailEnd type="none" w="med" len="med"/>
          </a:ln>
        </p:spPr>
      </p:cxnSp>
      <p:sp>
        <p:nvSpPr>
          <p:cNvPr id="20" name="矩形 19"/>
          <p:cNvSpPr/>
          <p:nvPr/>
        </p:nvSpPr>
        <p:spPr>
          <a:xfrm>
            <a:off x="717550" y="1009650"/>
            <a:ext cx="7483475" cy="565150"/>
          </a:xfrm>
          <a:prstGeom prst="rect">
            <a:avLst/>
          </a:prstGeom>
          <a:noFill/>
          <a:ln w="9525">
            <a:noFill/>
          </a:ln>
        </p:spPr>
        <p:txBody>
          <a:bodyPr wrap="square" anchor="t" anchorCtr="0">
            <a:spAutoFit/>
          </a:bodyPr>
          <a:p>
            <a:pPr>
              <a:lnSpc>
                <a:spcPct val="110000"/>
              </a:lnSpc>
            </a:pPr>
            <a:r>
              <a:rPr lang="zh-CN" altLang="en-US" sz="2800" b="1" dirty="0">
                <a:solidFill>
                  <a:srgbClr val="254265"/>
                </a:solidFill>
                <a:latin typeface="微软雅黑" panose="020B0503020204020204" charset="-122"/>
                <a:ea typeface="微软雅黑" panose="020B0503020204020204" charset="-122"/>
              </a:rPr>
              <a:t>一、简谐振动实例</a:t>
            </a:r>
            <a:endParaRPr lang="zh-CN" altLang="en-US" sz="2800" b="1" dirty="0">
              <a:solidFill>
                <a:srgbClr val="254265"/>
              </a:solidFill>
              <a:latin typeface="微软雅黑" panose="020B0503020204020204" charset="-122"/>
              <a:ea typeface="微软雅黑" panose="020B0503020204020204" charset="-122"/>
            </a:endParaRPr>
          </a:p>
        </p:txBody>
      </p:sp>
      <p:sp>
        <p:nvSpPr>
          <p:cNvPr id="32775" name="Rectangle 9"/>
          <p:cNvSpPr/>
          <p:nvPr/>
        </p:nvSpPr>
        <p:spPr>
          <a:xfrm>
            <a:off x="4756150" y="1846263"/>
            <a:ext cx="2362200" cy="1295400"/>
          </a:xfrm>
          <a:prstGeom prst="rect">
            <a:avLst/>
          </a:prstGeom>
          <a:no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1898" name="Text Box 42"/>
          <p:cNvSpPr txBox="1"/>
          <p:nvPr/>
        </p:nvSpPr>
        <p:spPr>
          <a:xfrm>
            <a:off x="365125" y="2398713"/>
            <a:ext cx="4648200" cy="460375"/>
          </a:xfrm>
          <a:prstGeom prst="rect">
            <a:avLst/>
          </a:prstGeom>
          <a:noFill/>
          <a:ln w="9525">
            <a:noFill/>
          </a:ln>
        </p:spPr>
        <p:txBody>
          <a:bodyPr anchor="t" anchorCtr="0">
            <a:spAutoFit/>
          </a:bodyPr>
          <a:p>
            <a:pPr>
              <a:spcBef>
                <a:spcPct val="50000"/>
              </a:spcBef>
            </a:pPr>
            <a:r>
              <a:rPr lang="zh-CN" altLang="en-US" sz="2400" dirty="0">
                <a:latin typeface="微软雅黑" panose="020B0503020204020204" charset="-122"/>
                <a:ea typeface="微软雅黑" panose="020B0503020204020204" charset="-122"/>
              </a:rPr>
              <a:t>设弹簧原长为坐标原点</a:t>
            </a:r>
            <a:endParaRPr lang="zh-CN" altLang="en-US" sz="2400" b="1" dirty="0">
              <a:latin typeface="Times New Roman" panose="02020603050405020304" pitchFamily="18" charset="0"/>
              <a:ea typeface="楷体_GB2312" pitchFamily="49" charset="-122"/>
            </a:endParaRPr>
          </a:p>
        </p:txBody>
      </p:sp>
      <p:graphicFrame>
        <p:nvGraphicFramePr>
          <p:cNvPr id="121899" name="Object 43"/>
          <p:cNvGraphicFramePr>
            <a:graphicFrameLocks noChangeAspect="1"/>
          </p:cNvGraphicFramePr>
          <p:nvPr/>
        </p:nvGraphicFramePr>
        <p:xfrm>
          <a:off x="3059113" y="2924175"/>
          <a:ext cx="1808162" cy="874713"/>
        </p:xfrm>
        <a:graphic>
          <a:graphicData uri="http://schemas.openxmlformats.org/presentationml/2006/ole">
            <mc:AlternateContent xmlns:mc="http://schemas.openxmlformats.org/markup-compatibility/2006">
              <mc:Choice xmlns:v="urn:schemas-microsoft-com:vml" Requires="v">
                <p:oleObj spid="_x0000_s3157" name="" r:id="rId1" imgW="812165" imgH="419100" progId="Equation.3">
                  <p:embed/>
                </p:oleObj>
              </mc:Choice>
              <mc:Fallback>
                <p:oleObj name="" r:id="rId1" imgW="812165" imgH="419100" progId="Equation.3">
                  <p:embed/>
                  <p:pic>
                    <p:nvPicPr>
                      <p:cNvPr id="0" name="图片 3156"/>
                      <p:cNvPicPr/>
                      <p:nvPr/>
                    </p:nvPicPr>
                    <p:blipFill>
                      <a:blip r:embed="rId2"/>
                      <a:stretch>
                        <a:fillRect/>
                      </a:stretch>
                    </p:blipFill>
                    <p:spPr>
                      <a:xfrm>
                        <a:off x="3059113" y="2924175"/>
                        <a:ext cx="1808162" cy="874713"/>
                      </a:xfrm>
                      <a:prstGeom prst="rect">
                        <a:avLst/>
                      </a:prstGeom>
                      <a:noFill/>
                      <a:ln w="38100">
                        <a:noFill/>
                        <a:miter/>
                      </a:ln>
                    </p:spPr>
                  </p:pic>
                </p:oleObj>
              </mc:Fallback>
            </mc:AlternateContent>
          </a:graphicData>
        </a:graphic>
      </p:graphicFrame>
      <p:sp>
        <p:nvSpPr>
          <p:cNvPr id="121900" name="Text Box 44"/>
          <p:cNvSpPr txBox="1"/>
          <p:nvPr/>
        </p:nvSpPr>
        <p:spPr>
          <a:xfrm>
            <a:off x="395288" y="3187700"/>
            <a:ext cx="3048000" cy="460375"/>
          </a:xfrm>
          <a:prstGeom prst="rect">
            <a:avLst/>
          </a:prstGeom>
          <a:noFill/>
          <a:ln w="9525">
            <a:noFill/>
          </a:ln>
        </p:spPr>
        <p:txBody>
          <a:bodyPr anchor="t" anchorCtr="0">
            <a:spAutoFit/>
          </a:bodyPr>
          <a:p>
            <a:pPr>
              <a:spcBef>
                <a:spcPct val="50000"/>
              </a:spcBef>
            </a:pPr>
            <a:r>
              <a:rPr lang="zh-CN" altLang="en-US" sz="2400" dirty="0">
                <a:latin typeface="微软雅黑" panose="020B0503020204020204" charset="-122"/>
                <a:ea typeface="微软雅黑" panose="020B0503020204020204" charset="-122"/>
              </a:rPr>
              <a:t>由牛顿第二定律</a:t>
            </a:r>
            <a:endParaRPr lang="zh-CN" altLang="en-US" sz="2400" b="1" dirty="0">
              <a:latin typeface="Times New Roman" panose="02020603050405020304" pitchFamily="18" charset="0"/>
              <a:ea typeface="楷体_GB2312" pitchFamily="49" charset="-122"/>
            </a:endParaRPr>
          </a:p>
        </p:txBody>
      </p:sp>
      <p:sp>
        <p:nvSpPr>
          <p:cNvPr id="121901" name="Text Box 45"/>
          <p:cNvSpPr txBox="1"/>
          <p:nvPr/>
        </p:nvSpPr>
        <p:spPr>
          <a:xfrm>
            <a:off x="390525" y="1763713"/>
            <a:ext cx="4343400" cy="460375"/>
          </a:xfrm>
          <a:prstGeom prst="rect">
            <a:avLst/>
          </a:prstGeom>
          <a:noFill/>
          <a:ln w="9525">
            <a:noFill/>
          </a:ln>
        </p:spPr>
        <p:txBody>
          <a:bodyPr anchor="t" anchorCtr="0">
            <a:spAutoFit/>
          </a:bodyPr>
          <a:p>
            <a:pPr>
              <a:spcBef>
                <a:spcPct val="50000"/>
              </a:spcBef>
            </a:pPr>
            <a:r>
              <a:rPr lang="zh-CN" altLang="en-US" sz="2400" dirty="0">
                <a:latin typeface="微软雅黑" panose="020B0503020204020204" charset="-122"/>
                <a:ea typeface="微软雅黑" panose="020B0503020204020204" charset="-122"/>
              </a:rPr>
              <a:t>以弹簧谐振子为例</a:t>
            </a:r>
            <a:endParaRPr lang="zh-CN" altLang="en-US" sz="2400" dirty="0">
              <a:latin typeface="微软雅黑" panose="020B0503020204020204" charset="-122"/>
              <a:ea typeface="微软雅黑" panose="020B0503020204020204" charset="-122"/>
            </a:endParaRPr>
          </a:p>
        </p:txBody>
      </p:sp>
      <p:graphicFrame>
        <p:nvGraphicFramePr>
          <p:cNvPr id="121912" name="Object 56"/>
          <p:cNvGraphicFramePr>
            <a:graphicFrameLocks noChangeAspect="1"/>
          </p:cNvGraphicFramePr>
          <p:nvPr/>
        </p:nvGraphicFramePr>
        <p:xfrm>
          <a:off x="2814638" y="3771900"/>
          <a:ext cx="1828800" cy="881063"/>
        </p:xfrm>
        <a:graphic>
          <a:graphicData uri="http://schemas.openxmlformats.org/presentationml/2006/ole">
            <mc:AlternateContent xmlns:mc="http://schemas.openxmlformats.org/markup-compatibility/2006">
              <mc:Choice xmlns:v="urn:schemas-microsoft-com:vml" Requires="v">
                <p:oleObj spid="_x0000_s3154" name="" r:id="rId3" imgW="876300" imgH="419100" progId="Equation.3">
                  <p:embed/>
                </p:oleObj>
              </mc:Choice>
              <mc:Fallback>
                <p:oleObj name="" r:id="rId3" imgW="876300" imgH="419100" progId="Equation.3">
                  <p:embed/>
                  <p:pic>
                    <p:nvPicPr>
                      <p:cNvPr id="0" name="图片 3153"/>
                      <p:cNvPicPr/>
                      <p:nvPr/>
                    </p:nvPicPr>
                    <p:blipFill>
                      <a:blip r:embed="rId4"/>
                      <a:stretch>
                        <a:fillRect/>
                      </a:stretch>
                    </p:blipFill>
                    <p:spPr>
                      <a:xfrm>
                        <a:off x="2814638" y="3771900"/>
                        <a:ext cx="1828800" cy="881063"/>
                      </a:xfrm>
                      <a:prstGeom prst="rect">
                        <a:avLst/>
                      </a:prstGeom>
                      <a:noFill/>
                      <a:ln w="38100">
                        <a:noFill/>
                        <a:miter/>
                      </a:ln>
                    </p:spPr>
                  </p:pic>
                </p:oleObj>
              </mc:Fallback>
            </mc:AlternateContent>
          </a:graphicData>
        </a:graphic>
      </p:graphicFrame>
      <p:graphicFrame>
        <p:nvGraphicFramePr>
          <p:cNvPr id="121913" name="Object 57"/>
          <p:cNvGraphicFramePr>
            <a:graphicFrameLocks noChangeAspect="1"/>
          </p:cNvGraphicFramePr>
          <p:nvPr/>
        </p:nvGraphicFramePr>
        <p:xfrm>
          <a:off x="2503488" y="4940300"/>
          <a:ext cx="2284412" cy="1100138"/>
        </p:xfrm>
        <a:graphic>
          <a:graphicData uri="http://schemas.openxmlformats.org/presentationml/2006/ole">
            <mc:AlternateContent xmlns:mc="http://schemas.openxmlformats.org/markup-compatibility/2006">
              <mc:Choice xmlns:v="urn:schemas-microsoft-com:vml" Requires="v">
                <p:oleObj spid="_x0000_s3158" name="" r:id="rId5" imgW="779145" imgH="347980" progId="Equation.3">
                  <p:embed/>
                </p:oleObj>
              </mc:Choice>
              <mc:Fallback>
                <p:oleObj name="" r:id="rId5" imgW="779145" imgH="347980" progId="Equation.3">
                  <p:embed/>
                  <p:pic>
                    <p:nvPicPr>
                      <p:cNvPr id="0" name="图片 3157"/>
                      <p:cNvPicPr/>
                      <p:nvPr/>
                    </p:nvPicPr>
                    <p:blipFill>
                      <a:blip r:embed="rId6">
                        <a:clrChange>
                          <a:clrFrom>
                            <a:srgbClr val="000000"/>
                          </a:clrFrom>
                          <a:clrTo>
                            <a:srgbClr val="000000">
                              <a:alpha val="0"/>
                            </a:srgbClr>
                          </a:clrTo>
                        </a:clrChange>
                      </a:blip>
                      <a:stretch>
                        <a:fillRect/>
                      </a:stretch>
                    </p:blipFill>
                    <p:spPr>
                      <a:xfrm>
                        <a:off x="2503488" y="4940300"/>
                        <a:ext cx="2284412" cy="1100138"/>
                      </a:xfrm>
                      <a:prstGeom prst="rect">
                        <a:avLst/>
                      </a:prstGeom>
                      <a:noFill/>
                      <a:ln w="38100">
                        <a:noFill/>
                        <a:miter/>
                      </a:ln>
                    </p:spPr>
                  </p:pic>
                </p:oleObj>
              </mc:Fallback>
            </mc:AlternateContent>
          </a:graphicData>
        </a:graphic>
      </p:graphicFrame>
      <p:sp>
        <p:nvSpPr>
          <p:cNvPr id="121914" name="Text Box 58"/>
          <p:cNvSpPr txBox="1"/>
          <p:nvPr/>
        </p:nvSpPr>
        <p:spPr>
          <a:xfrm>
            <a:off x="5626100" y="3889375"/>
            <a:ext cx="685800" cy="460375"/>
          </a:xfrm>
          <a:prstGeom prst="rect">
            <a:avLst/>
          </a:prstGeom>
          <a:noFill/>
          <a:ln w="9525">
            <a:noFill/>
          </a:ln>
        </p:spPr>
        <p:txBody>
          <a:bodyPr anchor="t" anchorCtr="0">
            <a:spAutoFit/>
          </a:bodyPr>
          <a:p>
            <a:pPr>
              <a:spcBef>
                <a:spcPct val="50000"/>
              </a:spcBef>
            </a:pPr>
            <a:r>
              <a:rPr lang="zh-CN" altLang="en-US" sz="2400" b="1" dirty="0">
                <a:solidFill>
                  <a:schemeClr val="accent2"/>
                </a:solidFill>
                <a:latin typeface="Times New Roman" panose="02020603050405020304" pitchFamily="18" charset="0"/>
                <a:ea typeface="楷体_GB2312" pitchFamily="49" charset="-122"/>
              </a:rPr>
              <a:t>令</a:t>
            </a:r>
            <a:endParaRPr lang="zh-CN" altLang="en-US" sz="2400" b="1" dirty="0">
              <a:solidFill>
                <a:schemeClr val="accent2"/>
              </a:solidFill>
              <a:latin typeface="Times New Roman" panose="02020603050405020304" pitchFamily="18" charset="0"/>
              <a:ea typeface="楷体_GB2312" pitchFamily="49" charset="-122"/>
            </a:endParaRPr>
          </a:p>
        </p:txBody>
      </p:sp>
      <p:graphicFrame>
        <p:nvGraphicFramePr>
          <p:cNvPr id="121915" name="Object 59"/>
          <p:cNvGraphicFramePr>
            <a:graphicFrameLocks noChangeAspect="1"/>
          </p:cNvGraphicFramePr>
          <p:nvPr/>
        </p:nvGraphicFramePr>
        <p:xfrm>
          <a:off x="6096000" y="3644900"/>
          <a:ext cx="1443038" cy="946150"/>
        </p:xfrm>
        <a:graphic>
          <a:graphicData uri="http://schemas.openxmlformats.org/presentationml/2006/ole">
            <mc:AlternateContent xmlns:mc="http://schemas.openxmlformats.org/markup-compatibility/2006">
              <mc:Choice xmlns:v="urn:schemas-microsoft-com:vml" Requires="v">
                <p:oleObj spid="_x0000_s3155" name="" r:id="rId7" imgW="495300" imgH="393700" progId="Equation.3">
                  <p:embed/>
                </p:oleObj>
              </mc:Choice>
              <mc:Fallback>
                <p:oleObj name="" r:id="rId7" imgW="495300" imgH="393700" progId="Equation.3">
                  <p:embed/>
                  <p:pic>
                    <p:nvPicPr>
                      <p:cNvPr id="0" name="图片 3154"/>
                      <p:cNvPicPr/>
                      <p:nvPr/>
                    </p:nvPicPr>
                    <p:blipFill>
                      <a:blip r:embed="rId8"/>
                      <a:stretch>
                        <a:fillRect/>
                      </a:stretch>
                    </p:blipFill>
                    <p:spPr>
                      <a:xfrm>
                        <a:off x="6096000" y="3644900"/>
                        <a:ext cx="1443038" cy="946150"/>
                      </a:xfrm>
                      <a:prstGeom prst="rect">
                        <a:avLst/>
                      </a:prstGeom>
                      <a:noFill/>
                      <a:ln w="38100">
                        <a:noFill/>
                        <a:miter/>
                      </a:ln>
                    </p:spPr>
                  </p:pic>
                </p:oleObj>
              </mc:Fallback>
            </mc:AlternateContent>
          </a:graphicData>
        </a:graphic>
      </p:graphicFrame>
      <p:sp>
        <p:nvSpPr>
          <p:cNvPr id="121916" name="AutoShape 60"/>
          <p:cNvSpPr/>
          <p:nvPr/>
        </p:nvSpPr>
        <p:spPr>
          <a:xfrm>
            <a:off x="3505200" y="4483100"/>
            <a:ext cx="76200" cy="457200"/>
          </a:xfrm>
          <a:prstGeom prst="downArrow">
            <a:avLst>
              <a:gd name="adj1" fmla="val 50000"/>
              <a:gd name="adj2" fmla="val 150000"/>
            </a:avLst>
          </a:prstGeom>
          <a:noFill/>
          <a:ln w="9525" cap="flat" cmpd="sng">
            <a:solidFill>
              <a:srgbClr val="FF00FF"/>
            </a:solidFill>
            <a:prstDash val="dash"/>
            <a:miter/>
            <a:headEnd type="none" w="med" len="med"/>
            <a:tailEnd type="none" w="med" len="med"/>
          </a:ln>
        </p:spPr>
        <p:txBody>
          <a:bodyPr vert="eaVert" wrap="none" anchor="ctr" anchorCtr="0"/>
          <a:p>
            <a:endParaRPr lang="zh-CN" altLang="en-US" dirty="0">
              <a:latin typeface="Arial" panose="020B0604020202020204" pitchFamily="34" charset="0"/>
              <a:ea typeface="宋体" panose="02010600030101010101" pitchFamily="2" charset="-122"/>
            </a:endParaRPr>
          </a:p>
        </p:txBody>
      </p:sp>
      <p:sp>
        <p:nvSpPr>
          <p:cNvPr id="121917" name="Text Box 61"/>
          <p:cNvSpPr txBox="1"/>
          <p:nvPr/>
        </p:nvSpPr>
        <p:spPr>
          <a:xfrm>
            <a:off x="304800" y="5092700"/>
            <a:ext cx="1981200" cy="830263"/>
          </a:xfrm>
          <a:prstGeom prst="rect">
            <a:avLst/>
          </a:prstGeom>
          <a:noFill/>
          <a:ln w="9525">
            <a:noFill/>
          </a:ln>
        </p:spPr>
        <p:txBody>
          <a:bodyPr anchor="t" anchorCtr="0">
            <a:spAutoFit/>
          </a:bodyPr>
          <a:p>
            <a:pPr algn="just">
              <a:spcBef>
                <a:spcPct val="50000"/>
              </a:spcBef>
            </a:pPr>
            <a:r>
              <a:rPr lang="zh-CN" altLang="en-US" sz="2400" dirty="0">
                <a:solidFill>
                  <a:srgbClr val="FF0000"/>
                </a:solidFill>
                <a:latin typeface="微软雅黑" panose="020B0503020204020204" charset="-122"/>
                <a:ea typeface="微软雅黑" panose="020B0503020204020204" charset="-122"/>
              </a:rPr>
              <a:t>简谐振动动力学方程</a:t>
            </a:r>
            <a:endParaRPr lang="zh-CN" altLang="en-US" sz="2400" dirty="0">
              <a:solidFill>
                <a:srgbClr val="FF0000"/>
              </a:solidFill>
              <a:latin typeface="微软雅黑" panose="020B0503020204020204" charset="-122"/>
              <a:ea typeface="微软雅黑" panose="020B0503020204020204" charset="-122"/>
            </a:endParaRPr>
          </a:p>
        </p:txBody>
      </p:sp>
      <p:sp>
        <p:nvSpPr>
          <p:cNvPr id="121918" name="Rectangle 62"/>
          <p:cNvSpPr/>
          <p:nvPr/>
        </p:nvSpPr>
        <p:spPr>
          <a:xfrm>
            <a:off x="304800" y="4940300"/>
            <a:ext cx="4876800" cy="1143000"/>
          </a:xfrm>
          <a:prstGeom prst="rect">
            <a:avLst/>
          </a:prstGeom>
          <a:noFill/>
          <a:ln w="9525" cap="flat" cmpd="sng">
            <a:solidFill>
              <a:srgbClr val="FF0000"/>
            </a:solidFill>
            <a:prstDash val="sysDot"/>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1919" name="Text Box 63"/>
          <p:cNvSpPr txBox="1"/>
          <p:nvPr/>
        </p:nvSpPr>
        <p:spPr>
          <a:xfrm>
            <a:off x="963613" y="3979863"/>
            <a:ext cx="1447800" cy="460375"/>
          </a:xfrm>
          <a:prstGeom prst="rect">
            <a:avLst/>
          </a:prstGeom>
          <a:noFill/>
          <a:ln w="9525">
            <a:noFill/>
          </a:ln>
        </p:spPr>
        <p:txBody>
          <a:bodyPr anchor="t" anchorCtr="0">
            <a:spAutoFit/>
          </a:bodyPr>
          <a:p>
            <a:pPr algn="ctr">
              <a:spcBef>
                <a:spcPct val="50000"/>
              </a:spcBef>
            </a:pPr>
            <a:r>
              <a:rPr lang="zh-CN" altLang="en-US" sz="2400" dirty="0">
                <a:latin typeface="微软雅黑" panose="020B0503020204020204" charset="-122"/>
                <a:ea typeface="微软雅黑" panose="020B0503020204020204" charset="-122"/>
              </a:rPr>
              <a:t>整理得</a:t>
            </a:r>
            <a:endParaRPr lang="zh-CN" altLang="en-US" sz="2400" b="1" dirty="0">
              <a:latin typeface="Times New Roman" panose="02020603050405020304" pitchFamily="18" charset="0"/>
              <a:ea typeface="楷体_GB2312" pitchFamily="49" charset="-122"/>
            </a:endParaRPr>
          </a:p>
        </p:txBody>
      </p:sp>
      <p:sp>
        <p:nvSpPr>
          <p:cNvPr id="121920" name="Rectangle 64"/>
          <p:cNvSpPr/>
          <p:nvPr/>
        </p:nvSpPr>
        <p:spPr>
          <a:xfrm>
            <a:off x="5334000" y="3683000"/>
            <a:ext cx="2438400" cy="990600"/>
          </a:xfrm>
          <a:prstGeom prst="rect">
            <a:avLst/>
          </a:prstGeom>
          <a:noFill/>
          <a:ln w="9525" cap="flat" cmpd="sng">
            <a:solidFill>
              <a:srgbClr val="FF0000"/>
            </a:solidFill>
            <a:prstDash val="sysDot"/>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21921" name="Object 65"/>
          <p:cNvGraphicFramePr>
            <a:graphicFrameLocks noChangeAspect="1"/>
          </p:cNvGraphicFramePr>
          <p:nvPr/>
        </p:nvGraphicFramePr>
        <p:xfrm>
          <a:off x="1828800" y="6062663"/>
          <a:ext cx="4044950" cy="530225"/>
        </p:xfrm>
        <a:graphic>
          <a:graphicData uri="http://schemas.openxmlformats.org/presentationml/2006/ole">
            <mc:AlternateContent xmlns:mc="http://schemas.openxmlformats.org/markup-compatibility/2006">
              <mc:Choice xmlns:v="urn:schemas-microsoft-com:vml" Requires="v">
                <p:oleObj spid="_x0000_s3156" name="" r:id="rId9" imgW="1536065" imgH="215900" progId="Equation.3">
                  <p:embed/>
                </p:oleObj>
              </mc:Choice>
              <mc:Fallback>
                <p:oleObj name="" r:id="rId9" imgW="1536065" imgH="215900" progId="Equation.3">
                  <p:embed/>
                  <p:pic>
                    <p:nvPicPr>
                      <p:cNvPr id="0" name="图片 3155"/>
                      <p:cNvPicPr/>
                      <p:nvPr/>
                    </p:nvPicPr>
                    <p:blipFill>
                      <a:blip r:embed="rId10"/>
                      <a:stretch>
                        <a:fillRect/>
                      </a:stretch>
                    </p:blipFill>
                    <p:spPr>
                      <a:xfrm>
                        <a:off x="1828800" y="6062663"/>
                        <a:ext cx="4044950" cy="530225"/>
                      </a:xfrm>
                      <a:prstGeom prst="rect">
                        <a:avLst/>
                      </a:prstGeom>
                      <a:noFill/>
                      <a:ln w="38100">
                        <a:noFill/>
                        <a:miter/>
                      </a:ln>
                    </p:spPr>
                  </p:pic>
                </p:oleObj>
              </mc:Fallback>
            </mc:AlternateContent>
          </a:graphicData>
        </a:graphic>
      </p:graphicFrame>
      <p:sp>
        <p:nvSpPr>
          <p:cNvPr id="121922" name="Text Box 66"/>
          <p:cNvSpPr txBox="1"/>
          <p:nvPr/>
        </p:nvSpPr>
        <p:spPr>
          <a:xfrm>
            <a:off x="5219700" y="5054600"/>
            <a:ext cx="3733800" cy="830263"/>
          </a:xfrm>
          <a:prstGeom prst="rect">
            <a:avLst/>
          </a:prstGeom>
          <a:noFill/>
          <a:ln w="25400">
            <a:noFill/>
          </a:ln>
        </p:spPr>
        <p:txBody>
          <a:bodyPr anchor="t" anchorCtr="0">
            <a:spAutoFit/>
          </a:bodyPr>
          <a:p>
            <a:pPr algn="ctr">
              <a:spcBef>
                <a:spcPct val="50000"/>
              </a:spcBef>
            </a:pPr>
            <a:r>
              <a:rPr lang="zh-CN" altLang="en-US" sz="2400" dirty="0">
                <a:latin typeface="微软雅黑" panose="020B0503020204020204" charset="-122"/>
                <a:ea typeface="微软雅黑" panose="020B0503020204020204" charset="-122"/>
              </a:rPr>
              <a:t>若一振动能得到如此形式方程，即为简谐振动。</a:t>
            </a:r>
            <a:endParaRPr lang="zh-CN" altLang="en-US" sz="2400" b="1" dirty="0">
              <a:solidFill>
                <a:srgbClr val="0000FF"/>
              </a:solidFill>
              <a:latin typeface="Times New Roman" panose="02020603050405020304" pitchFamily="18" charset="0"/>
              <a:ea typeface="宋体" panose="02010600030101010101" pitchFamily="2" charset="-122"/>
            </a:endParaRPr>
          </a:p>
        </p:txBody>
      </p:sp>
      <p:sp>
        <p:nvSpPr>
          <p:cNvPr id="121923" name="Text Box 67"/>
          <p:cNvSpPr txBox="1"/>
          <p:nvPr/>
        </p:nvSpPr>
        <p:spPr>
          <a:xfrm>
            <a:off x="4681538" y="2400300"/>
            <a:ext cx="4330700" cy="460375"/>
          </a:xfrm>
          <a:prstGeom prst="rect">
            <a:avLst/>
          </a:prstGeom>
          <a:noFill/>
          <a:ln w="9525">
            <a:noFill/>
          </a:ln>
        </p:spPr>
        <p:txBody>
          <a:bodyPr wrap="square" anchor="t" anchorCtr="0">
            <a:spAutoFit/>
          </a:bodyPr>
          <a:p>
            <a:pPr algn="just" eaLnBrk="0" hangingPunct="0"/>
            <a:r>
              <a:rPr lang="zh-CN" altLang="en-US" sz="2400" dirty="0">
                <a:latin typeface="微软雅黑" panose="020B0503020204020204" charset="-122"/>
                <a:ea typeface="微软雅黑" panose="020B0503020204020204" charset="-122"/>
              </a:rPr>
              <a:t>受力特点: 线性恢复力</a:t>
            </a: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i="1" dirty="0">
                <a:solidFill>
                  <a:srgbClr val="CC0000"/>
                </a:solidFill>
                <a:latin typeface="Times New Roman" panose="02020603050405020304" pitchFamily="18" charset="0"/>
                <a:ea typeface="宋体" panose="02010600030101010101" pitchFamily="2" charset="-122"/>
              </a:rPr>
              <a:t>F </a:t>
            </a:r>
            <a:r>
              <a:rPr lang="en-US" altLang="zh-CN" sz="2400" b="1" dirty="0">
                <a:solidFill>
                  <a:srgbClr val="CC0000"/>
                </a:solidFill>
                <a:latin typeface="Times New Roman" panose="02020603050405020304" pitchFamily="18" charset="0"/>
                <a:ea typeface="宋体" panose="02010600030101010101" pitchFamily="2" charset="-122"/>
              </a:rPr>
              <a:t>= - </a:t>
            </a:r>
            <a:r>
              <a:rPr lang="en-US" altLang="zh-CN" sz="2400" b="1" i="1" dirty="0">
                <a:solidFill>
                  <a:srgbClr val="CC0000"/>
                </a:solidFill>
                <a:latin typeface="Times New Roman" panose="02020603050405020304" pitchFamily="18" charset="0"/>
                <a:ea typeface="宋体" panose="02010600030101010101" pitchFamily="2" charset="-122"/>
              </a:rPr>
              <a:t>kx</a:t>
            </a:r>
            <a:r>
              <a:rPr lang="en-US" altLang="zh-CN" sz="2200" b="1" i="1" dirty="0">
                <a:solidFill>
                  <a:srgbClr val="CC0000"/>
                </a:solidFill>
                <a:latin typeface="Times New Roman" panose="02020603050405020304" pitchFamily="18" charset="0"/>
                <a:ea typeface="宋体" panose="02010600030101010101" pitchFamily="2" charset="-122"/>
              </a:rPr>
              <a:t> </a:t>
            </a:r>
            <a:endParaRPr lang="en-US" altLang="zh-CN" sz="2200" b="1" dirty="0">
              <a:solidFill>
                <a:srgbClr val="CC0000"/>
              </a:solidFill>
              <a:latin typeface="Times New Roman" panose="02020603050405020304" pitchFamily="18" charset="0"/>
              <a:ea typeface="宋体" panose="02010600030101010101" pitchFamily="2" charset="-122"/>
            </a:endParaRPr>
          </a:p>
        </p:txBody>
      </p:sp>
      <p:sp>
        <p:nvSpPr>
          <p:cNvPr id="32792" name="灯片编号占位符 3"/>
          <p:cNvSpPr>
            <a:spLocks noGrp="1"/>
          </p:cNvSpPr>
          <p:nvPr>
            <p:ph type="sldNum" sz="quarter" idx="12"/>
          </p:nvPr>
        </p:nvSpPr>
        <p:spPr>
          <a:xfrm>
            <a:off x="6553200" y="6316663"/>
            <a:ext cx="2133600" cy="47625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pic>
        <p:nvPicPr>
          <p:cNvPr id="32793" name="图片 3" descr="振动拍"/>
          <p:cNvPicPr>
            <a:picLocks noChangeAspect="1"/>
          </p:cNvPicPr>
          <p:nvPr/>
        </p:nvPicPr>
        <p:blipFill>
          <a:blip r:embed="rId11"/>
          <a:stretch>
            <a:fillRect/>
          </a:stretch>
        </p:blipFill>
        <p:spPr>
          <a:xfrm>
            <a:off x="5013325" y="42863"/>
            <a:ext cx="3759200" cy="788987"/>
          </a:xfrm>
          <a:prstGeom prst="rect">
            <a:avLst/>
          </a:prstGeom>
          <a:noFill/>
          <a:ln w="9525">
            <a:noFill/>
          </a:ln>
        </p:spPr>
      </p:pic>
      <p:grpSp>
        <p:nvGrpSpPr>
          <p:cNvPr id="10" name="组合 46"/>
          <p:cNvGrpSpPr/>
          <p:nvPr/>
        </p:nvGrpSpPr>
        <p:grpSpPr>
          <a:xfrm>
            <a:off x="5311775" y="1254125"/>
            <a:ext cx="3249613" cy="1146175"/>
            <a:chOff x="7660" y="1811"/>
            <a:chExt cx="5361" cy="1972"/>
          </a:xfrm>
        </p:grpSpPr>
        <p:sp>
          <p:nvSpPr>
            <p:cNvPr id="32795" name="直接连接符 21508"/>
            <p:cNvSpPr/>
            <p:nvPr/>
          </p:nvSpPr>
          <p:spPr>
            <a:xfrm>
              <a:off x="7863" y="3101"/>
              <a:ext cx="4592" cy="0"/>
            </a:xfrm>
            <a:prstGeom prst="line">
              <a:avLst/>
            </a:prstGeom>
            <a:ln w="28575" cap="flat" cmpd="sng">
              <a:solidFill>
                <a:schemeClr val="tx1"/>
              </a:solidFill>
              <a:prstDash val="solid"/>
              <a:round/>
              <a:headEnd type="none" w="med" len="med"/>
              <a:tailEnd type="none" w="med" len="med"/>
            </a:ln>
          </p:spPr>
        </p:sp>
        <p:sp>
          <p:nvSpPr>
            <p:cNvPr id="32796" name="矩形 21519"/>
            <p:cNvSpPr/>
            <p:nvPr/>
          </p:nvSpPr>
          <p:spPr>
            <a:xfrm>
              <a:off x="11177" y="2459"/>
              <a:ext cx="720" cy="600"/>
            </a:xfrm>
            <a:prstGeom prst="rect">
              <a:avLst/>
            </a:prstGeom>
            <a:noFill/>
            <a:ln w="28575" cap="flat" cmpd="sng">
              <a:solidFill>
                <a:srgbClr val="0070C0"/>
              </a:solidFill>
              <a:prstDash val="dash"/>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21" name="矩形 20"/>
            <p:cNvSpPr/>
            <p:nvPr/>
          </p:nvSpPr>
          <p:spPr>
            <a:xfrm>
              <a:off x="7660" y="1811"/>
              <a:ext cx="227" cy="1304"/>
            </a:xfrm>
            <a:prstGeom prst="rect">
              <a:avLst/>
            </a:prstGeom>
            <a:pattFill prst="wdUpDiag">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cxnSp>
          <p:nvCxnSpPr>
            <p:cNvPr id="22" name="直接连接符 21"/>
            <p:cNvCxnSpPr/>
            <p:nvPr/>
          </p:nvCxnSpPr>
          <p:spPr>
            <a:xfrm>
              <a:off x="7863" y="1811"/>
              <a:ext cx="0" cy="13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2799" name="对象 85"/>
            <p:cNvGraphicFramePr>
              <a:graphicFrameLocks noChangeAspect="1"/>
            </p:cNvGraphicFramePr>
            <p:nvPr/>
          </p:nvGraphicFramePr>
          <p:xfrm>
            <a:off x="9682" y="2023"/>
            <a:ext cx="583" cy="481"/>
          </p:xfrm>
          <a:graphic>
            <a:graphicData uri="http://schemas.openxmlformats.org/presentationml/2006/ole">
              <mc:AlternateContent xmlns:mc="http://schemas.openxmlformats.org/markup-compatibility/2006">
                <mc:Choice xmlns:v="urn:schemas-microsoft-com:vml" Requires="v">
                  <p:oleObj spid="_x0000_s3159" name="" r:id="rId12" imgW="165100" imgH="139700" progId="Equation.DSMT4">
                    <p:embed/>
                  </p:oleObj>
                </mc:Choice>
                <mc:Fallback>
                  <p:oleObj name="" r:id="rId12" imgW="165100" imgH="139700" progId="Equation.DSMT4">
                    <p:embed/>
                    <p:pic>
                      <p:nvPicPr>
                        <p:cNvPr id="0" name="图片 3158"/>
                        <p:cNvPicPr/>
                        <p:nvPr/>
                      </p:nvPicPr>
                      <p:blipFill>
                        <a:blip r:embed="rId13"/>
                        <a:stretch>
                          <a:fillRect/>
                        </a:stretch>
                      </p:blipFill>
                      <p:spPr>
                        <a:xfrm>
                          <a:off x="9682" y="2023"/>
                          <a:ext cx="583" cy="481"/>
                        </a:xfrm>
                        <a:prstGeom prst="rect">
                          <a:avLst/>
                        </a:prstGeom>
                        <a:noFill/>
                        <a:ln w="38100">
                          <a:noFill/>
                          <a:miter/>
                        </a:ln>
                      </p:spPr>
                    </p:pic>
                  </p:oleObj>
                </mc:Fallback>
              </mc:AlternateContent>
            </a:graphicData>
          </a:graphic>
        </p:graphicFrame>
        <p:sp>
          <p:nvSpPr>
            <p:cNvPr id="32800" name="直接连接符 21517"/>
            <p:cNvSpPr/>
            <p:nvPr/>
          </p:nvSpPr>
          <p:spPr>
            <a:xfrm>
              <a:off x="7883" y="2762"/>
              <a:ext cx="340" cy="0"/>
            </a:xfrm>
            <a:prstGeom prst="line">
              <a:avLst/>
            </a:prstGeom>
            <a:ln w="28575" cap="flat" cmpd="sng">
              <a:solidFill>
                <a:schemeClr val="tx1"/>
              </a:solidFill>
              <a:prstDash val="solid"/>
              <a:round/>
              <a:headEnd type="none" w="med" len="med"/>
              <a:tailEnd type="none" w="med" len="med"/>
            </a:ln>
          </p:spPr>
        </p:sp>
        <p:graphicFrame>
          <p:nvGraphicFramePr>
            <p:cNvPr id="32801" name="对象 97"/>
            <p:cNvGraphicFramePr>
              <a:graphicFrameLocks noChangeAspect="1"/>
            </p:cNvGraphicFramePr>
            <p:nvPr/>
          </p:nvGraphicFramePr>
          <p:xfrm>
            <a:off x="8432" y="1832"/>
            <a:ext cx="466" cy="637"/>
          </p:xfrm>
          <a:graphic>
            <a:graphicData uri="http://schemas.openxmlformats.org/presentationml/2006/ole">
              <mc:AlternateContent xmlns:mc="http://schemas.openxmlformats.org/markup-compatibility/2006">
                <mc:Choice xmlns:v="urn:schemas-microsoft-com:vml" Requires="v">
                  <p:oleObj spid="_x0000_s3160" name="" r:id="rId14" imgW="127000" imgH="177165" progId="Equation.DSMT4">
                    <p:embed/>
                  </p:oleObj>
                </mc:Choice>
                <mc:Fallback>
                  <p:oleObj name="" r:id="rId14" imgW="127000" imgH="177165" progId="Equation.DSMT4">
                    <p:embed/>
                    <p:pic>
                      <p:nvPicPr>
                        <p:cNvPr id="0" name="图片 3159"/>
                        <p:cNvPicPr/>
                        <p:nvPr/>
                      </p:nvPicPr>
                      <p:blipFill>
                        <a:blip r:embed="rId15"/>
                        <a:stretch>
                          <a:fillRect/>
                        </a:stretch>
                      </p:blipFill>
                      <p:spPr>
                        <a:xfrm>
                          <a:off x="8432" y="1832"/>
                          <a:ext cx="466" cy="637"/>
                        </a:xfrm>
                        <a:prstGeom prst="rect">
                          <a:avLst/>
                        </a:prstGeom>
                        <a:noFill/>
                        <a:ln w="38100">
                          <a:noFill/>
                          <a:miter/>
                        </a:ln>
                      </p:spPr>
                    </p:pic>
                  </p:oleObj>
                </mc:Fallback>
              </mc:AlternateContent>
            </a:graphicData>
          </a:graphic>
        </p:graphicFrame>
        <p:grpSp>
          <p:nvGrpSpPr>
            <p:cNvPr id="32802" name="组合 33"/>
            <p:cNvGrpSpPr/>
            <p:nvPr/>
          </p:nvGrpSpPr>
          <p:grpSpPr>
            <a:xfrm>
              <a:off x="8183" y="2530"/>
              <a:ext cx="880" cy="467"/>
              <a:chOff x="3853" y="7879"/>
              <a:chExt cx="880" cy="467"/>
            </a:xfrm>
          </p:grpSpPr>
          <p:grpSp>
            <p:nvGrpSpPr>
              <p:cNvPr id="32803" name="组合 24"/>
              <p:cNvGrpSpPr/>
              <p:nvPr/>
            </p:nvGrpSpPr>
            <p:grpSpPr>
              <a:xfrm>
                <a:off x="3868" y="7879"/>
                <a:ext cx="850" cy="434"/>
                <a:chOff x="4442" y="7879"/>
                <a:chExt cx="850" cy="434"/>
              </a:xfrm>
            </p:grpSpPr>
            <p:sp>
              <p:nvSpPr>
                <p:cNvPr id="32804" name="任意多边形 2"/>
                <p:cNvSpPr/>
                <p:nvPr/>
              </p:nvSpPr>
              <p:spPr>
                <a:xfrm>
                  <a:off x="4442" y="7879"/>
                  <a:ext cx="425" cy="434"/>
                </a:xfrm>
                <a:custGeom>
                  <a:avLst/>
                  <a:gdLst/>
                  <a:ahLst/>
                  <a:cxnLst/>
                  <a:pathLst>
                    <a:path w="14433" h="4005">
                      <a:moveTo>
                        <a:pt x="0" y="4000"/>
                      </a:moveTo>
                      <a:cubicBezTo>
                        <a:pt x="66" y="3995"/>
                        <a:pt x="133" y="3990"/>
                        <a:pt x="200" y="3970"/>
                      </a:cubicBezTo>
                      <a:cubicBezTo>
                        <a:pt x="267" y="3950"/>
                        <a:pt x="333" y="3919"/>
                        <a:pt x="400" y="3879"/>
                      </a:cubicBezTo>
                      <a:cubicBezTo>
                        <a:pt x="467" y="3839"/>
                        <a:pt x="533" y="3790"/>
                        <a:pt x="600" y="3732"/>
                      </a:cubicBezTo>
                      <a:cubicBezTo>
                        <a:pt x="667" y="3674"/>
                        <a:pt x="733" y="3606"/>
                        <a:pt x="800" y="3532"/>
                      </a:cubicBezTo>
                      <a:cubicBezTo>
                        <a:pt x="867" y="3458"/>
                        <a:pt x="933" y="3375"/>
                        <a:pt x="1000" y="3286"/>
                      </a:cubicBezTo>
                      <a:cubicBezTo>
                        <a:pt x="1067" y="3197"/>
                        <a:pt x="1133" y="3100"/>
                        <a:pt x="1200" y="3000"/>
                      </a:cubicBezTo>
                      <a:cubicBezTo>
                        <a:pt x="1267" y="2900"/>
                        <a:pt x="1333" y="2793"/>
                        <a:pt x="1400" y="2684"/>
                      </a:cubicBezTo>
                      <a:cubicBezTo>
                        <a:pt x="1467" y="2575"/>
                        <a:pt x="1533" y="2461"/>
                        <a:pt x="1600" y="2347"/>
                      </a:cubicBezTo>
                      <a:cubicBezTo>
                        <a:pt x="1667" y="2233"/>
                        <a:pt x="1733" y="2116"/>
                        <a:pt x="1800" y="2000"/>
                      </a:cubicBezTo>
                      <a:cubicBezTo>
                        <a:pt x="1867" y="1884"/>
                        <a:pt x="1933" y="1767"/>
                        <a:pt x="2000" y="1653"/>
                      </a:cubicBezTo>
                      <a:cubicBezTo>
                        <a:pt x="2067" y="1539"/>
                        <a:pt x="2133" y="1425"/>
                        <a:pt x="2200" y="1316"/>
                      </a:cubicBezTo>
                      <a:cubicBezTo>
                        <a:pt x="2267" y="1207"/>
                        <a:pt x="2333" y="1100"/>
                        <a:pt x="2400" y="1000"/>
                      </a:cubicBezTo>
                      <a:cubicBezTo>
                        <a:pt x="2467" y="900"/>
                        <a:pt x="2533" y="803"/>
                        <a:pt x="2600" y="714"/>
                      </a:cubicBezTo>
                      <a:cubicBezTo>
                        <a:pt x="2667" y="625"/>
                        <a:pt x="2733" y="542"/>
                        <a:pt x="2800" y="468"/>
                      </a:cubicBezTo>
                      <a:cubicBezTo>
                        <a:pt x="2867" y="394"/>
                        <a:pt x="2933" y="326"/>
                        <a:pt x="3000" y="268"/>
                      </a:cubicBezTo>
                      <a:cubicBezTo>
                        <a:pt x="3067" y="210"/>
                        <a:pt x="3133" y="161"/>
                        <a:pt x="3200" y="121"/>
                      </a:cubicBezTo>
                      <a:cubicBezTo>
                        <a:pt x="3267" y="81"/>
                        <a:pt x="3333" y="50"/>
                        <a:pt x="3400" y="30"/>
                      </a:cubicBezTo>
                      <a:cubicBezTo>
                        <a:pt x="3467" y="10"/>
                        <a:pt x="3533" y="0"/>
                        <a:pt x="3600" y="0"/>
                      </a:cubicBezTo>
                      <a:cubicBezTo>
                        <a:pt x="3667" y="0"/>
                        <a:pt x="3733" y="10"/>
                        <a:pt x="3800" y="30"/>
                      </a:cubicBezTo>
                      <a:cubicBezTo>
                        <a:pt x="3867" y="50"/>
                        <a:pt x="3933" y="81"/>
                        <a:pt x="4000" y="121"/>
                      </a:cubicBezTo>
                      <a:cubicBezTo>
                        <a:pt x="4067" y="161"/>
                        <a:pt x="4133" y="210"/>
                        <a:pt x="4200" y="268"/>
                      </a:cubicBezTo>
                      <a:cubicBezTo>
                        <a:pt x="4267" y="326"/>
                        <a:pt x="4333" y="394"/>
                        <a:pt x="4400" y="468"/>
                      </a:cubicBezTo>
                      <a:cubicBezTo>
                        <a:pt x="4467" y="542"/>
                        <a:pt x="4533" y="625"/>
                        <a:pt x="4600" y="714"/>
                      </a:cubicBezTo>
                      <a:cubicBezTo>
                        <a:pt x="4667" y="803"/>
                        <a:pt x="4733" y="900"/>
                        <a:pt x="4800" y="1000"/>
                      </a:cubicBezTo>
                      <a:cubicBezTo>
                        <a:pt x="4867" y="1100"/>
                        <a:pt x="4933" y="1207"/>
                        <a:pt x="5000" y="1316"/>
                      </a:cubicBezTo>
                      <a:cubicBezTo>
                        <a:pt x="5067" y="1425"/>
                        <a:pt x="5133" y="1539"/>
                        <a:pt x="5200" y="1653"/>
                      </a:cubicBezTo>
                      <a:cubicBezTo>
                        <a:pt x="5267" y="1767"/>
                        <a:pt x="5333" y="1884"/>
                        <a:pt x="5400" y="2000"/>
                      </a:cubicBezTo>
                      <a:cubicBezTo>
                        <a:pt x="5467" y="2116"/>
                        <a:pt x="5533" y="2233"/>
                        <a:pt x="5600" y="2347"/>
                      </a:cubicBezTo>
                      <a:cubicBezTo>
                        <a:pt x="5667" y="2461"/>
                        <a:pt x="5733" y="2575"/>
                        <a:pt x="5800" y="2684"/>
                      </a:cubicBezTo>
                      <a:cubicBezTo>
                        <a:pt x="5867" y="2793"/>
                        <a:pt x="5933" y="2900"/>
                        <a:pt x="6000" y="3000"/>
                      </a:cubicBezTo>
                      <a:cubicBezTo>
                        <a:pt x="6067" y="3100"/>
                        <a:pt x="6133" y="3196"/>
                        <a:pt x="6200" y="3285"/>
                      </a:cubicBezTo>
                      <a:cubicBezTo>
                        <a:pt x="6267" y="3374"/>
                        <a:pt x="6333" y="3458"/>
                        <a:pt x="6400" y="3532"/>
                      </a:cubicBezTo>
                      <a:cubicBezTo>
                        <a:pt x="6467" y="3606"/>
                        <a:pt x="6533" y="3674"/>
                        <a:pt x="6600" y="3732"/>
                      </a:cubicBezTo>
                      <a:cubicBezTo>
                        <a:pt x="6667" y="3790"/>
                        <a:pt x="6733" y="3839"/>
                        <a:pt x="6800" y="3879"/>
                      </a:cubicBezTo>
                      <a:cubicBezTo>
                        <a:pt x="6867" y="3919"/>
                        <a:pt x="6933" y="3950"/>
                        <a:pt x="7000" y="3970"/>
                      </a:cubicBezTo>
                      <a:cubicBezTo>
                        <a:pt x="7067" y="3990"/>
                        <a:pt x="7133" y="4000"/>
                        <a:pt x="7200" y="4000"/>
                      </a:cubicBezTo>
                      <a:cubicBezTo>
                        <a:pt x="7267" y="4000"/>
                        <a:pt x="7333" y="3990"/>
                        <a:pt x="7400" y="3970"/>
                      </a:cubicBezTo>
                      <a:cubicBezTo>
                        <a:pt x="7467" y="3950"/>
                        <a:pt x="7533" y="3919"/>
                        <a:pt x="7600" y="3879"/>
                      </a:cubicBezTo>
                      <a:cubicBezTo>
                        <a:pt x="7667" y="3839"/>
                        <a:pt x="7733" y="3790"/>
                        <a:pt x="7800" y="3732"/>
                      </a:cubicBezTo>
                      <a:cubicBezTo>
                        <a:pt x="7867" y="3674"/>
                        <a:pt x="7933" y="3606"/>
                        <a:pt x="8000" y="3532"/>
                      </a:cubicBezTo>
                      <a:cubicBezTo>
                        <a:pt x="8067" y="3458"/>
                        <a:pt x="8133" y="3375"/>
                        <a:pt x="8200" y="3286"/>
                      </a:cubicBezTo>
                      <a:cubicBezTo>
                        <a:pt x="8267" y="3197"/>
                        <a:pt x="8333" y="3100"/>
                        <a:pt x="8400" y="3000"/>
                      </a:cubicBezTo>
                      <a:cubicBezTo>
                        <a:pt x="8467" y="2900"/>
                        <a:pt x="8533" y="2793"/>
                        <a:pt x="8600" y="2684"/>
                      </a:cubicBezTo>
                      <a:cubicBezTo>
                        <a:pt x="8667" y="2575"/>
                        <a:pt x="8733" y="2462"/>
                        <a:pt x="8800" y="2348"/>
                      </a:cubicBezTo>
                      <a:cubicBezTo>
                        <a:pt x="8867" y="2234"/>
                        <a:pt x="8933" y="2116"/>
                        <a:pt x="9000" y="2000"/>
                      </a:cubicBezTo>
                      <a:cubicBezTo>
                        <a:pt x="9067" y="1884"/>
                        <a:pt x="9133" y="1767"/>
                        <a:pt x="9200" y="1653"/>
                      </a:cubicBezTo>
                      <a:cubicBezTo>
                        <a:pt x="9267" y="1539"/>
                        <a:pt x="9333" y="1425"/>
                        <a:pt x="9400" y="1316"/>
                      </a:cubicBezTo>
                      <a:cubicBezTo>
                        <a:pt x="9467" y="1207"/>
                        <a:pt x="9533" y="1100"/>
                        <a:pt x="9600" y="1000"/>
                      </a:cubicBezTo>
                      <a:cubicBezTo>
                        <a:pt x="9667" y="900"/>
                        <a:pt x="9733" y="804"/>
                        <a:pt x="9800" y="715"/>
                      </a:cubicBezTo>
                      <a:cubicBezTo>
                        <a:pt x="9867" y="626"/>
                        <a:pt x="9933" y="542"/>
                        <a:pt x="10000" y="468"/>
                      </a:cubicBezTo>
                      <a:cubicBezTo>
                        <a:pt x="10067" y="394"/>
                        <a:pt x="10133" y="326"/>
                        <a:pt x="10200" y="268"/>
                      </a:cubicBezTo>
                      <a:cubicBezTo>
                        <a:pt x="10267" y="210"/>
                        <a:pt x="10333" y="161"/>
                        <a:pt x="10400" y="121"/>
                      </a:cubicBezTo>
                      <a:cubicBezTo>
                        <a:pt x="10467" y="81"/>
                        <a:pt x="10533" y="50"/>
                        <a:pt x="10600" y="30"/>
                      </a:cubicBezTo>
                      <a:cubicBezTo>
                        <a:pt x="10667" y="10"/>
                        <a:pt x="10733" y="0"/>
                        <a:pt x="10800" y="0"/>
                      </a:cubicBezTo>
                      <a:cubicBezTo>
                        <a:pt x="10867" y="0"/>
                        <a:pt x="10933" y="10"/>
                        <a:pt x="11000" y="30"/>
                      </a:cubicBezTo>
                      <a:cubicBezTo>
                        <a:pt x="11067" y="50"/>
                        <a:pt x="11133" y="80"/>
                        <a:pt x="11200" y="120"/>
                      </a:cubicBezTo>
                      <a:cubicBezTo>
                        <a:pt x="11267" y="160"/>
                        <a:pt x="11333" y="210"/>
                        <a:pt x="11400" y="268"/>
                      </a:cubicBezTo>
                      <a:cubicBezTo>
                        <a:pt x="11467" y="326"/>
                        <a:pt x="11533" y="394"/>
                        <a:pt x="11600" y="468"/>
                      </a:cubicBezTo>
                      <a:cubicBezTo>
                        <a:pt x="11667" y="542"/>
                        <a:pt x="11733" y="625"/>
                        <a:pt x="11800" y="714"/>
                      </a:cubicBezTo>
                      <a:cubicBezTo>
                        <a:pt x="11867" y="803"/>
                        <a:pt x="11933" y="900"/>
                        <a:pt x="12000" y="1000"/>
                      </a:cubicBezTo>
                      <a:cubicBezTo>
                        <a:pt x="12067" y="1100"/>
                        <a:pt x="12133" y="1206"/>
                        <a:pt x="12200" y="1315"/>
                      </a:cubicBezTo>
                      <a:cubicBezTo>
                        <a:pt x="12267" y="1424"/>
                        <a:pt x="12333" y="1538"/>
                        <a:pt x="12400" y="1652"/>
                      </a:cubicBezTo>
                      <a:cubicBezTo>
                        <a:pt x="12467" y="1766"/>
                        <a:pt x="12533" y="1883"/>
                        <a:pt x="12600" y="1999"/>
                      </a:cubicBezTo>
                      <a:cubicBezTo>
                        <a:pt x="12667" y="2115"/>
                        <a:pt x="12733" y="2233"/>
                        <a:pt x="12800" y="2347"/>
                      </a:cubicBezTo>
                      <a:cubicBezTo>
                        <a:pt x="12867" y="2461"/>
                        <a:pt x="12933" y="2574"/>
                        <a:pt x="13000" y="2683"/>
                      </a:cubicBezTo>
                      <a:cubicBezTo>
                        <a:pt x="13067" y="2792"/>
                        <a:pt x="13133" y="2899"/>
                        <a:pt x="13200" y="2999"/>
                      </a:cubicBezTo>
                      <a:cubicBezTo>
                        <a:pt x="13267" y="3099"/>
                        <a:pt x="13333" y="3196"/>
                        <a:pt x="13400" y="3285"/>
                      </a:cubicBezTo>
                      <a:cubicBezTo>
                        <a:pt x="13467" y="3374"/>
                        <a:pt x="13533" y="3458"/>
                        <a:pt x="13600" y="3532"/>
                      </a:cubicBezTo>
                      <a:cubicBezTo>
                        <a:pt x="13667" y="3606"/>
                        <a:pt x="13733" y="3674"/>
                        <a:pt x="13800" y="3732"/>
                      </a:cubicBezTo>
                      <a:cubicBezTo>
                        <a:pt x="13867" y="3790"/>
                        <a:pt x="13933" y="3839"/>
                        <a:pt x="14000" y="3879"/>
                      </a:cubicBezTo>
                      <a:cubicBezTo>
                        <a:pt x="14067" y="3919"/>
                        <a:pt x="14133" y="3950"/>
                        <a:pt x="14200" y="3970"/>
                      </a:cubicBezTo>
                      <a:cubicBezTo>
                        <a:pt x="14267" y="3990"/>
                        <a:pt x="14367" y="3995"/>
                        <a:pt x="14400" y="4000"/>
                      </a:cubicBezTo>
                      <a:cubicBezTo>
                        <a:pt x="14433" y="4005"/>
                        <a:pt x="14416" y="4002"/>
                        <a:pt x="14400" y="4000"/>
                      </a:cubicBezTo>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32805" name="任意多边形 3"/>
                <p:cNvSpPr/>
                <p:nvPr/>
              </p:nvSpPr>
              <p:spPr>
                <a:xfrm>
                  <a:off x="4868" y="7879"/>
                  <a:ext cx="425" cy="434"/>
                </a:xfrm>
                <a:custGeom>
                  <a:avLst/>
                  <a:gdLst/>
                  <a:ahLst/>
                  <a:cxnLst/>
                  <a:pathLst>
                    <a:path w="14433" h="4005">
                      <a:moveTo>
                        <a:pt x="0" y="4000"/>
                      </a:moveTo>
                      <a:cubicBezTo>
                        <a:pt x="66" y="3995"/>
                        <a:pt x="133" y="3990"/>
                        <a:pt x="200" y="3970"/>
                      </a:cubicBezTo>
                      <a:cubicBezTo>
                        <a:pt x="267" y="3950"/>
                        <a:pt x="333" y="3919"/>
                        <a:pt x="400" y="3879"/>
                      </a:cubicBezTo>
                      <a:cubicBezTo>
                        <a:pt x="467" y="3839"/>
                        <a:pt x="533" y="3790"/>
                        <a:pt x="600" y="3732"/>
                      </a:cubicBezTo>
                      <a:cubicBezTo>
                        <a:pt x="667" y="3674"/>
                        <a:pt x="733" y="3606"/>
                        <a:pt x="800" y="3532"/>
                      </a:cubicBezTo>
                      <a:cubicBezTo>
                        <a:pt x="867" y="3458"/>
                        <a:pt x="933" y="3375"/>
                        <a:pt x="1000" y="3286"/>
                      </a:cubicBezTo>
                      <a:cubicBezTo>
                        <a:pt x="1067" y="3197"/>
                        <a:pt x="1133" y="3100"/>
                        <a:pt x="1200" y="3000"/>
                      </a:cubicBezTo>
                      <a:cubicBezTo>
                        <a:pt x="1267" y="2900"/>
                        <a:pt x="1333" y="2793"/>
                        <a:pt x="1400" y="2684"/>
                      </a:cubicBezTo>
                      <a:cubicBezTo>
                        <a:pt x="1467" y="2575"/>
                        <a:pt x="1533" y="2461"/>
                        <a:pt x="1600" y="2347"/>
                      </a:cubicBezTo>
                      <a:cubicBezTo>
                        <a:pt x="1667" y="2233"/>
                        <a:pt x="1733" y="2116"/>
                        <a:pt x="1800" y="2000"/>
                      </a:cubicBezTo>
                      <a:cubicBezTo>
                        <a:pt x="1867" y="1884"/>
                        <a:pt x="1933" y="1767"/>
                        <a:pt x="2000" y="1653"/>
                      </a:cubicBezTo>
                      <a:cubicBezTo>
                        <a:pt x="2067" y="1539"/>
                        <a:pt x="2133" y="1425"/>
                        <a:pt x="2200" y="1316"/>
                      </a:cubicBezTo>
                      <a:cubicBezTo>
                        <a:pt x="2267" y="1207"/>
                        <a:pt x="2333" y="1100"/>
                        <a:pt x="2400" y="1000"/>
                      </a:cubicBezTo>
                      <a:cubicBezTo>
                        <a:pt x="2467" y="900"/>
                        <a:pt x="2533" y="803"/>
                        <a:pt x="2600" y="714"/>
                      </a:cubicBezTo>
                      <a:cubicBezTo>
                        <a:pt x="2667" y="625"/>
                        <a:pt x="2733" y="542"/>
                        <a:pt x="2800" y="468"/>
                      </a:cubicBezTo>
                      <a:cubicBezTo>
                        <a:pt x="2867" y="394"/>
                        <a:pt x="2933" y="326"/>
                        <a:pt x="3000" y="268"/>
                      </a:cubicBezTo>
                      <a:cubicBezTo>
                        <a:pt x="3067" y="210"/>
                        <a:pt x="3133" y="161"/>
                        <a:pt x="3200" y="121"/>
                      </a:cubicBezTo>
                      <a:cubicBezTo>
                        <a:pt x="3267" y="81"/>
                        <a:pt x="3333" y="50"/>
                        <a:pt x="3400" y="30"/>
                      </a:cubicBezTo>
                      <a:cubicBezTo>
                        <a:pt x="3467" y="10"/>
                        <a:pt x="3533" y="0"/>
                        <a:pt x="3600" y="0"/>
                      </a:cubicBezTo>
                      <a:cubicBezTo>
                        <a:pt x="3667" y="0"/>
                        <a:pt x="3733" y="10"/>
                        <a:pt x="3800" y="30"/>
                      </a:cubicBezTo>
                      <a:cubicBezTo>
                        <a:pt x="3867" y="50"/>
                        <a:pt x="3933" y="81"/>
                        <a:pt x="4000" y="121"/>
                      </a:cubicBezTo>
                      <a:cubicBezTo>
                        <a:pt x="4067" y="161"/>
                        <a:pt x="4133" y="210"/>
                        <a:pt x="4200" y="268"/>
                      </a:cubicBezTo>
                      <a:cubicBezTo>
                        <a:pt x="4267" y="326"/>
                        <a:pt x="4333" y="394"/>
                        <a:pt x="4400" y="468"/>
                      </a:cubicBezTo>
                      <a:cubicBezTo>
                        <a:pt x="4467" y="542"/>
                        <a:pt x="4533" y="625"/>
                        <a:pt x="4600" y="714"/>
                      </a:cubicBezTo>
                      <a:cubicBezTo>
                        <a:pt x="4667" y="803"/>
                        <a:pt x="4733" y="900"/>
                        <a:pt x="4800" y="1000"/>
                      </a:cubicBezTo>
                      <a:cubicBezTo>
                        <a:pt x="4867" y="1100"/>
                        <a:pt x="4933" y="1207"/>
                        <a:pt x="5000" y="1316"/>
                      </a:cubicBezTo>
                      <a:cubicBezTo>
                        <a:pt x="5067" y="1425"/>
                        <a:pt x="5133" y="1539"/>
                        <a:pt x="5200" y="1653"/>
                      </a:cubicBezTo>
                      <a:cubicBezTo>
                        <a:pt x="5267" y="1767"/>
                        <a:pt x="5333" y="1884"/>
                        <a:pt x="5400" y="2000"/>
                      </a:cubicBezTo>
                      <a:cubicBezTo>
                        <a:pt x="5467" y="2116"/>
                        <a:pt x="5533" y="2233"/>
                        <a:pt x="5600" y="2347"/>
                      </a:cubicBezTo>
                      <a:cubicBezTo>
                        <a:pt x="5667" y="2461"/>
                        <a:pt x="5733" y="2575"/>
                        <a:pt x="5800" y="2684"/>
                      </a:cubicBezTo>
                      <a:cubicBezTo>
                        <a:pt x="5867" y="2793"/>
                        <a:pt x="5933" y="2900"/>
                        <a:pt x="6000" y="3000"/>
                      </a:cubicBezTo>
                      <a:cubicBezTo>
                        <a:pt x="6067" y="3100"/>
                        <a:pt x="6133" y="3196"/>
                        <a:pt x="6200" y="3285"/>
                      </a:cubicBezTo>
                      <a:cubicBezTo>
                        <a:pt x="6267" y="3374"/>
                        <a:pt x="6333" y="3458"/>
                        <a:pt x="6400" y="3532"/>
                      </a:cubicBezTo>
                      <a:cubicBezTo>
                        <a:pt x="6467" y="3606"/>
                        <a:pt x="6533" y="3674"/>
                        <a:pt x="6600" y="3732"/>
                      </a:cubicBezTo>
                      <a:cubicBezTo>
                        <a:pt x="6667" y="3790"/>
                        <a:pt x="6733" y="3839"/>
                        <a:pt x="6800" y="3879"/>
                      </a:cubicBezTo>
                      <a:cubicBezTo>
                        <a:pt x="6867" y="3919"/>
                        <a:pt x="6933" y="3950"/>
                        <a:pt x="7000" y="3970"/>
                      </a:cubicBezTo>
                      <a:cubicBezTo>
                        <a:pt x="7067" y="3990"/>
                        <a:pt x="7133" y="4000"/>
                        <a:pt x="7200" y="4000"/>
                      </a:cubicBezTo>
                      <a:cubicBezTo>
                        <a:pt x="7267" y="4000"/>
                        <a:pt x="7333" y="3990"/>
                        <a:pt x="7400" y="3970"/>
                      </a:cubicBezTo>
                      <a:cubicBezTo>
                        <a:pt x="7467" y="3950"/>
                        <a:pt x="7533" y="3919"/>
                        <a:pt x="7600" y="3879"/>
                      </a:cubicBezTo>
                      <a:cubicBezTo>
                        <a:pt x="7667" y="3839"/>
                        <a:pt x="7733" y="3790"/>
                        <a:pt x="7800" y="3732"/>
                      </a:cubicBezTo>
                      <a:cubicBezTo>
                        <a:pt x="7867" y="3674"/>
                        <a:pt x="7933" y="3606"/>
                        <a:pt x="8000" y="3532"/>
                      </a:cubicBezTo>
                      <a:cubicBezTo>
                        <a:pt x="8067" y="3458"/>
                        <a:pt x="8133" y="3375"/>
                        <a:pt x="8200" y="3286"/>
                      </a:cubicBezTo>
                      <a:cubicBezTo>
                        <a:pt x="8267" y="3197"/>
                        <a:pt x="8333" y="3100"/>
                        <a:pt x="8400" y="3000"/>
                      </a:cubicBezTo>
                      <a:cubicBezTo>
                        <a:pt x="8467" y="2900"/>
                        <a:pt x="8533" y="2793"/>
                        <a:pt x="8600" y="2684"/>
                      </a:cubicBezTo>
                      <a:cubicBezTo>
                        <a:pt x="8667" y="2575"/>
                        <a:pt x="8733" y="2462"/>
                        <a:pt x="8800" y="2348"/>
                      </a:cubicBezTo>
                      <a:cubicBezTo>
                        <a:pt x="8867" y="2234"/>
                        <a:pt x="8933" y="2116"/>
                        <a:pt x="9000" y="2000"/>
                      </a:cubicBezTo>
                      <a:cubicBezTo>
                        <a:pt x="9067" y="1884"/>
                        <a:pt x="9133" y="1767"/>
                        <a:pt x="9200" y="1653"/>
                      </a:cubicBezTo>
                      <a:cubicBezTo>
                        <a:pt x="9267" y="1539"/>
                        <a:pt x="9333" y="1425"/>
                        <a:pt x="9400" y="1316"/>
                      </a:cubicBezTo>
                      <a:cubicBezTo>
                        <a:pt x="9467" y="1207"/>
                        <a:pt x="9533" y="1100"/>
                        <a:pt x="9600" y="1000"/>
                      </a:cubicBezTo>
                      <a:cubicBezTo>
                        <a:pt x="9667" y="900"/>
                        <a:pt x="9733" y="804"/>
                        <a:pt x="9800" y="715"/>
                      </a:cubicBezTo>
                      <a:cubicBezTo>
                        <a:pt x="9867" y="626"/>
                        <a:pt x="9933" y="542"/>
                        <a:pt x="10000" y="468"/>
                      </a:cubicBezTo>
                      <a:cubicBezTo>
                        <a:pt x="10067" y="394"/>
                        <a:pt x="10133" y="326"/>
                        <a:pt x="10200" y="268"/>
                      </a:cubicBezTo>
                      <a:cubicBezTo>
                        <a:pt x="10267" y="210"/>
                        <a:pt x="10333" y="161"/>
                        <a:pt x="10400" y="121"/>
                      </a:cubicBezTo>
                      <a:cubicBezTo>
                        <a:pt x="10467" y="81"/>
                        <a:pt x="10533" y="50"/>
                        <a:pt x="10600" y="30"/>
                      </a:cubicBezTo>
                      <a:cubicBezTo>
                        <a:pt x="10667" y="10"/>
                        <a:pt x="10733" y="0"/>
                        <a:pt x="10800" y="0"/>
                      </a:cubicBezTo>
                      <a:cubicBezTo>
                        <a:pt x="10867" y="0"/>
                        <a:pt x="10933" y="10"/>
                        <a:pt x="11000" y="30"/>
                      </a:cubicBezTo>
                      <a:cubicBezTo>
                        <a:pt x="11067" y="50"/>
                        <a:pt x="11133" y="80"/>
                        <a:pt x="11200" y="120"/>
                      </a:cubicBezTo>
                      <a:cubicBezTo>
                        <a:pt x="11267" y="160"/>
                        <a:pt x="11333" y="210"/>
                        <a:pt x="11400" y="268"/>
                      </a:cubicBezTo>
                      <a:cubicBezTo>
                        <a:pt x="11467" y="326"/>
                        <a:pt x="11533" y="394"/>
                        <a:pt x="11600" y="468"/>
                      </a:cubicBezTo>
                      <a:cubicBezTo>
                        <a:pt x="11667" y="542"/>
                        <a:pt x="11733" y="625"/>
                        <a:pt x="11800" y="714"/>
                      </a:cubicBezTo>
                      <a:cubicBezTo>
                        <a:pt x="11867" y="803"/>
                        <a:pt x="11933" y="900"/>
                        <a:pt x="12000" y="1000"/>
                      </a:cubicBezTo>
                      <a:cubicBezTo>
                        <a:pt x="12067" y="1100"/>
                        <a:pt x="12133" y="1206"/>
                        <a:pt x="12200" y="1315"/>
                      </a:cubicBezTo>
                      <a:cubicBezTo>
                        <a:pt x="12267" y="1424"/>
                        <a:pt x="12333" y="1538"/>
                        <a:pt x="12400" y="1652"/>
                      </a:cubicBezTo>
                      <a:cubicBezTo>
                        <a:pt x="12467" y="1766"/>
                        <a:pt x="12533" y="1883"/>
                        <a:pt x="12600" y="1999"/>
                      </a:cubicBezTo>
                      <a:cubicBezTo>
                        <a:pt x="12667" y="2115"/>
                        <a:pt x="12733" y="2233"/>
                        <a:pt x="12800" y="2347"/>
                      </a:cubicBezTo>
                      <a:cubicBezTo>
                        <a:pt x="12867" y="2461"/>
                        <a:pt x="12933" y="2574"/>
                        <a:pt x="13000" y="2683"/>
                      </a:cubicBezTo>
                      <a:cubicBezTo>
                        <a:pt x="13067" y="2792"/>
                        <a:pt x="13133" y="2899"/>
                        <a:pt x="13200" y="2999"/>
                      </a:cubicBezTo>
                      <a:cubicBezTo>
                        <a:pt x="13267" y="3099"/>
                        <a:pt x="13333" y="3196"/>
                        <a:pt x="13400" y="3285"/>
                      </a:cubicBezTo>
                      <a:cubicBezTo>
                        <a:pt x="13467" y="3374"/>
                        <a:pt x="13533" y="3458"/>
                        <a:pt x="13600" y="3532"/>
                      </a:cubicBezTo>
                      <a:cubicBezTo>
                        <a:pt x="13667" y="3606"/>
                        <a:pt x="13733" y="3674"/>
                        <a:pt x="13800" y="3732"/>
                      </a:cubicBezTo>
                      <a:cubicBezTo>
                        <a:pt x="13867" y="3790"/>
                        <a:pt x="13933" y="3839"/>
                        <a:pt x="14000" y="3879"/>
                      </a:cubicBezTo>
                      <a:cubicBezTo>
                        <a:pt x="14067" y="3919"/>
                        <a:pt x="14133" y="3950"/>
                        <a:pt x="14200" y="3970"/>
                      </a:cubicBezTo>
                      <a:cubicBezTo>
                        <a:pt x="14267" y="3990"/>
                        <a:pt x="14367" y="3995"/>
                        <a:pt x="14400" y="4000"/>
                      </a:cubicBezTo>
                      <a:cubicBezTo>
                        <a:pt x="14433" y="4005"/>
                        <a:pt x="14416" y="4002"/>
                        <a:pt x="14400" y="4000"/>
                      </a:cubicBezTo>
                    </a:path>
                  </a:pathLst>
                </a:custGeom>
                <a:noFill/>
                <a:ln w="19050" cap="flat" cmpd="sng">
                  <a:solidFill>
                    <a:srgbClr val="000000"/>
                  </a:solidFill>
                  <a:prstDash val="solid"/>
                  <a:round/>
                  <a:headEnd type="none" w="med" len="med"/>
                  <a:tailEnd type="none" w="med" len="med"/>
                </a:ln>
              </p:spPr>
              <p:txBody>
                <a:bodyPr/>
                <a:p>
                  <a:endParaRPr lang="zh-CN" altLang="en-US"/>
                </a:p>
              </p:txBody>
            </p:sp>
          </p:grpSp>
          <p:sp>
            <p:nvSpPr>
              <p:cNvPr id="32" name="矩形 31"/>
              <p:cNvSpPr/>
              <p:nvPr/>
            </p:nvSpPr>
            <p:spPr>
              <a:xfrm>
                <a:off x="3853" y="8150"/>
                <a:ext cx="113" cy="1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4" name="矩形 33"/>
              <p:cNvSpPr/>
              <p:nvPr/>
            </p:nvSpPr>
            <p:spPr>
              <a:xfrm>
                <a:off x="4621" y="8142"/>
                <a:ext cx="113" cy="1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pSp>
        <p:sp>
          <p:nvSpPr>
            <p:cNvPr id="32808" name="直接连接符 36"/>
            <p:cNvSpPr/>
            <p:nvPr/>
          </p:nvSpPr>
          <p:spPr>
            <a:xfrm>
              <a:off x="8989" y="2793"/>
              <a:ext cx="623" cy="0"/>
            </a:xfrm>
            <a:prstGeom prst="line">
              <a:avLst/>
            </a:prstGeom>
            <a:ln w="25400" cap="flat" cmpd="sng">
              <a:solidFill>
                <a:schemeClr val="tx1"/>
              </a:solidFill>
              <a:prstDash val="solid"/>
              <a:round/>
              <a:headEnd type="none" w="med" len="med"/>
              <a:tailEnd type="none" w="med" len="med"/>
            </a:ln>
          </p:spPr>
        </p:sp>
        <p:sp>
          <p:nvSpPr>
            <p:cNvPr id="36" name="矩形 35"/>
            <p:cNvSpPr/>
            <p:nvPr/>
          </p:nvSpPr>
          <p:spPr>
            <a:xfrm>
              <a:off x="7660" y="3113"/>
              <a:ext cx="4819" cy="170"/>
            </a:xfrm>
            <a:prstGeom prst="rect">
              <a:avLst/>
            </a:prstGeom>
            <a:pattFill prst="wdUpDiag">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2810" name="矩形 20"/>
            <p:cNvSpPr/>
            <p:nvPr/>
          </p:nvSpPr>
          <p:spPr>
            <a:xfrm>
              <a:off x="9613" y="2469"/>
              <a:ext cx="720" cy="6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32811" name="直接连接符 21"/>
            <p:cNvSpPr/>
            <p:nvPr/>
          </p:nvSpPr>
          <p:spPr>
            <a:xfrm>
              <a:off x="7860" y="3101"/>
              <a:ext cx="4988" cy="0"/>
            </a:xfrm>
            <a:prstGeom prst="line">
              <a:avLst/>
            </a:prstGeom>
            <a:ln w="28575" cap="flat" cmpd="sng">
              <a:solidFill>
                <a:schemeClr val="tx1"/>
              </a:solidFill>
              <a:prstDash val="solid"/>
              <a:round/>
              <a:headEnd type="none" w="med" len="med"/>
              <a:tailEnd type="triangle" w="med" len="med"/>
            </a:ln>
          </p:spPr>
        </p:sp>
        <p:graphicFrame>
          <p:nvGraphicFramePr>
            <p:cNvPr id="32812" name="对象 22"/>
            <p:cNvGraphicFramePr/>
            <p:nvPr/>
          </p:nvGraphicFramePr>
          <p:xfrm>
            <a:off x="12373" y="2393"/>
            <a:ext cx="648" cy="720"/>
          </p:xfrm>
          <a:graphic>
            <a:graphicData uri="http://schemas.openxmlformats.org/presentationml/2006/ole">
              <mc:AlternateContent xmlns:mc="http://schemas.openxmlformats.org/markup-compatibility/2006">
                <mc:Choice xmlns:v="urn:schemas-microsoft-com:vml" Requires="v">
                  <p:oleObj spid="_x0000_s3162" name="" r:id="rId16" imgW="127000" imgH="139700" progId="Equation.3">
                    <p:embed/>
                  </p:oleObj>
                </mc:Choice>
                <mc:Fallback>
                  <p:oleObj name="" r:id="rId16" imgW="127000" imgH="139700" progId="Equation.3">
                    <p:embed/>
                    <p:pic>
                      <p:nvPicPr>
                        <p:cNvPr id="0" name="图片 3161"/>
                        <p:cNvPicPr/>
                        <p:nvPr/>
                      </p:nvPicPr>
                      <p:blipFill>
                        <a:blip r:embed="rId17"/>
                        <a:stretch>
                          <a:fillRect/>
                        </a:stretch>
                      </p:blipFill>
                      <p:spPr>
                        <a:xfrm>
                          <a:off x="12373" y="2393"/>
                          <a:ext cx="648" cy="720"/>
                        </a:xfrm>
                        <a:prstGeom prst="rect">
                          <a:avLst/>
                        </a:prstGeom>
                        <a:noFill/>
                        <a:ln w="38100">
                          <a:noFill/>
                          <a:miter/>
                        </a:ln>
                      </p:spPr>
                    </p:pic>
                  </p:oleObj>
                </mc:Fallback>
              </mc:AlternateContent>
            </a:graphicData>
          </a:graphic>
        </p:graphicFrame>
        <p:sp>
          <p:nvSpPr>
            <p:cNvPr id="32813" name="椭圆 29"/>
            <p:cNvSpPr/>
            <p:nvPr/>
          </p:nvSpPr>
          <p:spPr>
            <a:xfrm>
              <a:off x="9913" y="2997"/>
              <a:ext cx="120" cy="120"/>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graphicFrame>
          <p:nvGraphicFramePr>
            <p:cNvPr id="32814" name="对象 30"/>
            <p:cNvGraphicFramePr/>
            <p:nvPr/>
          </p:nvGraphicFramePr>
          <p:xfrm>
            <a:off x="11225" y="3062"/>
            <a:ext cx="648" cy="720"/>
          </p:xfrm>
          <a:graphic>
            <a:graphicData uri="http://schemas.openxmlformats.org/presentationml/2006/ole">
              <mc:AlternateContent xmlns:mc="http://schemas.openxmlformats.org/markup-compatibility/2006">
                <mc:Choice xmlns:v="urn:schemas-microsoft-com:vml" Requires="v">
                  <p:oleObj spid="_x0000_s3163" name="" r:id="rId18" imgW="127000" imgH="139700" progId="Equation.3">
                    <p:embed/>
                  </p:oleObj>
                </mc:Choice>
                <mc:Fallback>
                  <p:oleObj name="" r:id="rId18" imgW="127000" imgH="139700" progId="Equation.3">
                    <p:embed/>
                    <p:pic>
                      <p:nvPicPr>
                        <p:cNvPr id="0" name="图片 3162"/>
                        <p:cNvPicPr/>
                        <p:nvPr/>
                      </p:nvPicPr>
                      <p:blipFill>
                        <a:blip r:embed="rId19"/>
                        <a:stretch>
                          <a:fillRect/>
                        </a:stretch>
                      </p:blipFill>
                      <p:spPr>
                        <a:xfrm>
                          <a:off x="11225" y="3062"/>
                          <a:ext cx="648" cy="720"/>
                        </a:xfrm>
                        <a:prstGeom prst="rect">
                          <a:avLst/>
                        </a:prstGeom>
                        <a:noFill/>
                        <a:ln w="38100">
                          <a:noFill/>
                          <a:miter/>
                        </a:ln>
                      </p:spPr>
                    </p:pic>
                  </p:oleObj>
                </mc:Fallback>
              </mc:AlternateContent>
            </a:graphicData>
          </a:graphic>
        </p:graphicFrame>
        <p:graphicFrame>
          <p:nvGraphicFramePr>
            <p:cNvPr id="32815" name="对象 43"/>
            <p:cNvGraphicFramePr/>
            <p:nvPr/>
          </p:nvGraphicFramePr>
          <p:xfrm>
            <a:off x="9724" y="3061"/>
            <a:ext cx="541" cy="722"/>
          </p:xfrm>
          <a:graphic>
            <a:graphicData uri="http://schemas.openxmlformats.org/presentationml/2006/ole">
              <mc:AlternateContent xmlns:mc="http://schemas.openxmlformats.org/markup-compatibility/2006">
                <mc:Choice xmlns:v="urn:schemas-microsoft-com:vml" Requires="v">
                  <p:oleObj spid="_x0000_s3161" name="" r:id="rId20" imgW="127000" imgH="177165" progId="Equation.3">
                    <p:embed/>
                  </p:oleObj>
                </mc:Choice>
                <mc:Fallback>
                  <p:oleObj name="" r:id="rId20" imgW="127000" imgH="177165" progId="Equation.3">
                    <p:embed/>
                    <p:pic>
                      <p:nvPicPr>
                        <p:cNvPr id="0" name="图片 3160"/>
                        <p:cNvPicPr/>
                        <p:nvPr/>
                      </p:nvPicPr>
                      <p:blipFill>
                        <a:blip r:embed="rId21"/>
                        <a:stretch>
                          <a:fillRect/>
                        </a:stretch>
                      </p:blipFill>
                      <p:spPr>
                        <a:xfrm>
                          <a:off x="9724" y="3061"/>
                          <a:ext cx="541" cy="722"/>
                        </a:xfrm>
                        <a:prstGeom prst="rect">
                          <a:avLst/>
                        </a:prstGeom>
                        <a:noFill/>
                        <a:ln w="38100">
                          <a:noFill/>
                          <a:miter/>
                        </a:ln>
                      </p:spPr>
                    </p:pic>
                  </p:oleObj>
                </mc:Fallback>
              </mc:AlternateContent>
            </a:graphicData>
          </a:graphic>
        </p:graphicFrame>
        <p:sp>
          <p:nvSpPr>
            <p:cNvPr id="32816" name="椭圆 45"/>
            <p:cNvSpPr/>
            <p:nvPr/>
          </p:nvSpPr>
          <p:spPr>
            <a:xfrm>
              <a:off x="11487" y="3000"/>
              <a:ext cx="120" cy="120"/>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par>
                          <p:cTn id="11" fill="hold">
                            <p:stCondLst>
                              <p:cond delay="500"/>
                            </p:stCondLst>
                            <p:childTnLst>
                              <p:par>
                                <p:cTn id="12" presetID="3" presetClass="entr" presetSubtype="5" fill="hold" grpId="0" nodeType="afterEffect">
                                  <p:stCondLst>
                                    <p:cond delay="0"/>
                                  </p:stCondLst>
                                  <p:childTnLst>
                                    <p:set>
                                      <p:cBhvr>
                                        <p:cTn id="13" dur="1" fill="hold">
                                          <p:stCondLst>
                                            <p:cond delay="0"/>
                                          </p:stCondLst>
                                        </p:cTn>
                                        <p:tgtEl>
                                          <p:spTgt spid="121901">
                                            <p:txEl>
                                              <p:charRg st="0" end="9"/>
                                            </p:txEl>
                                          </p:spTgt>
                                        </p:tgtEl>
                                        <p:attrNameLst>
                                          <p:attrName>style.visibility</p:attrName>
                                        </p:attrNameLst>
                                      </p:cBhvr>
                                      <p:to>
                                        <p:strVal val="visible"/>
                                      </p:to>
                                    </p:set>
                                    <p:animEffect transition="in" filter="blinds(vertical)">
                                      <p:cBhvr>
                                        <p:cTn id="14" dur="500"/>
                                        <p:tgtEl>
                                          <p:spTgt spid="121901">
                                            <p:txEl>
                                              <p:charRg st="0" end="9"/>
                                            </p:txEl>
                                          </p:spTgt>
                                        </p:tgtEl>
                                      </p:cBhvr>
                                    </p:animEffect>
                                  </p:childTnLst>
                                </p:cTn>
                              </p:par>
                            </p:childTnLst>
                          </p:cTn>
                        </p:par>
                        <p:par>
                          <p:cTn id="15" fill="hold">
                            <p:stCondLst>
                              <p:cond delay="1000"/>
                            </p:stCondLst>
                            <p:childTnLst>
                              <p:par>
                                <p:cTn id="16" presetID="3" presetClass="entr" presetSubtype="5" fill="hold" grpId="0" nodeType="afterEffect">
                                  <p:stCondLst>
                                    <p:cond delay="0"/>
                                  </p:stCondLst>
                                  <p:childTnLst>
                                    <p:set>
                                      <p:cBhvr>
                                        <p:cTn id="17" dur="1" fill="hold">
                                          <p:stCondLst>
                                            <p:cond delay="0"/>
                                          </p:stCondLst>
                                        </p:cTn>
                                        <p:tgtEl>
                                          <p:spTgt spid="121898">
                                            <p:txEl>
                                              <p:charRg st="0" end="11"/>
                                            </p:txEl>
                                          </p:spTgt>
                                        </p:tgtEl>
                                        <p:attrNameLst>
                                          <p:attrName>style.visibility</p:attrName>
                                        </p:attrNameLst>
                                      </p:cBhvr>
                                      <p:to>
                                        <p:strVal val="visible"/>
                                      </p:to>
                                    </p:set>
                                    <p:animEffect transition="in" filter="blinds(vertical)">
                                      <p:cBhvr>
                                        <p:cTn id="18" dur="500"/>
                                        <p:tgtEl>
                                          <p:spTgt spid="121898">
                                            <p:txEl>
                                              <p:charRg st="0" end="11"/>
                                            </p:txEl>
                                          </p:spTgt>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par>
                          <p:cTn id="23" fill="hold">
                            <p:stCondLst>
                              <p:cond delay="2000"/>
                            </p:stCondLst>
                            <p:childTnLst>
                              <p:par>
                                <p:cTn id="24" presetID="1" presetClass="entr" presetSubtype="0" fill="hold" grpId="0" nodeType="afterEffect">
                                  <p:stCondLst>
                                    <p:cond delay="0"/>
                                  </p:stCondLst>
                                  <p:iterate type="wd">
                                    <p:tmAbs val="300"/>
                                  </p:iterate>
                                  <p:childTnLst>
                                    <p:set>
                                      <p:cBhvr>
                                        <p:cTn id="25" dur="1" fill="hold">
                                          <p:stCondLst>
                                            <p:cond delay="299"/>
                                          </p:stCondLst>
                                        </p:cTn>
                                        <p:tgtEl>
                                          <p:spTgt spid="12192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121900">
                                            <p:txEl>
                                              <p:charRg st="0" end="8"/>
                                            </p:txEl>
                                          </p:spTgt>
                                        </p:tgtEl>
                                        <p:attrNameLst>
                                          <p:attrName>style.visibility</p:attrName>
                                        </p:attrNameLst>
                                      </p:cBhvr>
                                      <p:to>
                                        <p:strVal val="visible"/>
                                      </p:to>
                                    </p:set>
                                    <p:animEffect transition="in" filter="blinds(vertical)">
                                      <p:cBhvr>
                                        <p:cTn id="30" dur="500"/>
                                        <p:tgtEl>
                                          <p:spTgt spid="121900">
                                            <p:txEl>
                                              <p:charRg st="0" end="8"/>
                                            </p:txEl>
                                          </p:spTgt>
                                        </p:tgtEl>
                                      </p:cBhvr>
                                    </p:animEffect>
                                  </p:childTnLst>
                                </p:cTn>
                              </p:par>
                            </p:childTnLst>
                          </p:cTn>
                        </p:par>
                        <p:par>
                          <p:cTn id="31" fill="hold">
                            <p:stCondLst>
                              <p:cond delay="500"/>
                            </p:stCondLst>
                            <p:childTnLst>
                              <p:par>
                                <p:cTn id="32" presetID="3" presetClass="entr" presetSubtype="10" fill="hold" nodeType="afterEffect">
                                  <p:stCondLst>
                                    <p:cond delay="0"/>
                                  </p:stCondLst>
                                  <p:childTnLst>
                                    <p:set>
                                      <p:cBhvr>
                                        <p:cTn id="33" dur="1" fill="hold">
                                          <p:stCondLst>
                                            <p:cond delay="0"/>
                                          </p:stCondLst>
                                        </p:cTn>
                                        <p:tgtEl>
                                          <p:spTgt spid="121899"/>
                                        </p:tgtEl>
                                        <p:attrNameLst>
                                          <p:attrName>style.visibility</p:attrName>
                                        </p:attrNameLst>
                                      </p:cBhvr>
                                      <p:to>
                                        <p:strVal val="visible"/>
                                      </p:to>
                                    </p:set>
                                    <p:animEffect transition="in" filter="blinds(horizontal)">
                                      <p:cBhvr>
                                        <p:cTn id="34" dur="500"/>
                                        <p:tgtEl>
                                          <p:spTgt spid="121899"/>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21919"/>
                                        </p:tgtEl>
                                        <p:attrNameLst>
                                          <p:attrName>style.visibility</p:attrName>
                                        </p:attrNameLst>
                                      </p:cBhvr>
                                      <p:to>
                                        <p:strVal val="visible"/>
                                      </p:to>
                                    </p:set>
                                    <p:animEffect transition="in" filter="blinds(horizontal)">
                                      <p:cBhvr>
                                        <p:cTn id="39" dur="500"/>
                                        <p:tgtEl>
                                          <p:spTgt spid="121919"/>
                                        </p:tgtEl>
                                      </p:cBhvr>
                                    </p:animEffect>
                                  </p:childTnLst>
                                </p:cTn>
                              </p:par>
                            </p:childTnLst>
                          </p:cTn>
                        </p:par>
                        <p:par>
                          <p:cTn id="40" fill="hold">
                            <p:stCondLst>
                              <p:cond delay="500"/>
                            </p:stCondLst>
                            <p:childTnLst>
                              <p:par>
                                <p:cTn id="41" presetID="3" presetClass="entr" presetSubtype="5" fill="hold" nodeType="afterEffect">
                                  <p:stCondLst>
                                    <p:cond delay="0"/>
                                  </p:stCondLst>
                                  <p:childTnLst>
                                    <p:set>
                                      <p:cBhvr>
                                        <p:cTn id="42" dur="1" fill="hold">
                                          <p:stCondLst>
                                            <p:cond delay="0"/>
                                          </p:stCondLst>
                                        </p:cTn>
                                        <p:tgtEl>
                                          <p:spTgt spid="121912"/>
                                        </p:tgtEl>
                                        <p:attrNameLst>
                                          <p:attrName>style.visibility</p:attrName>
                                        </p:attrNameLst>
                                      </p:cBhvr>
                                      <p:to>
                                        <p:strVal val="visible"/>
                                      </p:to>
                                    </p:set>
                                    <p:animEffect transition="in" filter="blinds(vertical)">
                                      <p:cBhvr>
                                        <p:cTn id="43" dur="500"/>
                                        <p:tgtEl>
                                          <p:spTgt spid="121912"/>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21914">
                                            <p:txEl>
                                              <p:charRg st="0" end="2"/>
                                            </p:txEl>
                                          </p:spTgt>
                                        </p:tgtEl>
                                        <p:attrNameLst>
                                          <p:attrName>style.visibility</p:attrName>
                                        </p:attrNameLst>
                                      </p:cBhvr>
                                      <p:to>
                                        <p:strVal val="visible"/>
                                      </p:to>
                                    </p:set>
                                    <p:animEffect transition="in" filter="blinds(horizontal)">
                                      <p:cBhvr>
                                        <p:cTn id="48" dur="500"/>
                                        <p:tgtEl>
                                          <p:spTgt spid="121914">
                                            <p:txEl>
                                              <p:charRg st="0" end="2"/>
                                            </p:txEl>
                                          </p:spTgt>
                                        </p:tgtEl>
                                      </p:cBhvr>
                                    </p:animEffect>
                                  </p:childTnLst>
                                </p:cTn>
                              </p:par>
                            </p:childTnLst>
                          </p:cTn>
                        </p:par>
                        <p:par>
                          <p:cTn id="49" fill="hold">
                            <p:stCondLst>
                              <p:cond delay="500"/>
                            </p:stCondLst>
                            <p:childTnLst>
                              <p:par>
                                <p:cTn id="50" presetID="3" presetClass="entr" presetSubtype="5" fill="hold" nodeType="afterEffect">
                                  <p:stCondLst>
                                    <p:cond delay="0"/>
                                  </p:stCondLst>
                                  <p:childTnLst>
                                    <p:set>
                                      <p:cBhvr>
                                        <p:cTn id="51" dur="1" fill="hold">
                                          <p:stCondLst>
                                            <p:cond delay="0"/>
                                          </p:stCondLst>
                                        </p:cTn>
                                        <p:tgtEl>
                                          <p:spTgt spid="121915"/>
                                        </p:tgtEl>
                                        <p:attrNameLst>
                                          <p:attrName>style.visibility</p:attrName>
                                        </p:attrNameLst>
                                      </p:cBhvr>
                                      <p:to>
                                        <p:strVal val="visible"/>
                                      </p:to>
                                    </p:set>
                                    <p:animEffect transition="in" filter="blinds(vertical)">
                                      <p:cBhvr>
                                        <p:cTn id="52" dur="500"/>
                                        <p:tgtEl>
                                          <p:spTgt spid="121915"/>
                                        </p:tgtEl>
                                      </p:cBhvr>
                                    </p:animEffect>
                                  </p:childTnLst>
                                </p:cTn>
                              </p:par>
                            </p:childTnLst>
                          </p:cTn>
                        </p:par>
                        <p:par>
                          <p:cTn id="53" fill="hold">
                            <p:stCondLst>
                              <p:cond delay="1000"/>
                            </p:stCondLst>
                            <p:childTnLst>
                              <p:par>
                                <p:cTn id="54" presetID="3" presetClass="entr" presetSubtype="10" fill="hold" grpId="0" nodeType="afterEffect">
                                  <p:stCondLst>
                                    <p:cond delay="0"/>
                                  </p:stCondLst>
                                  <p:childTnLst>
                                    <p:set>
                                      <p:cBhvr>
                                        <p:cTn id="55" dur="1" fill="hold">
                                          <p:stCondLst>
                                            <p:cond delay="0"/>
                                          </p:stCondLst>
                                        </p:cTn>
                                        <p:tgtEl>
                                          <p:spTgt spid="121920"/>
                                        </p:tgtEl>
                                        <p:attrNameLst>
                                          <p:attrName>style.visibility</p:attrName>
                                        </p:attrNameLst>
                                      </p:cBhvr>
                                      <p:to>
                                        <p:strVal val="visible"/>
                                      </p:to>
                                    </p:set>
                                    <p:animEffect transition="in" filter="blinds(horizontal)">
                                      <p:cBhvr>
                                        <p:cTn id="56" dur="500"/>
                                        <p:tgtEl>
                                          <p:spTgt spid="121920"/>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21916"/>
                                        </p:tgtEl>
                                        <p:attrNameLst>
                                          <p:attrName>style.visibility</p:attrName>
                                        </p:attrNameLst>
                                      </p:cBhvr>
                                      <p:to>
                                        <p:strVal val="visible"/>
                                      </p:to>
                                    </p:set>
                                    <p:animEffect transition="in" filter="blinds(horizontal)">
                                      <p:cBhvr>
                                        <p:cTn id="61" dur="500"/>
                                        <p:tgtEl>
                                          <p:spTgt spid="121916"/>
                                        </p:tgtEl>
                                      </p:cBhvr>
                                    </p:animEffect>
                                  </p:childTnLst>
                                </p:cTn>
                              </p:par>
                            </p:childTnLst>
                          </p:cTn>
                        </p:par>
                        <p:par>
                          <p:cTn id="62" fill="hold">
                            <p:stCondLst>
                              <p:cond delay="500"/>
                            </p:stCondLst>
                            <p:childTnLst>
                              <p:par>
                                <p:cTn id="63" presetID="3" presetClass="entr" presetSubtype="5" fill="hold" nodeType="afterEffect">
                                  <p:stCondLst>
                                    <p:cond delay="0"/>
                                  </p:stCondLst>
                                  <p:childTnLst>
                                    <p:set>
                                      <p:cBhvr>
                                        <p:cTn id="64" dur="1" fill="hold">
                                          <p:stCondLst>
                                            <p:cond delay="0"/>
                                          </p:stCondLst>
                                        </p:cTn>
                                        <p:tgtEl>
                                          <p:spTgt spid="121913"/>
                                        </p:tgtEl>
                                        <p:attrNameLst>
                                          <p:attrName>style.visibility</p:attrName>
                                        </p:attrNameLst>
                                      </p:cBhvr>
                                      <p:to>
                                        <p:strVal val="visible"/>
                                      </p:to>
                                    </p:set>
                                    <p:animEffect transition="in" filter="blinds(vertical)">
                                      <p:cBhvr>
                                        <p:cTn id="65" dur="500"/>
                                        <p:tgtEl>
                                          <p:spTgt spid="121913"/>
                                        </p:tgtEl>
                                      </p:cBhvr>
                                    </p:animEffect>
                                  </p:childTnLst>
                                </p:cTn>
                              </p:par>
                            </p:childTnLst>
                          </p:cTn>
                        </p:par>
                        <p:par>
                          <p:cTn id="66" fill="hold">
                            <p:stCondLst>
                              <p:cond delay="1000"/>
                            </p:stCondLst>
                            <p:childTnLst>
                              <p:par>
                                <p:cTn id="67" presetID="3" presetClass="entr" presetSubtype="10" fill="hold" grpId="0" nodeType="afterEffect">
                                  <p:stCondLst>
                                    <p:cond delay="0"/>
                                  </p:stCondLst>
                                  <p:childTnLst>
                                    <p:set>
                                      <p:cBhvr>
                                        <p:cTn id="68" dur="1" fill="hold">
                                          <p:stCondLst>
                                            <p:cond delay="0"/>
                                          </p:stCondLst>
                                        </p:cTn>
                                        <p:tgtEl>
                                          <p:spTgt spid="121917"/>
                                        </p:tgtEl>
                                        <p:attrNameLst>
                                          <p:attrName>style.visibility</p:attrName>
                                        </p:attrNameLst>
                                      </p:cBhvr>
                                      <p:to>
                                        <p:strVal val="visible"/>
                                      </p:to>
                                    </p:set>
                                    <p:animEffect transition="in" filter="blinds(horizontal)">
                                      <p:cBhvr>
                                        <p:cTn id="69" dur="500"/>
                                        <p:tgtEl>
                                          <p:spTgt spid="121917"/>
                                        </p:tgtEl>
                                      </p:cBhvr>
                                    </p:animEffect>
                                  </p:childTnLst>
                                </p:cTn>
                              </p:par>
                            </p:childTnLst>
                          </p:cTn>
                        </p:par>
                        <p:par>
                          <p:cTn id="70" fill="hold">
                            <p:stCondLst>
                              <p:cond delay="1500"/>
                            </p:stCondLst>
                            <p:childTnLst>
                              <p:par>
                                <p:cTn id="71" presetID="3" presetClass="entr" presetSubtype="10" fill="hold" grpId="0" nodeType="afterEffect">
                                  <p:stCondLst>
                                    <p:cond delay="0"/>
                                  </p:stCondLst>
                                  <p:childTnLst>
                                    <p:set>
                                      <p:cBhvr>
                                        <p:cTn id="72" dur="1" fill="hold">
                                          <p:stCondLst>
                                            <p:cond delay="0"/>
                                          </p:stCondLst>
                                        </p:cTn>
                                        <p:tgtEl>
                                          <p:spTgt spid="121918"/>
                                        </p:tgtEl>
                                        <p:attrNameLst>
                                          <p:attrName>style.visibility</p:attrName>
                                        </p:attrNameLst>
                                      </p:cBhvr>
                                      <p:to>
                                        <p:strVal val="visible"/>
                                      </p:to>
                                    </p:set>
                                    <p:animEffect transition="in" filter="blinds(horizontal)">
                                      <p:cBhvr>
                                        <p:cTn id="73" dur="500"/>
                                        <p:tgtEl>
                                          <p:spTgt spid="121918"/>
                                        </p:tgtEl>
                                      </p:cBhvr>
                                    </p:animEffect>
                                  </p:childTnLst>
                                </p:cTn>
                              </p:par>
                            </p:childTnLst>
                          </p:cTn>
                        </p:par>
                        <p:par>
                          <p:cTn id="74" fill="hold">
                            <p:stCondLst>
                              <p:cond delay="2000"/>
                            </p:stCondLst>
                            <p:childTnLst>
                              <p:par>
                                <p:cTn id="75" presetID="16" presetClass="entr" presetSubtype="37" fill="hold" grpId="0" nodeType="afterEffect">
                                  <p:stCondLst>
                                    <p:cond delay="0"/>
                                  </p:stCondLst>
                                  <p:childTnLst>
                                    <p:set>
                                      <p:cBhvr>
                                        <p:cTn id="76" dur="1" fill="hold">
                                          <p:stCondLst>
                                            <p:cond delay="0"/>
                                          </p:stCondLst>
                                        </p:cTn>
                                        <p:tgtEl>
                                          <p:spTgt spid="121922"/>
                                        </p:tgtEl>
                                        <p:attrNameLst>
                                          <p:attrName>style.visibility</p:attrName>
                                        </p:attrNameLst>
                                      </p:cBhvr>
                                      <p:to>
                                        <p:strVal val="visible"/>
                                      </p:to>
                                    </p:set>
                                    <p:animEffect transition="in" filter="barn(outVertical)">
                                      <p:cBhvr>
                                        <p:cTn id="77" dur="500"/>
                                        <p:tgtEl>
                                          <p:spTgt spid="12192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21921"/>
                                        </p:tgtEl>
                                        <p:attrNameLst>
                                          <p:attrName>style.visibility</p:attrName>
                                        </p:attrNameLst>
                                      </p:cBhvr>
                                      <p:to>
                                        <p:strVal val="visible"/>
                                      </p:to>
                                    </p:set>
                                    <p:animEffect transition="in" filter="wipe(left)">
                                      <p:cBhvr>
                                        <p:cTn id="82" dur="500"/>
                                        <p:tgtEl>
                                          <p:spTgt spid="121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21898" grpId="0" build="p"/>
      <p:bldP spid="121900" grpId="0" build="p"/>
      <p:bldP spid="121901" grpId="0" build="p"/>
      <p:bldP spid="121914" grpId="0" build="p"/>
      <p:bldP spid="121916" grpId="0" bldLvl="0" animBg="1"/>
      <p:bldP spid="121917" grpId="0"/>
      <p:bldP spid="121918" grpId="0" bldLvl="0" animBg="1"/>
      <p:bldP spid="121919" grpId="0"/>
      <p:bldP spid="121920" grpId="0" bldLvl="0" animBg="1"/>
      <p:bldP spid="121922" grpId="0"/>
      <p:bldP spid="1219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09295" y="859790"/>
            <a:ext cx="7725410" cy="1753235"/>
          </a:xfrm>
          <a:prstGeom prst="rect">
            <a:avLst/>
          </a:prstGeom>
          <a:noFill/>
        </p:spPr>
        <p:txBody>
          <a:bodyPr wrap="square" rtlCol="0" anchor="t">
            <a:spAutoFit/>
          </a:bodyPr>
          <a:p>
            <a:pPr>
              <a:lnSpc>
                <a:spcPct val="150000"/>
              </a:lnSpc>
            </a:pPr>
            <a:r>
              <a:rPr lang="zh-CN" altLang="en-US" sz="2400" dirty="0">
                <a:latin typeface="宋体" panose="02010600030101010101" pitchFamily="2" charset="-122"/>
                <a:sym typeface="+mn-ea"/>
              </a:rPr>
              <a:t>一质量为</a:t>
            </a:r>
            <a:r>
              <a:rPr lang="en-US" altLang="zh-CN" sz="2400" i="1" dirty="0">
                <a:latin typeface="Times New Roman" panose="02020603050405020304" pitchFamily="18" charset="0"/>
                <a:sym typeface="+mn-ea"/>
              </a:rPr>
              <a:t>m</a:t>
            </a:r>
            <a:r>
              <a:rPr lang="zh-CN" altLang="en-US" sz="2400" dirty="0">
                <a:latin typeface="宋体" panose="02010600030101010101" pitchFamily="2" charset="-122"/>
                <a:sym typeface="+mn-ea"/>
              </a:rPr>
              <a:t>的物体挂在劲度系数为</a:t>
            </a:r>
            <a:r>
              <a:rPr lang="en-US" altLang="zh-CN" sz="2400" i="1" dirty="0">
                <a:latin typeface="Times New Roman" panose="02020603050405020304" pitchFamily="18" charset="0"/>
                <a:sym typeface="+mn-ea"/>
              </a:rPr>
              <a:t>k</a:t>
            </a:r>
            <a:r>
              <a:rPr lang="zh-CN" altLang="en-US" sz="2400" dirty="0">
                <a:latin typeface="宋体" panose="02010600030101010101" pitchFamily="2" charset="-122"/>
                <a:sym typeface="+mn-ea"/>
              </a:rPr>
              <a:t>的轻弹簧下面，振动角频率为</a:t>
            </a:r>
            <a:r>
              <a:rPr lang="en-US" altLang="zh-CN" sz="2400" i="1" dirty="0">
                <a:latin typeface="Symbol" panose="05050102010706020507" pitchFamily="18" charset="2"/>
                <a:sym typeface="+mn-ea"/>
              </a:rPr>
              <a:t>w</a:t>
            </a:r>
            <a:r>
              <a:rPr lang="zh-CN" altLang="en-US" sz="2400" dirty="0">
                <a:latin typeface="宋体" panose="02010600030101010101" pitchFamily="2" charset="-122"/>
                <a:sym typeface="+mn-ea"/>
              </a:rPr>
              <a:t>．若把此弹簧分割成二等份，将物体</a:t>
            </a:r>
            <a:r>
              <a:rPr lang="en-US" altLang="zh-CN" sz="2400" i="1" dirty="0">
                <a:latin typeface="Times New Roman" panose="02020603050405020304" pitchFamily="18" charset="0"/>
                <a:sym typeface="+mn-ea"/>
              </a:rPr>
              <a:t>m</a:t>
            </a:r>
            <a:r>
              <a:rPr lang="zh-CN" altLang="en-US" sz="2400" dirty="0">
                <a:latin typeface="宋体" panose="02010600030101010101" pitchFamily="2" charset="-122"/>
                <a:sym typeface="+mn-ea"/>
              </a:rPr>
              <a:t>挂在分割后的一根弹簧上，则振动角频率是</a:t>
            </a:r>
            <a:r>
              <a:rPr lang="en-US" altLang="zh-CN" sz="2400" b="1" dirty="0">
                <a:solidFill>
                  <a:srgbClr val="000000"/>
                </a:solidFill>
                <a:latin typeface="Times New Roman" panose="02020603050405020304" pitchFamily="18" charset="0"/>
                <a:sym typeface="+mn-ea"/>
              </a:rPr>
              <a:t>(      )</a:t>
            </a:r>
            <a:endParaRPr lang="en-US" altLang="zh-CN" sz="2400" b="1" dirty="0">
              <a:solidFill>
                <a:srgbClr val="000000"/>
              </a:solidFill>
              <a:latin typeface="Times New Roman" panose="02020603050405020304" pitchFamily="18" charset="0"/>
              <a:sym typeface="+mn-ea"/>
            </a:endParaRPr>
          </a:p>
        </p:txBody>
      </p:sp>
      <p:sp>
        <p:nvSpPr>
          <p:cNvPr id="5" name="文本框 4"/>
          <p:cNvSpPr txBox="1"/>
          <p:nvPr/>
        </p:nvSpPr>
        <p:spPr>
          <a:xfrm>
            <a:off x="1331595" y="2961005"/>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(A)  </a:t>
            </a:r>
            <a:r>
              <a:rPr lang="en-US" altLang="zh-CN" sz="2400" dirty="0">
                <a:latin typeface="Times New Roman" panose="02020603050405020304" pitchFamily="18" charset="0"/>
                <a:sym typeface="+mn-ea"/>
              </a:rPr>
              <a:t>2</a:t>
            </a:r>
            <a:r>
              <a:rPr lang="en-US" altLang="zh-CN" sz="2400" i="1" dirty="0">
                <a:latin typeface="Symbol" panose="05050102010706020507" pitchFamily="18" charset="2"/>
                <a:sym typeface="+mn-ea"/>
              </a:rPr>
              <a:t> w</a:t>
            </a:r>
            <a:endParaRPr lang="zh-CN" altLang="en-US" sz="2400"/>
          </a:p>
        </p:txBody>
      </p:sp>
      <p:sp>
        <p:nvSpPr>
          <p:cNvPr id="6" name="文本框 5"/>
          <p:cNvSpPr txBox="1"/>
          <p:nvPr/>
        </p:nvSpPr>
        <p:spPr>
          <a:xfrm>
            <a:off x="1331595" y="3681095"/>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(B)  </a:t>
            </a:r>
            <a:endParaRPr lang="zh-CN" altLang="en-US" sz="2400"/>
          </a:p>
        </p:txBody>
      </p:sp>
      <p:sp>
        <p:nvSpPr>
          <p:cNvPr id="7" name="文本框 6"/>
          <p:cNvSpPr txBox="1"/>
          <p:nvPr/>
        </p:nvSpPr>
        <p:spPr>
          <a:xfrm>
            <a:off x="1331595" y="4437380"/>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(C)  </a:t>
            </a:r>
            <a:endParaRPr lang="zh-CN" altLang="en-US" sz="2400"/>
          </a:p>
        </p:txBody>
      </p:sp>
      <p:sp>
        <p:nvSpPr>
          <p:cNvPr id="8" name="文本框 7"/>
          <p:cNvSpPr txBox="1"/>
          <p:nvPr/>
        </p:nvSpPr>
        <p:spPr>
          <a:xfrm>
            <a:off x="1331595" y="5193665"/>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(D)  </a:t>
            </a:r>
            <a:r>
              <a:rPr lang="en-US" altLang="zh-CN" sz="2400" i="1" dirty="0">
                <a:latin typeface="Symbol" panose="05050102010706020507" pitchFamily="18" charset="2"/>
                <a:sym typeface="+mn-ea"/>
              </a:rPr>
              <a:t>w</a:t>
            </a:r>
            <a:r>
              <a:rPr lang="en-US" altLang="zh-CN" sz="2400" dirty="0">
                <a:latin typeface="Times New Roman" panose="02020603050405020304" pitchFamily="18" charset="0"/>
                <a:sym typeface="+mn-ea"/>
              </a:rPr>
              <a:t> /2</a:t>
            </a:r>
            <a:endParaRPr lang="zh-CN" altLang="en-US" sz="2400"/>
          </a:p>
        </p:txBody>
      </p:sp>
      <p:sp>
        <p:nvSpPr>
          <p:cNvPr id="9" name="文本框 8"/>
          <p:cNvSpPr txBox="1"/>
          <p:nvPr/>
        </p:nvSpPr>
        <p:spPr>
          <a:xfrm>
            <a:off x="5796280" y="2132965"/>
            <a:ext cx="755015"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sym typeface="+mn-ea"/>
              </a:rPr>
              <a:t>B</a:t>
            </a:r>
            <a:endParaRPr lang="en-US" altLang="zh-CN" sz="2400" b="1" dirty="0">
              <a:solidFill>
                <a:srgbClr val="FF0000"/>
              </a:solidFill>
              <a:latin typeface="Times New Roman" panose="02020603050405020304" pitchFamily="18" charset="0"/>
              <a:sym typeface="+mn-ea"/>
            </a:endParaRPr>
          </a:p>
        </p:txBody>
      </p:sp>
      <p:sp>
        <p:nvSpPr>
          <p:cNvPr id="26625" name="Text Box 67"/>
          <p:cNvSpPr txBox="1"/>
          <p:nvPr/>
        </p:nvSpPr>
        <p:spPr>
          <a:xfrm>
            <a:off x="1331595" y="332740"/>
            <a:ext cx="2175510" cy="521970"/>
          </a:xfrm>
          <a:prstGeom prst="rect">
            <a:avLst/>
          </a:prstGeom>
          <a:noFill/>
          <a:ln w="9525">
            <a:noFill/>
          </a:ln>
        </p:spPr>
        <p:txBody>
          <a:bodyPr wrap="square" anchor="t" anchorCtr="0">
            <a:spAutoFit/>
          </a:bodyPr>
          <a:p>
            <a:pPr algn="just" eaLnBrk="0" hangingPunct="0"/>
            <a:r>
              <a:rPr lang="zh-CN" altLang="en-US" sz="2800" b="1" dirty="0">
                <a:solidFill>
                  <a:srgbClr val="0070C0"/>
                </a:solidFill>
                <a:latin typeface="微软雅黑" panose="020B0503020204020204" charset="-122"/>
                <a:ea typeface="微软雅黑" panose="020B0503020204020204" charset="-122"/>
              </a:rPr>
              <a:t>课堂测试</a:t>
            </a:r>
            <a:r>
              <a:rPr lang="en-US" altLang="zh-CN" sz="2800" b="1" i="1" dirty="0">
                <a:solidFill>
                  <a:srgbClr val="0000CC"/>
                </a:solidFill>
                <a:latin typeface="Times New Roman" panose="02020603050405020304" pitchFamily="18" charset="0"/>
                <a:ea typeface="宋体" panose="02010600030101010101" pitchFamily="2" charset="-122"/>
              </a:rPr>
              <a:t> </a:t>
            </a:r>
            <a:endParaRPr lang="en-US" altLang="zh-CN" sz="2800" b="1" i="1" dirty="0">
              <a:solidFill>
                <a:srgbClr val="0000CC"/>
              </a:solidFill>
              <a:latin typeface="Times New Roman" panose="02020603050405020304" pitchFamily="18" charset="0"/>
              <a:ea typeface="宋体" panose="02010600030101010101" pitchFamily="2" charset="-122"/>
            </a:endParaRPr>
          </a:p>
        </p:txBody>
      </p:sp>
      <p:pic>
        <p:nvPicPr>
          <p:cNvPr id="33803" name="Picture 2"/>
          <p:cNvPicPr>
            <a:picLocks noChangeAspect="1"/>
          </p:cNvPicPr>
          <p:nvPr/>
        </p:nvPicPr>
        <p:blipFill>
          <a:blip r:embed="rId1"/>
          <a:stretch>
            <a:fillRect/>
          </a:stretch>
        </p:blipFill>
        <p:spPr>
          <a:xfrm>
            <a:off x="1907540" y="3690938"/>
            <a:ext cx="669925" cy="423862"/>
          </a:xfrm>
          <a:prstGeom prst="rect">
            <a:avLst/>
          </a:prstGeom>
          <a:noFill/>
          <a:ln w="9525">
            <a:noFill/>
          </a:ln>
        </p:spPr>
      </p:pic>
      <p:pic>
        <p:nvPicPr>
          <p:cNvPr id="33804" name="Picture 4"/>
          <p:cNvPicPr>
            <a:picLocks noChangeAspect="1"/>
          </p:cNvPicPr>
          <p:nvPr/>
        </p:nvPicPr>
        <p:blipFill>
          <a:blip r:embed="rId2"/>
          <a:stretch>
            <a:fillRect/>
          </a:stretch>
        </p:blipFill>
        <p:spPr>
          <a:xfrm>
            <a:off x="1907540" y="4463098"/>
            <a:ext cx="817563" cy="407987"/>
          </a:xfrm>
          <a:prstGeom prst="rect">
            <a:avLst/>
          </a:prstGeom>
          <a:noFill/>
          <a:ln w="9525">
            <a:noFill/>
          </a:ln>
        </p:spPr>
      </p:pic>
      <p:graphicFrame>
        <p:nvGraphicFramePr>
          <p:cNvPr id="10" name="Object 59"/>
          <p:cNvGraphicFramePr>
            <a:graphicFrameLocks noChangeAspect="1"/>
          </p:cNvGraphicFramePr>
          <p:nvPr/>
        </p:nvGraphicFramePr>
        <p:xfrm>
          <a:off x="4067810" y="2703830"/>
          <a:ext cx="1312545" cy="838835"/>
        </p:xfrm>
        <a:graphic>
          <a:graphicData uri="http://schemas.openxmlformats.org/presentationml/2006/ole">
            <mc:AlternateContent xmlns:mc="http://schemas.openxmlformats.org/markup-compatibility/2006">
              <mc:Choice xmlns:v="urn:schemas-microsoft-com:vml" Requires="v">
                <p:oleObj spid="_x0000_s11" name="" r:id="rId3" imgW="508000" imgH="393700" progId="Equation.3">
                  <p:embed/>
                </p:oleObj>
              </mc:Choice>
              <mc:Fallback>
                <p:oleObj name="" r:id="rId3" imgW="508000" imgH="393700" progId="Equation.3">
                  <p:embed/>
                  <p:pic>
                    <p:nvPicPr>
                      <p:cNvPr id="0" name="图片 3154"/>
                      <p:cNvPicPr/>
                      <p:nvPr/>
                    </p:nvPicPr>
                    <p:blipFill>
                      <a:blip r:embed="rId4"/>
                      <a:stretch>
                        <a:fillRect/>
                      </a:stretch>
                    </p:blipFill>
                    <p:spPr>
                      <a:xfrm>
                        <a:off x="4067810" y="2703830"/>
                        <a:ext cx="1312545" cy="838835"/>
                      </a:xfrm>
                      <a:prstGeom prst="rect">
                        <a:avLst/>
                      </a:prstGeom>
                      <a:noFill/>
                      <a:ln w="38100">
                        <a:noFill/>
                        <a:miter/>
                      </a:ln>
                    </p:spPr>
                  </p:pic>
                </p:oleObj>
              </mc:Fallback>
            </mc:AlternateContent>
          </a:graphicData>
        </a:graphic>
      </p:graphicFrame>
      <p:sp>
        <p:nvSpPr>
          <p:cNvPr id="16" name="文本框 15"/>
          <p:cNvSpPr txBox="1"/>
          <p:nvPr/>
        </p:nvSpPr>
        <p:spPr>
          <a:xfrm>
            <a:off x="3995420" y="3779520"/>
            <a:ext cx="1470660" cy="460375"/>
          </a:xfrm>
          <a:prstGeom prst="rect">
            <a:avLst/>
          </a:prstGeom>
          <a:noFill/>
        </p:spPr>
        <p:txBody>
          <a:bodyPr wrap="square" rtlCol="0" anchor="t">
            <a:spAutoFit/>
          </a:bodyPr>
          <a:p>
            <a:r>
              <a:rPr lang="zh-CN" altLang="en-US" sz="2400" b="1" dirty="0">
                <a:solidFill>
                  <a:srgbClr val="FF0000"/>
                </a:solidFill>
                <a:latin typeface="Times New Roman" panose="02020603050405020304" pitchFamily="18" charset="0"/>
                <a:sym typeface="+mn-ea"/>
              </a:rPr>
              <a:t>弹簧</a:t>
            </a:r>
            <a:r>
              <a:rPr lang="zh-CN" altLang="en-US" sz="2400" b="1" dirty="0">
                <a:solidFill>
                  <a:srgbClr val="FF0000"/>
                </a:solidFill>
                <a:latin typeface="Times New Roman" panose="02020603050405020304" pitchFamily="18" charset="0"/>
                <a:sym typeface="+mn-ea"/>
              </a:rPr>
              <a:t>串联</a:t>
            </a:r>
            <a:endParaRPr lang="zh-CN" altLang="en-US" sz="2400" b="1" dirty="0">
              <a:solidFill>
                <a:srgbClr val="FF0000"/>
              </a:solidFill>
              <a:latin typeface="Times New Roman" panose="02020603050405020304" pitchFamily="18" charset="0"/>
              <a:sym typeface="+mn-ea"/>
            </a:endParaRPr>
          </a:p>
        </p:txBody>
      </p:sp>
      <p:graphicFrame>
        <p:nvGraphicFramePr>
          <p:cNvPr id="17" name="Object 59"/>
          <p:cNvGraphicFramePr>
            <a:graphicFrameLocks noChangeAspect="1"/>
          </p:cNvGraphicFramePr>
          <p:nvPr/>
        </p:nvGraphicFramePr>
        <p:xfrm>
          <a:off x="6083935" y="3542348"/>
          <a:ext cx="1936115" cy="920750"/>
        </p:xfrm>
        <a:graphic>
          <a:graphicData uri="http://schemas.openxmlformats.org/presentationml/2006/ole">
            <mc:AlternateContent xmlns:mc="http://schemas.openxmlformats.org/markup-compatibility/2006">
              <mc:Choice xmlns:v="urn:schemas-microsoft-com:vml" Requires="v">
                <p:oleObj spid="_x0000_s18" name="" r:id="rId5" imgW="749300" imgH="431800" progId="Equation.3">
                  <p:embed/>
                </p:oleObj>
              </mc:Choice>
              <mc:Fallback>
                <p:oleObj name="" r:id="rId5" imgW="749300" imgH="431800" progId="Equation.3">
                  <p:embed/>
                  <p:pic>
                    <p:nvPicPr>
                      <p:cNvPr id="0" name="图片 3154"/>
                      <p:cNvPicPr/>
                      <p:nvPr/>
                    </p:nvPicPr>
                    <p:blipFill>
                      <a:blip r:embed="rId6"/>
                      <a:stretch>
                        <a:fillRect/>
                      </a:stretch>
                    </p:blipFill>
                    <p:spPr>
                      <a:xfrm>
                        <a:off x="6083935" y="3542348"/>
                        <a:ext cx="1936115" cy="920750"/>
                      </a:xfrm>
                      <a:prstGeom prst="rect">
                        <a:avLst/>
                      </a:prstGeom>
                      <a:noFill/>
                      <a:ln w="38100">
                        <a:noFill/>
                        <a:miter/>
                      </a:ln>
                    </p:spPr>
                  </p:pic>
                </p:oleObj>
              </mc:Fallback>
            </mc:AlternateContent>
          </a:graphicData>
        </a:graphic>
      </p:graphicFrame>
      <p:graphicFrame>
        <p:nvGraphicFramePr>
          <p:cNvPr id="19" name="Object 59"/>
          <p:cNvGraphicFramePr>
            <a:graphicFrameLocks noChangeAspect="1"/>
          </p:cNvGraphicFramePr>
          <p:nvPr/>
        </p:nvGraphicFramePr>
        <p:xfrm>
          <a:off x="6227763" y="4571366"/>
          <a:ext cx="1247140" cy="460375"/>
        </p:xfrm>
        <a:graphic>
          <a:graphicData uri="http://schemas.openxmlformats.org/presentationml/2006/ole">
            <mc:AlternateContent xmlns:mc="http://schemas.openxmlformats.org/markup-compatibility/2006">
              <mc:Choice xmlns:v="urn:schemas-microsoft-com:vml" Requires="v">
                <p:oleObj spid="_x0000_s20" name="" r:id="rId7" imgW="482600" imgH="215900" progId="Equation.3">
                  <p:embed/>
                </p:oleObj>
              </mc:Choice>
              <mc:Fallback>
                <p:oleObj name="" r:id="rId7" imgW="482600" imgH="215900" progId="Equation.3">
                  <p:embed/>
                  <p:pic>
                    <p:nvPicPr>
                      <p:cNvPr id="0" name="图片 3154"/>
                      <p:cNvPicPr/>
                      <p:nvPr/>
                    </p:nvPicPr>
                    <p:blipFill>
                      <a:blip r:embed="rId8"/>
                      <a:stretch>
                        <a:fillRect/>
                      </a:stretch>
                    </p:blipFill>
                    <p:spPr>
                      <a:xfrm>
                        <a:off x="6227763" y="4571366"/>
                        <a:ext cx="1247140" cy="460375"/>
                      </a:xfrm>
                      <a:prstGeom prst="rect">
                        <a:avLst/>
                      </a:prstGeom>
                      <a:noFill/>
                      <a:ln w="38100">
                        <a:noFill/>
                        <a:miter/>
                      </a:ln>
                    </p:spPr>
                  </p:pic>
                </p:oleObj>
              </mc:Fallback>
            </mc:AlternateContent>
          </a:graphicData>
        </a:graphic>
      </p:graphicFrame>
      <p:graphicFrame>
        <p:nvGraphicFramePr>
          <p:cNvPr id="21" name="Object 59"/>
          <p:cNvGraphicFramePr>
            <a:graphicFrameLocks noChangeAspect="1"/>
          </p:cNvGraphicFramePr>
          <p:nvPr/>
        </p:nvGraphicFramePr>
        <p:xfrm>
          <a:off x="3995738" y="5185093"/>
          <a:ext cx="3281680" cy="839470"/>
        </p:xfrm>
        <a:graphic>
          <a:graphicData uri="http://schemas.openxmlformats.org/presentationml/2006/ole">
            <mc:AlternateContent xmlns:mc="http://schemas.openxmlformats.org/markup-compatibility/2006">
              <mc:Choice xmlns:v="urn:schemas-microsoft-com:vml" Requires="v">
                <p:oleObj spid="_x0000_s22" name="" r:id="rId9" imgW="1270000" imgH="393700" progId="Equation.3">
                  <p:embed/>
                </p:oleObj>
              </mc:Choice>
              <mc:Fallback>
                <p:oleObj name="" r:id="rId9" imgW="1270000" imgH="393700" progId="Equation.3">
                  <p:embed/>
                  <p:pic>
                    <p:nvPicPr>
                      <p:cNvPr id="0" name="图片 3154"/>
                      <p:cNvPicPr/>
                      <p:nvPr/>
                    </p:nvPicPr>
                    <p:blipFill>
                      <a:blip r:embed="rId10"/>
                      <a:stretch>
                        <a:fillRect/>
                      </a:stretch>
                    </p:blipFill>
                    <p:spPr>
                      <a:xfrm>
                        <a:off x="3995738" y="5185093"/>
                        <a:ext cx="3281680" cy="83947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par>
                          <p:cTn id="8" fill="hold">
                            <p:stCondLst>
                              <p:cond delay="500"/>
                            </p:stCondLst>
                            <p:childTnLst>
                              <p:par>
                                <p:cTn id="9" presetID="3" presetClass="entr" presetSubtype="5"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vertic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par>
                          <p:cTn id="17" fill="hold">
                            <p:stCondLst>
                              <p:cond delay="500"/>
                            </p:stCondLst>
                            <p:childTnLst>
                              <p:par>
                                <p:cTn id="18" presetID="3" presetClass="entr" presetSubtype="5"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blinds(vertical)">
                                      <p:cBhvr>
                                        <p:cTn id="20" dur="500"/>
                                        <p:tgtEl>
                                          <p:spTgt spid="17"/>
                                        </p:tgtEl>
                                      </p:cBhvr>
                                    </p:animEffect>
                                  </p:childTnLst>
                                </p:cTn>
                              </p:par>
                            </p:childTnLst>
                          </p:cTn>
                        </p:par>
                        <p:par>
                          <p:cTn id="21" fill="hold">
                            <p:stCondLst>
                              <p:cond delay="1000"/>
                            </p:stCondLst>
                            <p:childTnLst>
                              <p:par>
                                <p:cTn id="22" presetID="3" presetClass="entr" presetSubtype="5" fill="hold"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blinds(vertical)">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5"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blinds(vertical)">
                                      <p:cBhvr>
                                        <p:cTn id="2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6" grpId="0"/>
      <p:bldP spid="16"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4817" name="组合 6"/>
          <p:cNvGrpSpPr/>
          <p:nvPr/>
        </p:nvGrpSpPr>
        <p:grpSpPr>
          <a:xfrm>
            <a:off x="71438" y="231775"/>
            <a:ext cx="9004300" cy="600075"/>
            <a:chOff x="418" y="1961"/>
            <a:chExt cx="14180" cy="944"/>
          </a:xfrm>
        </p:grpSpPr>
        <p:sp>
          <p:nvSpPr>
            <p:cNvPr id="9" name="任意多边形 13"/>
            <p:cNvSpPr/>
            <p:nvPr/>
          </p:nvSpPr>
          <p:spPr>
            <a:xfrm>
              <a:off x="681" y="2035"/>
              <a:ext cx="13917" cy="838"/>
            </a:xfrm>
            <a:custGeom>
              <a:avLst/>
              <a:gdLst>
                <a:gd name="connsiteX0" fmla="*/ 104775 w 5032666"/>
                <a:gd name="connsiteY0" fmla="*/ 0 h 419100"/>
                <a:gd name="connsiteX1" fmla="*/ 150742 w 5032666"/>
                <a:gd name="connsiteY1" fmla="*/ 0 h 419100"/>
                <a:gd name="connsiteX2" fmla="*/ 161478 w 5032666"/>
                <a:gd name="connsiteY2" fmla="*/ 0 h 419100"/>
                <a:gd name="connsiteX3" fmla="*/ 200025 w 5032666"/>
                <a:gd name="connsiteY3" fmla="*/ 0 h 419100"/>
                <a:gd name="connsiteX4" fmla="*/ 207445 w 5032666"/>
                <a:gd name="connsiteY4" fmla="*/ 0 h 419100"/>
                <a:gd name="connsiteX5" fmla="*/ 225133 w 5032666"/>
                <a:gd name="connsiteY5" fmla="*/ 0 h 419100"/>
                <a:gd name="connsiteX6" fmla="*/ 256728 w 5032666"/>
                <a:gd name="connsiteY6" fmla="*/ 0 h 419100"/>
                <a:gd name="connsiteX7" fmla="*/ 271100 w 5032666"/>
                <a:gd name="connsiteY7" fmla="*/ 0 h 419100"/>
                <a:gd name="connsiteX8" fmla="*/ 281836 w 5032666"/>
                <a:gd name="connsiteY8" fmla="*/ 0 h 419100"/>
                <a:gd name="connsiteX9" fmla="*/ 314326 w 5032666"/>
                <a:gd name="connsiteY9" fmla="*/ 0 h 419100"/>
                <a:gd name="connsiteX10" fmla="*/ 320383 w 5032666"/>
                <a:gd name="connsiteY10" fmla="*/ 0 h 419100"/>
                <a:gd name="connsiteX11" fmla="*/ 327803 w 5032666"/>
                <a:gd name="connsiteY11" fmla="*/ 0 h 419100"/>
                <a:gd name="connsiteX12" fmla="*/ 360293 w 5032666"/>
                <a:gd name="connsiteY12" fmla="*/ 0 h 419100"/>
                <a:gd name="connsiteX13" fmla="*/ 371029 w 5032666"/>
                <a:gd name="connsiteY13" fmla="*/ 0 h 419100"/>
                <a:gd name="connsiteX14" fmla="*/ 377086 w 5032666"/>
                <a:gd name="connsiteY14" fmla="*/ 0 h 419100"/>
                <a:gd name="connsiteX15" fmla="*/ 409576 w 5032666"/>
                <a:gd name="connsiteY15" fmla="*/ 0 h 419100"/>
                <a:gd name="connsiteX16" fmla="*/ 416996 w 5032666"/>
                <a:gd name="connsiteY16" fmla="*/ 0 h 419100"/>
                <a:gd name="connsiteX17" fmla="*/ 434684 w 5032666"/>
                <a:gd name="connsiteY17" fmla="*/ 0 h 419100"/>
                <a:gd name="connsiteX18" fmla="*/ 466279 w 5032666"/>
                <a:gd name="connsiteY18" fmla="*/ 0 h 419100"/>
                <a:gd name="connsiteX19" fmla="*/ 480651 w 5032666"/>
                <a:gd name="connsiteY19" fmla="*/ 0 h 419100"/>
                <a:gd name="connsiteX20" fmla="*/ 491387 w 5032666"/>
                <a:gd name="connsiteY20" fmla="*/ 0 h 419100"/>
                <a:gd name="connsiteX21" fmla="*/ 529934 w 5032666"/>
                <a:gd name="connsiteY21" fmla="*/ 0 h 419100"/>
                <a:gd name="connsiteX22" fmla="*/ 537354 w 5032666"/>
                <a:gd name="connsiteY22" fmla="*/ 0 h 419100"/>
                <a:gd name="connsiteX23" fmla="*/ 561975 w 5032666"/>
                <a:gd name="connsiteY23" fmla="*/ 0 h 419100"/>
                <a:gd name="connsiteX24" fmla="*/ 586637 w 5032666"/>
                <a:gd name="connsiteY24" fmla="*/ 0 h 419100"/>
                <a:gd name="connsiteX25" fmla="*/ 607942 w 5032666"/>
                <a:gd name="connsiteY25" fmla="*/ 0 h 419100"/>
                <a:gd name="connsiteX26" fmla="*/ 618678 w 5032666"/>
                <a:gd name="connsiteY26" fmla="*/ 0 h 419100"/>
                <a:gd name="connsiteX27" fmla="*/ 657225 w 5032666"/>
                <a:gd name="connsiteY27" fmla="*/ 0 h 419100"/>
                <a:gd name="connsiteX28" fmla="*/ 664645 w 5032666"/>
                <a:gd name="connsiteY28" fmla="*/ 0 h 419100"/>
                <a:gd name="connsiteX29" fmla="*/ 682333 w 5032666"/>
                <a:gd name="connsiteY29" fmla="*/ 0 h 419100"/>
                <a:gd name="connsiteX30" fmla="*/ 713928 w 5032666"/>
                <a:gd name="connsiteY30" fmla="*/ 0 h 419100"/>
                <a:gd name="connsiteX31" fmla="*/ 728300 w 5032666"/>
                <a:gd name="connsiteY31" fmla="*/ 0 h 419100"/>
                <a:gd name="connsiteX32" fmla="*/ 739036 w 5032666"/>
                <a:gd name="connsiteY32" fmla="*/ 0 h 419100"/>
                <a:gd name="connsiteX33" fmla="*/ 750329 w 5032666"/>
                <a:gd name="connsiteY33" fmla="*/ 0 h 419100"/>
                <a:gd name="connsiteX34" fmla="*/ 771526 w 5032666"/>
                <a:gd name="connsiteY34" fmla="*/ 0 h 419100"/>
                <a:gd name="connsiteX35" fmla="*/ 777583 w 5032666"/>
                <a:gd name="connsiteY35" fmla="*/ 0 h 419100"/>
                <a:gd name="connsiteX36" fmla="*/ 785003 w 5032666"/>
                <a:gd name="connsiteY36" fmla="*/ 0 h 419100"/>
                <a:gd name="connsiteX37" fmla="*/ 796296 w 5032666"/>
                <a:gd name="connsiteY37" fmla="*/ 0 h 419100"/>
                <a:gd name="connsiteX38" fmla="*/ 807032 w 5032666"/>
                <a:gd name="connsiteY38" fmla="*/ 0 h 419100"/>
                <a:gd name="connsiteX39" fmla="*/ 817493 w 5032666"/>
                <a:gd name="connsiteY39" fmla="*/ 0 h 419100"/>
                <a:gd name="connsiteX40" fmla="*/ 828229 w 5032666"/>
                <a:gd name="connsiteY40" fmla="*/ 0 h 419100"/>
                <a:gd name="connsiteX41" fmla="*/ 834286 w 5032666"/>
                <a:gd name="connsiteY41" fmla="*/ 0 h 419100"/>
                <a:gd name="connsiteX42" fmla="*/ 845579 w 5032666"/>
                <a:gd name="connsiteY42" fmla="*/ 0 h 419100"/>
                <a:gd name="connsiteX43" fmla="*/ 852999 w 5032666"/>
                <a:gd name="connsiteY43" fmla="*/ 0 h 419100"/>
                <a:gd name="connsiteX44" fmla="*/ 866776 w 5032666"/>
                <a:gd name="connsiteY44" fmla="*/ 0 h 419100"/>
                <a:gd name="connsiteX45" fmla="*/ 870687 w 5032666"/>
                <a:gd name="connsiteY45" fmla="*/ 0 h 419100"/>
                <a:gd name="connsiteX46" fmla="*/ 874196 w 5032666"/>
                <a:gd name="connsiteY46" fmla="*/ 0 h 419100"/>
                <a:gd name="connsiteX47" fmla="*/ 891884 w 5032666"/>
                <a:gd name="connsiteY47" fmla="*/ 0 h 419100"/>
                <a:gd name="connsiteX48" fmla="*/ 902282 w 5032666"/>
                <a:gd name="connsiteY48" fmla="*/ 0 h 419100"/>
                <a:gd name="connsiteX49" fmla="*/ 916654 w 5032666"/>
                <a:gd name="connsiteY49" fmla="*/ 0 h 419100"/>
                <a:gd name="connsiteX50" fmla="*/ 923479 w 5032666"/>
                <a:gd name="connsiteY50" fmla="*/ 0 h 419100"/>
                <a:gd name="connsiteX51" fmla="*/ 927390 w 5032666"/>
                <a:gd name="connsiteY51" fmla="*/ 0 h 419100"/>
                <a:gd name="connsiteX52" fmla="*/ 937851 w 5032666"/>
                <a:gd name="connsiteY52" fmla="*/ 0 h 419100"/>
                <a:gd name="connsiteX53" fmla="*/ 948587 w 5032666"/>
                <a:gd name="connsiteY53" fmla="*/ 0 h 419100"/>
                <a:gd name="connsiteX54" fmla="*/ 959880 w 5032666"/>
                <a:gd name="connsiteY54" fmla="*/ 0 h 419100"/>
                <a:gd name="connsiteX55" fmla="*/ 965937 w 5032666"/>
                <a:gd name="connsiteY55" fmla="*/ 0 h 419100"/>
                <a:gd name="connsiteX56" fmla="*/ 973357 w 5032666"/>
                <a:gd name="connsiteY56" fmla="*/ 0 h 419100"/>
                <a:gd name="connsiteX57" fmla="*/ 987134 w 5032666"/>
                <a:gd name="connsiteY57" fmla="*/ 0 h 419100"/>
                <a:gd name="connsiteX58" fmla="*/ 994554 w 5032666"/>
                <a:gd name="connsiteY58" fmla="*/ 0 h 419100"/>
                <a:gd name="connsiteX59" fmla="*/ 1005847 w 5032666"/>
                <a:gd name="connsiteY59" fmla="*/ 0 h 419100"/>
                <a:gd name="connsiteX60" fmla="*/ 1016583 w 5032666"/>
                <a:gd name="connsiteY60" fmla="*/ 0 h 419100"/>
                <a:gd name="connsiteX61" fmla="*/ 1022640 w 5032666"/>
                <a:gd name="connsiteY61" fmla="*/ 0 h 419100"/>
                <a:gd name="connsiteX62" fmla="*/ 1043837 w 5032666"/>
                <a:gd name="connsiteY62" fmla="*/ 0 h 419100"/>
                <a:gd name="connsiteX63" fmla="*/ 1055130 w 5032666"/>
                <a:gd name="connsiteY63" fmla="*/ 0 h 419100"/>
                <a:gd name="connsiteX64" fmla="*/ 1062550 w 5032666"/>
                <a:gd name="connsiteY64" fmla="*/ 0 h 419100"/>
                <a:gd name="connsiteX65" fmla="*/ 1080238 w 5032666"/>
                <a:gd name="connsiteY65" fmla="*/ 0 h 419100"/>
                <a:gd name="connsiteX66" fmla="*/ 1111833 w 5032666"/>
                <a:gd name="connsiteY66" fmla="*/ 0 h 419100"/>
                <a:gd name="connsiteX67" fmla="*/ 1126205 w 5032666"/>
                <a:gd name="connsiteY67" fmla="*/ 0 h 419100"/>
                <a:gd name="connsiteX68" fmla="*/ 1136941 w 5032666"/>
                <a:gd name="connsiteY68" fmla="*/ 0 h 419100"/>
                <a:gd name="connsiteX69" fmla="*/ 1175488 w 5032666"/>
                <a:gd name="connsiteY69" fmla="*/ 0 h 419100"/>
                <a:gd name="connsiteX70" fmla="*/ 1182908 w 5032666"/>
                <a:gd name="connsiteY70" fmla="*/ 0 h 419100"/>
                <a:gd name="connsiteX71" fmla="*/ 1207529 w 5032666"/>
                <a:gd name="connsiteY71" fmla="*/ 0 h 419100"/>
                <a:gd name="connsiteX72" fmla="*/ 1232191 w 5032666"/>
                <a:gd name="connsiteY72" fmla="*/ 0 h 419100"/>
                <a:gd name="connsiteX73" fmla="*/ 1253496 w 5032666"/>
                <a:gd name="connsiteY73" fmla="*/ 0 h 419100"/>
                <a:gd name="connsiteX74" fmla="*/ 1264232 w 5032666"/>
                <a:gd name="connsiteY74" fmla="*/ 0 h 419100"/>
                <a:gd name="connsiteX75" fmla="*/ 1302779 w 5032666"/>
                <a:gd name="connsiteY75" fmla="*/ 0 h 419100"/>
                <a:gd name="connsiteX76" fmla="*/ 1310199 w 5032666"/>
                <a:gd name="connsiteY76" fmla="*/ 0 h 419100"/>
                <a:gd name="connsiteX77" fmla="*/ 1327887 w 5032666"/>
                <a:gd name="connsiteY77" fmla="*/ 0 h 419100"/>
                <a:gd name="connsiteX78" fmla="*/ 1359482 w 5032666"/>
                <a:gd name="connsiteY78" fmla="*/ 0 h 419100"/>
                <a:gd name="connsiteX79" fmla="*/ 1373854 w 5032666"/>
                <a:gd name="connsiteY79" fmla="*/ 0 h 419100"/>
                <a:gd name="connsiteX80" fmla="*/ 1384590 w 5032666"/>
                <a:gd name="connsiteY80" fmla="*/ 0 h 419100"/>
                <a:gd name="connsiteX81" fmla="*/ 1417080 w 5032666"/>
                <a:gd name="connsiteY81" fmla="*/ 0 h 419100"/>
                <a:gd name="connsiteX82" fmla="*/ 1423137 w 5032666"/>
                <a:gd name="connsiteY82" fmla="*/ 0 h 419100"/>
                <a:gd name="connsiteX83" fmla="*/ 1430557 w 5032666"/>
                <a:gd name="connsiteY83" fmla="*/ 0 h 419100"/>
                <a:gd name="connsiteX84" fmla="*/ 1463047 w 5032666"/>
                <a:gd name="connsiteY84" fmla="*/ 0 h 419100"/>
                <a:gd name="connsiteX85" fmla="*/ 1473783 w 5032666"/>
                <a:gd name="connsiteY85" fmla="*/ 0 h 419100"/>
                <a:gd name="connsiteX86" fmla="*/ 1479840 w 5032666"/>
                <a:gd name="connsiteY86" fmla="*/ 0 h 419100"/>
                <a:gd name="connsiteX87" fmla="*/ 1495425 w 5032666"/>
                <a:gd name="connsiteY87" fmla="*/ 0 h 419100"/>
                <a:gd name="connsiteX88" fmla="*/ 1512330 w 5032666"/>
                <a:gd name="connsiteY88" fmla="*/ 0 h 419100"/>
                <a:gd name="connsiteX89" fmla="*/ 1519750 w 5032666"/>
                <a:gd name="connsiteY89" fmla="*/ 0 h 419100"/>
                <a:gd name="connsiteX90" fmla="*/ 1537438 w 5032666"/>
                <a:gd name="connsiteY90" fmla="*/ 0 h 419100"/>
                <a:gd name="connsiteX91" fmla="*/ 1541392 w 5032666"/>
                <a:gd name="connsiteY91" fmla="*/ 0 h 419100"/>
                <a:gd name="connsiteX92" fmla="*/ 1552128 w 5032666"/>
                <a:gd name="connsiteY92" fmla="*/ 0 h 419100"/>
                <a:gd name="connsiteX93" fmla="*/ 1569033 w 5032666"/>
                <a:gd name="connsiteY93" fmla="*/ 0 h 419100"/>
                <a:gd name="connsiteX94" fmla="*/ 1583405 w 5032666"/>
                <a:gd name="connsiteY94" fmla="*/ 0 h 419100"/>
                <a:gd name="connsiteX95" fmla="*/ 1590675 w 5032666"/>
                <a:gd name="connsiteY95" fmla="*/ 0 h 419100"/>
                <a:gd name="connsiteX96" fmla="*/ 1594141 w 5032666"/>
                <a:gd name="connsiteY96" fmla="*/ 0 h 419100"/>
                <a:gd name="connsiteX97" fmla="*/ 1598095 w 5032666"/>
                <a:gd name="connsiteY97" fmla="*/ 0 h 419100"/>
                <a:gd name="connsiteX98" fmla="*/ 1615783 w 5032666"/>
                <a:gd name="connsiteY98" fmla="*/ 0 h 419100"/>
                <a:gd name="connsiteX99" fmla="*/ 1632688 w 5032666"/>
                <a:gd name="connsiteY99" fmla="*/ 0 h 419100"/>
                <a:gd name="connsiteX100" fmla="*/ 1640108 w 5032666"/>
                <a:gd name="connsiteY100" fmla="*/ 0 h 419100"/>
                <a:gd name="connsiteX101" fmla="*/ 1647378 w 5032666"/>
                <a:gd name="connsiteY101" fmla="*/ 0 h 419100"/>
                <a:gd name="connsiteX102" fmla="*/ 1661750 w 5032666"/>
                <a:gd name="connsiteY102" fmla="*/ 0 h 419100"/>
                <a:gd name="connsiteX103" fmla="*/ 1672486 w 5032666"/>
                <a:gd name="connsiteY103" fmla="*/ 0 h 419100"/>
                <a:gd name="connsiteX104" fmla="*/ 1689391 w 5032666"/>
                <a:gd name="connsiteY104" fmla="*/ 0 h 419100"/>
                <a:gd name="connsiteX105" fmla="*/ 1704976 w 5032666"/>
                <a:gd name="connsiteY105" fmla="*/ 0 h 419100"/>
                <a:gd name="connsiteX106" fmla="*/ 1711033 w 5032666"/>
                <a:gd name="connsiteY106" fmla="*/ 0 h 419100"/>
                <a:gd name="connsiteX107" fmla="*/ 1718453 w 5032666"/>
                <a:gd name="connsiteY107" fmla="*/ 0 h 419100"/>
                <a:gd name="connsiteX108" fmla="*/ 1750943 w 5032666"/>
                <a:gd name="connsiteY108" fmla="*/ 0 h 419100"/>
                <a:gd name="connsiteX109" fmla="*/ 1761679 w 5032666"/>
                <a:gd name="connsiteY109" fmla="*/ 0 h 419100"/>
                <a:gd name="connsiteX110" fmla="*/ 1767736 w 5032666"/>
                <a:gd name="connsiteY110" fmla="*/ 0 h 419100"/>
                <a:gd name="connsiteX111" fmla="*/ 1800226 w 5032666"/>
                <a:gd name="connsiteY111" fmla="*/ 0 h 419100"/>
                <a:gd name="connsiteX112" fmla="*/ 1807646 w 5032666"/>
                <a:gd name="connsiteY112" fmla="*/ 0 h 419100"/>
                <a:gd name="connsiteX113" fmla="*/ 1825334 w 5032666"/>
                <a:gd name="connsiteY113" fmla="*/ 0 h 419100"/>
                <a:gd name="connsiteX114" fmla="*/ 1856929 w 5032666"/>
                <a:gd name="connsiteY114" fmla="*/ 0 h 419100"/>
                <a:gd name="connsiteX115" fmla="*/ 1871301 w 5032666"/>
                <a:gd name="connsiteY115" fmla="*/ 0 h 419100"/>
                <a:gd name="connsiteX116" fmla="*/ 1882037 w 5032666"/>
                <a:gd name="connsiteY116" fmla="*/ 0 h 419100"/>
                <a:gd name="connsiteX117" fmla="*/ 1920584 w 5032666"/>
                <a:gd name="connsiteY117" fmla="*/ 0 h 419100"/>
                <a:gd name="connsiteX118" fmla="*/ 1928004 w 5032666"/>
                <a:gd name="connsiteY118" fmla="*/ 0 h 419100"/>
                <a:gd name="connsiteX119" fmla="*/ 1952625 w 5032666"/>
                <a:gd name="connsiteY119" fmla="*/ 0 h 419100"/>
                <a:gd name="connsiteX120" fmla="*/ 1977287 w 5032666"/>
                <a:gd name="connsiteY120" fmla="*/ 0 h 419100"/>
                <a:gd name="connsiteX121" fmla="*/ 1998592 w 5032666"/>
                <a:gd name="connsiteY121" fmla="*/ 0 h 419100"/>
                <a:gd name="connsiteX122" fmla="*/ 2009328 w 5032666"/>
                <a:gd name="connsiteY122" fmla="*/ 0 h 419100"/>
                <a:gd name="connsiteX123" fmla="*/ 2047875 w 5032666"/>
                <a:gd name="connsiteY123" fmla="*/ 0 h 419100"/>
                <a:gd name="connsiteX124" fmla="*/ 2055295 w 5032666"/>
                <a:gd name="connsiteY124" fmla="*/ 0 h 419100"/>
                <a:gd name="connsiteX125" fmla="*/ 2057400 w 5032666"/>
                <a:gd name="connsiteY125" fmla="*/ 0 h 419100"/>
                <a:gd name="connsiteX126" fmla="*/ 2072983 w 5032666"/>
                <a:gd name="connsiteY126" fmla="*/ 0 h 419100"/>
                <a:gd name="connsiteX127" fmla="*/ 2103367 w 5032666"/>
                <a:gd name="connsiteY127" fmla="*/ 0 h 419100"/>
                <a:gd name="connsiteX128" fmla="*/ 2104578 w 5032666"/>
                <a:gd name="connsiteY128" fmla="*/ 0 h 419100"/>
                <a:gd name="connsiteX129" fmla="*/ 2114103 w 5032666"/>
                <a:gd name="connsiteY129" fmla="*/ 0 h 419100"/>
                <a:gd name="connsiteX130" fmla="*/ 2118950 w 5032666"/>
                <a:gd name="connsiteY130" fmla="*/ 0 h 419100"/>
                <a:gd name="connsiteX131" fmla="*/ 2129686 w 5032666"/>
                <a:gd name="connsiteY131" fmla="*/ 0 h 419100"/>
                <a:gd name="connsiteX132" fmla="*/ 2140979 w 5032666"/>
                <a:gd name="connsiteY132" fmla="*/ 0 h 419100"/>
                <a:gd name="connsiteX133" fmla="*/ 2152650 w 5032666"/>
                <a:gd name="connsiteY133" fmla="*/ 0 h 419100"/>
                <a:gd name="connsiteX134" fmla="*/ 2160070 w 5032666"/>
                <a:gd name="connsiteY134" fmla="*/ 0 h 419100"/>
                <a:gd name="connsiteX135" fmla="*/ 2162176 w 5032666"/>
                <a:gd name="connsiteY135" fmla="*/ 0 h 419100"/>
                <a:gd name="connsiteX136" fmla="*/ 2168233 w 5032666"/>
                <a:gd name="connsiteY136" fmla="*/ 0 h 419100"/>
                <a:gd name="connsiteX137" fmla="*/ 2175653 w 5032666"/>
                <a:gd name="connsiteY137" fmla="*/ 0 h 419100"/>
                <a:gd name="connsiteX138" fmla="*/ 2177758 w 5032666"/>
                <a:gd name="connsiteY138" fmla="*/ 0 h 419100"/>
                <a:gd name="connsiteX139" fmla="*/ 2186946 w 5032666"/>
                <a:gd name="connsiteY139" fmla="*/ 0 h 419100"/>
                <a:gd name="connsiteX140" fmla="*/ 2197682 w 5032666"/>
                <a:gd name="connsiteY140" fmla="*/ 0 h 419100"/>
                <a:gd name="connsiteX141" fmla="*/ 2208143 w 5032666"/>
                <a:gd name="connsiteY141" fmla="*/ 0 h 419100"/>
                <a:gd name="connsiteX142" fmla="*/ 2209353 w 5032666"/>
                <a:gd name="connsiteY142" fmla="*/ 0 h 419100"/>
                <a:gd name="connsiteX143" fmla="*/ 2218879 w 5032666"/>
                <a:gd name="connsiteY143" fmla="*/ 0 h 419100"/>
                <a:gd name="connsiteX144" fmla="*/ 2223725 w 5032666"/>
                <a:gd name="connsiteY144" fmla="*/ 0 h 419100"/>
                <a:gd name="connsiteX145" fmla="*/ 2224936 w 5032666"/>
                <a:gd name="connsiteY145" fmla="*/ 0 h 419100"/>
                <a:gd name="connsiteX146" fmla="*/ 2234461 w 5032666"/>
                <a:gd name="connsiteY146" fmla="*/ 0 h 419100"/>
                <a:gd name="connsiteX147" fmla="*/ 2236229 w 5032666"/>
                <a:gd name="connsiteY147" fmla="*/ 0 h 419100"/>
                <a:gd name="connsiteX148" fmla="*/ 2243649 w 5032666"/>
                <a:gd name="connsiteY148" fmla="*/ 0 h 419100"/>
                <a:gd name="connsiteX149" fmla="*/ 2257426 w 5032666"/>
                <a:gd name="connsiteY149" fmla="*/ 0 h 419100"/>
                <a:gd name="connsiteX150" fmla="*/ 2261337 w 5032666"/>
                <a:gd name="connsiteY150" fmla="*/ 0 h 419100"/>
                <a:gd name="connsiteX151" fmla="*/ 2264846 w 5032666"/>
                <a:gd name="connsiteY151" fmla="*/ 0 h 419100"/>
                <a:gd name="connsiteX152" fmla="*/ 2266951 w 5032666"/>
                <a:gd name="connsiteY152" fmla="*/ 0 h 419100"/>
                <a:gd name="connsiteX153" fmla="*/ 2273008 w 5032666"/>
                <a:gd name="connsiteY153" fmla="*/ 0 h 419100"/>
                <a:gd name="connsiteX154" fmla="*/ 2280428 w 5032666"/>
                <a:gd name="connsiteY154" fmla="*/ 0 h 419100"/>
                <a:gd name="connsiteX155" fmla="*/ 2282534 w 5032666"/>
                <a:gd name="connsiteY155" fmla="*/ 0 h 419100"/>
                <a:gd name="connsiteX156" fmla="*/ 2292932 w 5032666"/>
                <a:gd name="connsiteY156" fmla="*/ 0 h 419100"/>
                <a:gd name="connsiteX157" fmla="*/ 2307304 w 5032666"/>
                <a:gd name="connsiteY157" fmla="*/ 0 h 419100"/>
                <a:gd name="connsiteX158" fmla="*/ 2312918 w 5032666"/>
                <a:gd name="connsiteY158" fmla="*/ 0 h 419100"/>
                <a:gd name="connsiteX159" fmla="*/ 2314129 w 5032666"/>
                <a:gd name="connsiteY159" fmla="*/ 0 h 419100"/>
                <a:gd name="connsiteX160" fmla="*/ 2318040 w 5032666"/>
                <a:gd name="connsiteY160" fmla="*/ 0 h 419100"/>
                <a:gd name="connsiteX161" fmla="*/ 2323654 w 5032666"/>
                <a:gd name="connsiteY161" fmla="*/ 0 h 419100"/>
                <a:gd name="connsiteX162" fmla="*/ 2328501 w 5032666"/>
                <a:gd name="connsiteY162" fmla="*/ 0 h 419100"/>
                <a:gd name="connsiteX163" fmla="*/ 2329711 w 5032666"/>
                <a:gd name="connsiteY163" fmla="*/ 0 h 419100"/>
                <a:gd name="connsiteX164" fmla="*/ 2339237 w 5032666"/>
                <a:gd name="connsiteY164" fmla="*/ 0 h 419100"/>
                <a:gd name="connsiteX165" fmla="*/ 2350530 w 5032666"/>
                <a:gd name="connsiteY165" fmla="*/ 0 h 419100"/>
                <a:gd name="connsiteX166" fmla="*/ 2356587 w 5032666"/>
                <a:gd name="connsiteY166" fmla="*/ 0 h 419100"/>
                <a:gd name="connsiteX167" fmla="*/ 2362201 w 5032666"/>
                <a:gd name="connsiteY167" fmla="*/ 0 h 419100"/>
                <a:gd name="connsiteX168" fmla="*/ 2364007 w 5032666"/>
                <a:gd name="connsiteY168" fmla="*/ 0 h 419100"/>
                <a:gd name="connsiteX169" fmla="*/ 2369621 w 5032666"/>
                <a:gd name="connsiteY169" fmla="*/ 0 h 419100"/>
                <a:gd name="connsiteX170" fmla="*/ 2377784 w 5032666"/>
                <a:gd name="connsiteY170" fmla="*/ 0 h 419100"/>
                <a:gd name="connsiteX171" fmla="*/ 2385204 w 5032666"/>
                <a:gd name="connsiteY171" fmla="*/ 0 h 419100"/>
                <a:gd name="connsiteX172" fmla="*/ 2387309 w 5032666"/>
                <a:gd name="connsiteY172" fmla="*/ 0 h 419100"/>
                <a:gd name="connsiteX173" fmla="*/ 2396497 w 5032666"/>
                <a:gd name="connsiteY173" fmla="*/ 0 h 419100"/>
                <a:gd name="connsiteX174" fmla="*/ 2407233 w 5032666"/>
                <a:gd name="connsiteY174" fmla="*/ 0 h 419100"/>
                <a:gd name="connsiteX175" fmla="*/ 2413290 w 5032666"/>
                <a:gd name="connsiteY175" fmla="*/ 0 h 419100"/>
                <a:gd name="connsiteX176" fmla="*/ 2418904 w 5032666"/>
                <a:gd name="connsiteY176" fmla="*/ 0 h 419100"/>
                <a:gd name="connsiteX177" fmla="*/ 2433276 w 5032666"/>
                <a:gd name="connsiteY177" fmla="*/ 0 h 419100"/>
                <a:gd name="connsiteX178" fmla="*/ 2434487 w 5032666"/>
                <a:gd name="connsiteY178" fmla="*/ 0 h 419100"/>
                <a:gd name="connsiteX179" fmla="*/ 2444012 w 5032666"/>
                <a:gd name="connsiteY179" fmla="*/ 0 h 419100"/>
                <a:gd name="connsiteX180" fmla="*/ 2445780 w 5032666"/>
                <a:gd name="connsiteY180" fmla="*/ 0 h 419100"/>
                <a:gd name="connsiteX181" fmla="*/ 2453200 w 5032666"/>
                <a:gd name="connsiteY181" fmla="*/ 0 h 419100"/>
                <a:gd name="connsiteX182" fmla="*/ 2470888 w 5032666"/>
                <a:gd name="connsiteY182" fmla="*/ 0 h 419100"/>
                <a:gd name="connsiteX183" fmla="*/ 2482559 w 5032666"/>
                <a:gd name="connsiteY183" fmla="*/ 0 h 419100"/>
                <a:gd name="connsiteX184" fmla="*/ 2489979 w 5032666"/>
                <a:gd name="connsiteY184" fmla="*/ 0 h 419100"/>
                <a:gd name="connsiteX185" fmla="*/ 2502483 w 5032666"/>
                <a:gd name="connsiteY185" fmla="*/ 0 h 419100"/>
                <a:gd name="connsiteX186" fmla="*/ 2514600 w 5032666"/>
                <a:gd name="connsiteY186" fmla="*/ 0 h 419100"/>
                <a:gd name="connsiteX187" fmla="*/ 2516855 w 5032666"/>
                <a:gd name="connsiteY187" fmla="*/ 0 h 419100"/>
                <a:gd name="connsiteX188" fmla="*/ 2527591 w 5032666"/>
                <a:gd name="connsiteY188" fmla="*/ 0 h 419100"/>
                <a:gd name="connsiteX189" fmla="*/ 2539262 w 5032666"/>
                <a:gd name="connsiteY189" fmla="*/ 0 h 419100"/>
                <a:gd name="connsiteX190" fmla="*/ 2560567 w 5032666"/>
                <a:gd name="connsiteY190" fmla="*/ 0 h 419100"/>
                <a:gd name="connsiteX191" fmla="*/ 2566138 w 5032666"/>
                <a:gd name="connsiteY191" fmla="*/ 0 h 419100"/>
                <a:gd name="connsiteX192" fmla="*/ 2571303 w 5032666"/>
                <a:gd name="connsiteY192" fmla="*/ 0 h 419100"/>
                <a:gd name="connsiteX193" fmla="*/ 2573558 w 5032666"/>
                <a:gd name="connsiteY193" fmla="*/ 0 h 419100"/>
                <a:gd name="connsiteX194" fmla="*/ 2598179 w 5032666"/>
                <a:gd name="connsiteY194" fmla="*/ 0 h 419100"/>
                <a:gd name="connsiteX195" fmla="*/ 2609850 w 5032666"/>
                <a:gd name="connsiteY195" fmla="*/ 0 h 419100"/>
                <a:gd name="connsiteX196" fmla="*/ 2617270 w 5032666"/>
                <a:gd name="connsiteY196" fmla="*/ 0 h 419100"/>
                <a:gd name="connsiteX197" fmla="*/ 2622841 w 5032666"/>
                <a:gd name="connsiteY197" fmla="*/ 0 h 419100"/>
                <a:gd name="connsiteX198" fmla="*/ 2634958 w 5032666"/>
                <a:gd name="connsiteY198" fmla="*/ 0 h 419100"/>
                <a:gd name="connsiteX199" fmla="*/ 2644146 w 5032666"/>
                <a:gd name="connsiteY199" fmla="*/ 0 h 419100"/>
                <a:gd name="connsiteX200" fmla="*/ 2654882 w 5032666"/>
                <a:gd name="connsiteY200" fmla="*/ 0 h 419100"/>
                <a:gd name="connsiteX201" fmla="*/ 2666553 w 5032666"/>
                <a:gd name="connsiteY201" fmla="*/ 0 h 419100"/>
                <a:gd name="connsiteX202" fmla="*/ 2680925 w 5032666"/>
                <a:gd name="connsiteY202" fmla="*/ 0 h 419100"/>
                <a:gd name="connsiteX203" fmla="*/ 2691661 w 5032666"/>
                <a:gd name="connsiteY203" fmla="*/ 0 h 419100"/>
                <a:gd name="connsiteX204" fmla="*/ 2693429 w 5032666"/>
                <a:gd name="connsiteY204" fmla="*/ 0 h 419100"/>
                <a:gd name="connsiteX205" fmla="*/ 2700849 w 5032666"/>
                <a:gd name="connsiteY205" fmla="*/ 0 h 419100"/>
                <a:gd name="connsiteX206" fmla="*/ 2702954 w 5032666"/>
                <a:gd name="connsiteY206" fmla="*/ 0 h 419100"/>
                <a:gd name="connsiteX207" fmla="*/ 2718537 w 5032666"/>
                <a:gd name="connsiteY207" fmla="*/ 0 h 419100"/>
                <a:gd name="connsiteX208" fmla="*/ 2724151 w 5032666"/>
                <a:gd name="connsiteY208" fmla="*/ 0 h 419100"/>
                <a:gd name="connsiteX209" fmla="*/ 2730208 w 5032666"/>
                <a:gd name="connsiteY209" fmla="*/ 0 h 419100"/>
                <a:gd name="connsiteX210" fmla="*/ 2737628 w 5032666"/>
                <a:gd name="connsiteY210" fmla="*/ 0 h 419100"/>
                <a:gd name="connsiteX211" fmla="*/ 2748921 w 5032666"/>
                <a:gd name="connsiteY211" fmla="*/ 0 h 419100"/>
                <a:gd name="connsiteX212" fmla="*/ 2750132 w 5032666"/>
                <a:gd name="connsiteY212" fmla="*/ 0 h 419100"/>
                <a:gd name="connsiteX213" fmla="*/ 2759657 w 5032666"/>
                <a:gd name="connsiteY213" fmla="*/ 0 h 419100"/>
                <a:gd name="connsiteX214" fmla="*/ 2764504 w 5032666"/>
                <a:gd name="connsiteY214" fmla="*/ 0 h 419100"/>
                <a:gd name="connsiteX215" fmla="*/ 2770118 w 5032666"/>
                <a:gd name="connsiteY215" fmla="*/ 0 h 419100"/>
                <a:gd name="connsiteX216" fmla="*/ 2775240 w 5032666"/>
                <a:gd name="connsiteY216" fmla="*/ 0 h 419100"/>
                <a:gd name="connsiteX217" fmla="*/ 2780854 w 5032666"/>
                <a:gd name="connsiteY217" fmla="*/ 0 h 419100"/>
                <a:gd name="connsiteX218" fmla="*/ 2786911 w 5032666"/>
                <a:gd name="connsiteY218" fmla="*/ 0 h 419100"/>
                <a:gd name="connsiteX219" fmla="*/ 2798204 w 5032666"/>
                <a:gd name="connsiteY219" fmla="*/ 0 h 419100"/>
                <a:gd name="connsiteX220" fmla="*/ 2805624 w 5032666"/>
                <a:gd name="connsiteY220" fmla="*/ 0 h 419100"/>
                <a:gd name="connsiteX221" fmla="*/ 2807730 w 5032666"/>
                <a:gd name="connsiteY221" fmla="*/ 0 h 419100"/>
                <a:gd name="connsiteX222" fmla="*/ 2813787 w 5032666"/>
                <a:gd name="connsiteY222" fmla="*/ 0 h 419100"/>
                <a:gd name="connsiteX223" fmla="*/ 2819401 w 5032666"/>
                <a:gd name="connsiteY223" fmla="*/ 0 h 419100"/>
                <a:gd name="connsiteX224" fmla="*/ 2821207 w 5032666"/>
                <a:gd name="connsiteY224" fmla="*/ 0 h 419100"/>
                <a:gd name="connsiteX225" fmla="*/ 2823312 w 5032666"/>
                <a:gd name="connsiteY225" fmla="*/ 0 h 419100"/>
                <a:gd name="connsiteX226" fmla="*/ 2826821 w 5032666"/>
                <a:gd name="connsiteY226" fmla="*/ 0 h 419100"/>
                <a:gd name="connsiteX227" fmla="*/ 2844509 w 5032666"/>
                <a:gd name="connsiteY227" fmla="*/ 0 h 419100"/>
                <a:gd name="connsiteX228" fmla="*/ 2853697 w 5032666"/>
                <a:gd name="connsiteY228" fmla="*/ 0 h 419100"/>
                <a:gd name="connsiteX229" fmla="*/ 2854907 w 5032666"/>
                <a:gd name="connsiteY229" fmla="*/ 0 h 419100"/>
                <a:gd name="connsiteX230" fmla="*/ 2864433 w 5032666"/>
                <a:gd name="connsiteY230" fmla="*/ 0 h 419100"/>
                <a:gd name="connsiteX231" fmla="*/ 2869279 w 5032666"/>
                <a:gd name="connsiteY231" fmla="*/ 0 h 419100"/>
                <a:gd name="connsiteX232" fmla="*/ 2870490 w 5032666"/>
                <a:gd name="connsiteY232" fmla="*/ 0 h 419100"/>
                <a:gd name="connsiteX233" fmla="*/ 2876104 w 5032666"/>
                <a:gd name="connsiteY233" fmla="*/ 0 h 419100"/>
                <a:gd name="connsiteX234" fmla="*/ 2880015 w 5032666"/>
                <a:gd name="connsiteY234" fmla="*/ 0 h 419100"/>
                <a:gd name="connsiteX235" fmla="*/ 2890476 w 5032666"/>
                <a:gd name="connsiteY235" fmla="*/ 0 h 419100"/>
                <a:gd name="connsiteX236" fmla="*/ 2901212 w 5032666"/>
                <a:gd name="connsiteY236" fmla="*/ 0 h 419100"/>
                <a:gd name="connsiteX237" fmla="*/ 2902980 w 5032666"/>
                <a:gd name="connsiteY237" fmla="*/ 0 h 419100"/>
                <a:gd name="connsiteX238" fmla="*/ 2910400 w 5032666"/>
                <a:gd name="connsiteY238" fmla="*/ 0 h 419100"/>
                <a:gd name="connsiteX239" fmla="*/ 2912505 w 5032666"/>
                <a:gd name="connsiteY239" fmla="*/ 0 h 419100"/>
                <a:gd name="connsiteX240" fmla="*/ 2918562 w 5032666"/>
                <a:gd name="connsiteY240" fmla="*/ 0 h 419100"/>
                <a:gd name="connsiteX241" fmla="*/ 2925982 w 5032666"/>
                <a:gd name="connsiteY241" fmla="*/ 0 h 419100"/>
                <a:gd name="connsiteX242" fmla="*/ 2928088 w 5032666"/>
                <a:gd name="connsiteY242" fmla="*/ 0 h 419100"/>
                <a:gd name="connsiteX243" fmla="*/ 2939759 w 5032666"/>
                <a:gd name="connsiteY243" fmla="*/ 0 h 419100"/>
                <a:gd name="connsiteX244" fmla="*/ 2947179 w 5032666"/>
                <a:gd name="connsiteY244" fmla="*/ 0 h 419100"/>
                <a:gd name="connsiteX245" fmla="*/ 2958472 w 5032666"/>
                <a:gd name="connsiteY245" fmla="*/ 0 h 419100"/>
                <a:gd name="connsiteX246" fmla="*/ 2959683 w 5032666"/>
                <a:gd name="connsiteY246" fmla="*/ 0 h 419100"/>
                <a:gd name="connsiteX247" fmla="*/ 2969208 w 5032666"/>
                <a:gd name="connsiteY247" fmla="*/ 0 h 419100"/>
                <a:gd name="connsiteX248" fmla="*/ 2974055 w 5032666"/>
                <a:gd name="connsiteY248" fmla="*/ 0 h 419100"/>
                <a:gd name="connsiteX249" fmla="*/ 2975265 w 5032666"/>
                <a:gd name="connsiteY249" fmla="*/ 0 h 419100"/>
                <a:gd name="connsiteX250" fmla="*/ 2984791 w 5032666"/>
                <a:gd name="connsiteY250" fmla="*/ 0 h 419100"/>
                <a:gd name="connsiteX251" fmla="*/ 2996462 w 5032666"/>
                <a:gd name="connsiteY251" fmla="*/ 0 h 419100"/>
                <a:gd name="connsiteX252" fmla="*/ 3007755 w 5032666"/>
                <a:gd name="connsiteY252" fmla="*/ 0 h 419100"/>
                <a:gd name="connsiteX253" fmla="*/ 3015175 w 5032666"/>
                <a:gd name="connsiteY253" fmla="*/ 0 h 419100"/>
                <a:gd name="connsiteX254" fmla="*/ 3023338 w 5032666"/>
                <a:gd name="connsiteY254" fmla="*/ 0 h 419100"/>
                <a:gd name="connsiteX255" fmla="*/ 3030758 w 5032666"/>
                <a:gd name="connsiteY255" fmla="*/ 0 h 419100"/>
                <a:gd name="connsiteX256" fmla="*/ 3032863 w 5032666"/>
                <a:gd name="connsiteY256" fmla="*/ 0 h 419100"/>
                <a:gd name="connsiteX257" fmla="*/ 3064458 w 5032666"/>
                <a:gd name="connsiteY257" fmla="*/ 0 h 419100"/>
                <a:gd name="connsiteX258" fmla="*/ 3078830 w 5032666"/>
                <a:gd name="connsiteY258" fmla="*/ 0 h 419100"/>
                <a:gd name="connsiteX259" fmla="*/ 3080041 w 5032666"/>
                <a:gd name="connsiteY259" fmla="*/ 0 h 419100"/>
                <a:gd name="connsiteX260" fmla="*/ 3089566 w 5032666"/>
                <a:gd name="connsiteY260" fmla="*/ 0 h 419100"/>
                <a:gd name="connsiteX261" fmla="*/ 3128113 w 5032666"/>
                <a:gd name="connsiteY261" fmla="*/ 0 h 419100"/>
                <a:gd name="connsiteX262" fmla="*/ 3135533 w 5032666"/>
                <a:gd name="connsiteY262" fmla="*/ 0 h 419100"/>
                <a:gd name="connsiteX263" fmla="*/ 3160154 w 5032666"/>
                <a:gd name="connsiteY263" fmla="*/ 0 h 419100"/>
                <a:gd name="connsiteX264" fmla="*/ 3184816 w 5032666"/>
                <a:gd name="connsiteY264" fmla="*/ 0 h 419100"/>
                <a:gd name="connsiteX265" fmla="*/ 3206121 w 5032666"/>
                <a:gd name="connsiteY265" fmla="*/ 0 h 419100"/>
                <a:gd name="connsiteX266" fmla="*/ 3216857 w 5032666"/>
                <a:gd name="connsiteY266" fmla="*/ 0 h 419100"/>
                <a:gd name="connsiteX267" fmla="*/ 3255404 w 5032666"/>
                <a:gd name="connsiteY267" fmla="*/ 0 h 419100"/>
                <a:gd name="connsiteX268" fmla="*/ 3262824 w 5032666"/>
                <a:gd name="connsiteY268" fmla="*/ 0 h 419100"/>
                <a:gd name="connsiteX269" fmla="*/ 3280512 w 5032666"/>
                <a:gd name="connsiteY269" fmla="*/ 0 h 419100"/>
                <a:gd name="connsiteX270" fmla="*/ 3312107 w 5032666"/>
                <a:gd name="connsiteY270" fmla="*/ 0 h 419100"/>
                <a:gd name="connsiteX271" fmla="*/ 3326479 w 5032666"/>
                <a:gd name="connsiteY271" fmla="*/ 0 h 419100"/>
                <a:gd name="connsiteX272" fmla="*/ 3337215 w 5032666"/>
                <a:gd name="connsiteY272" fmla="*/ 0 h 419100"/>
                <a:gd name="connsiteX273" fmla="*/ 3369705 w 5032666"/>
                <a:gd name="connsiteY273" fmla="*/ 0 h 419100"/>
                <a:gd name="connsiteX274" fmla="*/ 3375762 w 5032666"/>
                <a:gd name="connsiteY274" fmla="*/ 0 h 419100"/>
                <a:gd name="connsiteX275" fmla="*/ 3383182 w 5032666"/>
                <a:gd name="connsiteY275" fmla="*/ 0 h 419100"/>
                <a:gd name="connsiteX276" fmla="*/ 3415672 w 5032666"/>
                <a:gd name="connsiteY276" fmla="*/ 0 h 419100"/>
                <a:gd name="connsiteX277" fmla="*/ 3426408 w 5032666"/>
                <a:gd name="connsiteY277" fmla="*/ 0 h 419100"/>
                <a:gd name="connsiteX278" fmla="*/ 3432465 w 5032666"/>
                <a:gd name="connsiteY278" fmla="*/ 0 h 419100"/>
                <a:gd name="connsiteX279" fmla="*/ 3448050 w 5032666"/>
                <a:gd name="connsiteY279" fmla="*/ 0 h 419100"/>
                <a:gd name="connsiteX280" fmla="*/ 3464955 w 5032666"/>
                <a:gd name="connsiteY280" fmla="*/ 0 h 419100"/>
                <a:gd name="connsiteX281" fmla="*/ 3472375 w 5032666"/>
                <a:gd name="connsiteY281" fmla="*/ 0 h 419100"/>
                <a:gd name="connsiteX282" fmla="*/ 3490063 w 5032666"/>
                <a:gd name="connsiteY282" fmla="*/ 0 h 419100"/>
                <a:gd name="connsiteX283" fmla="*/ 3494017 w 5032666"/>
                <a:gd name="connsiteY283" fmla="*/ 0 h 419100"/>
                <a:gd name="connsiteX284" fmla="*/ 3504753 w 5032666"/>
                <a:gd name="connsiteY284" fmla="*/ 0 h 419100"/>
                <a:gd name="connsiteX285" fmla="*/ 3521658 w 5032666"/>
                <a:gd name="connsiteY285" fmla="*/ 0 h 419100"/>
                <a:gd name="connsiteX286" fmla="*/ 3536030 w 5032666"/>
                <a:gd name="connsiteY286" fmla="*/ 0 h 419100"/>
                <a:gd name="connsiteX287" fmla="*/ 3543300 w 5032666"/>
                <a:gd name="connsiteY287" fmla="*/ 0 h 419100"/>
                <a:gd name="connsiteX288" fmla="*/ 3546766 w 5032666"/>
                <a:gd name="connsiteY288" fmla="*/ 0 h 419100"/>
                <a:gd name="connsiteX289" fmla="*/ 3550720 w 5032666"/>
                <a:gd name="connsiteY289" fmla="*/ 0 h 419100"/>
                <a:gd name="connsiteX290" fmla="*/ 3568408 w 5032666"/>
                <a:gd name="connsiteY290" fmla="*/ 0 h 419100"/>
                <a:gd name="connsiteX291" fmla="*/ 3585313 w 5032666"/>
                <a:gd name="connsiteY291" fmla="*/ 0 h 419100"/>
                <a:gd name="connsiteX292" fmla="*/ 3592733 w 5032666"/>
                <a:gd name="connsiteY292" fmla="*/ 0 h 419100"/>
                <a:gd name="connsiteX293" fmla="*/ 3600003 w 5032666"/>
                <a:gd name="connsiteY293" fmla="*/ 0 h 419100"/>
                <a:gd name="connsiteX294" fmla="*/ 3614375 w 5032666"/>
                <a:gd name="connsiteY294" fmla="*/ 0 h 419100"/>
                <a:gd name="connsiteX295" fmla="*/ 3625111 w 5032666"/>
                <a:gd name="connsiteY295" fmla="*/ 0 h 419100"/>
                <a:gd name="connsiteX296" fmla="*/ 3642016 w 5032666"/>
                <a:gd name="connsiteY296" fmla="*/ 0 h 419100"/>
                <a:gd name="connsiteX297" fmla="*/ 3657601 w 5032666"/>
                <a:gd name="connsiteY297" fmla="*/ 0 h 419100"/>
                <a:gd name="connsiteX298" fmla="*/ 3663658 w 5032666"/>
                <a:gd name="connsiteY298" fmla="*/ 0 h 419100"/>
                <a:gd name="connsiteX299" fmla="*/ 3671078 w 5032666"/>
                <a:gd name="connsiteY299" fmla="*/ 0 h 419100"/>
                <a:gd name="connsiteX300" fmla="*/ 3703568 w 5032666"/>
                <a:gd name="connsiteY300" fmla="*/ 0 h 419100"/>
                <a:gd name="connsiteX301" fmla="*/ 3714304 w 5032666"/>
                <a:gd name="connsiteY301" fmla="*/ 0 h 419100"/>
                <a:gd name="connsiteX302" fmla="*/ 3720361 w 5032666"/>
                <a:gd name="connsiteY302" fmla="*/ 0 h 419100"/>
                <a:gd name="connsiteX303" fmla="*/ 3752851 w 5032666"/>
                <a:gd name="connsiteY303" fmla="*/ 0 h 419100"/>
                <a:gd name="connsiteX304" fmla="*/ 3760271 w 5032666"/>
                <a:gd name="connsiteY304" fmla="*/ 0 h 419100"/>
                <a:gd name="connsiteX305" fmla="*/ 3777959 w 5032666"/>
                <a:gd name="connsiteY305" fmla="*/ 0 h 419100"/>
                <a:gd name="connsiteX306" fmla="*/ 3809554 w 5032666"/>
                <a:gd name="connsiteY306" fmla="*/ 0 h 419100"/>
                <a:gd name="connsiteX307" fmla="*/ 3823926 w 5032666"/>
                <a:gd name="connsiteY307" fmla="*/ 0 h 419100"/>
                <a:gd name="connsiteX308" fmla="*/ 3834662 w 5032666"/>
                <a:gd name="connsiteY308" fmla="*/ 0 h 419100"/>
                <a:gd name="connsiteX309" fmla="*/ 3873209 w 5032666"/>
                <a:gd name="connsiteY309" fmla="*/ 0 h 419100"/>
                <a:gd name="connsiteX310" fmla="*/ 3880629 w 5032666"/>
                <a:gd name="connsiteY310" fmla="*/ 0 h 419100"/>
                <a:gd name="connsiteX311" fmla="*/ 3905250 w 5032666"/>
                <a:gd name="connsiteY311" fmla="*/ 0 h 419100"/>
                <a:gd name="connsiteX312" fmla="*/ 3929912 w 5032666"/>
                <a:gd name="connsiteY312" fmla="*/ 0 h 419100"/>
                <a:gd name="connsiteX313" fmla="*/ 3951217 w 5032666"/>
                <a:gd name="connsiteY313" fmla="*/ 0 h 419100"/>
                <a:gd name="connsiteX314" fmla="*/ 3961953 w 5032666"/>
                <a:gd name="connsiteY314" fmla="*/ 0 h 419100"/>
                <a:gd name="connsiteX315" fmla="*/ 4000500 w 5032666"/>
                <a:gd name="connsiteY315" fmla="*/ 0 h 419100"/>
                <a:gd name="connsiteX316" fmla="*/ 4007920 w 5032666"/>
                <a:gd name="connsiteY316" fmla="*/ 0 h 419100"/>
                <a:gd name="connsiteX317" fmla="*/ 4025608 w 5032666"/>
                <a:gd name="connsiteY317" fmla="*/ 0 h 419100"/>
                <a:gd name="connsiteX318" fmla="*/ 4057203 w 5032666"/>
                <a:gd name="connsiteY318" fmla="*/ 0 h 419100"/>
                <a:gd name="connsiteX319" fmla="*/ 4071575 w 5032666"/>
                <a:gd name="connsiteY319" fmla="*/ 0 h 419100"/>
                <a:gd name="connsiteX320" fmla="*/ 4082311 w 5032666"/>
                <a:gd name="connsiteY320" fmla="*/ 0 h 419100"/>
                <a:gd name="connsiteX321" fmla="*/ 4093604 w 5032666"/>
                <a:gd name="connsiteY321" fmla="*/ 0 h 419100"/>
                <a:gd name="connsiteX322" fmla="*/ 4114801 w 5032666"/>
                <a:gd name="connsiteY322" fmla="*/ 0 h 419100"/>
                <a:gd name="connsiteX323" fmla="*/ 4120858 w 5032666"/>
                <a:gd name="connsiteY323" fmla="*/ 0 h 419100"/>
                <a:gd name="connsiteX324" fmla="*/ 4128278 w 5032666"/>
                <a:gd name="connsiteY324" fmla="*/ 0 h 419100"/>
                <a:gd name="connsiteX325" fmla="*/ 4139571 w 5032666"/>
                <a:gd name="connsiteY325" fmla="*/ 0 h 419100"/>
                <a:gd name="connsiteX326" fmla="*/ 4150307 w 5032666"/>
                <a:gd name="connsiteY326" fmla="*/ 0 h 419100"/>
                <a:gd name="connsiteX327" fmla="*/ 4160768 w 5032666"/>
                <a:gd name="connsiteY327" fmla="*/ 0 h 419100"/>
                <a:gd name="connsiteX328" fmla="*/ 4171504 w 5032666"/>
                <a:gd name="connsiteY328" fmla="*/ 0 h 419100"/>
                <a:gd name="connsiteX329" fmla="*/ 4177561 w 5032666"/>
                <a:gd name="connsiteY329" fmla="*/ 0 h 419100"/>
                <a:gd name="connsiteX330" fmla="*/ 4188854 w 5032666"/>
                <a:gd name="connsiteY330" fmla="*/ 0 h 419100"/>
                <a:gd name="connsiteX331" fmla="*/ 4196274 w 5032666"/>
                <a:gd name="connsiteY331" fmla="*/ 0 h 419100"/>
                <a:gd name="connsiteX332" fmla="*/ 4210051 w 5032666"/>
                <a:gd name="connsiteY332" fmla="*/ 0 h 419100"/>
                <a:gd name="connsiteX333" fmla="*/ 4213962 w 5032666"/>
                <a:gd name="connsiteY333" fmla="*/ 0 h 419100"/>
                <a:gd name="connsiteX334" fmla="*/ 4217471 w 5032666"/>
                <a:gd name="connsiteY334" fmla="*/ 0 h 419100"/>
                <a:gd name="connsiteX335" fmla="*/ 4235159 w 5032666"/>
                <a:gd name="connsiteY335" fmla="*/ 0 h 419100"/>
                <a:gd name="connsiteX336" fmla="*/ 4245557 w 5032666"/>
                <a:gd name="connsiteY336" fmla="*/ 0 h 419100"/>
                <a:gd name="connsiteX337" fmla="*/ 4259929 w 5032666"/>
                <a:gd name="connsiteY337" fmla="*/ 0 h 419100"/>
                <a:gd name="connsiteX338" fmla="*/ 4266754 w 5032666"/>
                <a:gd name="connsiteY338" fmla="*/ 0 h 419100"/>
                <a:gd name="connsiteX339" fmla="*/ 4270665 w 5032666"/>
                <a:gd name="connsiteY339" fmla="*/ 0 h 419100"/>
                <a:gd name="connsiteX340" fmla="*/ 4281126 w 5032666"/>
                <a:gd name="connsiteY340" fmla="*/ 0 h 419100"/>
                <a:gd name="connsiteX341" fmla="*/ 4291862 w 5032666"/>
                <a:gd name="connsiteY341" fmla="*/ 0 h 419100"/>
                <a:gd name="connsiteX342" fmla="*/ 4303155 w 5032666"/>
                <a:gd name="connsiteY342" fmla="*/ 0 h 419100"/>
                <a:gd name="connsiteX343" fmla="*/ 4309212 w 5032666"/>
                <a:gd name="connsiteY343" fmla="*/ 0 h 419100"/>
                <a:gd name="connsiteX344" fmla="*/ 4316632 w 5032666"/>
                <a:gd name="connsiteY344" fmla="*/ 0 h 419100"/>
                <a:gd name="connsiteX345" fmla="*/ 4330409 w 5032666"/>
                <a:gd name="connsiteY345" fmla="*/ 0 h 419100"/>
                <a:gd name="connsiteX346" fmla="*/ 4337829 w 5032666"/>
                <a:gd name="connsiteY346" fmla="*/ 0 h 419100"/>
                <a:gd name="connsiteX347" fmla="*/ 4349122 w 5032666"/>
                <a:gd name="connsiteY347" fmla="*/ 0 h 419100"/>
                <a:gd name="connsiteX348" fmla="*/ 4359858 w 5032666"/>
                <a:gd name="connsiteY348" fmla="*/ 0 h 419100"/>
                <a:gd name="connsiteX349" fmla="*/ 4365915 w 5032666"/>
                <a:gd name="connsiteY349" fmla="*/ 0 h 419100"/>
                <a:gd name="connsiteX350" fmla="*/ 4387112 w 5032666"/>
                <a:gd name="connsiteY350" fmla="*/ 0 h 419100"/>
                <a:gd name="connsiteX351" fmla="*/ 4398405 w 5032666"/>
                <a:gd name="connsiteY351" fmla="*/ 0 h 419100"/>
                <a:gd name="connsiteX352" fmla="*/ 4405825 w 5032666"/>
                <a:gd name="connsiteY352" fmla="*/ 0 h 419100"/>
                <a:gd name="connsiteX353" fmla="*/ 4423513 w 5032666"/>
                <a:gd name="connsiteY353" fmla="*/ 0 h 419100"/>
                <a:gd name="connsiteX354" fmla="*/ 4455108 w 5032666"/>
                <a:gd name="connsiteY354" fmla="*/ 0 h 419100"/>
                <a:gd name="connsiteX355" fmla="*/ 4469480 w 5032666"/>
                <a:gd name="connsiteY355" fmla="*/ 0 h 419100"/>
                <a:gd name="connsiteX356" fmla="*/ 4480216 w 5032666"/>
                <a:gd name="connsiteY356" fmla="*/ 0 h 419100"/>
                <a:gd name="connsiteX357" fmla="*/ 4518763 w 5032666"/>
                <a:gd name="connsiteY357" fmla="*/ 0 h 419100"/>
                <a:gd name="connsiteX358" fmla="*/ 4526183 w 5032666"/>
                <a:gd name="connsiteY358" fmla="*/ 0 h 419100"/>
                <a:gd name="connsiteX359" fmla="*/ 4550804 w 5032666"/>
                <a:gd name="connsiteY359" fmla="*/ 0 h 419100"/>
                <a:gd name="connsiteX360" fmla="*/ 4575466 w 5032666"/>
                <a:gd name="connsiteY360" fmla="*/ 0 h 419100"/>
                <a:gd name="connsiteX361" fmla="*/ 4596771 w 5032666"/>
                <a:gd name="connsiteY361" fmla="*/ 0 h 419100"/>
                <a:gd name="connsiteX362" fmla="*/ 4607507 w 5032666"/>
                <a:gd name="connsiteY362" fmla="*/ 0 h 419100"/>
                <a:gd name="connsiteX363" fmla="*/ 4646054 w 5032666"/>
                <a:gd name="connsiteY363" fmla="*/ 0 h 419100"/>
                <a:gd name="connsiteX364" fmla="*/ 4653474 w 5032666"/>
                <a:gd name="connsiteY364" fmla="*/ 0 h 419100"/>
                <a:gd name="connsiteX365" fmla="*/ 4671162 w 5032666"/>
                <a:gd name="connsiteY365" fmla="*/ 0 h 419100"/>
                <a:gd name="connsiteX366" fmla="*/ 4702757 w 5032666"/>
                <a:gd name="connsiteY366" fmla="*/ 0 h 419100"/>
                <a:gd name="connsiteX367" fmla="*/ 4717129 w 5032666"/>
                <a:gd name="connsiteY367" fmla="*/ 0 h 419100"/>
                <a:gd name="connsiteX368" fmla="*/ 4727865 w 5032666"/>
                <a:gd name="connsiteY368" fmla="*/ 0 h 419100"/>
                <a:gd name="connsiteX369" fmla="*/ 4760355 w 5032666"/>
                <a:gd name="connsiteY369" fmla="*/ 0 h 419100"/>
                <a:gd name="connsiteX370" fmla="*/ 4766412 w 5032666"/>
                <a:gd name="connsiteY370" fmla="*/ 0 h 419100"/>
                <a:gd name="connsiteX371" fmla="*/ 4773832 w 5032666"/>
                <a:gd name="connsiteY371" fmla="*/ 0 h 419100"/>
                <a:gd name="connsiteX372" fmla="*/ 4806322 w 5032666"/>
                <a:gd name="connsiteY372" fmla="*/ 0 h 419100"/>
                <a:gd name="connsiteX373" fmla="*/ 4817058 w 5032666"/>
                <a:gd name="connsiteY373" fmla="*/ 0 h 419100"/>
                <a:gd name="connsiteX374" fmla="*/ 4823115 w 5032666"/>
                <a:gd name="connsiteY374" fmla="*/ 0 h 419100"/>
                <a:gd name="connsiteX375" fmla="*/ 4855605 w 5032666"/>
                <a:gd name="connsiteY375" fmla="*/ 0 h 419100"/>
                <a:gd name="connsiteX376" fmla="*/ 4863025 w 5032666"/>
                <a:gd name="connsiteY376" fmla="*/ 0 h 419100"/>
                <a:gd name="connsiteX377" fmla="*/ 4880713 w 5032666"/>
                <a:gd name="connsiteY377" fmla="*/ 0 h 419100"/>
                <a:gd name="connsiteX378" fmla="*/ 4912308 w 5032666"/>
                <a:gd name="connsiteY378" fmla="*/ 0 h 419100"/>
                <a:gd name="connsiteX379" fmla="*/ 4926680 w 5032666"/>
                <a:gd name="connsiteY379" fmla="*/ 0 h 419100"/>
                <a:gd name="connsiteX380" fmla="*/ 4937416 w 5032666"/>
                <a:gd name="connsiteY380" fmla="*/ 0 h 419100"/>
                <a:gd name="connsiteX381" fmla="*/ 4975963 w 5032666"/>
                <a:gd name="connsiteY381" fmla="*/ 0 h 419100"/>
                <a:gd name="connsiteX382" fmla="*/ 4983383 w 5032666"/>
                <a:gd name="connsiteY382" fmla="*/ 0 h 419100"/>
                <a:gd name="connsiteX383" fmla="*/ 5032666 w 5032666"/>
                <a:gd name="connsiteY383" fmla="*/ 0 h 419100"/>
                <a:gd name="connsiteX384" fmla="*/ 4927891 w 5032666"/>
                <a:gd name="connsiteY384" fmla="*/ 419100 h 419100"/>
                <a:gd name="connsiteX385" fmla="*/ 4878608 w 5032666"/>
                <a:gd name="connsiteY385" fmla="*/ 419100 h 419100"/>
                <a:gd name="connsiteX386" fmla="*/ 4871188 w 5032666"/>
                <a:gd name="connsiteY386" fmla="*/ 419100 h 419100"/>
                <a:gd name="connsiteX387" fmla="*/ 4832641 w 5032666"/>
                <a:gd name="connsiteY387" fmla="*/ 419100 h 419100"/>
                <a:gd name="connsiteX388" fmla="*/ 4821905 w 5032666"/>
                <a:gd name="connsiteY388" fmla="*/ 419100 h 419100"/>
                <a:gd name="connsiteX389" fmla="*/ 4807533 w 5032666"/>
                <a:gd name="connsiteY389" fmla="*/ 419100 h 419100"/>
                <a:gd name="connsiteX390" fmla="*/ 4775938 w 5032666"/>
                <a:gd name="connsiteY390" fmla="*/ 419100 h 419100"/>
                <a:gd name="connsiteX391" fmla="*/ 4758250 w 5032666"/>
                <a:gd name="connsiteY391" fmla="*/ 419100 h 419100"/>
                <a:gd name="connsiteX392" fmla="*/ 4750830 w 5032666"/>
                <a:gd name="connsiteY392" fmla="*/ 419100 h 419100"/>
                <a:gd name="connsiteX393" fmla="*/ 4718340 w 5032666"/>
                <a:gd name="connsiteY393" fmla="*/ 419100 h 419100"/>
                <a:gd name="connsiteX394" fmla="*/ 4712283 w 5032666"/>
                <a:gd name="connsiteY394" fmla="*/ 419100 h 419100"/>
                <a:gd name="connsiteX395" fmla="*/ 4701547 w 5032666"/>
                <a:gd name="connsiteY395" fmla="*/ 419100 h 419100"/>
                <a:gd name="connsiteX396" fmla="*/ 4669057 w 5032666"/>
                <a:gd name="connsiteY396" fmla="*/ 419100 h 419100"/>
                <a:gd name="connsiteX397" fmla="*/ 4661637 w 5032666"/>
                <a:gd name="connsiteY397" fmla="*/ 419100 h 419100"/>
                <a:gd name="connsiteX398" fmla="*/ 4655580 w 5032666"/>
                <a:gd name="connsiteY398" fmla="*/ 419100 h 419100"/>
                <a:gd name="connsiteX399" fmla="*/ 4623090 w 5032666"/>
                <a:gd name="connsiteY399" fmla="*/ 419100 h 419100"/>
                <a:gd name="connsiteX400" fmla="*/ 4612354 w 5032666"/>
                <a:gd name="connsiteY400" fmla="*/ 419100 h 419100"/>
                <a:gd name="connsiteX401" fmla="*/ 4597982 w 5032666"/>
                <a:gd name="connsiteY401" fmla="*/ 419100 h 419100"/>
                <a:gd name="connsiteX402" fmla="*/ 4566387 w 5032666"/>
                <a:gd name="connsiteY402" fmla="*/ 419100 h 419100"/>
                <a:gd name="connsiteX403" fmla="*/ 4548699 w 5032666"/>
                <a:gd name="connsiteY403" fmla="*/ 419100 h 419100"/>
                <a:gd name="connsiteX404" fmla="*/ 4541279 w 5032666"/>
                <a:gd name="connsiteY404" fmla="*/ 419100 h 419100"/>
                <a:gd name="connsiteX405" fmla="*/ 4502732 w 5032666"/>
                <a:gd name="connsiteY405" fmla="*/ 419100 h 419100"/>
                <a:gd name="connsiteX406" fmla="*/ 4491996 w 5032666"/>
                <a:gd name="connsiteY406" fmla="*/ 419100 h 419100"/>
                <a:gd name="connsiteX407" fmla="*/ 4470691 w 5032666"/>
                <a:gd name="connsiteY407" fmla="*/ 419100 h 419100"/>
                <a:gd name="connsiteX408" fmla="*/ 4446029 w 5032666"/>
                <a:gd name="connsiteY408" fmla="*/ 419100 h 419100"/>
                <a:gd name="connsiteX409" fmla="*/ 4421408 w 5032666"/>
                <a:gd name="connsiteY409" fmla="*/ 419100 h 419100"/>
                <a:gd name="connsiteX410" fmla="*/ 4413988 w 5032666"/>
                <a:gd name="connsiteY410" fmla="*/ 419100 h 419100"/>
                <a:gd name="connsiteX411" fmla="*/ 4375441 w 5032666"/>
                <a:gd name="connsiteY411" fmla="*/ 419100 h 419100"/>
                <a:gd name="connsiteX412" fmla="*/ 4364705 w 5032666"/>
                <a:gd name="connsiteY412" fmla="*/ 419100 h 419100"/>
                <a:gd name="connsiteX413" fmla="*/ 4350333 w 5032666"/>
                <a:gd name="connsiteY413" fmla="*/ 419100 h 419100"/>
                <a:gd name="connsiteX414" fmla="*/ 4318738 w 5032666"/>
                <a:gd name="connsiteY414" fmla="*/ 419100 h 419100"/>
                <a:gd name="connsiteX415" fmla="*/ 4301050 w 5032666"/>
                <a:gd name="connsiteY415" fmla="*/ 419100 h 419100"/>
                <a:gd name="connsiteX416" fmla="*/ 4293630 w 5032666"/>
                <a:gd name="connsiteY416" fmla="*/ 419100 h 419100"/>
                <a:gd name="connsiteX417" fmla="*/ 4282337 w 5032666"/>
                <a:gd name="connsiteY417" fmla="*/ 419100 h 419100"/>
                <a:gd name="connsiteX418" fmla="*/ 4261140 w 5032666"/>
                <a:gd name="connsiteY418" fmla="*/ 419100 h 419100"/>
                <a:gd name="connsiteX419" fmla="*/ 4255083 w 5032666"/>
                <a:gd name="connsiteY419" fmla="*/ 419100 h 419100"/>
                <a:gd name="connsiteX420" fmla="*/ 4244347 w 5032666"/>
                <a:gd name="connsiteY420" fmla="*/ 419100 h 419100"/>
                <a:gd name="connsiteX421" fmla="*/ 4233054 w 5032666"/>
                <a:gd name="connsiteY421" fmla="*/ 419100 h 419100"/>
                <a:gd name="connsiteX422" fmla="*/ 4225634 w 5032666"/>
                <a:gd name="connsiteY422" fmla="*/ 419100 h 419100"/>
                <a:gd name="connsiteX423" fmla="*/ 4211857 w 5032666"/>
                <a:gd name="connsiteY423" fmla="*/ 419100 h 419100"/>
                <a:gd name="connsiteX424" fmla="*/ 4204437 w 5032666"/>
                <a:gd name="connsiteY424" fmla="*/ 419100 h 419100"/>
                <a:gd name="connsiteX425" fmla="*/ 4198380 w 5032666"/>
                <a:gd name="connsiteY425" fmla="*/ 419100 h 419100"/>
                <a:gd name="connsiteX426" fmla="*/ 4187087 w 5032666"/>
                <a:gd name="connsiteY426" fmla="*/ 419100 h 419100"/>
                <a:gd name="connsiteX427" fmla="*/ 4176351 w 5032666"/>
                <a:gd name="connsiteY427" fmla="*/ 419100 h 419100"/>
                <a:gd name="connsiteX428" fmla="*/ 4165890 w 5032666"/>
                <a:gd name="connsiteY428" fmla="*/ 419100 h 419100"/>
                <a:gd name="connsiteX429" fmla="*/ 4161979 w 5032666"/>
                <a:gd name="connsiteY429" fmla="*/ 419100 h 419100"/>
                <a:gd name="connsiteX430" fmla="*/ 4155154 w 5032666"/>
                <a:gd name="connsiteY430" fmla="*/ 419100 h 419100"/>
                <a:gd name="connsiteX431" fmla="*/ 4140782 w 5032666"/>
                <a:gd name="connsiteY431" fmla="*/ 419100 h 419100"/>
                <a:gd name="connsiteX432" fmla="*/ 4130384 w 5032666"/>
                <a:gd name="connsiteY432" fmla="*/ 419100 h 419100"/>
                <a:gd name="connsiteX433" fmla="*/ 4112696 w 5032666"/>
                <a:gd name="connsiteY433" fmla="*/ 419100 h 419100"/>
                <a:gd name="connsiteX434" fmla="*/ 4109187 w 5032666"/>
                <a:gd name="connsiteY434" fmla="*/ 419100 h 419100"/>
                <a:gd name="connsiteX435" fmla="*/ 4105276 w 5032666"/>
                <a:gd name="connsiteY435" fmla="*/ 419100 h 419100"/>
                <a:gd name="connsiteX436" fmla="*/ 4091499 w 5032666"/>
                <a:gd name="connsiteY436" fmla="*/ 419100 h 419100"/>
                <a:gd name="connsiteX437" fmla="*/ 4084079 w 5032666"/>
                <a:gd name="connsiteY437" fmla="*/ 419100 h 419100"/>
                <a:gd name="connsiteX438" fmla="*/ 4072786 w 5032666"/>
                <a:gd name="connsiteY438" fmla="*/ 419100 h 419100"/>
                <a:gd name="connsiteX439" fmla="*/ 4066729 w 5032666"/>
                <a:gd name="connsiteY439" fmla="*/ 419100 h 419100"/>
                <a:gd name="connsiteX440" fmla="*/ 4055993 w 5032666"/>
                <a:gd name="connsiteY440" fmla="*/ 419100 h 419100"/>
                <a:gd name="connsiteX441" fmla="*/ 4045532 w 5032666"/>
                <a:gd name="connsiteY441" fmla="*/ 419100 h 419100"/>
                <a:gd name="connsiteX442" fmla="*/ 4034796 w 5032666"/>
                <a:gd name="connsiteY442" fmla="*/ 419100 h 419100"/>
                <a:gd name="connsiteX443" fmla="*/ 4023503 w 5032666"/>
                <a:gd name="connsiteY443" fmla="*/ 419100 h 419100"/>
                <a:gd name="connsiteX444" fmla="*/ 4016083 w 5032666"/>
                <a:gd name="connsiteY444" fmla="*/ 419100 h 419100"/>
                <a:gd name="connsiteX445" fmla="*/ 4010026 w 5032666"/>
                <a:gd name="connsiteY445" fmla="*/ 419100 h 419100"/>
                <a:gd name="connsiteX446" fmla="*/ 3988829 w 5032666"/>
                <a:gd name="connsiteY446" fmla="*/ 419100 h 419100"/>
                <a:gd name="connsiteX447" fmla="*/ 3977536 w 5032666"/>
                <a:gd name="connsiteY447" fmla="*/ 419100 h 419100"/>
                <a:gd name="connsiteX448" fmla="*/ 3966800 w 5032666"/>
                <a:gd name="connsiteY448" fmla="*/ 419100 h 419100"/>
                <a:gd name="connsiteX449" fmla="*/ 3952428 w 5032666"/>
                <a:gd name="connsiteY449" fmla="*/ 419100 h 419100"/>
                <a:gd name="connsiteX450" fmla="*/ 3920833 w 5032666"/>
                <a:gd name="connsiteY450" fmla="*/ 419100 h 419100"/>
                <a:gd name="connsiteX451" fmla="*/ 3903145 w 5032666"/>
                <a:gd name="connsiteY451" fmla="*/ 419100 h 419100"/>
                <a:gd name="connsiteX452" fmla="*/ 3895725 w 5032666"/>
                <a:gd name="connsiteY452" fmla="*/ 419100 h 419100"/>
                <a:gd name="connsiteX453" fmla="*/ 3857178 w 5032666"/>
                <a:gd name="connsiteY453" fmla="*/ 419100 h 419100"/>
                <a:gd name="connsiteX454" fmla="*/ 3846442 w 5032666"/>
                <a:gd name="connsiteY454" fmla="*/ 419100 h 419100"/>
                <a:gd name="connsiteX455" fmla="*/ 3825137 w 5032666"/>
                <a:gd name="connsiteY455" fmla="*/ 419100 h 419100"/>
                <a:gd name="connsiteX456" fmla="*/ 3800475 w 5032666"/>
                <a:gd name="connsiteY456" fmla="*/ 419100 h 419100"/>
                <a:gd name="connsiteX457" fmla="*/ 3775854 w 5032666"/>
                <a:gd name="connsiteY457" fmla="*/ 419100 h 419100"/>
                <a:gd name="connsiteX458" fmla="*/ 3768434 w 5032666"/>
                <a:gd name="connsiteY458" fmla="*/ 419100 h 419100"/>
                <a:gd name="connsiteX459" fmla="*/ 3729887 w 5032666"/>
                <a:gd name="connsiteY459" fmla="*/ 419100 h 419100"/>
                <a:gd name="connsiteX460" fmla="*/ 3719151 w 5032666"/>
                <a:gd name="connsiteY460" fmla="*/ 419100 h 419100"/>
                <a:gd name="connsiteX461" fmla="*/ 3704779 w 5032666"/>
                <a:gd name="connsiteY461" fmla="*/ 419100 h 419100"/>
                <a:gd name="connsiteX462" fmla="*/ 3673184 w 5032666"/>
                <a:gd name="connsiteY462" fmla="*/ 419100 h 419100"/>
                <a:gd name="connsiteX463" fmla="*/ 3655496 w 5032666"/>
                <a:gd name="connsiteY463" fmla="*/ 419100 h 419100"/>
                <a:gd name="connsiteX464" fmla="*/ 3648076 w 5032666"/>
                <a:gd name="connsiteY464" fmla="*/ 419100 h 419100"/>
                <a:gd name="connsiteX465" fmla="*/ 3615586 w 5032666"/>
                <a:gd name="connsiteY465" fmla="*/ 419100 h 419100"/>
                <a:gd name="connsiteX466" fmla="*/ 3609529 w 5032666"/>
                <a:gd name="connsiteY466" fmla="*/ 419100 h 419100"/>
                <a:gd name="connsiteX467" fmla="*/ 3598793 w 5032666"/>
                <a:gd name="connsiteY467" fmla="*/ 419100 h 419100"/>
                <a:gd name="connsiteX468" fmla="*/ 3566303 w 5032666"/>
                <a:gd name="connsiteY468" fmla="*/ 419100 h 419100"/>
                <a:gd name="connsiteX469" fmla="*/ 3558883 w 5032666"/>
                <a:gd name="connsiteY469" fmla="*/ 419100 h 419100"/>
                <a:gd name="connsiteX470" fmla="*/ 3552826 w 5032666"/>
                <a:gd name="connsiteY470" fmla="*/ 419100 h 419100"/>
                <a:gd name="connsiteX471" fmla="*/ 3537241 w 5032666"/>
                <a:gd name="connsiteY471" fmla="*/ 419100 h 419100"/>
                <a:gd name="connsiteX472" fmla="*/ 3520336 w 5032666"/>
                <a:gd name="connsiteY472" fmla="*/ 419100 h 419100"/>
                <a:gd name="connsiteX473" fmla="*/ 3509600 w 5032666"/>
                <a:gd name="connsiteY473" fmla="*/ 419100 h 419100"/>
                <a:gd name="connsiteX474" fmla="*/ 3495228 w 5032666"/>
                <a:gd name="connsiteY474" fmla="*/ 419100 h 419100"/>
                <a:gd name="connsiteX475" fmla="*/ 3487958 w 5032666"/>
                <a:gd name="connsiteY475" fmla="*/ 419100 h 419100"/>
                <a:gd name="connsiteX476" fmla="*/ 3480538 w 5032666"/>
                <a:gd name="connsiteY476" fmla="*/ 419100 h 419100"/>
                <a:gd name="connsiteX477" fmla="*/ 3463633 w 5032666"/>
                <a:gd name="connsiteY477" fmla="*/ 419100 h 419100"/>
                <a:gd name="connsiteX478" fmla="*/ 3445945 w 5032666"/>
                <a:gd name="connsiteY478" fmla="*/ 419100 h 419100"/>
                <a:gd name="connsiteX479" fmla="*/ 3441991 w 5032666"/>
                <a:gd name="connsiteY479" fmla="*/ 419100 h 419100"/>
                <a:gd name="connsiteX480" fmla="*/ 3438525 w 5032666"/>
                <a:gd name="connsiteY480" fmla="*/ 419100 h 419100"/>
                <a:gd name="connsiteX481" fmla="*/ 3431255 w 5032666"/>
                <a:gd name="connsiteY481" fmla="*/ 419100 h 419100"/>
                <a:gd name="connsiteX482" fmla="*/ 3416883 w 5032666"/>
                <a:gd name="connsiteY482" fmla="*/ 419100 h 419100"/>
                <a:gd name="connsiteX483" fmla="*/ 3399978 w 5032666"/>
                <a:gd name="connsiteY483" fmla="*/ 419100 h 419100"/>
                <a:gd name="connsiteX484" fmla="*/ 3389242 w 5032666"/>
                <a:gd name="connsiteY484" fmla="*/ 419100 h 419100"/>
                <a:gd name="connsiteX485" fmla="*/ 3385288 w 5032666"/>
                <a:gd name="connsiteY485" fmla="*/ 419100 h 419100"/>
                <a:gd name="connsiteX486" fmla="*/ 3367600 w 5032666"/>
                <a:gd name="connsiteY486" fmla="*/ 419100 h 419100"/>
                <a:gd name="connsiteX487" fmla="*/ 3360180 w 5032666"/>
                <a:gd name="connsiteY487" fmla="*/ 419100 h 419100"/>
                <a:gd name="connsiteX488" fmla="*/ 3343275 w 5032666"/>
                <a:gd name="connsiteY488" fmla="*/ 419100 h 419100"/>
                <a:gd name="connsiteX489" fmla="*/ 3327690 w 5032666"/>
                <a:gd name="connsiteY489" fmla="*/ 419100 h 419100"/>
                <a:gd name="connsiteX490" fmla="*/ 3321633 w 5032666"/>
                <a:gd name="connsiteY490" fmla="*/ 419100 h 419100"/>
                <a:gd name="connsiteX491" fmla="*/ 3310897 w 5032666"/>
                <a:gd name="connsiteY491" fmla="*/ 419100 h 419100"/>
                <a:gd name="connsiteX492" fmla="*/ 3278407 w 5032666"/>
                <a:gd name="connsiteY492" fmla="*/ 419100 h 419100"/>
                <a:gd name="connsiteX493" fmla="*/ 3270987 w 5032666"/>
                <a:gd name="connsiteY493" fmla="*/ 419100 h 419100"/>
                <a:gd name="connsiteX494" fmla="*/ 3264930 w 5032666"/>
                <a:gd name="connsiteY494" fmla="*/ 419100 h 419100"/>
                <a:gd name="connsiteX495" fmla="*/ 3232440 w 5032666"/>
                <a:gd name="connsiteY495" fmla="*/ 419100 h 419100"/>
                <a:gd name="connsiteX496" fmla="*/ 3221704 w 5032666"/>
                <a:gd name="connsiteY496" fmla="*/ 419100 h 419100"/>
                <a:gd name="connsiteX497" fmla="*/ 3207332 w 5032666"/>
                <a:gd name="connsiteY497" fmla="*/ 419100 h 419100"/>
                <a:gd name="connsiteX498" fmla="*/ 3175737 w 5032666"/>
                <a:gd name="connsiteY498" fmla="*/ 419100 h 419100"/>
                <a:gd name="connsiteX499" fmla="*/ 3158049 w 5032666"/>
                <a:gd name="connsiteY499" fmla="*/ 419100 h 419100"/>
                <a:gd name="connsiteX500" fmla="*/ 3150629 w 5032666"/>
                <a:gd name="connsiteY500" fmla="*/ 419100 h 419100"/>
                <a:gd name="connsiteX501" fmla="*/ 3112082 w 5032666"/>
                <a:gd name="connsiteY501" fmla="*/ 419100 h 419100"/>
                <a:gd name="connsiteX502" fmla="*/ 3101346 w 5032666"/>
                <a:gd name="connsiteY502" fmla="*/ 419100 h 419100"/>
                <a:gd name="connsiteX503" fmla="*/ 3080041 w 5032666"/>
                <a:gd name="connsiteY503" fmla="*/ 419100 h 419100"/>
                <a:gd name="connsiteX504" fmla="*/ 3055379 w 5032666"/>
                <a:gd name="connsiteY504" fmla="*/ 419100 h 419100"/>
                <a:gd name="connsiteX505" fmla="*/ 3030758 w 5032666"/>
                <a:gd name="connsiteY505" fmla="*/ 419100 h 419100"/>
                <a:gd name="connsiteX506" fmla="*/ 3023338 w 5032666"/>
                <a:gd name="connsiteY506" fmla="*/ 419100 h 419100"/>
                <a:gd name="connsiteX507" fmla="*/ 2984791 w 5032666"/>
                <a:gd name="connsiteY507" fmla="*/ 419100 h 419100"/>
                <a:gd name="connsiteX508" fmla="*/ 2975266 w 5032666"/>
                <a:gd name="connsiteY508" fmla="*/ 419100 h 419100"/>
                <a:gd name="connsiteX509" fmla="*/ 2974055 w 5032666"/>
                <a:gd name="connsiteY509" fmla="*/ 419100 h 419100"/>
                <a:gd name="connsiteX510" fmla="*/ 2959683 w 5032666"/>
                <a:gd name="connsiteY510" fmla="*/ 419100 h 419100"/>
                <a:gd name="connsiteX511" fmla="*/ 2928088 w 5032666"/>
                <a:gd name="connsiteY511" fmla="*/ 419100 h 419100"/>
                <a:gd name="connsiteX512" fmla="*/ 2925983 w 5032666"/>
                <a:gd name="connsiteY512" fmla="*/ 419100 h 419100"/>
                <a:gd name="connsiteX513" fmla="*/ 2918563 w 5032666"/>
                <a:gd name="connsiteY513" fmla="*/ 419100 h 419100"/>
                <a:gd name="connsiteX514" fmla="*/ 2910400 w 5032666"/>
                <a:gd name="connsiteY514" fmla="*/ 419100 h 419100"/>
                <a:gd name="connsiteX515" fmla="*/ 2902980 w 5032666"/>
                <a:gd name="connsiteY515" fmla="*/ 419100 h 419100"/>
                <a:gd name="connsiteX516" fmla="*/ 2891687 w 5032666"/>
                <a:gd name="connsiteY516" fmla="*/ 419100 h 419100"/>
                <a:gd name="connsiteX517" fmla="*/ 2880016 w 5032666"/>
                <a:gd name="connsiteY517" fmla="*/ 419100 h 419100"/>
                <a:gd name="connsiteX518" fmla="*/ 2870490 w 5032666"/>
                <a:gd name="connsiteY518" fmla="*/ 419100 h 419100"/>
                <a:gd name="connsiteX519" fmla="*/ 2869280 w 5032666"/>
                <a:gd name="connsiteY519" fmla="*/ 419100 h 419100"/>
                <a:gd name="connsiteX520" fmla="*/ 2864433 w 5032666"/>
                <a:gd name="connsiteY520" fmla="*/ 419100 h 419100"/>
                <a:gd name="connsiteX521" fmla="*/ 2854908 w 5032666"/>
                <a:gd name="connsiteY521" fmla="*/ 419100 h 419100"/>
                <a:gd name="connsiteX522" fmla="*/ 2853697 w 5032666"/>
                <a:gd name="connsiteY522" fmla="*/ 419100 h 419100"/>
                <a:gd name="connsiteX523" fmla="*/ 2842404 w 5032666"/>
                <a:gd name="connsiteY523" fmla="*/ 419100 h 419100"/>
                <a:gd name="connsiteX524" fmla="*/ 2834984 w 5032666"/>
                <a:gd name="connsiteY524" fmla="*/ 419100 h 419100"/>
                <a:gd name="connsiteX525" fmla="*/ 2823313 w 5032666"/>
                <a:gd name="connsiteY525" fmla="*/ 419100 h 419100"/>
                <a:gd name="connsiteX526" fmla="*/ 2821207 w 5032666"/>
                <a:gd name="connsiteY526" fmla="*/ 419100 h 419100"/>
                <a:gd name="connsiteX527" fmla="*/ 2813787 w 5032666"/>
                <a:gd name="connsiteY527" fmla="*/ 419100 h 419100"/>
                <a:gd name="connsiteX528" fmla="*/ 2807730 w 5032666"/>
                <a:gd name="connsiteY528" fmla="*/ 419100 h 419100"/>
                <a:gd name="connsiteX529" fmla="*/ 2805625 w 5032666"/>
                <a:gd name="connsiteY529" fmla="*/ 419100 h 419100"/>
                <a:gd name="connsiteX530" fmla="*/ 2798205 w 5032666"/>
                <a:gd name="connsiteY530" fmla="*/ 419100 h 419100"/>
                <a:gd name="connsiteX531" fmla="*/ 2796437 w 5032666"/>
                <a:gd name="connsiteY531" fmla="*/ 419100 h 419100"/>
                <a:gd name="connsiteX532" fmla="*/ 2785701 w 5032666"/>
                <a:gd name="connsiteY532" fmla="*/ 419100 h 419100"/>
                <a:gd name="connsiteX533" fmla="*/ 2775240 w 5032666"/>
                <a:gd name="connsiteY533" fmla="*/ 419100 h 419100"/>
                <a:gd name="connsiteX534" fmla="*/ 2771329 w 5032666"/>
                <a:gd name="connsiteY534" fmla="*/ 419100 h 419100"/>
                <a:gd name="connsiteX535" fmla="*/ 2765715 w 5032666"/>
                <a:gd name="connsiteY535" fmla="*/ 419100 h 419100"/>
                <a:gd name="connsiteX536" fmla="*/ 2764504 w 5032666"/>
                <a:gd name="connsiteY536" fmla="*/ 419100 h 419100"/>
                <a:gd name="connsiteX537" fmla="*/ 2759658 w 5032666"/>
                <a:gd name="connsiteY537" fmla="*/ 419100 h 419100"/>
                <a:gd name="connsiteX538" fmla="*/ 2750132 w 5032666"/>
                <a:gd name="connsiteY538" fmla="*/ 419100 h 419100"/>
                <a:gd name="connsiteX539" fmla="*/ 2748922 w 5032666"/>
                <a:gd name="connsiteY539" fmla="*/ 419100 h 419100"/>
                <a:gd name="connsiteX540" fmla="*/ 2739734 w 5032666"/>
                <a:gd name="connsiteY540" fmla="*/ 419100 h 419100"/>
                <a:gd name="connsiteX541" fmla="*/ 2722046 w 5032666"/>
                <a:gd name="connsiteY541" fmla="*/ 419100 h 419100"/>
                <a:gd name="connsiteX542" fmla="*/ 2718537 w 5032666"/>
                <a:gd name="connsiteY542" fmla="*/ 419100 h 419100"/>
                <a:gd name="connsiteX543" fmla="*/ 2716432 w 5032666"/>
                <a:gd name="connsiteY543" fmla="*/ 419100 h 419100"/>
                <a:gd name="connsiteX544" fmla="*/ 2714626 w 5032666"/>
                <a:gd name="connsiteY544" fmla="*/ 419100 h 419100"/>
                <a:gd name="connsiteX545" fmla="*/ 2709012 w 5032666"/>
                <a:gd name="connsiteY545" fmla="*/ 419100 h 419100"/>
                <a:gd name="connsiteX546" fmla="*/ 2702955 w 5032666"/>
                <a:gd name="connsiteY546" fmla="*/ 419100 h 419100"/>
                <a:gd name="connsiteX547" fmla="*/ 2700849 w 5032666"/>
                <a:gd name="connsiteY547" fmla="*/ 419100 h 419100"/>
                <a:gd name="connsiteX548" fmla="*/ 2693429 w 5032666"/>
                <a:gd name="connsiteY548" fmla="*/ 419100 h 419100"/>
                <a:gd name="connsiteX549" fmla="*/ 2682136 w 5032666"/>
                <a:gd name="connsiteY549" fmla="*/ 419100 h 419100"/>
                <a:gd name="connsiteX550" fmla="*/ 2676079 w 5032666"/>
                <a:gd name="connsiteY550" fmla="*/ 419100 h 419100"/>
                <a:gd name="connsiteX551" fmla="*/ 2670465 w 5032666"/>
                <a:gd name="connsiteY551" fmla="*/ 419100 h 419100"/>
                <a:gd name="connsiteX552" fmla="*/ 2665343 w 5032666"/>
                <a:gd name="connsiteY552" fmla="*/ 419100 h 419100"/>
                <a:gd name="connsiteX553" fmla="*/ 2659729 w 5032666"/>
                <a:gd name="connsiteY553" fmla="*/ 419100 h 419100"/>
                <a:gd name="connsiteX554" fmla="*/ 2654882 w 5032666"/>
                <a:gd name="connsiteY554" fmla="*/ 419100 h 419100"/>
                <a:gd name="connsiteX555" fmla="*/ 2645357 w 5032666"/>
                <a:gd name="connsiteY555" fmla="*/ 419100 h 419100"/>
                <a:gd name="connsiteX556" fmla="*/ 2644146 w 5032666"/>
                <a:gd name="connsiteY556" fmla="*/ 419100 h 419100"/>
                <a:gd name="connsiteX557" fmla="*/ 2632853 w 5032666"/>
                <a:gd name="connsiteY557" fmla="*/ 419100 h 419100"/>
                <a:gd name="connsiteX558" fmla="*/ 2625433 w 5032666"/>
                <a:gd name="connsiteY558" fmla="*/ 419100 h 419100"/>
                <a:gd name="connsiteX559" fmla="*/ 2619376 w 5032666"/>
                <a:gd name="connsiteY559" fmla="*/ 419100 h 419100"/>
                <a:gd name="connsiteX560" fmla="*/ 2613762 w 5032666"/>
                <a:gd name="connsiteY560" fmla="*/ 419100 h 419100"/>
                <a:gd name="connsiteX561" fmla="*/ 2598179 w 5032666"/>
                <a:gd name="connsiteY561" fmla="*/ 419100 h 419100"/>
                <a:gd name="connsiteX562" fmla="*/ 2596074 w 5032666"/>
                <a:gd name="connsiteY562" fmla="*/ 419100 h 419100"/>
                <a:gd name="connsiteX563" fmla="*/ 2588654 w 5032666"/>
                <a:gd name="connsiteY563" fmla="*/ 419100 h 419100"/>
                <a:gd name="connsiteX564" fmla="*/ 2586886 w 5032666"/>
                <a:gd name="connsiteY564" fmla="*/ 419100 h 419100"/>
                <a:gd name="connsiteX565" fmla="*/ 2576150 w 5032666"/>
                <a:gd name="connsiteY565" fmla="*/ 419100 h 419100"/>
                <a:gd name="connsiteX566" fmla="*/ 2561778 w 5032666"/>
                <a:gd name="connsiteY566" fmla="*/ 419100 h 419100"/>
                <a:gd name="connsiteX567" fmla="*/ 2550107 w 5032666"/>
                <a:gd name="connsiteY567" fmla="*/ 419100 h 419100"/>
                <a:gd name="connsiteX568" fmla="*/ 2539371 w 5032666"/>
                <a:gd name="connsiteY568" fmla="*/ 419100 h 419100"/>
                <a:gd name="connsiteX569" fmla="*/ 2530183 w 5032666"/>
                <a:gd name="connsiteY569" fmla="*/ 419100 h 419100"/>
                <a:gd name="connsiteX570" fmla="*/ 2518066 w 5032666"/>
                <a:gd name="connsiteY570" fmla="*/ 419100 h 419100"/>
                <a:gd name="connsiteX571" fmla="*/ 2512495 w 5032666"/>
                <a:gd name="connsiteY571" fmla="*/ 419100 h 419100"/>
                <a:gd name="connsiteX572" fmla="*/ 2505075 w 5032666"/>
                <a:gd name="connsiteY572" fmla="*/ 419100 h 419100"/>
                <a:gd name="connsiteX573" fmla="*/ 2493404 w 5032666"/>
                <a:gd name="connsiteY573" fmla="*/ 419100 h 419100"/>
                <a:gd name="connsiteX574" fmla="*/ 2468783 w 5032666"/>
                <a:gd name="connsiteY574" fmla="*/ 419100 h 419100"/>
                <a:gd name="connsiteX575" fmla="*/ 2466528 w 5032666"/>
                <a:gd name="connsiteY575" fmla="*/ 419100 h 419100"/>
                <a:gd name="connsiteX576" fmla="*/ 2461363 w 5032666"/>
                <a:gd name="connsiteY576" fmla="*/ 419100 h 419100"/>
                <a:gd name="connsiteX577" fmla="*/ 2455792 w 5032666"/>
                <a:gd name="connsiteY577" fmla="*/ 419100 h 419100"/>
                <a:gd name="connsiteX578" fmla="*/ 2434487 w 5032666"/>
                <a:gd name="connsiteY578" fmla="*/ 419100 h 419100"/>
                <a:gd name="connsiteX579" fmla="*/ 2422816 w 5032666"/>
                <a:gd name="connsiteY579" fmla="*/ 419100 h 419100"/>
                <a:gd name="connsiteX580" fmla="*/ 2412080 w 5032666"/>
                <a:gd name="connsiteY580" fmla="*/ 419100 h 419100"/>
                <a:gd name="connsiteX581" fmla="*/ 2409825 w 5032666"/>
                <a:gd name="connsiteY581" fmla="*/ 419100 h 419100"/>
                <a:gd name="connsiteX582" fmla="*/ 2397708 w 5032666"/>
                <a:gd name="connsiteY582" fmla="*/ 419100 h 419100"/>
                <a:gd name="connsiteX583" fmla="*/ 2385204 w 5032666"/>
                <a:gd name="connsiteY583" fmla="*/ 419100 h 419100"/>
                <a:gd name="connsiteX584" fmla="*/ 2377784 w 5032666"/>
                <a:gd name="connsiteY584" fmla="*/ 419100 h 419100"/>
                <a:gd name="connsiteX585" fmla="*/ 2366113 w 5032666"/>
                <a:gd name="connsiteY585" fmla="*/ 419100 h 419100"/>
                <a:gd name="connsiteX586" fmla="*/ 2348425 w 5032666"/>
                <a:gd name="connsiteY586" fmla="*/ 419100 h 419100"/>
                <a:gd name="connsiteX587" fmla="*/ 2341005 w 5032666"/>
                <a:gd name="connsiteY587" fmla="*/ 419100 h 419100"/>
                <a:gd name="connsiteX588" fmla="*/ 2339237 w 5032666"/>
                <a:gd name="connsiteY588" fmla="*/ 419100 h 419100"/>
                <a:gd name="connsiteX589" fmla="*/ 2329712 w 5032666"/>
                <a:gd name="connsiteY589" fmla="*/ 419100 h 419100"/>
                <a:gd name="connsiteX590" fmla="*/ 2328501 w 5032666"/>
                <a:gd name="connsiteY590" fmla="*/ 419100 h 419100"/>
                <a:gd name="connsiteX591" fmla="*/ 2314129 w 5032666"/>
                <a:gd name="connsiteY591" fmla="*/ 419100 h 419100"/>
                <a:gd name="connsiteX592" fmla="*/ 2308515 w 5032666"/>
                <a:gd name="connsiteY592" fmla="*/ 419100 h 419100"/>
                <a:gd name="connsiteX593" fmla="*/ 2302458 w 5032666"/>
                <a:gd name="connsiteY593" fmla="*/ 419100 h 419100"/>
                <a:gd name="connsiteX594" fmla="*/ 2291722 w 5032666"/>
                <a:gd name="connsiteY594" fmla="*/ 419100 h 419100"/>
                <a:gd name="connsiteX595" fmla="*/ 2282534 w 5032666"/>
                <a:gd name="connsiteY595" fmla="*/ 419100 h 419100"/>
                <a:gd name="connsiteX596" fmla="*/ 2280429 w 5032666"/>
                <a:gd name="connsiteY596" fmla="*/ 419100 h 419100"/>
                <a:gd name="connsiteX597" fmla="*/ 2273009 w 5032666"/>
                <a:gd name="connsiteY597" fmla="*/ 419100 h 419100"/>
                <a:gd name="connsiteX598" fmla="*/ 2264846 w 5032666"/>
                <a:gd name="connsiteY598" fmla="*/ 419100 h 419100"/>
                <a:gd name="connsiteX599" fmla="*/ 2259232 w 5032666"/>
                <a:gd name="connsiteY599" fmla="*/ 419100 h 419100"/>
                <a:gd name="connsiteX600" fmla="*/ 2257426 w 5032666"/>
                <a:gd name="connsiteY600" fmla="*/ 419100 h 419100"/>
                <a:gd name="connsiteX601" fmla="*/ 2251812 w 5032666"/>
                <a:gd name="connsiteY601" fmla="*/ 419100 h 419100"/>
                <a:gd name="connsiteX602" fmla="*/ 2245755 w 5032666"/>
                <a:gd name="connsiteY602" fmla="*/ 419100 h 419100"/>
                <a:gd name="connsiteX603" fmla="*/ 2234462 w 5032666"/>
                <a:gd name="connsiteY603" fmla="*/ 419100 h 419100"/>
                <a:gd name="connsiteX604" fmla="*/ 2224936 w 5032666"/>
                <a:gd name="connsiteY604" fmla="*/ 419100 h 419100"/>
                <a:gd name="connsiteX605" fmla="*/ 2223726 w 5032666"/>
                <a:gd name="connsiteY605" fmla="*/ 419100 h 419100"/>
                <a:gd name="connsiteX606" fmla="*/ 2218879 w 5032666"/>
                <a:gd name="connsiteY606" fmla="*/ 419100 h 419100"/>
                <a:gd name="connsiteX607" fmla="*/ 2213265 w 5032666"/>
                <a:gd name="connsiteY607" fmla="*/ 419100 h 419100"/>
                <a:gd name="connsiteX608" fmla="*/ 2209354 w 5032666"/>
                <a:gd name="connsiteY608" fmla="*/ 419100 h 419100"/>
                <a:gd name="connsiteX609" fmla="*/ 2208143 w 5032666"/>
                <a:gd name="connsiteY609" fmla="*/ 419100 h 419100"/>
                <a:gd name="connsiteX610" fmla="*/ 2202529 w 5032666"/>
                <a:gd name="connsiteY610" fmla="*/ 419100 h 419100"/>
                <a:gd name="connsiteX611" fmla="*/ 2188157 w 5032666"/>
                <a:gd name="connsiteY611" fmla="*/ 419100 h 419100"/>
                <a:gd name="connsiteX612" fmla="*/ 2177759 w 5032666"/>
                <a:gd name="connsiteY612" fmla="*/ 419100 h 419100"/>
                <a:gd name="connsiteX613" fmla="*/ 2175653 w 5032666"/>
                <a:gd name="connsiteY613" fmla="*/ 419100 h 419100"/>
                <a:gd name="connsiteX614" fmla="*/ 2168233 w 5032666"/>
                <a:gd name="connsiteY614" fmla="*/ 419100 h 419100"/>
                <a:gd name="connsiteX615" fmla="*/ 2162176 w 5032666"/>
                <a:gd name="connsiteY615" fmla="*/ 419100 h 419100"/>
                <a:gd name="connsiteX616" fmla="*/ 2160071 w 5032666"/>
                <a:gd name="connsiteY616" fmla="*/ 419100 h 419100"/>
                <a:gd name="connsiteX617" fmla="*/ 2156562 w 5032666"/>
                <a:gd name="connsiteY617" fmla="*/ 419100 h 419100"/>
                <a:gd name="connsiteX618" fmla="*/ 2152651 w 5032666"/>
                <a:gd name="connsiteY618" fmla="*/ 419100 h 419100"/>
                <a:gd name="connsiteX619" fmla="*/ 2138874 w 5032666"/>
                <a:gd name="connsiteY619" fmla="*/ 419100 h 419100"/>
                <a:gd name="connsiteX620" fmla="*/ 2131454 w 5032666"/>
                <a:gd name="connsiteY620" fmla="*/ 419100 h 419100"/>
                <a:gd name="connsiteX621" fmla="*/ 2129686 w 5032666"/>
                <a:gd name="connsiteY621" fmla="*/ 419100 h 419100"/>
                <a:gd name="connsiteX622" fmla="*/ 2120161 w 5032666"/>
                <a:gd name="connsiteY622" fmla="*/ 419100 h 419100"/>
                <a:gd name="connsiteX623" fmla="*/ 2118950 w 5032666"/>
                <a:gd name="connsiteY623" fmla="*/ 419100 h 419100"/>
                <a:gd name="connsiteX624" fmla="*/ 2114104 w 5032666"/>
                <a:gd name="connsiteY624" fmla="*/ 419100 h 419100"/>
                <a:gd name="connsiteX625" fmla="*/ 2104578 w 5032666"/>
                <a:gd name="connsiteY625" fmla="*/ 419100 h 419100"/>
                <a:gd name="connsiteX626" fmla="*/ 2103368 w 5032666"/>
                <a:gd name="connsiteY626" fmla="*/ 419100 h 419100"/>
                <a:gd name="connsiteX627" fmla="*/ 2092907 w 5032666"/>
                <a:gd name="connsiteY627" fmla="*/ 419100 h 419100"/>
                <a:gd name="connsiteX628" fmla="*/ 2082171 w 5032666"/>
                <a:gd name="connsiteY628" fmla="*/ 419100 h 419100"/>
                <a:gd name="connsiteX629" fmla="*/ 2072983 w 5032666"/>
                <a:gd name="connsiteY629" fmla="*/ 419100 h 419100"/>
                <a:gd name="connsiteX630" fmla="*/ 2070878 w 5032666"/>
                <a:gd name="connsiteY630" fmla="*/ 419100 h 419100"/>
                <a:gd name="connsiteX631" fmla="*/ 2063458 w 5032666"/>
                <a:gd name="connsiteY631" fmla="*/ 419100 h 419100"/>
                <a:gd name="connsiteX632" fmla="*/ 2057401 w 5032666"/>
                <a:gd name="connsiteY632" fmla="*/ 419100 h 419100"/>
                <a:gd name="connsiteX633" fmla="*/ 2055295 w 5032666"/>
                <a:gd name="connsiteY633" fmla="*/ 419100 h 419100"/>
                <a:gd name="connsiteX634" fmla="*/ 2047875 w 5032666"/>
                <a:gd name="connsiteY634" fmla="*/ 419100 h 419100"/>
                <a:gd name="connsiteX635" fmla="*/ 2036204 w 5032666"/>
                <a:gd name="connsiteY635" fmla="*/ 419100 h 419100"/>
                <a:gd name="connsiteX636" fmla="*/ 2024911 w 5032666"/>
                <a:gd name="connsiteY636" fmla="*/ 419100 h 419100"/>
                <a:gd name="connsiteX637" fmla="*/ 2014175 w 5032666"/>
                <a:gd name="connsiteY637" fmla="*/ 419100 h 419100"/>
                <a:gd name="connsiteX638" fmla="*/ 2009328 w 5032666"/>
                <a:gd name="connsiteY638" fmla="*/ 419100 h 419100"/>
                <a:gd name="connsiteX639" fmla="*/ 1999803 w 5032666"/>
                <a:gd name="connsiteY639" fmla="*/ 419100 h 419100"/>
                <a:gd name="connsiteX640" fmla="*/ 1998592 w 5032666"/>
                <a:gd name="connsiteY640" fmla="*/ 419100 h 419100"/>
                <a:gd name="connsiteX641" fmla="*/ 1968208 w 5032666"/>
                <a:gd name="connsiteY641" fmla="*/ 419100 h 419100"/>
                <a:gd name="connsiteX642" fmla="*/ 1952625 w 5032666"/>
                <a:gd name="connsiteY642" fmla="*/ 419100 h 419100"/>
                <a:gd name="connsiteX643" fmla="*/ 1950520 w 5032666"/>
                <a:gd name="connsiteY643" fmla="*/ 419100 h 419100"/>
                <a:gd name="connsiteX644" fmla="*/ 1943100 w 5032666"/>
                <a:gd name="connsiteY644" fmla="*/ 419100 h 419100"/>
                <a:gd name="connsiteX645" fmla="*/ 1904553 w 5032666"/>
                <a:gd name="connsiteY645" fmla="*/ 419100 h 419100"/>
                <a:gd name="connsiteX646" fmla="*/ 1893817 w 5032666"/>
                <a:gd name="connsiteY646" fmla="*/ 419100 h 419100"/>
                <a:gd name="connsiteX647" fmla="*/ 1872512 w 5032666"/>
                <a:gd name="connsiteY647" fmla="*/ 419100 h 419100"/>
                <a:gd name="connsiteX648" fmla="*/ 1847850 w 5032666"/>
                <a:gd name="connsiteY648" fmla="*/ 419100 h 419100"/>
                <a:gd name="connsiteX649" fmla="*/ 1823229 w 5032666"/>
                <a:gd name="connsiteY649" fmla="*/ 419100 h 419100"/>
                <a:gd name="connsiteX650" fmla="*/ 1815809 w 5032666"/>
                <a:gd name="connsiteY650" fmla="*/ 419100 h 419100"/>
                <a:gd name="connsiteX651" fmla="*/ 1777262 w 5032666"/>
                <a:gd name="connsiteY651" fmla="*/ 419100 h 419100"/>
                <a:gd name="connsiteX652" fmla="*/ 1766526 w 5032666"/>
                <a:gd name="connsiteY652" fmla="*/ 419100 h 419100"/>
                <a:gd name="connsiteX653" fmla="*/ 1752154 w 5032666"/>
                <a:gd name="connsiteY653" fmla="*/ 419100 h 419100"/>
                <a:gd name="connsiteX654" fmla="*/ 1720559 w 5032666"/>
                <a:gd name="connsiteY654" fmla="*/ 419100 h 419100"/>
                <a:gd name="connsiteX655" fmla="*/ 1702871 w 5032666"/>
                <a:gd name="connsiteY655" fmla="*/ 419100 h 419100"/>
                <a:gd name="connsiteX656" fmla="*/ 1695451 w 5032666"/>
                <a:gd name="connsiteY656" fmla="*/ 419100 h 419100"/>
                <a:gd name="connsiteX657" fmla="*/ 1662961 w 5032666"/>
                <a:gd name="connsiteY657" fmla="*/ 419100 h 419100"/>
                <a:gd name="connsiteX658" fmla="*/ 1656904 w 5032666"/>
                <a:gd name="connsiteY658" fmla="*/ 419100 h 419100"/>
                <a:gd name="connsiteX659" fmla="*/ 1646168 w 5032666"/>
                <a:gd name="connsiteY659" fmla="*/ 419100 h 419100"/>
                <a:gd name="connsiteX660" fmla="*/ 1613678 w 5032666"/>
                <a:gd name="connsiteY660" fmla="*/ 419100 h 419100"/>
                <a:gd name="connsiteX661" fmla="*/ 1606258 w 5032666"/>
                <a:gd name="connsiteY661" fmla="*/ 419100 h 419100"/>
                <a:gd name="connsiteX662" fmla="*/ 1600201 w 5032666"/>
                <a:gd name="connsiteY662" fmla="*/ 419100 h 419100"/>
                <a:gd name="connsiteX663" fmla="*/ 1584616 w 5032666"/>
                <a:gd name="connsiteY663" fmla="*/ 419100 h 419100"/>
                <a:gd name="connsiteX664" fmla="*/ 1567711 w 5032666"/>
                <a:gd name="connsiteY664" fmla="*/ 419100 h 419100"/>
                <a:gd name="connsiteX665" fmla="*/ 1556975 w 5032666"/>
                <a:gd name="connsiteY665" fmla="*/ 419100 h 419100"/>
                <a:gd name="connsiteX666" fmla="*/ 1542603 w 5032666"/>
                <a:gd name="connsiteY666" fmla="*/ 419100 h 419100"/>
                <a:gd name="connsiteX667" fmla="*/ 1535333 w 5032666"/>
                <a:gd name="connsiteY667" fmla="*/ 419100 h 419100"/>
                <a:gd name="connsiteX668" fmla="*/ 1527913 w 5032666"/>
                <a:gd name="connsiteY668" fmla="*/ 419100 h 419100"/>
                <a:gd name="connsiteX669" fmla="*/ 1511008 w 5032666"/>
                <a:gd name="connsiteY669" fmla="*/ 419100 h 419100"/>
                <a:gd name="connsiteX670" fmla="*/ 1493320 w 5032666"/>
                <a:gd name="connsiteY670" fmla="*/ 419100 h 419100"/>
                <a:gd name="connsiteX671" fmla="*/ 1489366 w 5032666"/>
                <a:gd name="connsiteY671" fmla="*/ 419100 h 419100"/>
                <a:gd name="connsiteX672" fmla="*/ 1485900 w 5032666"/>
                <a:gd name="connsiteY672" fmla="*/ 419100 h 419100"/>
                <a:gd name="connsiteX673" fmla="*/ 1478630 w 5032666"/>
                <a:gd name="connsiteY673" fmla="*/ 419100 h 419100"/>
                <a:gd name="connsiteX674" fmla="*/ 1464258 w 5032666"/>
                <a:gd name="connsiteY674" fmla="*/ 419100 h 419100"/>
                <a:gd name="connsiteX675" fmla="*/ 1447353 w 5032666"/>
                <a:gd name="connsiteY675" fmla="*/ 419100 h 419100"/>
                <a:gd name="connsiteX676" fmla="*/ 1436617 w 5032666"/>
                <a:gd name="connsiteY676" fmla="*/ 419100 h 419100"/>
                <a:gd name="connsiteX677" fmla="*/ 1432663 w 5032666"/>
                <a:gd name="connsiteY677" fmla="*/ 419100 h 419100"/>
                <a:gd name="connsiteX678" fmla="*/ 1414975 w 5032666"/>
                <a:gd name="connsiteY678" fmla="*/ 419100 h 419100"/>
                <a:gd name="connsiteX679" fmla="*/ 1407555 w 5032666"/>
                <a:gd name="connsiteY679" fmla="*/ 419100 h 419100"/>
                <a:gd name="connsiteX680" fmla="*/ 1390650 w 5032666"/>
                <a:gd name="connsiteY680" fmla="*/ 419100 h 419100"/>
                <a:gd name="connsiteX681" fmla="*/ 1375065 w 5032666"/>
                <a:gd name="connsiteY681" fmla="*/ 419100 h 419100"/>
                <a:gd name="connsiteX682" fmla="*/ 1369008 w 5032666"/>
                <a:gd name="connsiteY682" fmla="*/ 419100 h 419100"/>
                <a:gd name="connsiteX683" fmla="*/ 1358272 w 5032666"/>
                <a:gd name="connsiteY683" fmla="*/ 419100 h 419100"/>
                <a:gd name="connsiteX684" fmla="*/ 1325782 w 5032666"/>
                <a:gd name="connsiteY684" fmla="*/ 419100 h 419100"/>
                <a:gd name="connsiteX685" fmla="*/ 1318362 w 5032666"/>
                <a:gd name="connsiteY685" fmla="*/ 419100 h 419100"/>
                <a:gd name="connsiteX686" fmla="*/ 1312305 w 5032666"/>
                <a:gd name="connsiteY686" fmla="*/ 419100 h 419100"/>
                <a:gd name="connsiteX687" fmla="*/ 1279815 w 5032666"/>
                <a:gd name="connsiteY687" fmla="*/ 419100 h 419100"/>
                <a:gd name="connsiteX688" fmla="*/ 1269079 w 5032666"/>
                <a:gd name="connsiteY688" fmla="*/ 419100 h 419100"/>
                <a:gd name="connsiteX689" fmla="*/ 1254707 w 5032666"/>
                <a:gd name="connsiteY689" fmla="*/ 419100 h 419100"/>
                <a:gd name="connsiteX690" fmla="*/ 1223112 w 5032666"/>
                <a:gd name="connsiteY690" fmla="*/ 419100 h 419100"/>
                <a:gd name="connsiteX691" fmla="*/ 1205424 w 5032666"/>
                <a:gd name="connsiteY691" fmla="*/ 419100 h 419100"/>
                <a:gd name="connsiteX692" fmla="*/ 1198004 w 5032666"/>
                <a:gd name="connsiteY692" fmla="*/ 419100 h 419100"/>
                <a:gd name="connsiteX693" fmla="*/ 1159457 w 5032666"/>
                <a:gd name="connsiteY693" fmla="*/ 419100 h 419100"/>
                <a:gd name="connsiteX694" fmla="*/ 1148721 w 5032666"/>
                <a:gd name="connsiteY694" fmla="*/ 419100 h 419100"/>
                <a:gd name="connsiteX695" fmla="*/ 1127416 w 5032666"/>
                <a:gd name="connsiteY695" fmla="*/ 419100 h 419100"/>
                <a:gd name="connsiteX696" fmla="*/ 1102754 w 5032666"/>
                <a:gd name="connsiteY696" fmla="*/ 419100 h 419100"/>
                <a:gd name="connsiteX697" fmla="*/ 1078133 w 5032666"/>
                <a:gd name="connsiteY697" fmla="*/ 419100 h 419100"/>
                <a:gd name="connsiteX698" fmla="*/ 1070713 w 5032666"/>
                <a:gd name="connsiteY698" fmla="*/ 419100 h 419100"/>
                <a:gd name="connsiteX699" fmla="*/ 1032166 w 5032666"/>
                <a:gd name="connsiteY699" fmla="*/ 419100 h 419100"/>
                <a:gd name="connsiteX700" fmla="*/ 1021430 w 5032666"/>
                <a:gd name="connsiteY700" fmla="*/ 419100 h 419100"/>
                <a:gd name="connsiteX701" fmla="*/ 1007058 w 5032666"/>
                <a:gd name="connsiteY701" fmla="*/ 419100 h 419100"/>
                <a:gd name="connsiteX702" fmla="*/ 975463 w 5032666"/>
                <a:gd name="connsiteY702" fmla="*/ 419100 h 419100"/>
                <a:gd name="connsiteX703" fmla="*/ 957775 w 5032666"/>
                <a:gd name="connsiteY703" fmla="*/ 419100 h 419100"/>
                <a:gd name="connsiteX704" fmla="*/ 950355 w 5032666"/>
                <a:gd name="connsiteY704" fmla="*/ 419100 h 419100"/>
                <a:gd name="connsiteX705" fmla="*/ 939062 w 5032666"/>
                <a:gd name="connsiteY705" fmla="*/ 419100 h 419100"/>
                <a:gd name="connsiteX706" fmla="*/ 917865 w 5032666"/>
                <a:gd name="connsiteY706" fmla="*/ 419100 h 419100"/>
                <a:gd name="connsiteX707" fmla="*/ 911808 w 5032666"/>
                <a:gd name="connsiteY707" fmla="*/ 419100 h 419100"/>
                <a:gd name="connsiteX708" fmla="*/ 901072 w 5032666"/>
                <a:gd name="connsiteY708" fmla="*/ 419100 h 419100"/>
                <a:gd name="connsiteX709" fmla="*/ 889779 w 5032666"/>
                <a:gd name="connsiteY709" fmla="*/ 419100 h 419100"/>
                <a:gd name="connsiteX710" fmla="*/ 882359 w 5032666"/>
                <a:gd name="connsiteY710" fmla="*/ 419100 h 419100"/>
                <a:gd name="connsiteX711" fmla="*/ 868582 w 5032666"/>
                <a:gd name="connsiteY711" fmla="*/ 419100 h 419100"/>
                <a:gd name="connsiteX712" fmla="*/ 861162 w 5032666"/>
                <a:gd name="connsiteY712" fmla="*/ 419100 h 419100"/>
                <a:gd name="connsiteX713" fmla="*/ 855105 w 5032666"/>
                <a:gd name="connsiteY713" fmla="*/ 419100 h 419100"/>
                <a:gd name="connsiteX714" fmla="*/ 843812 w 5032666"/>
                <a:gd name="connsiteY714" fmla="*/ 419100 h 419100"/>
                <a:gd name="connsiteX715" fmla="*/ 833076 w 5032666"/>
                <a:gd name="connsiteY715" fmla="*/ 419100 h 419100"/>
                <a:gd name="connsiteX716" fmla="*/ 822615 w 5032666"/>
                <a:gd name="connsiteY716" fmla="*/ 419100 h 419100"/>
                <a:gd name="connsiteX717" fmla="*/ 818704 w 5032666"/>
                <a:gd name="connsiteY717" fmla="*/ 419100 h 419100"/>
                <a:gd name="connsiteX718" fmla="*/ 811879 w 5032666"/>
                <a:gd name="connsiteY718" fmla="*/ 419100 h 419100"/>
                <a:gd name="connsiteX719" fmla="*/ 797507 w 5032666"/>
                <a:gd name="connsiteY719" fmla="*/ 419100 h 419100"/>
                <a:gd name="connsiteX720" fmla="*/ 787109 w 5032666"/>
                <a:gd name="connsiteY720" fmla="*/ 419100 h 419100"/>
                <a:gd name="connsiteX721" fmla="*/ 769421 w 5032666"/>
                <a:gd name="connsiteY721" fmla="*/ 419100 h 419100"/>
                <a:gd name="connsiteX722" fmla="*/ 765912 w 5032666"/>
                <a:gd name="connsiteY722" fmla="*/ 419100 h 419100"/>
                <a:gd name="connsiteX723" fmla="*/ 762001 w 5032666"/>
                <a:gd name="connsiteY723" fmla="*/ 419100 h 419100"/>
                <a:gd name="connsiteX724" fmla="*/ 748224 w 5032666"/>
                <a:gd name="connsiteY724" fmla="*/ 419100 h 419100"/>
                <a:gd name="connsiteX725" fmla="*/ 740804 w 5032666"/>
                <a:gd name="connsiteY725" fmla="*/ 419100 h 419100"/>
                <a:gd name="connsiteX726" fmla="*/ 729511 w 5032666"/>
                <a:gd name="connsiteY726" fmla="*/ 419100 h 419100"/>
                <a:gd name="connsiteX727" fmla="*/ 723454 w 5032666"/>
                <a:gd name="connsiteY727" fmla="*/ 419100 h 419100"/>
                <a:gd name="connsiteX728" fmla="*/ 712718 w 5032666"/>
                <a:gd name="connsiteY728" fmla="*/ 419100 h 419100"/>
                <a:gd name="connsiteX729" fmla="*/ 702257 w 5032666"/>
                <a:gd name="connsiteY729" fmla="*/ 419100 h 419100"/>
                <a:gd name="connsiteX730" fmla="*/ 691521 w 5032666"/>
                <a:gd name="connsiteY730" fmla="*/ 419100 h 419100"/>
                <a:gd name="connsiteX731" fmla="*/ 680228 w 5032666"/>
                <a:gd name="connsiteY731" fmla="*/ 419100 h 419100"/>
                <a:gd name="connsiteX732" fmla="*/ 672808 w 5032666"/>
                <a:gd name="connsiteY732" fmla="*/ 419100 h 419100"/>
                <a:gd name="connsiteX733" fmla="*/ 666751 w 5032666"/>
                <a:gd name="connsiteY733" fmla="*/ 419100 h 419100"/>
                <a:gd name="connsiteX734" fmla="*/ 645554 w 5032666"/>
                <a:gd name="connsiteY734" fmla="*/ 419100 h 419100"/>
                <a:gd name="connsiteX735" fmla="*/ 634261 w 5032666"/>
                <a:gd name="connsiteY735" fmla="*/ 419100 h 419100"/>
                <a:gd name="connsiteX736" fmla="*/ 623525 w 5032666"/>
                <a:gd name="connsiteY736" fmla="*/ 419100 h 419100"/>
                <a:gd name="connsiteX737" fmla="*/ 609153 w 5032666"/>
                <a:gd name="connsiteY737" fmla="*/ 419100 h 419100"/>
                <a:gd name="connsiteX738" fmla="*/ 577558 w 5032666"/>
                <a:gd name="connsiteY738" fmla="*/ 419100 h 419100"/>
                <a:gd name="connsiteX739" fmla="*/ 559870 w 5032666"/>
                <a:gd name="connsiteY739" fmla="*/ 419100 h 419100"/>
                <a:gd name="connsiteX740" fmla="*/ 552450 w 5032666"/>
                <a:gd name="connsiteY740" fmla="*/ 419100 h 419100"/>
                <a:gd name="connsiteX741" fmla="*/ 513903 w 5032666"/>
                <a:gd name="connsiteY741" fmla="*/ 419100 h 419100"/>
                <a:gd name="connsiteX742" fmla="*/ 503167 w 5032666"/>
                <a:gd name="connsiteY742" fmla="*/ 419100 h 419100"/>
                <a:gd name="connsiteX743" fmla="*/ 481862 w 5032666"/>
                <a:gd name="connsiteY743" fmla="*/ 419100 h 419100"/>
                <a:gd name="connsiteX744" fmla="*/ 457200 w 5032666"/>
                <a:gd name="connsiteY744" fmla="*/ 419100 h 419100"/>
                <a:gd name="connsiteX745" fmla="*/ 432579 w 5032666"/>
                <a:gd name="connsiteY745" fmla="*/ 419100 h 419100"/>
                <a:gd name="connsiteX746" fmla="*/ 425159 w 5032666"/>
                <a:gd name="connsiteY746" fmla="*/ 419100 h 419100"/>
                <a:gd name="connsiteX747" fmla="*/ 386612 w 5032666"/>
                <a:gd name="connsiteY747" fmla="*/ 419100 h 419100"/>
                <a:gd name="connsiteX748" fmla="*/ 375876 w 5032666"/>
                <a:gd name="connsiteY748" fmla="*/ 419100 h 419100"/>
                <a:gd name="connsiteX749" fmla="*/ 361504 w 5032666"/>
                <a:gd name="connsiteY749" fmla="*/ 419100 h 419100"/>
                <a:gd name="connsiteX750" fmla="*/ 329909 w 5032666"/>
                <a:gd name="connsiteY750" fmla="*/ 419100 h 419100"/>
                <a:gd name="connsiteX751" fmla="*/ 312221 w 5032666"/>
                <a:gd name="connsiteY751" fmla="*/ 419100 h 419100"/>
                <a:gd name="connsiteX752" fmla="*/ 304801 w 5032666"/>
                <a:gd name="connsiteY752" fmla="*/ 419100 h 419100"/>
                <a:gd name="connsiteX753" fmla="*/ 272311 w 5032666"/>
                <a:gd name="connsiteY753" fmla="*/ 419100 h 419100"/>
                <a:gd name="connsiteX754" fmla="*/ 266254 w 5032666"/>
                <a:gd name="connsiteY754" fmla="*/ 419100 h 419100"/>
                <a:gd name="connsiteX755" fmla="*/ 255518 w 5032666"/>
                <a:gd name="connsiteY755" fmla="*/ 419100 h 419100"/>
                <a:gd name="connsiteX756" fmla="*/ 223028 w 5032666"/>
                <a:gd name="connsiteY756" fmla="*/ 419100 h 419100"/>
                <a:gd name="connsiteX757" fmla="*/ 215608 w 5032666"/>
                <a:gd name="connsiteY757" fmla="*/ 419100 h 419100"/>
                <a:gd name="connsiteX758" fmla="*/ 209551 w 5032666"/>
                <a:gd name="connsiteY758" fmla="*/ 419100 h 419100"/>
                <a:gd name="connsiteX759" fmla="*/ 177061 w 5032666"/>
                <a:gd name="connsiteY759" fmla="*/ 419100 h 419100"/>
                <a:gd name="connsiteX760" fmla="*/ 166325 w 5032666"/>
                <a:gd name="connsiteY760" fmla="*/ 419100 h 419100"/>
                <a:gd name="connsiteX761" fmla="*/ 151953 w 5032666"/>
                <a:gd name="connsiteY761" fmla="*/ 419100 h 419100"/>
                <a:gd name="connsiteX762" fmla="*/ 120358 w 5032666"/>
                <a:gd name="connsiteY762" fmla="*/ 419100 h 419100"/>
                <a:gd name="connsiteX763" fmla="*/ 102670 w 5032666"/>
                <a:gd name="connsiteY763" fmla="*/ 419100 h 419100"/>
                <a:gd name="connsiteX764" fmla="*/ 95250 w 5032666"/>
                <a:gd name="connsiteY764" fmla="*/ 419100 h 419100"/>
                <a:gd name="connsiteX765" fmla="*/ 56703 w 5032666"/>
                <a:gd name="connsiteY765" fmla="*/ 419100 h 419100"/>
                <a:gd name="connsiteX766" fmla="*/ 45967 w 5032666"/>
                <a:gd name="connsiteY766" fmla="*/ 419100 h 419100"/>
                <a:gd name="connsiteX767" fmla="*/ 0 w 5032666"/>
                <a:gd name="connsiteY767"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Lst>
              <a:rect l="l" t="t" r="r" b="b"/>
              <a:pathLst>
                <a:path w="5032666" h="419100">
                  <a:moveTo>
                    <a:pt x="104775" y="0"/>
                  </a:moveTo>
                  <a:lnTo>
                    <a:pt x="150742" y="0"/>
                  </a:lnTo>
                  <a:lnTo>
                    <a:pt x="161478" y="0"/>
                  </a:lnTo>
                  <a:lnTo>
                    <a:pt x="200025" y="0"/>
                  </a:lnTo>
                  <a:lnTo>
                    <a:pt x="207445" y="0"/>
                  </a:lnTo>
                  <a:lnTo>
                    <a:pt x="225133" y="0"/>
                  </a:lnTo>
                  <a:lnTo>
                    <a:pt x="256728" y="0"/>
                  </a:lnTo>
                  <a:lnTo>
                    <a:pt x="271100" y="0"/>
                  </a:lnTo>
                  <a:lnTo>
                    <a:pt x="281836" y="0"/>
                  </a:lnTo>
                  <a:lnTo>
                    <a:pt x="314326" y="0"/>
                  </a:lnTo>
                  <a:lnTo>
                    <a:pt x="320383" y="0"/>
                  </a:lnTo>
                  <a:lnTo>
                    <a:pt x="327803" y="0"/>
                  </a:lnTo>
                  <a:lnTo>
                    <a:pt x="360293" y="0"/>
                  </a:lnTo>
                  <a:lnTo>
                    <a:pt x="371029" y="0"/>
                  </a:lnTo>
                  <a:lnTo>
                    <a:pt x="377086" y="0"/>
                  </a:lnTo>
                  <a:lnTo>
                    <a:pt x="409576" y="0"/>
                  </a:lnTo>
                  <a:lnTo>
                    <a:pt x="416996" y="0"/>
                  </a:lnTo>
                  <a:lnTo>
                    <a:pt x="434684" y="0"/>
                  </a:lnTo>
                  <a:lnTo>
                    <a:pt x="466279" y="0"/>
                  </a:lnTo>
                  <a:lnTo>
                    <a:pt x="480651" y="0"/>
                  </a:lnTo>
                  <a:lnTo>
                    <a:pt x="491387" y="0"/>
                  </a:lnTo>
                  <a:lnTo>
                    <a:pt x="529934" y="0"/>
                  </a:lnTo>
                  <a:lnTo>
                    <a:pt x="537354" y="0"/>
                  </a:lnTo>
                  <a:lnTo>
                    <a:pt x="561975" y="0"/>
                  </a:lnTo>
                  <a:lnTo>
                    <a:pt x="586637" y="0"/>
                  </a:lnTo>
                  <a:lnTo>
                    <a:pt x="607942" y="0"/>
                  </a:lnTo>
                  <a:lnTo>
                    <a:pt x="618678" y="0"/>
                  </a:lnTo>
                  <a:lnTo>
                    <a:pt x="657225" y="0"/>
                  </a:lnTo>
                  <a:lnTo>
                    <a:pt x="664645" y="0"/>
                  </a:lnTo>
                  <a:lnTo>
                    <a:pt x="682333" y="0"/>
                  </a:lnTo>
                  <a:lnTo>
                    <a:pt x="713928" y="0"/>
                  </a:lnTo>
                  <a:lnTo>
                    <a:pt x="728300" y="0"/>
                  </a:lnTo>
                  <a:lnTo>
                    <a:pt x="739036" y="0"/>
                  </a:lnTo>
                  <a:lnTo>
                    <a:pt x="750329" y="0"/>
                  </a:lnTo>
                  <a:lnTo>
                    <a:pt x="771526" y="0"/>
                  </a:lnTo>
                  <a:lnTo>
                    <a:pt x="777583" y="0"/>
                  </a:lnTo>
                  <a:lnTo>
                    <a:pt x="785003" y="0"/>
                  </a:lnTo>
                  <a:lnTo>
                    <a:pt x="796296" y="0"/>
                  </a:lnTo>
                  <a:lnTo>
                    <a:pt x="807032" y="0"/>
                  </a:lnTo>
                  <a:lnTo>
                    <a:pt x="817493" y="0"/>
                  </a:lnTo>
                  <a:lnTo>
                    <a:pt x="828229" y="0"/>
                  </a:lnTo>
                  <a:lnTo>
                    <a:pt x="834286" y="0"/>
                  </a:lnTo>
                  <a:lnTo>
                    <a:pt x="845579" y="0"/>
                  </a:lnTo>
                  <a:lnTo>
                    <a:pt x="852999" y="0"/>
                  </a:lnTo>
                  <a:lnTo>
                    <a:pt x="866776" y="0"/>
                  </a:lnTo>
                  <a:lnTo>
                    <a:pt x="870687" y="0"/>
                  </a:lnTo>
                  <a:lnTo>
                    <a:pt x="874196" y="0"/>
                  </a:lnTo>
                  <a:lnTo>
                    <a:pt x="891884" y="0"/>
                  </a:lnTo>
                  <a:lnTo>
                    <a:pt x="902282" y="0"/>
                  </a:lnTo>
                  <a:lnTo>
                    <a:pt x="916654" y="0"/>
                  </a:lnTo>
                  <a:lnTo>
                    <a:pt x="923479" y="0"/>
                  </a:lnTo>
                  <a:lnTo>
                    <a:pt x="927390" y="0"/>
                  </a:lnTo>
                  <a:lnTo>
                    <a:pt x="937851" y="0"/>
                  </a:lnTo>
                  <a:lnTo>
                    <a:pt x="948587" y="0"/>
                  </a:lnTo>
                  <a:lnTo>
                    <a:pt x="959880" y="0"/>
                  </a:lnTo>
                  <a:lnTo>
                    <a:pt x="965937" y="0"/>
                  </a:lnTo>
                  <a:lnTo>
                    <a:pt x="973357" y="0"/>
                  </a:lnTo>
                  <a:lnTo>
                    <a:pt x="987134" y="0"/>
                  </a:lnTo>
                  <a:lnTo>
                    <a:pt x="994554" y="0"/>
                  </a:lnTo>
                  <a:lnTo>
                    <a:pt x="1005847" y="0"/>
                  </a:lnTo>
                  <a:lnTo>
                    <a:pt x="1016583" y="0"/>
                  </a:lnTo>
                  <a:lnTo>
                    <a:pt x="1022640" y="0"/>
                  </a:lnTo>
                  <a:lnTo>
                    <a:pt x="1043837" y="0"/>
                  </a:lnTo>
                  <a:lnTo>
                    <a:pt x="1055130" y="0"/>
                  </a:lnTo>
                  <a:lnTo>
                    <a:pt x="1062550" y="0"/>
                  </a:lnTo>
                  <a:lnTo>
                    <a:pt x="1080238" y="0"/>
                  </a:lnTo>
                  <a:lnTo>
                    <a:pt x="1111833" y="0"/>
                  </a:lnTo>
                  <a:lnTo>
                    <a:pt x="1126205" y="0"/>
                  </a:lnTo>
                  <a:lnTo>
                    <a:pt x="1136941" y="0"/>
                  </a:lnTo>
                  <a:lnTo>
                    <a:pt x="1175488" y="0"/>
                  </a:lnTo>
                  <a:lnTo>
                    <a:pt x="1182908" y="0"/>
                  </a:lnTo>
                  <a:lnTo>
                    <a:pt x="1207529" y="0"/>
                  </a:lnTo>
                  <a:lnTo>
                    <a:pt x="1232191" y="0"/>
                  </a:lnTo>
                  <a:lnTo>
                    <a:pt x="1253496" y="0"/>
                  </a:lnTo>
                  <a:lnTo>
                    <a:pt x="1264232" y="0"/>
                  </a:lnTo>
                  <a:lnTo>
                    <a:pt x="1302779" y="0"/>
                  </a:lnTo>
                  <a:lnTo>
                    <a:pt x="1310199" y="0"/>
                  </a:lnTo>
                  <a:lnTo>
                    <a:pt x="1327887" y="0"/>
                  </a:lnTo>
                  <a:lnTo>
                    <a:pt x="1359482" y="0"/>
                  </a:lnTo>
                  <a:lnTo>
                    <a:pt x="1373854" y="0"/>
                  </a:lnTo>
                  <a:lnTo>
                    <a:pt x="1384590" y="0"/>
                  </a:lnTo>
                  <a:lnTo>
                    <a:pt x="1417080" y="0"/>
                  </a:lnTo>
                  <a:lnTo>
                    <a:pt x="1423137" y="0"/>
                  </a:lnTo>
                  <a:lnTo>
                    <a:pt x="1430557" y="0"/>
                  </a:lnTo>
                  <a:lnTo>
                    <a:pt x="1463047" y="0"/>
                  </a:lnTo>
                  <a:lnTo>
                    <a:pt x="1473783" y="0"/>
                  </a:lnTo>
                  <a:lnTo>
                    <a:pt x="1479840" y="0"/>
                  </a:lnTo>
                  <a:lnTo>
                    <a:pt x="1495425" y="0"/>
                  </a:lnTo>
                  <a:lnTo>
                    <a:pt x="1512330" y="0"/>
                  </a:lnTo>
                  <a:lnTo>
                    <a:pt x="1519750" y="0"/>
                  </a:lnTo>
                  <a:lnTo>
                    <a:pt x="1537438" y="0"/>
                  </a:lnTo>
                  <a:lnTo>
                    <a:pt x="1541392" y="0"/>
                  </a:lnTo>
                  <a:lnTo>
                    <a:pt x="1552128" y="0"/>
                  </a:lnTo>
                  <a:lnTo>
                    <a:pt x="1569033" y="0"/>
                  </a:lnTo>
                  <a:lnTo>
                    <a:pt x="1583405" y="0"/>
                  </a:lnTo>
                  <a:lnTo>
                    <a:pt x="1590675" y="0"/>
                  </a:lnTo>
                  <a:lnTo>
                    <a:pt x="1594141" y="0"/>
                  </a:lnTo>
                  <a:lnTo>
                    <a:pt x="1598095" y="0"/>
                  </a:lnTo>
                  <a:lnTo>
                    <a:pt x="1615783" y="0"/>
                  </a:lnTo>
                  <a:lnTo>
                    <a:pt x="1632688" y="0"/>
                  </a:lnTo>
                  <a:lnTo>
                    <a:pt x="1640108" y="0"/>
                  </a:lnTo>
                  <a:lnTo>
                    <a:pt x="1647378" y="0"/>
                  </a:lnTo>
                  <a:lnTo>
                    <a:pt x="1661750" y="0"/>
                  </a:lnTo>
                  <a:lnTo>
                    <a:pt x="1672486" y="0"/>
                  </a:lnTo>
                  <a:lnTo>
                    <a:pt x="1689391" y="0"/>
                  </a:lnTo>
                  <a:lnTo>
                    <a:pt x="1704976" y="0"/>
                  </a:lnTo>
                  <a:lnTo>
                    <a:pt x="1711033" y="0"/>
                  </a:lnTo>
                  <a:lnTo>
                    <a:pt x="1718453" y="0"/>
                  </a:lnTo>
                  <a:lnTo>
                    <a:pt x="1750943" y="0"/>
                  </a:lnTo>
                  <a:lnTo>
                    <a:pt x="1761679" y="0"/>
                  </a:lnTo>
                  <a:lnTo>
                    <a:pt x="1767736" y="0"/>
                  </a:lnTo>
                  <a:lnTo>
                    <a:pt x="1800226" y="0"/>
                  </a:lnTo>
                  <a:lnTo>
                    <a:pt x="1807646" y="0"/>
                  </a:lnTo>
                  <a:lnTo>
                    <a:pt x="1825334" y="0"/>
                  </a:lnTo>
                  <a:lnTo>
                    <a:pt x="1856929" y="0"/>
                  </a:lnTo>
                  <a:lnTo>
                    <a:pt x="1871301" y="0"/>
                  </a:lnTo>
                  <a:lnTo>
                    <a:pt x="1882037" y="0"/>
                  </a:lnTo>
                  <a:lnTo>
                    <a:pt x="1920584" y="0"/>
                  </a:lnTo>
                  <a:lnTo>
                    <a:pt x="1928004" y="0"/>
                  </a:lnTo>
                  <a:lnTo>
                    <a:pt x="1952625" y="0"/>
                  </a:lnTo>
                  <a:lnTo>
                    <a:pt x="1977287" y="0"/>
                  </a:lnTo>
                  <a:lnTo>
                    <a:pt x="1998592" y="0"/>
                  </a:lnTo>
                  <a:lnTo>
                    <a:pt x="2009328" y="0"/>
                  </a:lnTo>
                  <a:lnTo>
                    <a:pt x="2047875" y="0"/>
                  </a:lnTo>
                  <a:lnTo>
                    <a:pt x="2055295" y="0"/>
                  </a:lnTo>
                  <a:lnTo>
                    <a:pt x="2057400" y="0"/>
                  </a:lnTo>
                  <a:lnTo>
                    <a:pt x="2072983" y="0"/>
                  </a:lnTo>
                  <a:lnTo>
                    <a:pt x="2103367" y="0"/>
                  </a:lnTo>
                  <a:lnTo>
                    <a:pt x="2104578" y="0"/>
                  </a:lnTo>
                  <a:lnTo>
                    <a:pt x="2114103" y="0"/>
                  </a:lnTo>
                  <a:lnTo>
                    <a:pt x="2118950" y="0"/>
                  </a:lnTo>
                  <a:lnTo>
                    <a:pt x="2129686" y="0"/>
                  </a:lnTo>
                  <a:lnTo>
                    <a:pt x="2140979" y="0"/>
                  </a:lnTo>
                  <a:lnTo>
                    <a:pt x="2152650" y="0"/>
                  </a:lnTo>
                  <a:lnTo>
                    <a:pt x="2160070" y="0"/>
                  </a:lnTo>
                  <a:lnTo>
                    <a:pt x="2162176" y="0"/>
                  </a:lnTo>
                  <a:lnTo>
                    <a:pt x="2168233" y="0"/>
                  </a:lnTo>
                  <a:lnTo>
                    <a:pt x="2175653" y="0"/>
                  </a:lnTo>
                  <a:lnTo>
                    <a:pt x="2177758" y="0"/>
                  </a:lnTo>
                  <a:lnTo>
                    <a:pt x="2186946" y="0"/>
                  </a:lnTo>
                  <a:lnTo>
                    <a:pt x="2197682" y="0"/>
                  </a:lnTo>
                  <a:lnTo>
                    <a:pt x="2208143" y="0"/>
                  </a:lnTo>
                  <a:lnTo>
                    <a:pt x="2209353" y="0"/>
                  </a:lnTo>
                  <a:lnTo>
                    <a:pt x="2218879" y="0"/>
                  </a:lnTo>
                  <a:lnTo>
                    <a:pt x="2223725" y="0"/>
                  </a:lnTo>
                  <a:lnTo>
                    <a:pt x="2224936" y="0"/>
                  </a:lnTo>
                  <a:lnTo>
                    <a:pt x="2234461" y="0"/>
                  </a:lnTo>
                  <a:lnTo>
                    <a:pt x="2236229" y="0"/>
                  </a:lnTo>
                  <a:lnTo>
                    <a:pt x="2243649" y="0"/>
                  </a:lnTo>
                  <a:lnTo>
                    <a:pt x="2257426" y="0"/>
                  </a:lnTo>
                  <a:lnTo>
                    <a:pt x="2261337" y="0"/>
                  </a:lnTo>
                  <a:lnTo>
                    <a:pt x="2264846" y="0"/>
                  </a:lnTo>
                  <a:lnTo>
                    <a:pt x="2266951" y="0"/>
                  </a:lnTo>
                  <a:lnTo>
                    <a:pt x="2273008" y="0"/>
                  </a:lnTo>
                  <a:lnTo>
                    <a:pt x="2280428" y="0"/>
                  </a:lnTo>
                  <a:lnTo>
                    <a:pt x="2282534" y="0"/>
                  </a:lnTo>
                  <a:lnTo>
                    <a:pt x="2292932" y="0"/>
                  </a:lnTo>
                  <a:lnTo>
                    <a:pt x="2307304" y="0"/>
                  </a:lnTo>
                  <a:lnTo>
                    <a:pt x="2312918" y="0"/>
                  </a:lnTo>
                  <a:lnTo>
                    <a:pt x="2314129" y="0"/>
                  </a:lnTo>
                  <a:lnTo>
                    <a:pt x="2318040" y="0"/>
                  </a:lnTo>
                  <a:lnTo>
                    <a:pt x="2323654" y="0"/>
                  </a:lnTo>
                  <a:lnTo>
                    <a:pt x="2328501" y="0"/>
                  </a:lnTo>
                  <a:lnTo>
                    <a:pt x="2329711" y="0"/>
                  </a:lnTo>
                  <a:lnTo>
                    <a:pt x="2339237" y="0"/>
                  </a:lnTo>
                  <a:lnTo>
                    <a:pt x="2350530" y="0"/>
                  </a:lnTo>
                  <a:lnTo>
                    <a:pt x="2356587" y="0"/>
                  </a:lnTo>
                  <a:lnTo>
                    <a:pt x="2362201" y="0"/>
                  </a:lnTo>
                  <a:lnTo>
                    <a:pt x="2364007" y="0"/>
                  </a:lnTo>
                  <a:lnTo>
                    <a:pt x="2369621" y="0"/>
                  </a:lnTo>
                  <a:lnTo>
                    <a:pt x="2377784" y="0"/>
                  </a:lnTo>
                  <a:lnTo>
                    <a:pt x="2385204" y="0"/>
                  </a:lnTo>
                  <a:lnTo>
                    <a:pt x="2387309" y="0"/>
                  </a:lnTo>
                  <a:lnTo>
                    <a:pt x="2396497" y="0"/>
                  </a:lnTo>
                  <a:lnTo>
                    <a:pt x="2407233" y="0"/>
                  </a:lnTo>
                  <a:lnTo>
                    <a:pt x="2413290" y="0"/>
                  </a:lnTo>
                  <a:lnTo>
                    <a:pt x="2418904" y="0"/>
                  </a:lnTo>
                  <a:lnTo>
                    <a:pt x="2433276" y="0"/>
                  </a:lnTo>
                  <a:lnTo>
                    <a:pt x="2434487" y="0"/>
                  </a:lnTo>
                  <a:lnTo>
                    <a:pt x="2444012" y="0"/>
                  </a:lnTo>
                  <a:lnTo>
                    <a:pt x="2445780" y="0"/>
                  </a:lnTo>
                  <a:lnTo>
                    <a:pt x="2453200" y="0"/>
                  </a:lnTo>
                  <a:lnTo>
                    <a:pt x="2470888" y="0"/>
                  </a:lnTo>
                  <a:lnTo>
                    <a:pt x="2482559" y="0"/>
                  </a:lnTo>
                  <a:lnTo>
                    <a:pt x="2489979" y="0"/>
                  </a:lnTo>
                  <a:lnTo>
                    <a:pt x="2502483" y="0"/>
                  </a:lnTo>
                  <a:lnTo>
                    <a:pt x="2514600" y="0"/>
                  </a:lnTo>
                  <a:lnTo>
                    <a:pt x="2516855" y="0"/>
                  </a:lnTo>
                  <a:lnTo>
                    <a:pt x="2527591" y="0"/>
                  </a:lnTo>
                  <a:lnTo>
                    <a:pt x="2539262" y="0"/>
                  </a:lnTo>
                  <a:lnTo>
                    <a:pt x="2560567" y="0"/>
                  </a:lnTo>
                  <a:lnTo>
                    <a:pt x="2566138" y="0"/>
                  </a:lnTo>
                  <a:lnTo>
                    <a:pt x="2571303" y="0"/>
                  </a:lnTo>
                  <a:lnTo>
                    <a:pt x="2573558" y="0"/>
                  </a:lnTo>
                  <a:lnTo>
                    <a:pt x="2598179" y="0"/>
                  </a:lnTo>
                  <a:lnTo>
                    <a:pt x="2609850" y="0"/>
                  </a:lnTo>
                  <a:lnTo>
                    <a:pt x="2617270" y="0"/>
                  </a:lnTo>
                  <a:lnTo>
                    <a:pt x="2622841" y="0"/>
                  </a:lnTo>
                  <a:lnTo>
                    <a:pt x="2634958" y="0"/>
                  </a:lnTo>
                  <a:lnTo>
                    <a:pt x="2644146" y="0"/>
                  </a:lnTo>
                  <a:lnTo>
                    <a:pt x="2654882" y="0"/>
                  </a:lnTo>
                  <a:lnTo>
                    <a:pt x="2666553" y="0"/>
                  </a:lnTo>
                  <a:lnTo>
                    <a:pt x="2680925" y="0"/>
                  </a:lnTo>
                  <a:lnTo>
                    <a:pt x="2691661" y="0"/>
                  </a:lnTo>
                  <a:lnTo>
                    <a:pt x="2693429" y="0"/>
                  </a:lnTo>
                  <a:lnTo>
                    <a:pt x="2700849" y="0"/>
                  </a:lnTo>
                  <a:lnTo>
                    <a:pt x="2702954" y="0"/>
                  </a:lnTo>
                  <a:lnTo>
                    <a:pt x="2718537" y="0"/>
                  </a:lnTo>
                  <a:lnTo>
                    <a:pt x="2724151" y="0"/>
                  </a:lnTo>
                  <a:lnTo>
                    <a:pt x="2730208" y="0"/>
                  </a:lnTo>
                  <a:lnTo>
                    <a:pt x="2737628" y="0"/>
                  </a:lnTo>
                  <a:lnTo>
                    <a:pt x="2748921" y="0"/>
                  </a:lnTo>
                  <a:lnTo>
                    <a:pt x="2750132" y="0"/>
                  </a:lnTo>
                  <a:lnTo>
                    <a:pt x="2759657" y="0"/>
                  </a:lnTo>
                  <a:lnTo>
                    <a:pt x="2764504" y="0"/>
                  </a:lnTo>
                  <a:lnTo>
                    <a:pt x="2770118" y="0"/>
                  </a:lnTo>
                  <a:lnTo>
                    <a:pt x="2775240" y="0"/>
                  </a:lnTo>
                  <a:lnTo>
                    <a:pt x="2780854" y="0"/>
                  </a:lnTo>
                  <a:lnTo>
                    <a:pt x="2786911" y="0"/>
                  </a:lnTo>
                  <a:lnTo>
                    <a:pt x="2798204" y="0"/>
                  </a:lnTo>
                  <a:lnTo>
                    <a:pt x="2805624" y="0"/>
                  </a:lnTo>
                  <a:lnTo>
                    <a:pt x="2807730" y="0"/>
                  </a:lnTo>
                  <a:lnTo>
                    <a:pt x="2813787" y="0"/>
                  </a:lnTo>
                  <a:lnTo>
                    <a:pt x="2819401" y="0"/>
                  </a:lnTo>
                  <a:lnTo>
                    <a:pt x="2821207" y="0"/>
                  </a:lnTo>
                  <a:lnTo>
                    <a:pt x="2823312" y="0"/>
                  </a:lnTo>
                  <a:lnTo>
                    <a:pt x="2826821" y="0"/>
                  </a:lnTo>
                  <a:lnTo>
                    <a:pt x="2844509" y="0"/>
                  </a:lnTo>
                  <a:lnTo>
                    <a:pt x="2853697" y="0"/>
                  </a:lnTo>
                  <a:lnTo>
                    <a:pt x="2854907" y="0"/>
                  </a:lnTo>
                  <a:lnTo>
                    <a:pt x="2864433" y="0"/>
                  </a:lnTo>
                  <a:lnTo>
                    <a:pt x="2869279" y="0"/>
                  </a:lnTo>
                  <a:lnTo>
                    <a:pt x="2870490" y="0"/>
                  </a:lnTo>
                  <a:lnTo>
                    <a:pt x="2876104" y="0"/>
                  </a:lnTo>
                  <a:lnTo>
                    <a:pt x="2880015" y="0"/>
                  </a:lnTo>
                  <a:lnTo>
                    <a:pt x="2890476" y="0"/>
                  </a:lnTo>
                  <a:lnTo>
                    <a:pt x="2901212" y="0"/>
                  </a:lnTo>
                  <a:lnTo>
                    <a:pt x="2902980" y="0"/>
                  </a:lnTo>
                  <a:lnTo>
                    <a:pt x="2910400" y="0"/>
                  </a:lnTo>
                  <a:lnTo>
                    <a:pt x="2912505" y="0"/>
                  </a:lnTo>
                  <a:lnTo>
                    <a:pt x="2918562" y="0"/>
                  </a:lnTo>
                  <a:lnTo>
                    <a:pt x="2925982" y="0"/>
                  </a:lnTo>
                  <a:lnTo>
                    <a:pt x="2928088" y="0"/>
                  </a:lnTo>
                  <a:lnTo>
                    <a:pt x="2939759" y="0"/>
                  </a:lnTo>
                  <a:lnTo>
                    <a:pt x="2947179" y="0"/>
                  </a:lnTo>
                  <a:lnTo>
                    <a:pt x="2958472" y="0"/>
                  </a:lnTo>
                  <a:lnTo>
                    <a:pt x="2959683" y="0"/>
                  </a:lnTo>
                  <a:lnTo>
                    <a:pt x="2969208" y="0"/>
                  </a:lnTo>
                  <a:lnTo>
                    <a:pt x="2974055" y="0"/>
                  </a:lnTo>
                  <a:lnTo>
                    <a:pt x="2975265" y="0"/>
                  </a:lnTo>
                  <a:lnTo>
                    <a:pt x="2984791" y="0"/>
                  </a:lnTo>
                  <a:lnTo>
                    <a:pt x="2996462" y="0"/>
                  </a:lnTo>
                  <a:lnTo>
                    <a:pt x="3007755" y="0"/>
                  </a:lnTo>
                  <a:lnTo>
                    <a:pt x="3015175" y="0"/>
                  </a:lnTo>
                  <a:lnTo>
                    <a:pt x="3023338" y="0"/>
                  </a:lnTo>
                  <a:lnTo>
                    <a:pt x="3030758" y="0"/>
                  </a:lnTo>
                  <a:lnTo>
                    <a:pt x="3032863" y="0"/>
                  </a:lnTo>
                  <a:lnTo>
                    <a:pt x="3064458" y="0"/>
                  </a:lnTo>
                  <a:lnTo>
                    <a:pt x="3078830" y="0"/>
                  </a:lnTo>
                  <a:lnTo>
                    <a:pt x="3080041" y="0"/>
                  </a:lnTo>
                  <a:lnTo>
                    <a:pt x="3089566" y="0"/>
                  </a:lnTo>
                  <a:lnTo>
                    <a:pt x="3128113" y="0"/>
                  </a:lnTo>
                  <a:lnTo>
                    <a:pt x="3135533" y="0"/>
                  </a:lnTo>
                  <a:lnTo>
                    <a:pt x="3160154" y="0"/>
                  </a:lnTo>
                  <a:lnTo>
                    <a:pt x="3184816" y="0"/>
                  </a:lnTo>
                  <a:lnTo>
                    <a:pt x="3206121" y="0"/>
                  </a:lnTo>
                  <a:lnTo>
                    <a:pt x="3216857" y="0"/>
                  </a:lnTo>
                  <a:lnTo>
                    <a:pt x="3255404" y="0"/>
                  </a:lnTo>
                  <a:lnTo>
                    <a:pt x="3262824" y="0"/>
                  </a:lnTo>
                  <a:lnTo>
                    <a:pt x="3280512" y="0"/>
                  </a:lnTo>
                  <a:lnTo>
                    <a:pt x="3312107" y="0"/>
                  </a:lnTo>
                  <a:lnTo>
                    <a:pt x="3326479" y="0"/>
                  </a:lnTo>
                  <a:lnTo>
                    <a:pt x="3337215" y="0"/>
                  </a:lnTo>
                  <a:lnTo>
                    <a:pt x="3369705" y="0"/>
                  </a:lnTo>
                  <a:lnTo>
                    <a:pt x="3375762" y="0"/>
                  </a:lnTo>
                  <a:lnTo>
                    <a:pt x="3383182" y="0"/>
                  </a:lnTo>
                  <a:lnTo>
                    <a:pt x="3415672" y="0"/>
                  </a:lnTo>
                  <a:lnTo>
                    <a:pt x="3426408" y="0"/>
                  </a:lnTo>
                  <a:lnTo>
                    <a:pt x="3432465" y="0"/>
                  </a:lnTo>
                  <a:lnTo>
                    <a:pt x="3448050" y="0"/>
                  </a:lnTo>
                  <a:lnTo>
                    <a:pt x="3464955" y="0"/>
                  </a:lnTo>
                  <a:lnTo>
                    <a:pt x="3472375" y="0"/>
                  </a:lnTo>
                  <a:lnTo>
                    <a:pt x="3490063" y="0"/>
                  </a:lnTo>
                  <a:lnTo>
                    <a:pt x="3494017" y="0"/>
                  </a:lnTo>
                  <a:lnTo>
                    <a:pt x="3504753" y="0"/>
                  </a:lnTo>
                  <a:lnTo>
                    <a:pt x="3521658" y="0"/>
                  </a:lnTo>
                  <a:lnTo>
                    <a:pt x="3536030" y="0"/>
                  </a:lnTo>
                  <a:lnTo>
                    <a:pt x="3543300" y="0"/>
                  </a:lnTo>
                  <a:lnTo>
                    <a:pt x="3546766" y="0"/>
                  </a:lnTo>
                  <a:lnTo>
                    <a:pt x="3550720" y="0"/>
                  </a:lnTo>
                  <a:lnTo>
                    <a:pt x="3568408" y="0"/>
                  </a:lnTo>
                  <a:lnTo>
                    <a:pt x="3585313" y="0"/>
                  </a:lnTo>
                  <a:lnTo>
                    <a:pt x="3592733" y="0"/>
                  </a:lnTo>
                  <a:lnTo>
                    <a:pt x="3600003" y="0"/>
                  </a:lnTo>
                  <a:lnTo>
                    <a:pt x="3614375" y="0"/>
                  </a:lnTo>
                  <a:lnTo>
                    <a:pt x="3625111" y="0"/>
                  </a:lnTo>
                  <a:lnTo>
                    <a:pt x="3642016" y="0"/>
                  </a:lnTo>
                  <a:lnTo>
                    <a:pt x="3657601" y="0"/>
                  </a:lnTo>
                  <a:lnTo>
                    <a:pt x="3663658" y="0"/>
                  </a:lnTo>
                  <a:lnTo>
                    <a:pt x="3671078" y="0"/>
                  </a:lnTo>
                  <a:lnTo>
                    <a:pt x="3703568" y="0"/>
                  </a:lnTo>
                  <a:lnTo>
                    <a:pt x="3714304" y="0"/>
                  </a:lnTo>
                  <a:lnTo>
                    <a:pt x="3720361" y="0"/>
                  </a:lnTo>
                  <a:lnTo>
                    <a:pt x="3752851" y="0"/>
                  </a:lnTo>
                  <a:lnTo>
                    <a:pt x="3760271" y="0"/>
                  </a:lnTo>
                  <a:lnTo>
                    <a:pt x="3777959" y="0"/>
                  </a:lnTo>
                  <a:lnTo>
                    <a:pt x="3809554" y="0"/>
                  </a:lnTo>
                  <a:lnTo>
                    <a:pt x="3823926" y="0"/>
                  </a:lnTo>
                  <a:lnTo>
                    <a:pt x="3834662" y="0"/>
                  </a:lnTo>
                  <a:lnTo>
                    <a:pt x="3873209" y="0"/>
                  </a:lnTo>
                  <a:lnTo>
                    <a:pt x="3880629" y="0"/>
                  </a:lnTo>
                  <a:lnTo>
                    <a:pt x="3905250" y="0"/>
                  </a:lnTo>
                  <a:lnTo>
                    <a:pt x="3929912" y="0"/>
                  </a:lnTo>
                  <a:lnTo>
                    <a:pt x="3951217" y="0"/>
                  </a:lnTo>
                  <a:lnTo>
                    <a:pt x="3961953" y="0"/>
                  </a:lnTo>
                  <a:lnTo>
                    <a:pt x="4000500" y="0"/>
                  </a:lnTo>
                  <a:lnTo>
                    <a:pt x="4007920" y="0"/>
                  </a:lnTo>
                  <a:lnTo>
                    <a:pt x="4025608" y="0"/>
                  </a:lnTo>
                  <a:lnTo>
                    <a:pt x="4057203" y="0"/>
                  </a:lnTo>
                  <a:lnTo>
                    <a:pt x="4071575" y="0"/>
                  </a:lnTo>
                  <a:lnTo>
                    <a:pt x="4082311" y="0"/>
                  </a:lnTo>
                  <a:lnTo>
                    <a:pt x="4093604" y="0"/>
                  </a:lnTo>
                  <a:lnTo>
                    <a:pt x="4114801" y="0"/>
                  </a:lnTo>
                  <a:lnTo>
                    <a:pt x="4120858" y="0"/>
                  </a:lnTo>
                  <a:lnTo>
                    <a:pt x="4128278" y="0"/>
                  </a:lnTo>
                  <a:lnTo>
                    <a:pt x="4139571" y="0"/>
                  </a:lnTo>
                  <a:lnTo>
                    <a:pt x="4150307" y="0"/>
                  </a:lnTo>
                  <a:lnTo>
                    <a:pt x="4160768" y="0"/>
                  </a:lnTo>
                  <a:lnTo>
                    <a:pt x="4171504" y="0"/>
                  </a:lnTo>
                  <a:lnTo>
                    <a:pt x="4177561" y="0"/>
                  </a:lnTo>
                  <a:lnTo>
                    <a:pt x="4188854" y="0"/>
                  </a:lnTo>
                  <a:lnTo>
                    <a:pt x="4196274" y="0"/>
                  </a:lnTo>
                  <a:lnTo>
                    <a:pt x="4210051" y="0"/>
                  </a:lnTo>
                  <a:lnTo>
                    <a:pt x="4213962" y="0"/>
                  </a:lnTo>
                  <a:lnTo>
                    <a:pt x="4217471" y="0"/>
                  </a:lnTo>
                  <a:lnTo>
                    <a:pt x="4235159" y="0"/>
                  </a:lnTo>
                  <a:lnTo>
                    <a:pt x="4245557" y="0"/>
                  </a:lnTo>
                  <a:lnTo>
                    <a:pt x="4259929" y="0"/>
                  </a:lnTo>
                  <a:lnTo>
                    <a:pt x="4266754" y="0"/>
                  </a:lnTo>
                  <a:lnTo>
                    <a:pt x="4270665" y="0"/>
                  </a:lnTo>
                  <a:lnTo>
                    <a:pt x="4281126" y="0"/>
                  </a:lnTo>
                  <a:lnTo>
                    <a:pt x="4291862" y="0"/>
                  </a:lnTo>
                  <a:lnTo>
                    <a:pt x="4303155" y="0"/>
                  </a:lnTo>
                  <a:lnTo>
                    <a:pt x="4309212" y="0"/>
                  </a:lnTo>
                  <a:lnTo>
                    <a:pt x="4316632" y="0"/>
                  </a:lnTo>
                  <a:lnTo>
                    <a:pt x="4330409" y="0"/>
                  </a:lnTo>
                  <a:lnTo>
                    <a:pt x="4337829" y="0"/>
                  </a:lnTo>
                  <a:lnTo>
                    <a:pt x="4349122" y="0"/>
                  </a:lnTo>
                  <a:lnTo>
                    <a:pt x="4359858" y="0"/>
                  </a:lnTo>
                  <a:lnTo>
                    <a:pt x="4365915" y="0"/>
                  </a:lnTo>
                  <a:lnTo>
                    <a:pt x="4387112" y="0"/>
                  </a:lnTo>
                  <a:lnTo>
                    <a:pt x="4398405" y="0"/>
                  </a:lnTo>
                  <a:lnTo>
                    <a:pt x="4405825" y="0"/>
                  </a:lnTo>
                  <a:lnTo>
                    <a:pt x="4423513" y="0"/>
                  </a:lnTo>
                  <a:lnTo>
                    <a:pt x="4455108" y="0"/>
                  </a:lnTo>
                  <a:lnTo>
                    <a:pt x="4469480" y="0"/>
                  </a:lnTo>
                  <a:lnTo>
                    <a:pt x="4480216" y="0"/>
                  </a:lnTo>
                  <a:lnTo>
                    <a:pt x="4518763" y="0"/>
                  </a:lnTo>
                  <a:lnTo>
                    <a:pt x="4526183" y="0"/>
                  </a:lnTo>
                  <a:lnTo>
                    <a:pt x="4550804" y="0"/>
                  </a:lnTo>
                  <a:lnTo>
                    <a:pt x="4575466" y="0"/>
                  </a:lnTo>
                  <a:lnTo>
                    <a:pt x="4596771" y="0"/>
                  </a:lnTo>
                  <a:lnTo>
                    <a:pt x="4607507" y="0"/>
                  </a:lnTo>
                  <a:lnTo>
                    <a:pt x="4646054" y="0"/>
                  </a:lnTo>
                  <a:lnTo>
                    <a:pt x="4653474" y="0"/>
                  </a:lnTo>
                  <a:lnTo>
                    <a:pt x="4671162" y="0"/>
                  </a:lnTo>
                  <a:lnTo>
                    <a:pt x="4702757" y="0"/>
                  </a:lnTo>
                  <a:lnTo>
                    <a:pt x="4717129" y="0"/>
                  </a:lnTo>
                  <a:lnTo>
                    <a:pt x="4727865" y="0"/>
                  </a:lnTo>
                  <a:lnTo>
                    <a:pt x="4760355" y="0"/>
                  </a:lnTo>
                  <a:lnTo>
                    <a:pt x="4766412" y="0"/>
                  </a:lnTo>
                  <a:lnTo>
                    <a:pt x="4773832" y="0"/>
                  </a:lnTo>
                  <a:lnTo>
                    <a:pt x="4806322" y="0"/>
                  </a:lnTo>
                  <a:lnTo>
                    <a:pt x="4817058" y="0"/>
                  </a:lnTo>
                  <a:lnTo>
                    <a:pt x="4823115" y="0"/>
                  </a:lnTo>
                  <a:lnTo>
                    <a:pt x="4855605" y="0"/>
                  </a:lnTo>
                  <a:lnTo>
                    <a:pt x="4863025" y="0"/>
                  </a:lnTo>
                  <a:lnTo>
                    <a:pt x="4880713" y="0"/>
                  </a:lnTo>
                  <a:lnTo>
                    <a:pt x="4912308" y="0"/>
                  </a:lnTo>
                  <a:lnTo>
                    <a:pt x="4926680" y="0"/>
                  </a:lnTo>
                  <a:lnTo>
                    <a:pt x="4937416" y="0"/>
                  </a:lnTo>
                  <a:lnTo>
                    <a:pt x="4975963" y="0"/>
                  </a:lnTo>
                  <a:lnTo>
                    <a:pt x="4983383" y="0"/>
                  </a:lnTo>
                  <a:lnTo>
                    <a:pt x="5032666" y="0"/>
                  </a:lnTo>
                  <a:lnTo>
                    <a:pt x="4927891" y="419100"/>
                  </a:lnTo>
                  <a:lnTo>
                    <a:pt x="4878608" y="419100"/>
                  </a:lnTo>
                  <a:lnTo>
                    <a:pt x="4871188" y="419100"/>
                  </a:lnTo>
                  <a:lnTo>
                    <a:pt x="4832641" y="419100"/>
                  </a:lnTo>
                  <a:lnTo>
                    <a:pt x="4821905" y="419100"/>
                  </a:lnTo>
                  <a:lnTo>
                    <a:pt x="4807533" y="419100"/>
                  </a:lnTo>
                  <a:lnTo>
                    <a:pt x="4775938" y="419100"/>
                  </a:lnTo>
                  <a:lnTo>
                    <a:pt x="4758250" y="419100"/>
                  </a:lnTo>
                  <a:lnTo>
                    <a:pt x="4750830" y="419100"/>
                  </a:lnTo>
                  <a:lnTo>
                    <a:pt x="4718340" y="419100"/>
                  </a:lnTo>
                  <a:lnTo>
                    <a:pt x="4712283" y="419100"/>
                  </a:lnTo>
                  <a:lnTo>
                    <a:pt x="4701547" y="419100"/>
                  </a:lnTo>
                  <a:lnTo>
                    <a:pt x="4669057" y="419100"/>
                  </a:lnTo>
                  <a:lnTo>
                    <a:pt x="4661637" y="419100"/>
                  </a:lnTo>
                  <a:lnTo>
                    <a:pt x="4655580" y="419100"/>
                  </a:lnTo>
                  <a:lnTo>
                    <a:pt x="4623090" y="419100"/>
                  </a:lnTo>
                  <a:lnTo>
                    <a:pt x="4612354" y="419100"/>
                  </a:lnTo>
                  <a:lnTo>
                    <a:pt x="4597982" y="419100"/>
                  </a:lnTo>
                  <a:lnTo>
                    <a:pt x="4566387" y="419100"/>
                  </a:lnTo>
                  <a:lnTo>
                    <a:pt x="4548699" y="419100"/>
                  </a:lnTo>
                  <a:lnTo>
                    <a:pt x="4541279" y="419100"/>
                  </a:lnTo>
                  <a:lnTo>
                    <a:pt x="4502732" y="419100"/>
                  </a:lnTo>
                  <a:lnTo>
                    <a:pt x="4491996" y="419100"/>
                  </a:lnTo>
                  <a:lnTo>
                    <a:pt x="4470691" y="419100"/>
                  </a:lnTo>
                  <a:lnTo>
                    <a:pt x="4446029" y="419100"/>
                  </a:lnTo>
                  <a:lnTo>
                    <a:pt x="4421408" y="419100"/>
                  </a:lnTo>
                  <a:lnTo>
                    <a:pt x="4413988" y="419100"/>
                  </a:lnTo>
                  <a:lnTo>
                    <a:pt x="4375441" y="419100"/>
                  </a:lnTo>
                  <a:lnTo>
                    <a:pt x="4364705" y="419100"/>
                  </a:lnTo>
                  <a:lnTo>
                    <a:pt x="4350333" y="419100"/>
                  </a:lnTo>
                  <a:lnTo>
                    <a:pt x="4318738" y="419100"/>
                  </a:lnTo>
                  <a:lnTo>
                    <a:pt x="4301050" y="419100"/>
                  </a:lnTo>
                  <a:lnTo>
                    <a:pt x="4293630" y="419100"/>
                  </a:lnTo>
                  <a:lnTo>
                    <a:pt x="4282337" y="419100"/>
                  </a:lnTo>
                  <a:lnTo>
                    <a:pt x="4261140" y="419100"/>
                  </a:lnTo>
                  <a:lnTo>
                    <a:pt x="4255083" y="419100"/>
                  </a:lnTo>
                  <a:lnTo>
                    <a:pt x="4244347" y="419100"/>
                  </a:lnTo>
                  <a:lnTo>
                    <a:pt x="4233054" y="419100"/>
                  </a:lnTo>
                  <a:lnTo>
                    <a:pt x="4225634" y="419100"/>
                  </a:lnTo>
                  <a:lnTo>
                    <a:pt x="4211857" y="419100"/>
                  </a:lnTo>
                  <a:lnTo>
                    <a:pt x="4204437" y="419100"/>
                  </a:lnTo>
                  <a:lnTo>
                    <a:pt x="4198380" y="419100"/>
                  </a:lnTo>
                  <a:lnTo>
                    <a:pt x="4187087" y="419100"/>
                  </a:lnTo>
                  <a:lnTo>
                    <a:pt x="4176351" y="419100"/>
                  </a:lnTo>
                  <a:lnTo>
                    <a:pt x="4165890" y="419100"/>
                  </a:lnTo>
                  <a:lnTo>
                    <a:pt x="4161979" y="419100"/>
                  </a:lnTo>
                  <a:lnTo>
                    <a:pt x="4155154" y="419100"/>
                  </a:lnTo>
                  <a:lnTo>
                    <a:pt x="4140782" y="419100"/>
                  </a:lnTo>
                  <a:lnTo>
                    <a:pt x="4130384" y="419100"/>
                  </a:lnTo>
                  <a:lnTo>
                    <a:pt x="4112696" y="419100"/>
                  </a:lnTo>
                  <a:lnTo>
                    <a:pt x="4109187" y="419100"/>
                  </a:lnTo>
                  <a:lnTo>
                    <a:pt x="4105276" y="419100"/>
                  </a:lnTo>
                  <a:lnTo>
                    <a:pt x="4091499" y="419100"/>
                  </a:lnTo>
                  <a:lnTo>
                    <a:pt x="4084079" y="419100"/>
                  </a:lnTo>
                  <a:lnTo>
                    <a:pt x="4072786" y="419100"/>
                  </a:lnTo>
                  <a:lnTo>
                    <a:pt x="4066729" y="419100"/>
                  </a:lnTo>
                  <a:lnTo>
                    <a:pt x="4055993" y="419100"/>
                  </a:lnTo>
                  <a:lnTo>
                    <a:pt x="4045532" y="419100"/>
                  </a:lnTo>
                  <a:lnTo>
                    <a:pt x="4034796" y="419100"/>
                  </a:lnTo>
                  <a:lnTo>
                    <a:pt x="4023503" y="419100"/>
                  </a:lnTo>
                  <a:lnTo>
                    <a:pt x="4016083" y="419100"/>
                  </a:lnTo>
                  <a:lnTo>
                    <a:pt x="4010026" y="419100"/>
                  </a:lnTo>
                  <a:lnTo>
                    <a:pt x="3988829" y="419100"/>
                  </a:lnTo>
                  <a:lnTo>
                    <a:pt x="3977536" y="419100"/>
                  </a:lnTo>
                  <a:lnTo>
                    <a:pt x="3966800" y="419100"/>
                  </a:lnTo>
                  <a:lnTo>
                    <a:pt x="3952428" y="419100"/>
                  </a:lnTo>
                  <a:lnTo>
                    <a:pt x="3920833" y="419100"/>
                  </a:lnTo>
                  <a:lnTo>
                    <a:pt x="3903145" y="419100"/>
                  </a:lnTo>
                  <a:lnTo>
                    <a:pt x="3895725" y="419100"/>
                  </a:lnTo>
                  <a:lnTo>
                    <a:pt x="3857178" y="419100"/>
                  </a:lnTo>
                  <a:lnTo>
                    <a:pt x="3846442" y="419100"/>
                  </a:lnTo>
                  <a:lnTo>
                    <a:pt x="3825137" y="419100"/>
                  </a:lnTo>
                  <a:lnTo>
                    <a:pt x="3800475" y="419100"/>
                  </a:lnTo>
                  <a:lnTo>
                    <a:pt x="3775854" y="419100"/>
                  </a:lnTo>
                  <a:lnTo>
                    <a:pt x="3768434" y="419100"/>
                  </a:lnTo>
                  <a:lnTo>
                    <a:pt x="3729887" y="419100"/>
                  </a:lnTo>
                  <a:lnTo>
                    <a:pt x="3719151" y="419100"/>
                  </a:lnTo>
                  <a:lnTo>
                    <a:pt x="3704779" y="419100"/>
                  </a:lnTo>
                  <a:lnTo>
                    <a:pt x="3673184" y="419100"/>
                  </a:lnTo>
                  <a:lnTo>
                    <a:pt x="3655496" y="419100"/>
                  </a:lnTo>
                  <a:lnTo>
                    <a:pt x="3648076" y="419100"/>
                  </a:lnTo>
                  <a:lnTo>
                    <a:pt x="3615586" y="419100"/>
                  </a:lnTo>
                  <a:lnTo>
                    <a:pt x="3609529" y="419100"/>
                  </a:lnTo>
                  <a:lnTo>
                    <a:pt x="3598793" y="419100"/>
                  </a:lnTo>
                  <a:lnTo>
                    <a:pt x="3566303" y="419100"/>
                  </a:lnTo>
                  <a:lnTo>
                    <a:pt x="3558883" y="419100"/>
                  </a:lnTo>
                  <a:lnTo>
                    <a:pt x="3552826" y="419100"/>
                  </a:lnTo>
                  <a:lnTo>
                    <a:pt x="3537241" y="419100"/>
                  </a:lnTo>
                  <a:lnTo>
                    <a:pt x="3520336" y="419100"/>
                  </a:lnTo>
                  <a:lnTo>
                    <a:pt x="3509600" y="419100"/>
                  </a:lnTo>
                  <a:lnTo>
                    <a:pt x="3495228" y="419100"/>
                  </a:lnTo>
                  <a:lnTo>
                    <a:pt x="3487958" y="419100"/>
                  </a:lnTo>
                  <a:lnTo>
                    <a:pt x="3480538" y="419100"/>
                  </a:lnTo>
                  <a:lnTo>
                    <a:pt x="3463633" y="419100"/>
                  </a:lnTo>
                  <a:lnTo>
                    <a:pt x="3445945" y="419100"/>
                  </a:lnTo>
                  <a:lnTo>
                    <a:pt x="3441991" y="419100"/>
                  </a:lnTo>
                  <a:lnTo>
                    <a:pt x="3438525" y="419100"/>
                  </a:lnTo>
                  <a:lnTo>
                    <a:pt x="3431255" y="419100"/>
                  </a:lnTo>
                  <a:lnTo>
                    <a:pt x="3416883" y="419100"/>
                  </a:lnTo>
                  <a:lnTo>
                    <a:pt x="3399978" y="419100"/>
                  </a:lnTo>
                  <a:lnTo>
                    <a:pt x="3389242" y="419100"/>
                  </a:lnTo>
                  <a:lnTo>
                    <a:pt x="3385288" y="419100"/>
                  </a:lnTo>
                  <a:lnTo>
                    <a:pt x="3367600" y="419100"/>
                  </a:lnTo>
                  <a:lnTo>
                    <a:pt x="3360180" y="419100"/>
                  </a:lnTo>
                  <a:lnTo>
                    <a:pt x="3343275" y="419100"/>
                  </a:lnTo>
                  <a:lnTo>
                    <a:pt x="3327690" y="419100"/>
                  </a:lnTo>
                  <a:lnTo>
                    <a:pt x="3321633" y="419100"/>
                  </a:lnTo>
                  <a:lnTo>
                    <a:pt x="3310897" y="419100"/>
                  </a:lnTo>
                  <a:lnTo>
                    <a:pt x="3278407" y="419100"/>
                  </a:lnTo>
                  <a:lnTo>
                    <a:pt x="3270987" y="419100"/>
                  </a:lnTo>
                  <a:lnTo>
                    <a:pt x="3264930" y="419100"/>
                  </a:lnTo>
                  <a:lnTo>
                    <a:pt x="3232440" y="419100"/>
                  </a:lnTo>
                  <a:lnTo>
                    <a:pt x="3221704" y="419100"/>
                  </a:lnTo>
                  <a:lnTo>
                    <a:pt x="3207332" y="419100"/>
                  </a:lnTo>
                  <a:lnTo>
                    <a:pt x="3175737" y="419100"/>
                  </a:lnTo>
                  <a:lnTo>
                    <a:pt x="3158049" y="419100"/>
                  </a:lnTo>
                  <a:lnTo>
                    <a:pt x="3150629" y="419100"/>
                  </a:lnTo>
                  <a:lnTo>
                    <a:pt x="3112082" y="419100"/>
                  </a:lnTo>
                  <a:lnTo>
                    <a:pt x="3101346" y="419100"/>
                  </a:lnTo>
                  <a:lnTo>
                    <a:pt x="3080041" y="419100"/>
                  </a:lnTo>
                  <a:lnTo>
                    <a:pt x="3055379" y="419100"/>
                  </a:lnTo>
                  <a:lnTo>
                    <a:pt x="3030758" y="419100"/>
                  </a:lnTo>
                  <a:lnTo>
                    <a:pt x="3023338" y="419100"/>
                  </a:lnTo>
                  <a:lnTo>
                    <a:pt x="2984791" y="419100"/>
                  </a:lnTo>
                  <a:lnTo>
                    <a:pt x="2975266" y="419100"/>
                  </a:lnTo>
                  <a:lnTo>
                    <a:pt x="2974055" y="419100"/>
                  </a:lnTo>
                  <a:lnTo>
                    <a:pt x="2959683" y="419100"/>
                  </a:lnTo>
                  <a:lnTo>
                    <a:pt x="2928088" y="419100"/>
                  </a:lnTo>
                  <a:lnTo>
                    <a:pt x="2925983" y="419100"/>
                  </a:lnTo>
                  <a:lnTo>
                    <a:pt x="2918563" y="419100"/>
                  </a:lnTo>
                  <a:lnTo>
                    <a:pt x="2910400" y="419100"/>
                  </a:lnTo>
                  <a:lnTo>
                    <a:pt x="2902980" y="419100"/>
                  </a:lnTo>
                  <a:lnTo>
                    <a:pt x="2891687" y="419100"/>
                  </a:lnTo>
                  <a:lnTo>
                    <a:pt x="2880016" y="419100"/>
                  </a:lnTo>
                  <a:lnTo>
                    <a:pt x="2870490" y="419100"/>
                  </a:lnTo>
                  <a:lnTo>
                    <a:pt x="2869280" y="419100"/>
                  </a:lnTo>
                  <a:lnTo>
                    <a:pt x="2864433" y="419100"/>
                  </a:lnTo>
                  <a:lnTo>
                    <a:pt x="2854908" y="419100"/>
                  </a:lnTo>
                  <a:lnTo>
                    <a:pt x="2853697" y="419100"/>
                  </a:lnTo>
                  <a:lnTo>
                    <a:pt x="2842404" y="419100"/>
                  </a:lnTo>
                  <a:lnTo>
                    <a:pt x="2834984" y="419100"/>
                  </a:lnTo>
                  <a:lnTo>
                    <a:pt x="2823313" y="419100"/>
                  </a:lnTo>
                  <a:lnTo>
                    <a:pt x="2821207" y="419100"/>
                  </a:lnTo>
                  <a:lnTo>
                    <a:pt x="2813787" y="419100"/>
                  </a:lnTo>
                  <a:lnTo>
                    <a:pt x="2807730" y="419100"/>
                  </a:lnTo>
                  <a:lnTo>
                    <a:pt x="2805625" y="419100"/>
                  </a:lnTo>
                  <a:lnTo>
                    <a:pt x="2798205" y="419100"/>
                  </a:lnTo>
                  <a:lnTo>
                    <a:pt x="2796437" y="419100"/>
                  </a:lnTo>
                  <a:lnTo>
                    <a:pt x="2785701" y="419100"/>
                  </a:lnTo>
                  <a:lnTo>
                    <a:pt x="2775240" y="419100"/>
                  </a:lnTo>
                  <a:lnTo>
                    <a:pt x="2771329" y="419100"/>
                  </a:lnTo>
                  <a:lnTo>
                    <a:pt x="2765715" y="419100"/>
                  </a:lnTo>
                  <a:lnTo>
                    <a:pt x="2764504" y="419100"/>
                  </a:lnTo>
                  <a:lnTo>
                    <a:pt x="2759658" y="419100"/>
                  </a:lnTo>
                  <a:lnTo>
                    <a:pt x="2750132" y="419100"/>
                  </a:lnTo>
                  <a:lnTo>
                    <a:pt x="2748922" y="419100"/>
                  </a:lnTo>
                  <a:lnTo>
                    <a:pt x="2739734" y="419100"/>
                  </a:lnTo>
                  <a:lnTo>
                    <a:pt x="2722046" y="419100"/>
                  </a:lnTo>
                  <a:lnTo>
                    <a:pt x="2718537" y="419100"/>
                  </a:lnTo>
                  <a:lnTo>
                    <a:pt x="2716432" y="419100"/>
                  </a:lnTo>
                  <a:lnTo>
                    <a:pt x="2714626" y="419100"/>
                  </a:lnTo>
                  <a:lnTo>
                    <a:pt x="2709012" y="419100"/>
                  </a:lnTo>
                  <a:lnTo>
                    <a:pt x="2702955" y="419100"/>
                  </a:lnTo>
                  <a:lnTo>
                    <a:pt x="2700849" y="419100"/>
                  </a:lnTo>
                  <a:lnTo>
                    <a:pt x="2693429" y="419100"/>
                  </a:lnTo>
                  <a:lnTo>
                    <a:pt x="2682136" y="419100"/>
                  </a:lnTo>
                  <a:lnTo>
                    <a:pt x="2676079" y="419100"/>
                  </a:lnTo>
                  <a:lnTo>
                    <a:pt x="2670465" y="419100"/>
                  </a:lnTo>
                  <a:lnTo>
                    <a:pt x="2665343" y="419100"/>
                  </a:lnTo>
                  <a:lnTo>
                    <a:pt x="2659729" y="419100"/>
                  </a:lnTo>
                  <a:lnTo>
                    <a:pt x="2654882" y="419100"/>
                  </a:lnTo>
                  <a:lnTo>
                    <a:pt x="2645357" y="419100"/>
                  </a:lnTo>
                  <a:lnTo>
                    <a:pt x="2644146" y="419100"/>
                  </a:lnTo>
                  <a:lnTo>
                    <a:pt x="2632853" y="419100"/>
                  </a:lnTo>
                  <a:lnTo>
                    <a:pt x="2625433" y="419100"/>
                  </a:lnTo>
                  <a:lnTo>
                    <a:pt x="2619376" y="419100"/>
                  </a:lnTo>
                  <a:lnTo>
                    <a:pt x="2613762" y="419100"/>
                  </a:lnTo>
                  <a:lnTo>
                    <a:pt x="2598179" y="419100"/>
                  </a:lnTo>
                  <a:lnTo>
                    <a:pt x="2596074" y="419100"/>
                  </a:lnTo>
                  <a:lnTo>
                    <a:pt x="2588654" y="419100"/>
                  </a:lnTo>
                  <a:lnTo>
                    <a:pt x="2586886" y="419100"/>
                  </a:lnTo>
                  <a:lnTo>
                    <a:pt x="2576150" y="419100"/>
                  </a:lnTo>
                  <a:lnTo>
                    <a:pt x="2561778" y="419100"/>
                  </a:lnTo>
                  <a:lnTo>
                    <a:pt x="2550107" y="419100"/>
                  </a:lnTo>
                  <a:lnTo>
                    <a:pt x="2539371" y="419100"/>
                  </a:lnTo>
                  <a:lnTo>
                    <a:pt x="2530183" y="419100"/>
                  </a:lnTo>
                  <a:lnTo>
                    <a:pt x="2518066" y="419100"/>
                  </a:lnTo>
                  <a:lnTo>
                    <a:pt x="2512495" y="419100"/>
                  </a:lnTo>
                  <a:lnTo>
                    <a:pt x="2505075" y="419100"/>
                  </a:lnTo>
                  <a:lnTo>
                    <a:pt x="2493404" y="419100"/>
                  </a:lnTo>
                  <a:lnTo>
                    <a:pt x="2468783" y="419100"/>
                  </a:lnTo>
                  <a:lnTo>
                    <a:pt x="2466528" y="419100"/>
                  </a:lnTo>
                  <a:lnTo>
                    <a:pt x="2461363" y="419100"/>
                  </a:lnTo>
                  <a:lnTo>
                    <a:pt x="2455792" y="419100"/>
                  </a:lnTo>
                  <a:lnTo>
                    <a:pt x="2434487" y="419100"/>
                  </a:lnTo>
                  <a:lnTo>
                    <a:pt x="2422816" y="419100"/>
                  </a:lnTo>
                  <a:lnTo>
                    <a:pt x="2412080" y="419100"/>
                  </a:lnTo>
                  <a:lnTo>
                    <a:pt x="2409825" y="419100"/>
                  </a:lnTo>
                  <a:lnTo>
                    <a:pt x="2397708" y="419100"/>
                  </a:lnTo>
                  <a:lnTo>
                    <a:pt x="2385204" y="419100"/>
                  </a:lnTo>
                  <a:lnTo>
                    <a:pt x="2377784" y="419100"/>
                  </a:lnTo>
                  <a:lnTo>
                    <a:pt x="2366113" y="419100"/>
                  </a:lnTo>
                  <a:lnTo>
                    <a:pt x="2348425" y="419100"/>
                  </a:lnTo>
                  <a:lnTo>
                    <a:pt x="2341005" y="419100"/>
                  </a:lnTo>
                  <a:lnTo>
                    <a:pt x="2339237" y="419100"/>
                  </a:lnTo>
                  <a:lnTo>
                    <a:pt x="2329712" y="419100"/>
                  </a:lnTo>
                  <a:lnTo>
                    <a:pt x="2328501" y="419100"/>
                  </a:lnTo>
                  <a:lnTo>
                    <a:pt x="2314129" y="419100"/>
                  </a:lnTo>
                  <a:lnTo>
                    <a:pt x="2308515" y="419100"/>
                  </a:lnTo>
                  <a:lnTo>
                    <a:pt x="2302458" y="419100"/>
                  </a:lnTo>
                  <a:lnTo>
                    <a:pt x="2291722" y="419100"/>
                  </a:lnTo>
                  <a:lnTo>
                    <a:pt x="2282534" y="419100"/>
                  </a:lnTo>
                  <a:lnTo>
                    <a:pt x="2280429" y="419100"/>
                  </a:lnTo>
                  <a:lnTo>
                    <a:pt x="2273009" y="419100"/>
                  </a:lnTo>
                  <a:lnTo>
                    <a:pt x="2264846" y="419100"/>
                  </a:lnTo>
                  <a:lnTo>
                    <a:pt x="2259232" y="419100"/>
                  </a:lnTo>
                  <a:lnTo>
                    <a:pt x="2257426" y="419100"/>
                  </a:lnTo>
                  <a:lnTo>
                    <a:pt x="2251812" y="419100"/>
                  </a:lnTo>
                  <a:lnTo>
                    <a:pt x="2245755" y="419100"/>
                  </a:lnTo>
                  <a:lnTo>
                    <a:pt x="2234462" y="419100"/>
                  </a:lnTo>
                  <a:lnTo>
                    <a:pt x="2224936" y="419100"/>
                  </a:lnTo>
                  <a:lnTo>
                    <a:pt x="2223726" y="419100"/>
                  </a:lnTo>
                  <a:lnTo>
                    <a:pt x="2218879" y="419100"/>
                  </a:lnTo>
                  <a:lnTo>
                    <a:pt x="2213265" y="419100"/>
                  </a:lnTo>
                  <a:lnTo>
                    <a:pt x="2209354" y="419100"/>
                  </a:lnTo>
                  <a:lnTo>
                    <a:pt x="2208143" y="419100"/>
                  </a:lnTo>
                  <a:lnTo>
                    <a:pt x="2202529" y="419100"/>
                  </a:lnTo>
                  <a:lnTo>
                    <a:pt x="2188157" y="419100"/>
                  </a:lnTo>
                  <a:lnTo>
                    <a:pt x="2177759" y="419100"/>
                  </a:lnTo>
                  <a:lnTo>
                    <a:pt x="2175653" y="419100"/>
                  </a:lnTo>
                  <a:lnTo>
                    <a:pt x="2168233" y="419100"/>
                  </a:lnTo>
                  <a:lnTo>
                    <a:pt x="2162176" y="419100"/>
                  </a:lnTo>
                  <a:lnTo>
                    <a:pt x="2160071" y="419100"/>
                  </a:lnTo>
                  <a:lnTo>
                    <a:pt x="2156562" y="419100"/>
                  </a:lnTo>
                  <a:lnTo>
                    <a:pt x="2152651" y="419100"/>
                  </a:lnTo>
                  <a:lnTo>
                    <a:pt x="2138874" y="419100"/>
                  </a:lnTo>
                  <a:lnTo>
                    <a:pt x="2131454" y="419100"/>
                  </a:lnTo>
                  <a:lnTo>
                    <a:pt x="2129686" y="419100"/>
                  </a:lnTo>
                  <a:lnTo>
                    <a:pt x="2120161" y="419100"/>
                  </a:lnTo>
                  <a:lnTo>
                    <a:pt x="2118950" y="419100"/>
                  </a:lnTo>
                  <a:lnTo>
                    <a:pt x="2114104" y="419100"/>
                  </a:lnTo>
                  <a:lnTo>
                    <a:pt x="2104578" y="419100"/>
                  </a:lnTo>
                  <a:lnTo>
                    <a:pt x="2103368" y="419100"/>
                  </a:lnTo>
                  <a:lnTo>
                    <a:pt x="2092907" y="419100"/>
                  </a:lnTo>
                  <a:lnTo>
                    <a:pt x="2082171" y="419100"/>
                  </a:lnTo>
                  <a:lnTo>
                    <a:pt x="2072983" y="419100"/>
                  </a:lnTo>
                  <a:lnTo>
                    <a:pt x="2070878" y="419100"/>
                  </a:lnTo>
                  <a:lnTo>
                    <a:pt x="2063458" y="419100"/>
                  </a:lnTo>
                  <a:lnTo>
                    <a:pt x="2057401" y="419100"/>
                  </a:lnTo>
                  <a:lnTo>
                    <a:pt x="2055295" y="419100"/>
                  </a:lnTo>
                  <a:lnTo>
                    <a:pt x="2047875" y="419100"/>
                  </a:lnTo>
                  <a:lnTo>
                    <a:pt x="2036204" y="419100"/>
                  </a:lnTo>
                  <a:lnTo>
                    <a:pt x="2024911" y="419100"/>
                  </a:lnTo>
                  <a:lnTo>
                    <a:pt x="2014175" y="419100"/>
                  </a:lnTo>
                  <a:lnTo>
                    <a:pt x="2009328" y="419100"/>
                  </a:lnTo>
                  <a:lnTo>
                    <a:pt x="1999803" y="419100"/>
                  </a:lnTo>
                  <a:lnTo>
                    <a:pt x="1998592" y="419100"/>
                  </a:lnTo>
                  <a:lnTo>
                    <a:pt x="1968208" y="419100"/>
                  </a:lnTo>
                  <a:lnTo>
                    <a:pt x="1952625" y="419100"/>
                  </a:lnTo>
                  <a:lnTo>
                    <a:pt x="1950520" y="419100"/>
                  </a:lnTo>
                  <a:lnTo>
                    <a:pt x="1943100" y="419100"/>
                  </a:lnTo>
                  <a:lnTo>
                    <a:pt x="1904553" y="419100"/>
                  </a:lnTo>
                  <a:lnTo>
                    <a:pt x="1893817" y="419100"/>
                  </a:lnTo>
                  <a:lnTo>
                    <a:pt x="1872512" y="419100"/>
                  </a:lnTo>
                  <a:lnTo>
                    <a:pt x="1847850" y="419100"/>
                  </a:lnTo>
                  <a:lnTo>
                    <a:pt x="1823229" y="419100"/>
                  </a:lnTo>
                  <a:lnTo>
                    <a:pt x="1815809" y="419100"/>
                  </a:lnTo>
                  <a:lnTo>
                    <a:pt x="1777262" y="419100"/>
                  </a:lnTo>
                  <a:lnTo>
                    <a:pt x="1766526" y="419100"/>
                  </a:lnTo>
                  <a:lnTo>
                    <a:pt x="1752154" y="419100"/>
                  </a:lnTo>
                  <a:lnTo>
                    <a:pt x="1720559" y="419100"/>
                  </a:lnTo>
                  <a:lnTo>
                    <a:pt x="1702871" y="419100"/>
                  </a:lnTo>
                  <a:lnTo>
                    <a:pt x="1695451" y="419100"/>
                  </a:lnTo>
                  <a:lnTo>
                    <a:pt x="1662961" y="419100"/>
                  </a:lnTo>
                  <a:lnTo>
                    <a:pt x="1656904" y="419100"/>
                  </a:lnTo>
                  <a:lnTo>
                    <a:pt x="1646168" y="419100"/>
                  </a:lnTo>
                  <a:lnTo>
                    <a:pt x="1613678" y="419100"/>
                  </a:lnTo>
                  <a:lnTo>
                    <a:pt x="1606258" y="419100"/>
                  </a:lnTo>
                  <a:lnTo>
                    <a:pt x="1600201" y="419100"/>
                  </a:lnTo>
                  <a:lnTo>
                    <a:pt x="1584616" y="419100"/>
                  </a:lnTo>
                  <a:lnTo>
                    <a:pt x="1567711" y="419100"/>
                  </a:lnTo>
                  <a:lnTo>
                    <a:pt x="1556975" y="419100"/>
                  </a:lnTo>
                  <a:lnTo>
                    <a:pt x="1542603" y="419100"/>
                  </a:lnTo>
                  <a:lnTo>
                    <a:pt x="1535333" y="419100"/>
                  </a:lnTo>
                  <a:lnTo>
                    <a:pt x="1527913" y="419100"/>
                  </a:lnTo>
                  <a:lnTo>
                    <a:pt x="1511008" y="419100"/>
                  </a:lnTo>
                  <a:lnTo>
                    <a:pt x="1493320" y="419100"/>
                  </a:lnTo>
                  <a:lnTo>
                    <a:pt x="1489366" y="419100"/>
                  </a:lnTo>
                  <a:lnTo>
                    <a:pt x="1485900" y="419100"/>
                  </a:lnTo>
                  <a:lnTo>
                    <a:pt x="1478630" y="419100"/>
                  </a:lnTo>
                  <a:lnTo>
                    <a:pt x="1464258" y="419100"/>
                  </a:lnTo>
                  <a:lnTo>
                    <a:pt x="1447353" y="419100"/>
                  </a:lnTo>
                  <a:lnTo>
                    <a:pt x="1436617" y="419100"/>
                  </a:lnTo>
                  <a:lnTo>
                    <a:pt x="1432663" y="419100"/>
                  </a:lnTo>
                  <a:lnTo>
                    <a:pt x="1414975" y="419100"/>
                  </a:lnTo>
                  <a:lnTo>
                    <a:pt x="1407555" y="419100"/>
                  </a:lnTo>
                  <a:lnTo>
                    <a:pt x="1390650" y="419100"/>
                  </a:lnTo>
                  <a:lnTo>
                    <a:pt x="1375065" y="419100"/>
                  </a:lnTo>
                  <a:lnTo>
                    <a:pt x="1369008" y="419100"/>
                  </a:lnTo>
                  <a:lnTo>
                    <a:pt x="1358272" y="419100"/>
                  </a:lnTo>
                  <a:lnTo>
                    <a:pt x="1325782" y="419100"/>
                  </a:lnTo>
                  <a:lnTo>
                    <a:pt x="1318362" y="419100"/>
                  </a:lnTo>
                  <a:lnTo>
                    <a:pt x="1312305" y="419100"/>
                  </a:lnTo>
                  <a:lnTo>
                    <a:pt x="1279815" y="419100"/>
                  </a:lnTo>
                  <a:lnTo>
                    <a:pt x="1269079" y="419100"/>
                  </a:lnTo>
                  <a:lnTo>
                    <a:pt x="1254707" y="419100"/>
                  </a:lnTo>
                  <a:lnTo>
                    <a:pt x="1223112" y="419100"/>
                  </a:lnTo>
                  <a:lnTo>
                    <a:pt x="1205424" y="419100"/>
                  </a:lnTo>
                  <a:lnTo>
                    <a:pt x="1198004" y="419100"/>
                  </a:lnTo>
                  <a:lnTo>
                    <a:pt x="1159457" y="419100"/>
                  </a:lnTo>
                  <a:lnTo>
                    <a:pt x="1148721" y="419100"/>
                  </a:lnTo>
                  <a:lnTo>
                    <a:pt x="1127416" y="419100"/>
                  </a:lnTo>
                  <a:lnTo>
                    <a:pt x="1102754" y="419100"/>
                  </a:lnTo>
                  <a:lnTo>
                    <a:pt x="1078133" y="419100"/>
                  </a:lnTo>
                  <a:lnTo>
                    <a:pt x="1070713" y="419100"/>
                  </a:lnTo>
                  <a:lnTo>
                    <a:pt x="1032166" y="419100"/>
                  </a:lnTo>
                  <a:lnTo>
                    <a:pt x="1021430" y="419100"/>
                  </a:lnTo>
                  <a:lnTo>
                    <a:pt x="1007058" y="419100"/>
                  </a:lnTo>
                  <a:lnTo>
                    <a:pt x="975463" y="419100"/>
                  </a:lnTo>
                  <a:lnTo>
                    <a:pt x="957775" y="419100"/>
                  </a:lnTo>
                  <a:lnTo>
                    <a:pt x="950355" y="419100"/>
                  </a:lnTo>
                  <a:lnTo>
                    <a:pt x="939062" y="419100"/>
                  </a:lnTo>
                  <a:lnTo>
                    <a:pt x="917865" y="419100"/>
                  </a:lnTo>
                  <a:lnTo>
                    <a:pt x="911808" y="419100"/>
                  </a:lnTo>
                  <a:lnTo>
                    <a:pt x="901072" y="419100"/>
                  </a:lnTo>
                  <a:lnTo>
                    <a:pt x="889779" y="419100"/>
                  </a:lnTo>
                  <a:lnTo>
                    <a:pt x="882359" y="419100"/>
                  </a:lnTo>
                  <a:lnTo>
                    <a:pt x="868582" y="419100"/>
                  </a:lnTo>
                  <a:lnTo>
                    <a:pt x="861162" y="419100"/>
                  </a:lnTo>
                  <a:lnTo>
                    <a:pt x="855105" y="419100"/>
                  </a:lnTo>
                  <a:lnTo>
                    <a:pt x="843812" y="419100"/>
                  </a:lnTo>
                  <a:lnTo>
                    <a:pt x="833076" y="419100"/>
                  </a:lnTo>
                  <a:lnTo>
                    <a:pt x="822615" y="419100"/>
                  </a:lnTo>
                  <a:lnTo>
                    <a:pt x="818704" y="419100"/>
                  </a:lnTo>
                  <a:lnTo>
                    <a:pt x="811879" y="419100"/>
                  </a:lnTo>
                  <a:lnTo>
                    <a:pt x="797507" y="419100"/>
                  </a:lnTo>
                  <a:lnTo>
                    <a:pt x="787109" y="419100"/>
                  </a:lnTo>
                  <a:lnTo>
                    <a:pt x="769421" y="419100"/>
                  </a:lnTo>
                  <a:lnTo>
                    <a:pt x="765912" y="419100"/>
                  </a:lnTo>
                  <a:lnTo>
                    <a:pt x="762001" y="419100"/>
                  </a:lnTo>
                  <a:lnTo>
                    <a:pt x="748224" y="419100"/>
                  </a:lnTo>
                  <a:lnTo>
                    <a:pt x="740804" y="419100"/>
                  </a:lnTo>
                  <a:lnTo>
                    <a:pt x="729511" y="419100"/>
                  </a:lnTo>
                  <a:lnTo>
                    <a:pt x="723454" y="419100"/>
                  </a:lnTo>
                  <a:lnTo>
                    <a:pt x="712718" y="419100"/>
                  </a:lnTo>
                  <a:lnTo>
                    <a:pt x="702257" y="419100"/>
                  </a:lnTo>
                  <a:lnTo>
                    <a:pt x="691521" y="419100"/>
                  </a:lnTo>
                  <a:lnTo>
                    <a:pt x="680228" y="419100"/>
                  </a:lnTo>
                  <a:lnTo>
                    <a:pt x="672808" y="419100"/>
                  </a:lnTo>
                  <a:lnTo>
                    <a:pt x="666751" y="419100"/>
                  </a:lnTo>
                  <a:lnTo>
                    <a:pt x="645554" y="419100"/>
                  </a:lnTo>
                  <a:lnTo>
                    <a:pt x="634261" y="419100"/>
                  </a:lnTo>
                  <a:lnTo>
                    <a:pt x="623525" y="419100"/>
                  </a:lnTo>
                  <a:lnTo>
                    <a:pt x="609153" y="419100"/>
                  </a:lnTo>
                  <a:lnTo>
                    <a:pt x="577558" y="419100"/>
                  </a:lnTo>
                  <a:lnTo>
                    <a:pt x="559870" y="419100"/>
                  </a:lnTo>
                  <a:lnTo>
                    <a:pt x="552450" y="419100"/>
                  </a:lnTo>
                  <a:lnTo>
                    <a:pt x="513903" y="419100"/>
                  </a:lnTo>
                  <a:lnTo>
                    <a:pt x="503167" y="419100"/>
                  </a:lnTo>
                  <a:lnTo>
                    <a:pt x="481862" y="419100"/>
                  </a:lnTo>
                  <a:lnTo>
                    <a:pt x="457200" y="419100"/>
                  </a:lnTo>
                  <a:lnTo>
                    <a:pt x="432579" y="419100"/>
                  </a:lnTo>
                  <a:lnTo>
                    <a:pt x="425159" y="419100"/>
                  </a:lnTo>
                  <a:lnTo>
                    <a:pt x="386612" y="419100"/>
                  </a:lnTo>
                  <a:lnTo>
                    <a:pt x="375876" y="419100"/>
                  </a:lnTo>
                  <a:lnTo>
                    <a:pt x="361504" y="419100"/>
                  </a:lnTo>
                  <a:lnTo>
                    <a:pt x="329909" y="419100"/>
                  </a:lnTo>
                  <a:lnTo>
                    <a:pt x="312221" y="419100"/>
                  </a:lnTo>
                  <a:lnTo>
                    <a:pt x="304801" y="419100"/>
                  </a:lnTo>
                  <a:lnTo>
                    <a:pt x="272311" y="419100"/>
                  </a:lnTo>
                  <a:lnTo>
                    <a:pt x="266254" y="419100"/>
                  </a:lnTo>
                  <a:lnTo>
                    <a:pt x="255518" y="419100"/>
                  </a:lnTo>
                  <a:lnTo>
                    <a:pt x="223028" y="419100"/>
                  </a:lnTo>
                  <a:lnTo>
                    <a:pt x="215608" y="419100"/>
                  </a:lnTo>
                  <a:lnTo>
                    <a:pt x="209551" y="419100"/>
                  </a:lnTo>
                  <a:lnTo>
                    <a:pt x="177061" y="419100"/>
                  </a:lnTo>
                  <a:lnTo>
                    <a:pt x="166325" y="419100"/>
                  </a:lnTo>
                  <a:lnTo>
                    <a:pt x="151953" y="419100"/>
                  </a:lnTo>
                  <a:lnTo>
                    <a:pt x="120358" y="419100"/>
                  </a:lnTo>
                  <a:lnTo>
                    <a:pt x="102670" y="419100"/>
                  </a:lnTo>
                  <a:lnTo>
                    <a:pt x="95250" y="419100"/>
                  </a:lnTo>
                  <a:lnTo>
                    <a:pt x="56703" y="419100"/>
                  </a:lnTo>
                  <a:lnTo>
                    <a:pt x="45967" y="419100"/>
                  </a:lnTo>
                  <a:lnTo>
                    <a:pt x="0" y="419100"/>
                  </a:lnTo>
                  <a:close/>
                </a:path>
              </a:pathLst>
            </a:custGeom>
            <a:solidFill>
              <a:srgbClr val="305686"/>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nvGrpSpPr>
            <p:cNvPr id="12" name="组合 11"/>
            <p:cNvGrpSpPr/>
            <p:nvPr/>
          </p:nvGrpSpPr>
          <p:grpSpPr>
            <a:xfrm>
              <a:off x="418" y="2067"/>
              <a:ext cx="1655" cy="838"/>
              <a:chOff x="-391195" y="-1"/>
              <a:chExt cx="1697596" cy="866775"/>
            </a:xfrm>
            <a:solidFill>
              <a:srgbClr val="F5F5F5"/>
            </a:solidFill>
          </p:grpSpPr>
          <p:sp>
            <p:nvSpPr>
              <p:cNvPr id="13" name="任意多边形 17"/>
              <p:cNvSpPr/>
              <p:nvPr/>
            </p:nvSpPr>
            <p:spPr>
              <a:xfrm>
                <a:off x="238265"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4" name="任意多边形 18"/>
              <p:cNvSpPr/>
              <p:nvPr/>
            </p:nvSpPr>
            <p:spPr>
              <a:xfrm>
                <a:off x="421807"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5" name="任意多边形 19"/>
              <p:cNvSpPr/>
              <p:nvPr/>
            </p:nvSpPr>
            <p:spPr>
              <a:xfrm>
                <a:off x="605349"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6" name="任意多边形 26"/>
              <p:cNvSpPr/>
              <p:nvPr/>
            </p:nvSpPr>
            <p:spPr>
              <a:xfrm>
                <a:off x="788891"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7" name="任意多边形 27"/>
              <p:cNvSpPr/>
              <p:nvPr/>
            </p:nvSpPr>
            <p:spPr>
              <a:xfrm>
                <a:off x="972434"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 name="任意多边形 28"/>
              <p:cNvSpPr/>
              <p:nvPr/>
            </p:nvSpPr>
            <p:spPr>
              <a:xfrm>
                <a:off x="-391195" y="-1"/>
                <a:ext cx="779885" cy="866775"/>
              </a:xfrm>
              <a:custGeom>
                <a:avLst/>
                <a:gdLst>
                  <a:gd name="connsiteX0" fmla="*/ 167467 w 602715"/>
                  <a:gd name="connsiteY0" fmla="*/ 0 h 669866"/>
                  <a:gd name="connsiteX1" fmla="*/ 240938 w 602715"/>
                  <a:gd name="connsiteY1" fmla="*/ 0 h 669866"/>
                  <a:gd name="connsiteX2" fmla="*/ 258098 w 602715"/>
                  <a:gd name="connsiteY2" fmla="*/ 0 h 669866"/>
                  <a:gd name="connsiteX3" fmla="*/ 319710 w 602715"/>
                  <a:gd name="connsiteY3" fmla="*/ 0 h 669866"/>
                  <a:gd name="connsiteX4" fmla="*/ 331569 w 602715"/>
                  <a:gd name="connsiteY4" fmla="*/ 0 h 669866"/>
                  <a:gd name="connsiteX5" fmla="*/ 359841 w 602715"/>
                  <a:gd name="connsiteY5" fmla="*/ 0 h 669866"/>
                  <a:gd name="connsiteX6" fmla="*/ 410341 w 602715"/>
                  <a:gd name="connsiteY6" fmla="*/ 0 h 669866"/>
                  <a:gd name="connsiteX7" fmla="*/ 433312 w 602715"/>
                  <a:gd name="connsiteY7" fmla="*/ 0 h 669866"/>
                  <a:gd name="connsiteX8" fmla="*/ 450472 w 602715"/>
                  <a:gd name="connsiteY8" fmla="*/ 0 h 669866"/>
                  <a:gd name="connsiteX9" fmla="*/ 512084 w 602715"/>
                  <a:gd name="connsiteY9" fmla="*/ 0 h 669866"/>
                  <a:gd name="connsiteX10" fmla="*/ 523943 w 602715"/>
                  <a:gd name="connsiteY10" fmla="*/ 0 h 669866"/>
                  <a:gd name="connsiteX11" fmla="*/ 602715 w 602715"/>
                  <a:gd name="connsiteY11" fmla="*/ 0 h 669866"/>
                  <a:gd name="connsiteX12" fmla="*/ 435248 w 602715"/>
                  <a:gd name="connsiteY12" fmla="*/ 669866 h 669866"/>
                  <a:gd name="connsiteX13" fmla="*/ 356476 w 602715"/>
                  <a:gd name="connsiteY13" fmla="*/ 669866 h 669866"/>
                  <a:gd name="connsiteX14" fmla="*/ 344617 w 602715"/>
                  <a:gd name="connsiteY14" fmla="*/ 669866 h 669866"/>
                  <a:gd name="connsiteX15" fmla="*/ 283005 w 602715"/>
                  <a:gd name="connsiteY15" fmla="*/ 669866 h 669866"/>
                  <a:gd name="connsiteX16" fmla="*/ 265845 w 602715"/>
                  <a:gd name="connsiteY16" fmla="*/ 669866 h 669866"/>
                  <a:gd name="connsiteX17" fmla="*/ 242874 w 602715"/>
                  <a:gd name="connsiteY17" fmla="*/ 669866 h 669866"/>
                  <a:gd name="connsiteX18" fmla="*/ 192374 w 602715"/>
                  <a:gd name="connsiteY18" fmla="*/ 669866 h 669866"/>
                  <a:gd name="connsiteX19" fmla="*/ 164102 w 602715"/>
                  <a:gd name="connsiteY19" fmla="*/ 669866 h 669866"/>
                  <a:gd name="connsiteX20" fmla="*/ 152243 w 602715"/>
                  <a:gd name="connsiteY20" fmla="*/ 669866 h 669866"/>
                  <a:gd name="connsiteX21" fmla="*/ 90631 w 602715"/>
                  <a:gd name="connsiteY21" fmla="*/ 669866 h 669866"/>
                  <a:gd name="connsiteX22" fmla="*/ 73471 w 602715"/>
                  <a:gd name="connsiteY22" fmla="*/ 669866 h 669866"/>
                  <a:gd name="connsiteX23" fmla="*/ 0 w 602715"/>
                  <a:gd name="connsiteY23" fmla="*/ 669866 h 66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2715" h="669866">
                    <a:moveTo>
                      <a:pt x="167467" y="0"/>
                    </a:moveTo>
                    <a:lnTo>
                      <a:pt x="240938" y="0"/>
                    </a:lnTo>
                    <a:lnTo>
                      <a:pt x="258098" y="0"/>
                    </a:lnTo>
                    <a:lnTo>
                      <a:pt x="319710" y="0"/>
                    </a:lnTo>
                    <a:lnTo>
                      <a:pt x="331569" y="0"/>
                    </a:lnTo>
                    <a:lnTo>
                      <a:pt x="359841" y="0"/>
                    </a:lnTo>
                    <a:lnTo>
                      <a:pt x="410341" y="0"/>
                    </a:lnTo>
                    <a:lnTo>
                      <a:pt x="433312" y="0"/>
                    </a:lnTo>
                    <a:lnTo>
                      <a:pt x="450472" y="0"/>
                    </a:lnTo>
                    <a:lnTo>
                      <a:pt x="512084" y="0"/>
                    </a:lnTo>
                    <a:lnTo>
                      <a:pt x="523943" y="0"/>
                    </a:lnTo>
                    <a:lnTo>
                      <a:pt x="602715" y="0"/>
                    </a:lnTo>
                    <a:lnTo>
                      <a:pt x="435248" y="669866"/>
                    </a:lnTo>
                    <a:lnTo>
                      <a:pt x="356476" y="669866"/>
                    </a:lnTo>
                    <a:lnTo>
                      <a:pt x="344617" y="669866"/>
                    </a:lnTo>
                    <a:lnTo>
                      <a:pt x="283005" y="669866"/>
                    </a:lnTo>
                    <a:lnTo>
                      <a:pt x="265845" y="669866"/>
                    </a:lnTo>
                    <a:lnTo>
                      <a:pt x="242874" y="669866"/>
                    </a:lnTo>
                    <a:lnTo>
                      <a:pt x="192374" y="669866"/>
                    </a:lnTo>
                    <a:lnTo>
                      <a:pt x="164102" y="669866"/>
                    </a:lnTo>
                    <a:lnTo>
                      <a:pt x="152243" y="669866"/>
                    </a:lnTo>
                    <a:lnTo>
                      <a:pt x="90631" y="669866"/>
                    </a:lnTo>
                    <a:lnTo>
                      <a:pt x="73471" y="669866"/>
                    </a:lnTo>
                    <a:lnTo>
                      <a:pt x="0" y="669866"/>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sp>
          <p:nvSpPr>
            <p:cNvPr id="34820" name="Text Box 7"/>
            <p:cNvSpPr txBox="1"/>
            <p:nvPr/>
          </p:nvSpPr>
          <p:spPr>
            <a:xfrm>
              <a:off x="2170" y="1961"/>
              <a:ext cx="10524" cy="918"/>
            </a:xfrm>
            <a:prstGeom prst="rect">
              <a:avLst/>
            </a:prstGeom>
            <a:noFill/>
            <a:ln w="9525">
              <a:noFill/>
            </a:ln>
          </p:spPr>
          <p:txBody>
            <a:bodyPr wrap="square" anchor="t" anchorCtr="0">
              <a:spAutoFit/>
            </a:bodyPr>
            <a:p>
              <a:pPr>
                <a:buSzTx/>
              </a:pPr>
              <a:r>
                <a:rPr lang="en-US" altLang="zh-CN" sz="3200" b="1" dirty="0">
                  <a:solidFill>
                    <a:schemeClr val="bg1"/>
                  </a:solidFill>
                  <a:latin typeface="微软雅黑" panose="020B0503020204020204" charset="-122"/>
                  <a:ea typeface="微软雅黑" panose="020B0503020204020204" charset="-122"/>
                </a:rPr>
                <a:t>4.3 </a:t>
              </a:r>
              <a:r>
                <a:rPr lang="zh-CN" altLang="en-US" sz="3200" b="1" dirty="0">
                  <a:solidFill>
                    <a:schemeClr val="bg1"/>
                  </a:solidFill>
                  <a:latin typeface="微软雅黑" panose="020B0503020204020204" charset="-122"/>
                  <a:ea typeface="微软雅黑" panose="020B0503020204020204" charset="-122"/>
                </a:rPr>
                <a:t>简谐振动的能量</a:t>
              </a:r>
              <a:endParaRPr lang="zh-CN" altLang="en-US" sz="3200" b="1" dirty="0">
                <a:solidFill>
                  <a:schemeClr val="bg1"/>
                </a:solidFill>
                <a:latin typeface="微软雅黑" panose="020B0503020204020204" charset="-122"/>
                <a:ea typeface="微软雅黑" panose="020B0503020204020204" charset="-122"/>
              </a:endParaRPr>
            </a:p>
          </p:txBody>
        </p:sp>
      </p:grpSp>
      <p:cxnSp>
        <p:nvCxnSpPr>
          <p:cNvPr id="34821" name="直接连接符 7"/>
          <p:cNvCxnSpPr/>
          <p:nvPr/>
        </p:nvCxnSpPr>
        <p:spPr>
          <a:xfrm>
            <a:off x="1208088" y="866775"/>
            <a:ext cx="7920037" cy="0"/>
          </a:xfrm>
          <a:prstGeom prst="line">
            <a:avLst/>
          </a:prstGeom>
          <a:ln w="28575" cap="flat" cmpd="sng">
            <a:solidFill>
              <a:srgbClr val="315985"/>
            </a:solidFill>
            <a:prstDash val="solid"/>
            <a:miter/>
            <a:headEnd type="none" w="med" len="med"/>
            <a:tailEnd type="none" w="med" len="med"/>
          </a:ln>
        </p:spPr>
      </p:cxnSp>
      <p:sp>
        <p:nvSpPr>
          <p:cNvPr id="34822" name="Text Box 27"/>
          <p:cNvSpPr txBox="1"/>
          <p:nvPr/>
        </p:nvSpPr>
        <p:spPr>
          <a:xfrm>
            <a:off x="328613" y="1036638"/>
            <a:ext cx="8062912" cy="522287"/>
          </a:xfrm>
          <a:prstGeom prst="rect">
            <a:avLst/>
          </a:prstGeom>
          <a:noFill/>
          <a:ln w="9525">
            <a:noFill/>
          </a:ln>
        </p:spPr>
        <p:txBody>
          <a:bodyPr wrap="square" anchor="t" anchorCtr="0">
            <a:spAutoFit/>
          </a:bodyPr>
          <a:p>
            <a:pPr>
              <a:spcBef>
                <a:spcPct val="50000"/>
              </a:spcBef>
            </a:pPr>
            <a:r>
              <a:rPr lang="zh-CN" altLang="en-US" sz="2800" b="1" dirty="0">
                <a:solidFill>
                  <a:srgbClr val="305686"/>
                </a:solidFill>
                <a:latin typeface="微软雅黑" panose="020B0503020204020204" charset="-122"/>
                <a:ea typeface="微软雅黑" panose="020B0503020204020204" charset="-122"/>
              </a:rPr>
              <a:t>一</a:t>
            </a:r>
            <a:r>
              <a:rPr lang="en-US" altLang="zh-CN" sz="2800" b="1" dirty="0">
                <a:solidFill>
                  <a:srgbClr val="305686"/>
                </a:solidFill>
                <a:latin typeface="微软雅黑" panose="020B0503020204020204" charset="-122"/>
                <a:ea typeface="微软雅黑" panose="020B0503020204020204" charset="-122"/>
              </a:rPr>
              <a:t>. </a:t>
            </a:r>
            <a:r>
              <a:rPr lang="zh-CN" altLang="en-US" sz="2800" b="1" dirty="0">
                <a:solidFill>
                  <a:srgbClr val="305686"/>
                </a:solidFill>
                <a:latin typeface="微软雅黑" panose="020B0503020204020204" charset="-122"/>
                <a:ea typeface="微软雅黑" panose="020B0503020204020204" charset="-122"/>
              </a:rPr>
              <a:t>简谐振动的能量（以水平弹簧振子为例）：</a:t>
            </a:r>
            <a:endParaRPr lang="zh-CN" altLang="en-US" sz="2800" b="1" dirty="0">
              <a:solidFill>
                <a:srgbClr val="305686"/>
              </a:solidFill>
              <a:latin typeface="微软雅黑" panose="020B0503020204020204" charset="-122"/>
              <a:ea typeface="微软雅黑" panose="020B0503020204020204" charset="-122"/>
            </a:endParaRPr>
          </a:p>
        </p:txBody>
      </p:sp>
      <p:graphicFrame>
        <p:nvGraphicFramePr>
          <p:cNvPr id="28" name="Object 10"/>
          <p:cNvGraphicFramePr>
            <a:graphicFrameLocks noChangeAspect="1"/>
          </p:cNvGraphicFramePr>
          <p:nvPr/>
        </p:nvGraphicFramePr>
        <p:xfrm>
          <a:off x="1624013" y="2787650"/>
          <a:ext cx="4603750" cy="754063"/>
        </p:xfrm>
        <a:graphic>
          <a:graphicData uri="http://schemas.openxmlformats.org/presentationml/2006/ole">
            <mc:AlternateContent xmlns:mc="http://schemas.openxmlformats.org/markup-compatibility/2006">
              <mc:Choice xmlns:v="urn:schemas-microsoft-com:vml" Requires="v">
                <p:oleObj spid="_x0000_s3174" name="" r:id="rId1" imgW="49987200" imgH="8839200" progId="Equation.3">
                  <p:embed/>
                </p:oleObj>
              </mc:Choice>
              <mc:Fallback>
                <p:oleObj name="" r:id="rId1" imgW="49987200" imgH="8839200" progId="Equation.3">
                  <p:embed/>
                  <p:pic>
                    <p:nvPicPr>
                      <p:cNvPr id="0" name="图片 3173"/>
                      <p:cNvPicPr/>
                      <p:nvPr/>
                    </p:nvPicPr>
                    <p:blipFill>
                      <a:blip r:embed="rId2"/>
                      <a:stretch>
                        <a:fillRect/>
                      </a:stretch>
                    </p:blipFill>
                    <p:spPr>
                      <a:xfrm>
                        <a:off x="1624013" y="2787650"/>
                        <a:ext cx="4603750" cy="754063"/>
                      </a:xfrm>
                      <a:prstGeom prst="rect">
                        <a:avLst/>
                      </a:prstGeom>
                      <a:noFill/>
                      <a:ln w="38100">
                        <a:noFill/>
                        <a:miter/>
                      </a:ln>
                    </p:spPr>
                  </p:pic>
                </p:oleObj>
              </mc:Fallback>
            </mc:AlternateContent>
          </a:graphicData>
        </a:graphic>
      </p:graphicFrame>
      <p:graphicFrame>
        <p:nvGraphicFramePr>
          <p:cNvPr id="31" name="Object 20"/>
          <p:cNvGraphicFramePr>
            <a:graphicFrameLocks noChangeAspect="1"/>
          </p:cNvGraphicFramePr>
          <p:nvPr/>
        </p:nvGraphicFramePr>
        <p:xfrm>
          <a:off x="6227763" y="2822575"/>
          <a:ext cx="2308225" cy="709613"/>
        </p:xfrm>
        <a:graphic>
          <a:graphicData uri="http://schemas.openxmlformats.org/presentationml/2006/ole">
            <mc:AlternateContent xmlns:mc="http://schemas.openxmlformats.org/markup-compatibility/2006">
              <mc:Choice xmlns:v="urn:schemas-microsoft-com:vml" Requires="v">
                <p:oleObj spid="_x0000_s3170" name="" r:id="rId3" imgW="1282065" imgH="393700" progId="Equation.3">
                  <p:embed/>
                </p:oleObj>
              </mc:Choice>
              <mc:Fallback>
                <p:oleObj name="" r:id="rId3" imgW="1282065" imgH="393700" progId="Equation.3">
                  <p:embed/>
                  <p:pic>
                    <p:nvPicPr>
                      <p:cNvPr id="0" name="图片 3169"/>
                      <p:cNvPicPr/>
                      <p:nvPr/>
                    </p:nvPicPr>
                    <p:blipFill>
                      <a:blip r:embed="rId4"/>
                      <a:stretch>
                        <a:fillRect/>
                      </a:stretch>
                    </p:blipFill>
                    <p:spPr>
                      <a:xfrm>
                        <a:off x="6227763" y="2822575"/>
                        <a:ext cx="2308225" cy="709613"/>
                      </a:xfrm>
                      <a:prstGeom prst="rect">
                        <a:avLst/>
                      </a:prstGeom>
                      <a:noFill/>
                      <a:ln w="38100">
                        <a:noFill/>
                        <a:miter/>
                      </a:ln>
                    </p:spPr>
                  </p:pic>
                </p:oleObj>
              </mc:Fallback>
            </mc:AlternateContent>
          </a:graphicData>
        </a:graphic>
      </p:graphicFrame>
      <p:graphicFrame>
        <p:nvGraphicFramePr>
          <p:cNvPr id="39" name="Object 30"/>
          <p:cNvGraphicFramePr>
            <a:graphicFrameLocks noChangeAspect="1"/>
          </p:cNvGraphicFramePr>
          <p:nvPr/>
        </p:nvGraphicFramePr>
        <p:xfrm>
          <a:off x="1122363" y="2206625"/>
          <a:ext cx="3163887" cy="488950"/>
        </p:xfrm>
        <a:graphic>
          <a:graphicData uri="http://schemas.openxmlformats.org/presentationml/2006/ole">
            <mc:AlternateContent xmlns:mc="http://schemas.openxmlformats.org/markup-compatibility/2006">
              <mc:Choice xmlns:v="urn:schemas-microsoft-com:vml" Requires="v">
                <p:oleObj spid="_x0000_s3169" name="" r:id="rId5" imgW="29565600" imgH="4876800" progId="Equation.3">
                  <p:embed/>
                </p:oleObj>
              </mc:Choice>
              <mc:Fallback>
                <p:oleObj name="" r:id="rId5" imgW="29565600" imgH="4876800" progId="Equation.3">
                  <p:embed/>
                  <p:pic>
                    <p:nvPicPr>
                      <p:cNvPr id="0" name="图片 3168"/>
                      <p:cNvPicPr/>
                      <p:nvPr/>
                    </p:nvPicPr>
                    <p:blipFill>
                      <a:blip r:embed="rId6"/>
                      <a:stretch>
                        <a:fillRect/>
                      </a:stretch>
                    </p:blipFill>
                    <p:spPr>
                      <a:xfrm>
                        <a:off x="1122363" y="2206625"/>
                        <a:ext cx="3163887" cy="488950"/>
                      </a:xfrm>
                      <a:prstGeom prst="rect">
                        <a:avLst/>
                      </a:prstGeom>
                      <a:noFill/>
                      <a:ln w="38100">
                        <a:noFill/>
                        <a:miter/>
                      </a:ln>
                    </p:spPr>
                  </p:pic>
                </p:oleObj>
              </mc:Fallback>
            </mc:AlternateContent>
          </a:graphicData>
        </a:graphic>
      </p:graphicFrame>
      <p:graphicFrame>
        <p:nvGraphicFramePr>
          <p:cNvPr id="41" name="Object 6"/>
          <p:cNvGraphicFramePr>
            <a:graphicFrameLocks noChangeAspect="1"/>
          </p:cNvGraphicFramePr>
          <p:nvPr/>
        </p:nvGraphicFramePr>
        <p:xfrm>
          <a:off x="1149350" y="1677988"/>
          <a:ext cx="2578100" cy="528637"/>
        </p:xfrm>
        <a:graphic>
          <a:graphicData uri="http://schemas.openxmlformats.org/presentationml/2006/ole">
            <mc:AlternateContent xmlns:mc="http://schemas.openxmlformats.org/markup-compatibility/2006">
              <mc:Choice xmlns:v="urn:schemas-microsoft-com:vml" Requires="v">
                <p:oleObj spid="_x0000_s3171" name="" r:id="rId7" imgW="26822400" imgH="5486400" progId="Equation.3">
                  <p:embed/>
                </p:oleObj>
              </mc:Choice>
              <mc:Fallback>
                <p:oleObj name="" r:id="rId7" imgW="26822400" imgH="5486400" progId="Equation.3">
                  <p:embed/>
                  <p:pic>
                    <p:nvPicPr>
                      <p:cNvPr id="0" name="图片 3170"/>
                      <p:cNvPicPr/>
                      <p:nvPr/>
                    </p:nvPicPr>
                    <p:blipFill>
                      <a:blip r:embed="rId8"/>
                      <a:stretch>
                        <a:fillRect/>
                      </a:stretch>
                    </p:blipFill>
                    <p:spPr>
                      <a:xfrm>
                        <a:off x="1149350" y="1677988"/>
                        <a:ext cx="2578100" cy="528637"/>
                      </a:xfrm>
                      <a:prstGeom prst="rect">
                        <a:avLst/>
                      </a:prstGeom>
                      <a:noFill/>
                      <a:ln w="38100">
                        <a:noFill/>
                        <a:miter/>
                      </a:ln>
                    </p:spPr>
                  </p:pic>
                </p:oleObj>
              </mc:Fallback>
            </mc:AlternateContent>
          </a:graphicData>
        </a:graphic>
      </p:graphicFrame>
      <p:sp>
        <p:nvSpPr>
          <p:cNvPr id="47" name="Text Box 24"/>
          <p:cNvSpPr txBox="1"/>
          <p:nvPr/>
        </p:nvSpPr>
        <p:spPr>
          <a:xfrm>
            <a:off x="806450" y="3724275"/>
            <a:ext cx="1123950" cy="460375"/>
          </a:xfrm>
          <a:prstGeom prst="rect">
            <a:avLst/>
          </a:prstGeom>
          <a:noFill/>
          <a:ln w="9525">
            <a:noFill/>
          </a:ln>
        </p:spPr>
        <p:txBody>
          <a:bodyPr wrap="square" anchor="t" anchorCtr="0">
            <a:spAutoFit/>
          </a:bodyPr>
          <a:p>
            <a:pPr eaLnBrk="0" hangingPunct="0">
              <a:spcBef>
                <a:spcPct val="50000"/>
              </a:spcBef>
            </a:pPr>
            <a:r>
              <a:rPr lang="zh-CN" altLang="en-US" sz="2400" dirty="0">
                <a:solidFill>
                  <a:srgbClr val="000000"/>
                </a:solidFill>
                <a:latin typeface="微软雅黑" panose="020B0503020204020204" charset="-122"/>
                <a:ea typeface="微软雅黑" panose="020B0503020204020204" charset="-122"/>
              </a:rPr>
              <a:t>势能</a:t>
            </a:r>
            <a:endParaRPr lang="zh-CN" altLang="en-US" sz="2400" dirty="0">
              <a:solidFill>
                <a:srgbClr val="000000"/>
              </a:solidFill>
              <a:latin typeface="微软雅黑" panose="020B0503020204020204" charset="-122"/>
              <a:ea typeface="微软雅黑" panose="020B0503020204020204" charset="-122"/>
            </a:endParaRPr>
          </a:p>
        </p:txBody>
      </p:sp>
      <p:sp>
        <p:nvSpPr>
          <p:cNvPr id="48" name="Text Box 24"/>
          <p:cNvSpPr txBox="1"/>
          <p:nvPr/>
        </p:nvSpPr>
        <p:spPr>
          <a:xfrm>
            <a:off x="809625" y="2900363"/>
            <a:ext cx="958850" cy="460375"/>
          </a:xfrm>
          <a:prstGeom prst="rect">
            <a:avLst/>
          </a:prstGeom>
          <a:noFill/>
          <a:ln w="9525">
            <a:noFill/>
          </a:ln>
        </p:spPr>
        <p:txBody>
          <a:bodyPr wrap="square" anchor="t" anchorCtr="0">
            <a:spAutoFit/>
          </a:bodyPr>
          <a:p>
            <a:pPr eaLnBrk="0" hangingPunct="0">
              <a:spcBef>
                <a:spcPct val="50000"/>
              </a:spcBef>
            </a:pPr>
            <a:r>
              <a:rPr lang="zh-CN" altLang="en-US" sz="2400" dirty="0">
                <a:solidFill>
                  <a:srgbClr val="000000"/>
                </a:solidFill>
                <a:latin typeface="微软雅黑" panose="020B0503020204020204" charset="-122"/>
                <a:ea typeface="微软雅黑" panose="020B0503020204020204" charset="-122"/>
              </a:rPr>
              <a:t>动能</a:t>
            </a:r>
            <a:endParaRPr lang="zh-CN" altLang="en-US" sz="2400" dirty="0">
              <a:solidFill>
                <a:srgbClr val="000000"/>
              </a:solidFill>
              <a:latin typeface="微软雅黑" panose="020B0503020204020204" charset="-122"/>
              <a:ea typeface="微软雅黑" panose="020B0503020204020204" charset="-122"/>
            </a:endParaRPr>
          </a:p>
        </p:txBody>
      </p:sp>
      <p:graphicFrame>
        <p:nvGraphicFramePr>
          <p:cNvPr id="32" name="Object 21"/>
          <p:cNvGraphicFramePr>
            <a:graphicFrameLocks noChangeAspect="1"/>
          </p:cNvGraphicFramePr>
          <p:nvPr/>
        </p:nvGraphicFramePr>
        <p:xfrm>
          <a:off x="1624013" y="3613150"/>
          <a:ext cx="3629025" cy="709613"/>
        </p:xfrm>
        <a:graphic>
          <a:graphicData uri="http://schemas.openxmlformats.org/presentationml/2006/ole">
            <mc:AlternateContent xmlns:mc="http://schemas.openxmlformats.org/markup-compatibility/2006">
              <mc:Choice xmlns:v="urn:schemas-microsoft-com:vml" Requires="v">
                <p:oleObj spid="_x0000_s3172" name="" r:id="rId9" imgW="1993265" imgH="393700" progId="Equation.3">
                  <p:embed/>
                </p:oleObj>
              </mc:Choice>
              <mc:Fallback>
                <p:oleObj name="" r:id="rId9" imgW="1993265" imgH="393700" progId="Equation.3">
                  <p:embed/>
                  <p:pic>
                    <p:nvPicPr>
                      <p:cNvPr id="0" name="图片 3171"/>
                      <p:cNvPicPr/>
                      <p:nvPr/>
                    </p:nvPicPr>
                    <p:blipFill>
                      <a:blip r:embed="rId10"/>
                      <a:stretch>
                        <a:fillRect/>
                      </a:stretch>
                    </p:blipFill>
                    <p:spPr>
                      <a:xfrm>
                        <a:off x="1624013" y="3613150"/>
                        <a:ext cx="3629025" cy="709613"/>
                      </a:xfrm>
                      <a:prstGeom prst="rect">
                        <a:avLst/>
                      </a:prstGeom>
                      <a:noFill/>
                      <a:ln w="38100">
                        <a:noFill/>
                        <a:miter/>
                      </a:ln>
                    </p:spPr>
                  </p:pic>
                </p:oleObj>
              </mc:Fallback>
            </mc:AlternateContent>
          </a:graphicData>
        </a:graphic>
      </p:graphicFrame>
      <p:graphicFrame>
        <p:nvGraphicFramePr>
          <p:cNvPr id="124961" name="Object 33"/>
          <p:cNvGraphicFramePr>
            <a:graphicFrameLocks noChangeAspect="1"/>
          </p:cNvGraphicFramePr>
          <p:nvPr/>
        </p:nvGraphicFramePr>
        <p:xfrm>
          <a:off x="5705475" y="1827213"/>
          <a:ext cx="920750" cy="692150"/>
        </p:xfrm>
        <a:graphic>
          <a:graphicData uri="http://schemas.openxmlformats.org/presentationml/2006/ole">
            <mc:AlternateContent xmlns:mc="http://schemas.openxmlformats.org/markup-compatibility/2006">
              <mc:Choice xmlns:v="urn:schemas-microsoft-com:vml" Requires="v">
                <p:oleObj spid="_x0000_s3175" name="" r:id="rId11" imgW="489585" imgH="367030" progId="Equation.3">
                  <p:embed/>
                </p:oleObj>
              </mc:Choice>
              <mc:Fallback>
                <p:oleObj name="" r:id="rId11" imgW="489585" imgH="367030" progId="Equation.3">
                  <p:embed/>
                  <p:pic>
                    <p:nvPicPr>
                      <p:cNvPr id="0" name="图片 3174"/>
                      <p:cNvPicPr/>
                      <p:nvPr/>
                    </p:nvPicPr>
                    <p:blipFill>
                      <a:blip r:embed="rId12">
                        <a:clrChange>
                          <a:clrFrom>
                            <a:srgbClr val="000000"/>
                          </a:clrFrom>
                          <a:clrTo>
                            <a:srgbClr val="000000">
                              <a:alpha val="0"/>
                            </a:srgbClr>
                          </a:clrTo>
                        </a:clrChange>
                      </a:blip>
                      <a:stretch>
                        <a:fillRect/>
                      </a:stretch>
                    </p:blipFill>
                    <p:spPr>
                      <a:xfrm>
                        <a:off x="5705475" y="1827213"/>
                        <a:ext cx="920750" cy="692150"/>
                      </a:xfrm>
                      <a:prstGeom prst="rect">
                        <a:avLst/>
                      </a:prstGeom>
                      <a:noFill/>
                      <a:ln w="38100">
                        <a:noFill/>
                        <a:miter/>
                      </a:ln>
                    </p:spPr>
                  </p:pic>
                </p:oleObj>
              </mc:Fallback>
            </mc:AlternateContent>
          </a:graphicData>
        </a:graphic>
      </p:graphicFrame>
      <p:sp>
        <p:nvSpPr>
          <p:cNvPr id="124962" name="Text Box 34"/>
          <p:cNvSpPr txBox="1"/>
          <p:nvPr/>
        </p:nvSpPr>
        <p:spPr>
          <a:xfrm>
            <a:off x="1017588" y="4498975"/>
            <a:ext cx="3024187" cy="460375"/>
          </a:xfrm>
          <a:prstGeom prst="rect">
            <a:avLst/>
          </a:prstGeom>
          <a:noFill/>
          <a:ln w="9525">
            <a:noFill/>
          </a:ln>
        </p:spPr>
        <p:txBody>
          <a:bodyPr anchor="t" anchorCtr="0">
            <a:spAutoFit/>
          </a:bodyPr>
          <a:p>
            <a:pPr algn="just"/>
            <a:r>
              <a:rPr lang="zh-CN" altLang="en-US" sz="2400" dirty="0">
                <a:solidFill>
                  <a:srgbClr val="FF0000"/>
                </a:solidFill>
                <a:latin typeface="微软雅黑" panose="020B0503020204020204" charset="-122"/>
                <a:ea typeface="微软雅黑" panose="020B0503020204020204" charset="-122"/>
              </a:rPr>
              <a:t>系统总的机械能：</a:t>
            </a:r>
            <a:endParaRPr lang="zh-CN" altLang="en-US" sz="2400" dirty="0">
              <a:solidFill>
                <a:srgbClr val="FF0000"/>
              </a:solidFill>
              <a:latin typeface="微软雅黑" panose="020B0503020204020204" charset="-122"/>
              <a:ea typeface="微软雅黑" panose="020B0503020204020204" charset="-122"/>
            </a:endParaRPr>
          </a:p>
        </p:txBody>
      </p:sp>
      <p:graphicFrame>
        <p:nvGraphicFramePr>
          <p:cNvPr id="124963" name="Object 35"/>
          <p:cNvGraphicFramePr>
            <a:graphicFrameLocks noChangeAspect="1"/>
          </p:cNvGraphicFramePr>
          <p:nvPr/>
        </p:nvGraphicFramePr>
        <p:xfrm>
          <a:off x="3614738" y="4314825"/>
          <a:ext cx="2689225" cy="831850"/>
        </p:xfrm>
        <a:graphic>
          <a:graphicData uri="http://schemas.openxmlformats.org/presentationml/2006/ole">
            <mc:AlternateContent xmlns:mc="http://schemas.openxmlformats.org/markup-compatibility/2006">
              <mc:Choice xmlns:v="urn:schemas-microsoft-com:vml" Requires="v">
                <p:oleObj spid="_x0000_s3173" name="" r:id="rId13" imgW="1068705" imgH="328295" progId="Equation.3">
                  <p:embed/>
                </p:oleObj>
              </mc:Choice>
              <mc:Fallback>
                <p:oleObj name="" r:id="rId13" imgW="1068705" imgH="328295" progId="Equation.3">
                  <p:embed/>
                  <p:pic>
                    <p:nvPicPr>
                      <p:cNvPr id="0" name="图片 3172"/>
                      <p:cNvPicPr/>
                      <p:nvPr/>
                    </p:nvPicPr>
                    <p:blipFill>
                      <a:blip r:embed="rId14">
                        <a:clrChange>
                          <a:clrFrom>
                            <a:srgbClr val="000000"/>
                          </a:clrFrom>
                          <a:clrTo>
                            <a:srgbClr val="000000">
                              <a:alpha val="0"/>
                            </a:srgbClr>
                          </a:clrTo>
                        </a:clrChange>
                      </a:blip>
                      <a:stretch>
                        <a:fillRect/>
                      </a:stretch>
                    </p:blipFill>
                    <p:spPr>
                      <a:xfrm>
                        <a:off x="3614738" y="4314825"/>
                        <a:ext cx="2689225" cy="831850"/>
                      </a:xfrm>
                      <a:prstGeom prst="rect">
                        <a:avLst/>
                      </a:prstGeom>
                      <a:noFill/>
                      <a:ln w="38100">
                        <a:noFill/>
                        <a:miter/>
                      </a:ln>
                    </p:spPr>
                  </p:pic>
                </p:oleObj>
              </mc:Fallback>
            </mc:AlternateContent>
          </a:graphicData>
        </a:graphic>
      </p:graphicFrame>
      <p:sp>
        <p:nvSpPr>
          <p:cNvPr id="124965" name="Text Box 37"/>
          <p:cNvSpPr txBox="1"/>
          <p:nvPr/>
        </p:nvSpPr>
        <p:spPr>
          <a:xfrm>
            <a:off x="687388" y="5145088"/>
            <a:ext cx="7848600" cy="954087"/>
          </a:xfrm>
          <a:prstGeom prst="rect">
            <a:avLst/>
          </a:prstGeom>
          <a:noFill/>
          <a:ln w="22225">
            <a:noFill/>
          </a:ln>
        </p:spPr>
        <p:txBody>
          <a:bodyPr anchor="t" anchorCtr="0">
            <a:spAutoFit/>
          </a:bodyPr>
          <a:p>
            <a:pPr eaLnBrk="0" hangingPunct="0"/>
            <a:r>
              <a:rPr lang="zh-CN" altLang="en-US" sz="2800" dirty="0">
                <a:latin typeface="Times New Roman" panose="02020603050405020304" pitchFamily="18" charset="0"/>
                <a:ea typeface="宋体" panose="02010600030101010101" pitchFamily="2" charset="-122"/>
              </a:rPr>
              <a:t>推广任意</a:t>
            </a:r>
            <a:r>
              <a:rPr lang="zh-CN" altLang="en-US" sz="2800" b="1" dirty="0">
                <a:solidFill>
                  <a:srgbClr val="FF0000"/>
                </a:solidFill>
                <a:latin typeface="Times New Roman" panose="02020603050405020304" pitchFamily="18" charset="0"/>
                <a:ea typeface="宋体" panose="02010600030101010101" pitchFamily="2" charset="-122"/>
              </a:rPr>
              <a:t>谐振</a:t>
            </a:r>
            <a:r>
              <a:rPr lang="zh-CN" altLang="en-US" sz="2800" dirty="0">
                <a:solidFill>
                  <a:srgbClr val="000000"/>
                </a:solidFill>
                <a:latin typeface="Times New Roman" panose="02020603050405020304" pitchFamily="18" charset="0"/>
                <a:ea typeface="宋体" panose="02010600030101010101" pitchFamily="2" charset="-122"/>
              </a:rPr>
              <a:t>系统：动能和势能都随时间作周期变化，但此消彼长，总的</a:t>
            </a:r>
            <a:r>
              <a:rPr lang="zh-CN" altLang="en-US" sz="2800" b="1" dirty="0">
                <a:solidFill>
                  <a:srgbClr val="FF0000"/>
                </a:solidFill>
                <a:latin typeface="Times New Roman" panose="02020603050405020304" pitchFamily="18" charset="0"/>
                <a:ea typeface="宋体" panose="02010600030101010101" pitchFamily="2" charset="-122"/>
              </a:rPr>
              <a:t>机械能守恒</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34834"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ppt_x</p:attrName>
                                        </p:attrNameLst>
                                      </p:cBhvr>
                                      <p:tavLst>
                                        <p:tav tm="0">
                                          <p:val>
                                            <p:strVal val="#ppt_x"/>
                                          </p:val>
                                        </p:tav>
                                        <p:tav tm="100000">
                                          <p:val>
                                            <p:strVal val="#ppt_x"/>
                                          </p:val>
                                        </p:tav>
                                      </p:tavLst>
                                    </p:anim>
                                    <p:anim calcmode="lin" valueType="num">
                                      <p:cBhvr>
                                        <p:cTn id="8" dur="500" fill="hold"/>
                                        <p:tgtEl>
                                          <p:spTgt spid="4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0"/>
                                          </p:stCondLst>
                                        </p:cTn>
                                        <p:tgtEl>
                                          <p:spTgt spid="3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8"/>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24961"/>
                                        </p:tgtEl>
                                        <p:attrNameLst>
                                          <p:attrName>style.visibility</p:attrName>
                                        </p:attrNameLst>
                                      </p:cBhvr>
                                      <p:to>
                                        <p:strVal val="visible"/>
                                      </p:to>
                                    </p:set>
                                    <p:animEffect transition="in" filter="barn(inVertical)">
                                      <p:cBhvr>
                                        <p:cTn id="22" dur="500"/>
                                        <p:tgtEl>
                                          <p:spTgt spid="124961"/>
                                        </p:tgtEl>
                                      </p:cBhvr>
                                    </p:animEffec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3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7"/>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24962"/>
                                        </p:tgtEl>
                                        <p:attrNameLst>
                                          <p:attrName>style.visibility</p:attrName>
                                        </p:attrNameLst>
                                      </p:cBhvr>
                                      <p:to>
                                        <p:strVal val="visible"/>
                                      </p:to>
                                    </p:set>
                                    <p:animEffect transition="in" filter="wipe(left)">
                                      <p:cBhvr>
                                        <p:cTn id="36" dur="500"/>
                                        <p:tgtEl>
                                          <p:spTgt spid="124962"/>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24963"/>
                                        </p:tgtEl>
                                        <p:attrNameLst>
                                          <p:attrName>style.visibility</p:attrName>
                                        </p:attrNameLst>
                                      </p:cBhvr>
                                      <p:to>
                                        <p:strVal val="visible"/>
                                      </p:to>
                                    </p:set>
                                    <p:animEffect transition="in" filter="wipe(left)">
                                      <p:cBhvr>
                                        <p:cTn id="40" dur="500"/>
                                        <p:tgtEl>
                                          <p:spTgt spid="12496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24965"/>
                                        </p:tgtEl>
                                        <p:attrNameLst>
                                          <p:attrName>style.visibility</p:attrName>
                                        </p:attrNameLst>
                                      </p:cBhvr>
                                      <p:to>
                                        <p:strVal val="visible"/>
                                      </p:to>
                                    </p:set>
                                    <p:animEffect transition="in" filter="wipe(left)">
                                      <p:cBhvr>
                                        <p:cTn id="45" dur="500"/>
                                        <p:tgtEl>
                                          <p:spTgt spid="124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124962" grpId="0"/>
      <p:bldP spid="12496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aphicFrame>
        <p:nvGraphicFramePr>
          <p:cNvPr id="125954" name="Object 2"/>
          <p:cNvGraphicFramePr>
            <a:graphicFrameLocks noChangeAspect="1"/>
          </p:cNvGraphicFramePr>
          <p:nvPr/>
        </p:nvGraphicFramePr>
        <p:xfrm>
          <a:off x="1443038" y="1096963"/>
          <a:ext cx="1693862" cy="738187"/>
        </p:xfrm>
        <a:graphic>
          <a:graphicData uri="http://schemas.openxmlformats.org/presentationml/2006/ole">
            <mc:AlternateContent xmlns:mc="http://schemas.openxmlformats.org/markup-compatibility/2006">
              <mc:Choice xmlns:v="urn:schemas-microsoft-com:vml" Requires="v">
                <p:oleObj spid="_x0000_s3168" name="" r:id="rId1" imgW="1054100" imgH="393700" progId="Equation.3">
                  <p:embed/>
                </p:oleObj>
              </mc:Choice>
              <mc:Fallback>
                <p:oleObj name="" r:id="rId1" imgW="1054100" imgH="393700" progId="Equation.3">
                  <p:embed/>
                  <p:pic>
                    <p:nvPicPr>
                      <p:cNvPr id="0" name="图片 3167"/>
                      <p:cNvPicPr/>
                      <p:nvPr/>
                    </p:nvPicPr>
                    <p:blipFill>
                      <a:blip r:embed="rId2"/>
                      <a:stretch>
                        <a:fillRect/>
                      </a:stretch>
                    </p:blipFill>
                    <p:spPr>
                      <a:xfrm>
                        <a:off x="1443038" y="1096963"/>
                        <a:ext cx="1693862" cy="738187"/>
                      </a:xfrm>
                      <a:prstGeom prst="rect">
                        <a:avLst/>
                      </a:prstGeom>
                      <a:noFill/>
                      <a:ln w="38100">
                        <a:noFill/>
                        <a:miter/>
                      </a:ln>
                    </p:spPr>
                  </p:pic>
                </p:oleObj>
              </mc:Fallback>
            </mc:AlternateContent>
          </a:graphicData>
        </a:graphic>
      </p:graphicFrame>
      <p:graphicFrame>
        <p:nvGraphicFramePr>
          <p:cNvPr id="125955" name="Object 3"/>
          <p:cNvGraphicFramePr>
            <a:graphicFrameLocks noChangeAspect="1"/>
          </p:cNvGraphicFramePr>
          <p:nvPr/>
        </p:nvGraphicFramePr>
        <p:xfrm>
          <a:off x="1387475" y="1901825"/>
          <a:ext cx="1746250" cy="714375"/>
        </p:xfrm>
        <a:graphic>
          <a:graphicData uri="http://schemas.openxmlformats.org/presentationml/2006/ole">
            <mc:AlternateContent xmlns:mc="http://schemas.openxmlformats.org/markup-compatibility/2006">
              <mc:Choice xmlns:v="urn:schemas-microsoft-com:vml" Requires="v">
                <p:oleObj spid="_x0000_s3166" name="" r:id="rId3" imgW="952500" imgH="393700" progId="Equation.3">
                  <p:embed/>
                </p:oleObj>
              </mc:Choice>
              <mc:Fallback>
                <p:oleObj name="" r:id="rId3" imgW="952500" imgH="393700" progId="Equation.3">
                  <p:embed/>
                  <p:pic>
                    <p:nvPicPr>
                      <p:cNvPr id="0" name="图片 3165"/>
                      <p:cNvPicPr/>
                      <p:nvPr/>
                    </p:nvPicPr>
                    <p:blipFill>
                      <a:blip r:embed="rId4"/>
                      <a:stretch>
                        <a:fillRect/>
                      </a:stretch>
                    </p:blipFill>
                    <p:spPr>
                      <a:xfrm>
                        <a:off x="1387475" y="1901825"/>
                        <a:ext cx="1746250" cy="714375"/>
                      </a:xfrm>
                      <a:prstGeom prst="rect">
                        <a:avLst/>
                      </a:prstGeom>
                      <a:noFill/>
                      <a:ln w="38100">
                        <a:noFill/>
                        <a:miter/>
                      </a:ln>
                    </p:spPr>
                  </p:pic>
                </p:oleObj>
              </mc:Fallback>
            </mc:AlternateContent>
          </a:graphicData>
        </a:graphic>
      </p:graphicFrame>
      <p:sp>
        <p:nvSpPr>
          <p:cNvPr id="125956" name="AutoShape 4"/>
          <p:cNvSpPr/>
          <p:nvPr/>
        </p:nvSpPr>
        <p:spPr>
          <a:xfrm>
            <a:off x="1131888" y="1327150"/>
            <a:ext cx="255587" cy="996950"/>
          </a:xfrm>
          <a:prstGeom prst="leftBrace">
            <a:avLst>
              <a:gd name="adj1" fmla="val 40866"/>
              <a:gd name="adj2" fmla="val 50000"/>
            </a:avLst>
          </a:prstGeom>
          <a:noFill/>
          <a:ln w="222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25957" name="Object 5"/>
          <p:cNvGraphicFramePr>
            <a:graphicFrameLocks noChangeAspect="1"/>
          </p:cNvGraphicFramePr>
          <p:nvPr/>
        </p:nvGraphicFramePr>
        <p:xfrm>
          <a:off x="3081338" y="1096963"/>
          <a:ext cx="4233862" cy="757237"/>
        </p:xfrm>
        <a:graphic>
          <a:graphicData uri="http://schemas.openxmlformats.org/presentationml/2006/ole">
            <mc:AlternateContent xmlns:mc="http://schemas.openxmlformats.org/markup-compatibility/2006">
              <mc:Choice xmlns:v="urn:schemas-microsoft-com:vml" Requires="v">
                <p:oleObj spid="_x0000_s3164" name="" r:id="rId5" imgW="2273300" imgH="393700" progId="Equation.3">
                  <p:embed/>
                </p:oleObj>
              </mc:Choice>
              <mc:Fallback>
                <p:oleObj name="" r:id="rId5" imgW="2273300" imgH="393700" progId="Equation.3">
                  <p:embed/>
                  <p:pic>
                    <p:nvPicPr>
                      <p:cNvPr id="0" name="图片 3163"/>
                      <p:cNvPicPr/>
                      <p:nvPr/>
                    </p:nvPicPr>
                    <p:blipFill>
                      <a:blip r:embed="rId6"/>
                      <a:stretch>
                        <a:fillRect/>
                      </a:stretch>
                    </p:blipFill>
                    <p:spPr>
                      <a:xfrm>
                        <a:off x="3081338" y="1096963"/>
                        <a:ext cx="4233862" cy="757237"/>
                      </a:xfrm>
                      <a:prstGeom prst="rect">
                        <a:avLst/>
                      </a:prstGeom>
                      <a:noFill/>
                      <a:ln w="38100">
                        <a:noFill/>
                        <a:miter/>
                      </a:ln>
                    </p:spPr>
                  </p:pic>
                </p:oleObj>
              </mc:Fallback>
            </mc:AlternateContent>
          </a:graphicData>
        </a:graphic>
      </p:graphicFrame>
      <p:graphicFrame>
        <p:nvGraphicFramePr>
          <p:cNvPr id="125958" name="Object 6"/>
          <p:cNvGraphicFramePr>
            <a:graphicFrameLocks noChangeAspect="1"/>
          </p:cNvGraphicFramePr>
          <p:nvPr/>
        </p:nvGraphicFramePr>
        <p:xfrm>
          <a:off x="3101975" y="1901825"/>
          <a:ext cx="4211638" cy="735013"/>
        </p:xfrm>
        <a:graphic>
          <a:graphicData uri="http://schemas.openxmlformats.org/presentationml/2006/ole">
            <mc:AlternateContent xmlns:mc="http://schemas.openxmlformats.org/markup-compatibility/2006">
              <mc:Choice xmlns:v="urn:schemas-microsoft-com:vml" Requires="v">
                <p:oleObj spid="_x0000_s3167" name="" r:id="rId7" imgW="2311400" imgH="393700" progId="Equation.3">
                  <p:embed/>
                </p:oleObj>
              </mc:Choice>
              <mc:Fallback>
                <p:oleObj name="" r:id="rId7" imgW="2311400" imgH="393700" progId="Equation.3">
                  <p:embed/>
                  <p:pic>
                    <p:nvPicPr>
                      <p:cNvPr id="0" name="图片 3166"/>
                      <p:cNvPicPr/>
                      <p:nvPr/>
                    </p:nvPicPr>
                    <p:blipFill>
                      <a:blip r:embed="rId8"/>
                      <a:stretch>
                        <a:fillRect/>
                      </a:stretch>
                    </p:blipFill>
                    <p:spPr>
                      <a:xfrm>
                        <a:off x="3101975" y="1901825"/>
                        <a:ext cx="4211638" cy="735013"/>
                      </a:xfrm>
                      <a:prstGeom prst="rect">
                        <a:avLst/>
                      </a:prstGeom>
                      <a:noFill/>
                      <a:ln w="38100">
                        <a:noFill/>
                        <a:miter/>
                      </a:ln>
                    </p:spPr>
                  </p:pic>
                </p:oleObj>
              </mc:Fallback>
            </mc:AlternateContent>
          </a:graphicData>
        </a:graphic>
      </p:graphicFrame>
      <p:sp>
        <p:nvSpPr>
          <p:cNvPr id="35847" name="Text Box 7"/>
          <p:cNvSpPr txBox="1"/>
          <p:nvPr/>
        </p:nvSpPr>
        <p:spPr>
          <a:xfrm>
            <a:off x="1131888" y="460375"/>
            <a:ext cx="6083300" cy="460375"/>
          </a:xfrm>
          <a:prstGeom prst="rect">
            <a:avLst/>
          </a:prstGeom>
          <a:noFill/>
          <a:ln w="25400">
            <a:noFill/>
          </a:ln>
        </p:spPr>
        <p:txBody>
          <a:bodyPr wrap="square" anchor="t" anchorCtr="0">
            <a:spAutoFit/>
          </a:bodyPr>
          <a:p>
            <a:pPr>
              <a:spcBef>
                <a:spcPct val="50000"/>
              </a:spcBef>
            </a:pPr>
            <a:r>
              <a:rPr lang="zh-CN" altLang="en-US" sz="2400" dirty="0">
                <a:solidFill>
                  <a:srgbClr val="0070C0"/>
                </a:solidFill>
                <a:latin typeface="微软雅黑" panose="020B0503020204020204" charset="-122"/>
                <a:ea typeface="微软雅黑" panose="020B0503020204020204" charset="-122"/>
              </a:rPr>
              <a:t>弹簧振子动能和势能对时间的平均值</a:t>
            </a:r>
            <a:endParaRPr lang="zh-CN" altLang="en-US" sz="2400" dirty="0">
              <a:solidFill>
                <a:srgbClr val="0070C0"/>
              </a:solidFill>
              <a:latin typeface="微软雅黑" panose="020B0503020204020204" charset="-122"/>
              <a:ea typeface="微软雅黑" panose="020B0503020204020204" charset="-122"/>
            </a:endParaRPr>
          </a:p>
        </p:txBody>
      </p:sp>
      <p:grpSp>
        <p:nvGrpSpPr>
          <p:cNvPr id="126979" name="Group 3"/>
          <p:cNvGrpSpPr/>
          <p:nvPr/>
        </p:nvGrpSpPr>
        <p:grpSpPr>
          <a:xfrm>
            <a:off x="3016250" y="3789363"/>
            <a:ext cx="1849438" cy="2370137"/>
            <a:chOff x="2064" y="1104"/>
            <a:chExt cx="1876" cy="2640"/>
          </a:xfrm>
        </p:grpSpPr>
        <p:sp>
          <p:nvSpPr>
            <p:cNvPr id="35849" name="Line 4"/>
            <p:cNvSpPr/>
            <p:nvPr/>
          </p:nvSpPr>
          <p:spPr>
            <a:xfrm flipV="1">
              <a:off x="2688" y="1104"/>
              <a:ext cx="0" cy="2592"/>
            </a:xfrm>
            <a:prstGeom prst="line">
              <a:avLst/>
            </a:prstGeom>
            <a:ln w="28575" cap="rnd" cmpd="sng">
              <a:solidFill>
                <a:srgbClr val="0000FF"/>
              </a:solidFill>
              <a:prstDash val="sysDot"/>
              <a:round/>
              <a:headEnd type="none" w="med" len="med"/>
              <a:tailEnd type="none" w="med" len="med"/>
            </a:ln>
          </p:spPr>
        </p:sp>
        <p:sp>
          <p:nvSpPr>
            <p:cNvPr id="35850" name="Line 5"/>
            <p:cNvSpPr/>
            <p:nvPr/>
          </p:nvSpPr>
          <p:spPr>
            <a:xfrm flipV="1">
              <a:off x="2064" y="1152"/>
              <a:ext cx="0" cy="2592"/>
            </a:xfrm>
            <a:prstGeom prst="line">
              <a:avLst/>
            </a:prstGeom>
            <a:ln w="28575" cap="rnd" cmpd="sng">
              <a:solidFill>
                <a:srgbClr val="0000FF"/>
              </a:solidFill>
              <a:prstDash val="sysDot"/>
              <a:round/>
              <a:headEnd type="none" w="med" len="med"/>
              <a:tailEnd type="none" w="med" len="med"/>
            </a:ln>
          </p:spPr>
        </p:sp>
        <p:sp>
          <p:nvSpPr>
            <p:cNvPr id="35851" name="Line 6"/>
            <p:cNvSpPr/>
            <p:nvPr/>
          </p:nvSpPr>
          <p:spPr>
            <a:xfrm flipV="1">
              <a:off x="3940" y="1104"/>
              <a:ext cx="0" cy="2592"/>
            </a:xfrm>
            <a:prstGeom prst="line">
              <a:avLst/>
            </a:prstGeom>
            <a:ln w="28575" cap="rnd" cmpd="sng">
              <a:solidFill>
                <a:srgbClr val="0000FF"/>
              </a:solidFill>
              <a:prstDash val="sysDot"/>
              <a:round/>
              <a:headEnd type="none" w="med" len="med"/>
              <a:tailEnd type="none" w="med" len="med"/>
            </a:ln>
          </p:spPr>
        </p:sp>
        <p:sp>
          <p:nvSpPr>
            <p:cNvPr id="35852" name="Line 7"/>
            <p:cNvSpPr/>
            <p:nvPr/>
          </p:nvSpPr>
          <p:spPr>
            <a:xfrm flipV="1">
              <a:off x="3312" y="1152"/>
              <a:ext cx="0" cy="2592"/>
            </a:xfrm>
            <a:prstGeom prst="line">
              <a:avLst/>
            </a:prstGeom>
            <a:ln w="28575" cap="rnd" cmpd="sng">
              <a:solidFill>
                <a:srgbClr val="0000FF"/>
              </a:solidFill>
              <a:prstDash val="sysDot"/>
              <a:round/>
              <a:headEnd type="none" w="med" len="med"/>
              <a:tailEnd type="none" w="med" len="med"/>
            </a:ln>
          </p:spPr>
        </p:sp>
      </p:grpSp>
      <p:grpSp>
        <p:nvGrpSpPr>
          <p:cNvPr id="126984" name="Group 8"/>
          <p:cNvGrpSpPr/>
          <p:nvPr/>
        </p:nvGrpSpPr>
        <p:grpSpPr>
          <a:xfrm>
            <a:off x="2390775" y="3487738"/>
            <a:ext cx="4017963" cy="579437"/>
            <a:chOff x="1429" y="768"/>
            <a:chExt cx="4076" cy="646"/>
          </a:xfrm>
        </p:grpSpPr>
        <p:sp>
          <p:nvSpPr>
            <p:cNvPr id="35854" name="Line 9"/>
            <p:cNvSpPr/>
            <p:nvPr/>
          </p:nvSpPr>
          <p:spPr>
            <a:xfrm>
              <a:off x="1429" y="1138"/>
              <a:ext cx="2784" cy="0"/>
            </a:xfrm>
            <a:prstGeom prst="line">
              <a:avLst/>
            </a:prstGeom>
            <a:ln w="38100" cap="flat" cmpd="sng">
              <a:solidFill>
                <a:schemeClr val="tx1"/>
              </a:solidFill>
              <a:prstDash val="solid"/>
              <a:round/>
              <a:headEnd type="none" w="med" len="med"/>
              <a:tailEnd type="none" w="med" len="med"/>
            </a:ln>
          </p:spPr>
        </p:sp>
        <p:graphicFrame>
          <p:nvGraphicFramePr>
            <p:cNvPr id="35855" name="Object 10"/>
            <p:cNvGraphicFramePr>
              <a:graphicFrameLocks noChangeAspect="1"/>
            </p:cNvGraphicFramePr>
            <p:nvPr/>
          </p:nvGraphicFramePr>
          <p:xfrm>
            <a:off x="4398" y="768"/>
            <a:ext cx="1107" cy="646"/>
          </p:xfrm>
          <a:graphic>
            <a:graphicData uri="http://schemas.openxmlformats.org/presentationml/2006/ole">
              <mc:AlternateContent xmlns:mc="http://schemas.openxmlformats.org/markup-compatibility/2006">
                <mc:Choice xmlns:v="urn:schemas-microsoft-com:vml" Requires="v">
                  <p:oleObj spid="_x0000_s3165" name="" r:id="rId9" imgW="1701800" imgH="1016000" progId="Equation.3">
                    <p:embed/>
                  </p:oleObj>
                </mc:Choice>
                <mc:Fallback>
                  <p:oleObj name="" r:id="rId9" imgW="1701800" imgH="1016000" progId="Equation.3">
                    <p:embed/>
                    <p:pic>
                      <p:nvPicPr>
                        <p:cNvPr id="0" name="图片 3164"/>
                        <p:cNvPicPr/>
                        <p:nvPr/>
                      </p:nvPicPr>
                      <p:blipFill>
                        <a:blip r:embed="rId10"/>
                        <a:stretch>
                          <a:fillRect/>
                        </a:stretch>
                      </p:blipFill>
                      <p:spPr>
                        <a:xfrm>
                          <a:off x="4398" y="768"/>
                          <a:ext cx="1107" cy="646"/>
                        </a:xfrm>
                        <a:prstGeom prst="rect">
                          <a:avLst/>
                        </a:prstGeom>
                        <a:noFill/>
                        <a:ln w="38100">
                          <a:noFill/>
                          <a:miter/>
                        </a:ln>
                      </p:spPr>
                    </p:pic>
                  </p:oleObj>
                </mc:Fallback>
              </mc:AlternateContent>
            </a:graphicData>
          </a:graphic>
        </p:graphicFrame>
      </p:grpSp>
      <p:grpSp>
        <p:nvGrpSpPr>
          <p:cNvPr id="126987" name="Group 11"/>
          <p:cNvGrpSpPr/>
          <p:nvPr/>
        </p:nvGrpSpPr>
        <p:grpSpPr>
          <a:xfrm>
            <a:off x="2401888" y="3832225"/>
            <a:ext cx="2808287" cy="862013"/>
            <a:chOff x="1440" y="1152"/>
            <a:chExt cx="2848" cy="960"/>
          </a:xfrm>
        </p:grpSpPr>
        <p:grpSp>
          <p:nvGrpSpPr>
            <p:cNvPr id="35857" name="Group 12"/>
            <p:cNvGrpSpPr/>
            <p:nvPr/>
          </p:nvGrpSpPr>
          <p:grpSpPr>
            <a:xfrm>
              <a:off x="1440" y="1152"/>
              <a:ext cx="2483" cy="960"/>
              <a:chOff x="1440" y="1152"/>
              <a:chExt cx="2483" cy="960"/>
            </a:xfrm>
          </p:grpSpPr>
          <p:grpSp>
            <p:nvGrpSpPr>
              <p:cNvPr id="35858" name="Group 13"/>
              <p:cNvGrpSpPr/>
              <p:nvPr/>
            </p:nvGrpSpPr>
            <p:grpSpPr>
              <a:xfrm>
                <a:off x="1440" y="1152"/>
                <a:ext cx="316" cy="960"/>
                <a:chOff x="1440" y="1152"/>
                <a:chExt cx="563" cy="576"/>
              </a:xfrm>
            </p:grpSpPr>
            <p:sp>
              <p:nvSpPr>
                <p:cNvPr id="35859" name="Arc 14"/>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860" name="Arc 15"/>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nvGrpSpPr>
              <p:cNvPr id="35861" name="Group 16"/>
              <p:cNvGrpSpPr/>
              <p:nvPr/>
            </p:nvGrpSpPr>
            <p:grpSpPr>
              <a:xfrm flipH="1">
                <a:off x="1735" y="1152"/>
                <a:ext cx="316" cy="960"/>
                <a:chOff x="1440" y="1152"/>
                <a:chExt cx="563" cy="576"/>
              </a:xfrm>
            </p:grpSpPr>
            <p:sp>
              <p:nvSpPr>
                <p:cNvPr id="35862" name="Arc 17"/>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863" name="Arc 18"/>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nvGrpSpPr>
              <p:cNvPr id="35864" name="Group 19"/>
              <p:cNvGrpSpPr/>
              <p:nvPr/>
            </p:nvGrpSpPr>
            <p:grpSpPr>
              <a:xfrm>
                <a:off x="2064" y="1152"/>
                <a:ext cx="316" cy="960"/>
                <a:chOff x="1440" y="1152"/>
                <a:chExt cx="563" cy="576"/>
              </a:xfrm>
            </p:grpSpPr>
            <p:sp>
              <p:nvSpPr>
                <p:cNvPr id="35865" name="Arc 20"/>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866" name="Arc 21"/>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nvGrpSpPr>
              <p:cNvPr id="35867" name="Group 22"/>
              <p:cNvGrpSpPr/>
              <p:nvPr/>
            </p:nvGrpSpPr>
            <p:grpSpPr>
              <a:xfrm flipH="1">
                <a:off x="2359" y="1152"/>
                <a:ext cx="316" cy="960"/>
                <a:chOff x="1440" y="1152"/>
                <a:chExt cx="563" cy="576"/>
              </a:xfrm>
            </p:grpSpPr>
            <p:sp>
              <p:nvSpPr>
                <p:cNvPr id="35868" name="Arc 23"/>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869" name="Arc 24"/>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nvGrpSpPr>
              <p:cNvPr id="35870" name="Group 25"/>
              <p:cNvGrpSpPr/>
              <p:nvPr/>
            </p:nvGrpSpPr>
            <p:grpSpPr>
              <a:xfrm>
                <a:off x="2688" y="1152"/>
                <a:ext cx="316" cy="960"/>
                <a:chOff x="1440" y="1152"/>
                <a:chExt cx="563" cy="576"/>
              </a:xfrm>
            </p:grpSpPr>
            <p:sp>
              <p:nvSpPr>
                <p:cNvPr id="35871" name="Arc 26"/>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872" name="Arc 27"/>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nvGrpSpPr>
              <p:cNvPr id="35873" name="Group 28"/>
              <p:cNvGrpSpPr/>
              <p:nvPr/>
            </p:nvGrpSpPr>
            <p:grpSpPr>
              <a:xfrm flipH="1">
                <a:off x="2983" y="1152"/>
                <a:ext cx="316" cy="960"/>
                <a:chOff x="1440" y="1152"/>
                <a:chExt cx="563" cy="576"/>
              </a:xfrm>
            </p:grpSpPr>
            <p:sp>
              <p:nvSpPr>
                <p:cNvPr id="35874" name="Arc 29"/>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875" name="Arc 30"/>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nvGrpSpPr>
              <p:cNvPr id="35876" name="Group 31"/>
              <p:cNvGrpSpPr/>
              <p:nvPr/>
            </p:nvGrpSpPr>
            <p:grpSpPr>
              <a:xfrm>
                <a:off x="3312" y="1152"/>
                <a:ext cx="316" cy="960"/>
                <a:chOff x="1440" y="1152"/>
                <a:chExt cx="563" cy="576"/>
              </a:xfrm>
            </p:grpSpPr>
            <p:sp>
              <p:nvSpPr>
                <p:cNvPr id="35877" name="Arc 32"/>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878" name="Arc 33"/>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nvGrpSpPr>
              <p:cNvPr id="35879" name="Group 34"/>
              <p:cNvGrpSpPr/>
              <p:nvPr/>
            </p:nvGrpSpPr>
            <p:grpSpPr>
              <a:xfrm flipH="1">
                <a:off x="3607" y="1152"/>
                <a:ext cx="316" cy="960"/>
                <a:chOff x="1440" y="1152"/>
                <a:chExt cx="563" cy="576"/>
              </a:xfrm>
            </p:grpSpPr>
            <p:sp>
              <p:nvSpPr>
                <p:cNvPr id="35880" name="Arc 35"/>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881" name="Arc 36"/>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graphicFrame>
          <p:nvGraphicFramePr>
            <p:cNvPr id="35882" name="Object 37"/>
            <p:cNvGraphicFramePr>
              <a:graphicFrameLocks noChangeAspect="1"/>
            </p:cNvGraphicFramePr>
            <p:nvPr/>
          </p:nvGraphicFramePr>
          <p:xfrm>
            <a:off x="3999" y="1247"/>
            <a:ext cx="289" cy="297"/>
          </p:xfrm>
          <a:graphic>
            <a:graphicData uri="http://schemas.openxmlformats.org/presentationml/2006/ole">
              <mc:AlternateContent xmlns:mc="http://schemas.openxmlformats.org/markup-compatibility/2006">
                <mc:Choice xmlns:v="urn:schemas-microsoft-com:vml" Requires="v">
                  <p:oleObj spid="_x0000_s3178" name="" r:id="rId11" imgW="495300" imgH="508000" progId="Equation.3">
                    <p:embed/>
                  </p:oleObj>
                </mc:Choice>
                <mc:Fallback>
                  <p:oleObj name="" r:id="rId11" imgW="495300" imgH="508000" progId="Equation.3">
                    <p:embed/>
                    <p:pic>
                      <p:nvPicPr>
                        <p:cNvPr id="0" name="图片 3177"/>
                        <p:cNvPicPr/>
                        <p:nvPr/>
                      </p:nvPicPr>
                      <p:blipFill>
                        <a:blip r:embed="rId12"/>
                        <a:stretch>
                          <a:fillRect/>
                        </a:stretch>
                      </p:blipFill>
                      <p:spPr>
                        <a:xfrm>
                          <a:off x="3999" y="1247"/>
                          <a:ext cx="289" cy="297"/>
                        </a:xfrm>
                        <a:prstGeom prst="rect">
                          <a:avLst/>
                        </a:prstGeom>
                        <a:noFill/>
                        <a:ln w="38100">
                          <a:noFill/>
                          <a:miter/>
                        </a:ln>
                      </p:spPr>
                    </p:pic>
                  </p:oleObj>
                </mc:Fallback>
              </mc:AlternateContent>
            </a:graphicData>
          </a:graphic>
        </p:graphicFrame>
      </p:grpSp>
      <p:grpSp>
        <p:nvGrpSpPr>
          <p:cNvPr id="127014" name="Group 38"/>
          <p:cNvGrpSpPr/>
          <p:nvPr/>
        </p:nvGrpSpPr>
        <p:grpSpPr>
          <a:xfrm>
            <a:off x="2414588" y="3832225"/>
            <a:ext cx="2795587" cy="862013"/>
            <a:chOff x="1453" y="1152"/>
            <a:chExt cx="2835" cy="960"/>
          </a:xfrm>
        </p:grpSpPr>
        <p:grpSp>
          <p:nvGrpSpPr>
            <p:cNvPr id="35884" name="Group 39"/>
            <p:cNvGrpSpPr/>
            <p:nvPr/>
          </p:nvGrpSpPr>
          <p:grpSpPr>
            <a:xfrm flipV="1">
              <a:off x="1453" y="1152"/>
              <a:ext cx="2483" cy="960"/>
              <a:chOff x="1440" y="1152"/>
              <a:chExt cx="2483" cy="960"/>
            </a:xfrm>
          </p:grpSpPr>
          <p:grpSp>
            <p:nvGrpSpPr>
              <p:cNvPr id="35885" name="Group 40"/>
              <p:cNvGrpSpPr/>
              <p:nvPr/>
            </p:nvGrpSpPr>
            <p:grpSpPr>
              <a:xfrm>
                <a:off x="1440" y="1152"/>
                <a:ext cx="316" cy="960"/>
                <a:chOff x="1440" y="1152"/>
                <a:chExt cx="563" cy="576"/>
              </a:xfrm>
            </p:grpSpPr>
            <p:sp>
              <p:nvSpPr>
                <p:cNvPr id="35886" name="Arc 41"/>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35887" name="Arc 42"/>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grpSp>
          <p:grpSp>
            <p:nvGrpSpPr>
              <p:cNvPr id="35888" name="Group 43"/>
              <p:cNvGrpSpPr/>
              <p:nvPr/>
            </p:nvGrpSpPr>
            <p:grpSpPr>
              <a:xfrm flipH="1">
                <a:off x="1735" y="1152"/>
                <a:ext cx="316" cy="960"/>
                <a:chOff x="1440" y="1152"/>
                <a:chExt cx="563" cy="576"/>
              </a:xfrm>
            </p:grpSpPr>
            <p:sp>
              <p:nvSpPr>
                <p:cNvPr id="35889" name="Arc 44"/>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35890" name="Arc 45"/>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grpSp>
          <p:grpSp>
            <p:nvGrpSpPr>
              <p:cNvPr id="35891" name="Group 46"/>
              <p:cNvGrpSpPr/>
              <p:nvPr/>
            </p:nvGrpSpPr>
            <p:grpSpPr>
              <a:xfrm>
                <a:off x="2064" y="1152"/>
                <a:ext cx="316" cy="960"/>
                <a:chOff x="1440" y="1152"/>
                <a:chExt cx="563" cy="576"/>
              </a:xfrm>
            </p:grpSpPr>
            <p:sp>
              <p:nvSpPr>
                <p:cNvPr id="35892" name="Arc 47"/>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35893" name="Arc 48"/>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grpSp>
          <p:grpSp>
            <p:nvGrpSpPr>
              <p:cNvPr id="35894" name="Group 49"/>
              <p:cNvGrpSpPr/>
              <p:nvPr/>
            </p:nvGrpSpPr>
            <p:grpSpPr>
              <a:xfrm flipH="1">
                <a:off x="2359" y="1152"/>
                <a:ext cx="316" cy="960"/>
                <a:chOff x="1440" y="1152"/>
                <a:chExt cx="563" cy="576"/>
              </a:xfrm>
            </p:grpSpPr>
            <p:sp>
              <p:nvSpPr>
                <p:cNvPr id="35895" name="Arc 50"/>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35896" name="Arc 51"/>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grpSp>
          <p:grpSp>
            <p:nvGrpSpPr>
              <p:cNvPr id="35897" name="Group 52"/>
              <p:cNvGrpSpPr/>
              <p:nvPr/>
            </p:nvGrpSpPr>
            <p:grpSpPr>
              <a:xfrm>
                <a:off x="2688" y="1152"/>
                <a:ext cx="316" cy="960"/>
                <a:chOff x="1440" y="1152"/>
                <a:chExt cx="563" cy="576"/>
              </a:xfrm>
            </p:grpSpPr>
            <p:sp>
              <p:nvSpPr>
                <p:cNvPr id="35898" name="Arc 53"/>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35899" name="Arc 54"/>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grpSp>
          <p:grpSp>
            <p:nvGrpSpPr>
              <p:cNvPr id="35900" name="Group 55"/>
              <p:cNvGrpSpPr/>
              <p:nvPr/>
            </p:nvGrpSpPr>
            <p:grpSpPr>
              <a:xfrm flipH="1">
                <a:off x="2983" y="1152"/>
                <a:ext cx="316" cy="960"/>
                <a:chOff x="1440" y="1152"/>
                <a:chExt cx="563" cy="576"/>
              </a:xfrm>
            </p:grpSpPr>
            <p:sp>
              <p:nvSpPr>
                <p:cNvPr id="35901" name="Arc 56"/>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35902" name="Arc 57"/>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grpSp>
          <p:grpSp>
            <p:nvGrpSpPr>
              <p:cNvPr id="35903" name="Group 58"/>
              <p:cNvGrpSpPr/>
              <p:nvPr/>
            </p:nvGrpSpPr>
            <p:grpSpPr>
              <a:xfrm>
                <a:off x="3312" y="1152"/>
                <a:ext cx="316" cy="960"/>
                <a:chOff x="1440" y="1152"/>
                <a:chExt cx="563" cy="576"/>
              </a:xfrm>
            </p:grpSpPr>
            <p:sp>
              <p:nvSpPr>
                <p:cNvPr id="35904" name="Arc 59"/>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35905" name="Arc 60"/>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grpSp>
          <p:grpSp>
            <p:nvGrpSpPr>
              <p:cNvPr id="35906" name="Group 61"/>
              <p:cNvGrpSpPr/>
              <p:nvPr/>
            </p:nvGrpSpPr>
            <p:grpSpPr>
              <a:xfrm flipH="1">
                <a:off x="3607" y="1152"/>
                <a:ext cx="316" cy="960"/>
                <a:chOff x="1440" y="1152"/>
                <a:chExt cx="563" cy="576"/>
              </a:xfrm>
            </p:grpSpPr>
            <p:sp>
              <p:nvSpPr>
                <p:cNvPr id="35907" name="Arc 62"/>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sp>
              <p:nvSpPr>
                <p:cNvPr id="35908" name="Arc 63"/>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grpSp>
        </p:grpSp>
        <p:graphicFrame>
          <p:nvGraphicFramePr>
            <p:cNvPr id="35909" name="Object 64"/>
            <p:cNvGraphicFramePr>
              <a:graphicFrameLocks noChangeAspect="1"/>
            </p:cNvGraphicFramePr>
            <p:nvPr/>
          </p:nvGraphicFramePr>
          <p:xfrm>
            <a:off x="4014" y="1752"/>
            <a:ext cx="274" cy="312"/>
          </p:xfrm>
          <a:graphic>
            <a:graphicData uri="http://schemas.openxmlformats.org/presentationml/2006/ole">
              <mc:AlternateContent xmlns:mc="http://schemas.openxmlformats.org/markup-compatibility/2006">
                <mc:Choice xmlns:v="urn:schemas-microsoft-com:vml" Requires="v">
                  <p:oleObj spid="_x0000_s3179" name="" r:id="rId13" imgW="379730" imgH="431165" progId="Equation.3">
                    <p:embed/>
                  </p:oleObj>
                </mc:Choice>
                <mc:Fallback>
                  <p:oleObj name="" r:id="rId13" imgW="379730" imgH="431165" progId="Equation.3">
                    <p:embed/>
                    <p:pic>
                      <p:nvPicPr>
                        <p:cNvPr id="0" name="图片 3178"/>
                        <p:cNvPicPr/>
                        <p:nvPr/>
                      </p:nvPicPr>
                      <p:blipFill>
                        <a:blip r:embed="rId14">
                          <a:clrChange>
                            <a:clrFrom>
                              <a:srgbClr val="000000"/>
                            </a:clrFrom>
                            <a:clrTo>
                              <a:srgbClr val="000000">
                                <a:alpha val="0"/>
                              </a:srgbClr>
                            </a:clrTo>
                          </a:clrChange>
                        </a:blip>
                        <a:stretch>
                          <a:fillRect/>
                        </a:stretch>
                      </p:blipFill>
                      <p:spPr>
                        <a:xfrm>
                          <a:off x="4014" y="1752"/>
                          <a:ext cx="274" cy="312"/>
                        </a:xfrm>
                        <a:prstGeom prst="rect">
                          <a:avLst/>
                        </a:prstGeom>
                        <a:noFill/>
                        <a:ln w="38100">
                          <a:noFill/>
                          <a:miter/>
                        </a:ln>
                      </p:spPr>
                    </p:pic>
                  </p:oleObj>
                </mc:Fallback>
              </mc:AlternateContent>
            </a:graphicData>
          </a:graphic>
        </p:graphicFrame>
      </p:grpSp>
      <p:grpSp>
        <p:nvGrpSpPr>
          <p:cNvPr id="127041" name="Group 65"/>
          <p:cNvGrpSpPr/>
          <p:nvPr/>
        </p:nvGrpSpPr>
        <p:grpSpPr>
          <a:xfrm>
            <a:off x="2076450" y="3660775"/>
            <a:ext cx="3578225" cy="1520825"/>
            <a:chOff x="1111" y="960"/>
            <a:chExt cx="3629" cy="1694"/>
          </a:xfrm>
        </p:grpSpPr>
        <p:grpSp>
          <p:nvGrpSpPr>
            <p:cNvPr id="35911" name="Group 66"/>
            <p:cNvGrpSpPr/>
            <p:nvPr/>
          </p:nvGrpSpPr>
          <p:grpSpPr>
            <a:xfrm>
              <a:off x="1440" y="960"/>
              <a:ext cx="3120" cy="1344"/>
              <a:chOff x="1440" y="960"/>
              <a:chExt cx="3120" cy="1344"/>
            </a:xfrm>
          </p:grpSpPr>
          <p:sp>
            <p:nvSpPr>
              <p:cNvPr id="35912" name="Line 67"/>
              <p:cNvSpPr/>
              <p:nvPr/>
            </p:nvSpPr>
            <p:spPr>
              <a:xfrm flipV="1">
                <a:off x="1440" y="2110"/>
                <a:ext cx="3120" cy="7"/>
              </a:xfrm>
              <a:prstGeom prst="line">
                <a:avLst/>
              </a:prstGeom>
              <a:ln w="31750" cap="flat" cmpd="sng">
                <a:solidFill>
                  <a:schemeClr val="tx1"/>
                </a:solidFill>
                <a:prstDash val="solid"/>
                <a:round/>
                <a:headEnd type="none" w="med" len="med"/>
                <a:tailEnd type="triangle" w="med" len="lg"/>
              </a:ln>
            </p:spPr>
          </p:sp>
          <p:sp>
            <p:nvSpPr>
              <p:cNvPr id="35913" name="Line 68"/>
              <p:cNvSpPr/>
              <p:nvPr/>
            </p:nvSpPr>
            <p:spPr>
              <a:xfrm flipV="1">
                <a:off x="1440" y="960"/>
                <a:ext cx="0" cy="1344"/>
              </a:xfrm>
              <a:prstGeom prst="line">
                <a:avLst/>
              </a:prstGeom>
              <a:ln w="25400" cap="flat" cmpd="sng">
                <a:solidFill>
                  <a:schemeClr val="tx1"/>
                </a:solidFill>
                <a:prstDash val="solid"/>
                <a:round/>
                <a:headEnd type="none" w="med" len="med"/>
                <a:tailEnd type="triangle" w="med" len="lg"/>
              </a:ln>
            </p:spPr>
          </p:sp>
        </p:grpSp>
        <p:graphicFrame>
          <p:nvGraphicFramePr>
            <p:cNvPr id="35914" name="Object 69"/>
            <p:cNvGraphicFramePr>
              <a:graphicFrameLocks noChangeAspect="1"/>
            </p:cNvGraphicFramePr>
            <p:nvPr/>
          </p:nvGraphicFramePr>
          <p:xfrm>
            <a:off x="1183" y="960"/>
            <a:ext cx="162" cy="168"/>
          </p:xfrm>
          <a:graphic>
            <a:graphicData uri="http://schemas.openxmlformats.org/presentationml/2006/ole">
              <mc:AlternateContent xmlns:mc="http://schemas.openxmlformats.org/markup-compatibility/2006">
                <mc:Choice xmlns:v="urn:schemas-microsoft-com:vml" Requires="v">
                  <p:oleObj spid="_x0000_s3180" name="" r:id="rId15" imgW="342900" imgH="355600" progId="Equation.3">
                    <p:embed/>
                  </p:oleObj>
                </mc:Choice>
                <mc:Fallback>
                  <p:oleObj name="" r:id="rId15" imgW="342900" imgH="355600" progId="Equation.3">
                    <p:embed/>
                    <p:pic>
                      <p:nvPicPr>
                        <p:cNvPr id="0" name="图片 3179"/>
                        <p:cNvPicPr/>
                        <p:nvPr/>
                      </p:nvPicPr>
                      <p:blipFill>
                        <a:blip r:embed="rId16"/>
                        <a:stretch>
                          <a:fillRect/>
                        </a:stretch>
                      </p:blipFill>
                      <p:spPr>
                        <a:xfrm>
                          <a:off x="1183" y="960"/>
                          <a:ext cx="162" cy="168"/>
                        </a:xfrm>
                        <a:prstGeom prst="rect">
                          <a:avLst/>
                        </a:prstGeom>
                        <a:noFill/>
                        <a:ln w="38100">
                          <a:noFill/>
                          <a:miter/>
                        </a:ln>
                      </p:spPr>
                    </p:pic>
                  </p:oleObj>
                </mc:Fallback>
              </mc:AlternateContent>
            </a:graphicData>
          </a:graphic>
        </p:graphicFrame>
        <p:sp>
          <p:nvSpPr>
            <p:cNvPr id="35915" name="Text Box 70"/>
            <p:cNvSpPr txBox="1"/>
            <p:nvPr/>
          </p:nvSpPr>
          <p:spPr>
            <a:xfrm>
              <a:off x="1111" y="2069"/>
              <a:ext cx="408" cy="513"/>
            </a:xfrm>
            <a:prstGeom prst="rect">
              <a:avLst/>
            </a:prstGeom>
            <a:noFill/>
            <a:ln w="9525">
              <a:noFill/>
            </a:ln>
          </p:spPr>
          <p:txBody>
            <a:bodyPr anchor="t" anchorCtr="0">
              <a:spAutoFit/>
            </a:bodyPr>
            <a:p>
              <a:pPr algn="ctr" eaLnBrk="0" hangingPunct="0">
                <a:spcBef>
                  <a:spcPct val="50000"/>
                </a:spcBef>
              </a:pPr>
              <a:r>
                <a:rPr lang="en-US" altLang="zh-CN" sz="2400" b="1" i="1" dirty="0">
                  <a:latin typeface="Times New Roman" panose="02020603050405020304" pitchFamily="18" charset="0"/>
                  <a:ea typeface="宋体" panose="02010600030101010101" pitchFamily="2" charset="-122"/>
                </a:rPr>
                <a:t>0</a:t>
              </a:r>
              <a:endParaRPr lang="en-US" altLang="zh-CN" sz="2400" b="1" i="1" dirty="0">
                <a:latin typeface="Times New Roman" panose="02020603050405020304" pitchFamily="18" charset="0"/>
                <a:ea typeface="宋体" panose="02010600030101010101" pitchFamily="2" charset="-122"/>
              </a:endParaRPr>
            </a:p>
          </p:txBody>
        </p:sp>
        <p:sp>
          <p:nvSpPr>
            <p:cNvPr id="35916" name="Text Box 71"/>
            <p:cNvSpPr txBox="1"/>
            <p:nvPr/>
          </p:nvSpPr>
          <p:spPr>
            <a:xfrm>
              <a:off x="4332" y="2072"/>
              <a:ext cx="408" cy="582"/>
            </a:xfrm>
            <a:prstGeom prst="rect">
              <a:avLst/>
            </a:prstGeom>
            <a:noFill/>
            <a:ln w="9525">
              <a:noFill/>
            </a:ln>
          </p:spPr>
          <p:txBody>
            <a:bodyPr anchor="t" anchorCtr="0">
              <a:spAutoFit/>
            </a:bodyPr>
            <a:p>
              <a:pPr algn="ctr" eaLnBrk="0" hangingPunct="0">
                <a:spcBef>
                  <a:spcPct val="50000"/>
                </a:spcBef>
              </a:pPr>
              <a:r>
                <a:rPr lang="en-US" altLang="zh-CN" sz="2800" b="1" i="1" dirty="0">
                  <a:latin typeface="Times New Roman" panose="02020603050405020304" pitchFamily="18" charset="0"/>
                  <a:ea typeface="宋体" panose="02010600030101010101" pitchFamily="2" charset="-122"/>
                </a:rPr>
                <a:t>t</a:t>
              </a:r>
              <a:endParaRPr lang="en-US" altLang="zh-CN" sz="2800" b="1" i="1" dirty="0">
                <a:latin typeface="Times New Roman" panose="02020603050405020304" pitchFamily="18" charset="0"/>
                <a:ea typeface="宋体" panose="02010600030101010101" pitchFamily="2" charset="-122"/>
              </a:endParaRPr>
            </a:p>
          </p:txBody>
        </p:sp>
      </p:grpSp>
      <p:grpSp>
        <p:nvGrpSpPr>
          <p:cNvPr id="127048" name="Group 72"/>
          <p:cNvGrpSpPr/>
          <p:nvPr/>
        </p:nvGrpSpPr>
        <p:grpSpPr>
          <a:xfrm>
            <a:off x="2076450" y="4940300"/>
            <a:ext cx="4527550" cy="1304925"/>
            <a:chOff x="1111" y="2387"/>
            <a:chExt cx="4591" cy="1453"/>
          </a:xfrm>
        </p:grpSpPr>
        <p:grpSp>
          <p:nvGrpSpPr>
            <p:cNvPr id="35918" name="Group 73"/>
            <p:cNvGrpSpPr/>
            <p:nvPr/>
          </p:nvGrpSpPr>
          <p:grpSpPr>
            <a:xfrm>
              <a:off x="1440" y="2496"/>
              <a:ext cx="3120" cy="1344"/>
              <a:chOff x="1440" y="2496"/>
              <a:chExt cx="3120" cy="1344"/>
            </a:xfrm>
          </p:grpSpPr>
          <p:sp>
            <p:nvSpPr>
              <p:cNvPr id="35919" name="Line 74"/>
              <p:cNvSpPr/>
              <p:nvPr/>
            </p:nvSpPr>
            <p:spPr>
              <a:xfrm flipV="1">
                <a:off x="1440" y="3209"/>
                <a:ext cx="3120" cy="7"/>
              </a:xfrm>
              <a:prstGeom prst="line">
                <a:avLst/>
              </a:prstGeom>
              <a:ln w="31750" cap="flat" cmpd="sng">
                <a:solidFill>
                  <a:schemeClr val="tx1"/>
                </a:solidFill>
                <a:prstDash val="solid"/>
                <a:round/>
                <a:headEnd type="none" w="med" len="med"/>
                <a:tailEnd type="triangle" w="med" len="lg"/>
              </a:ln>
            </p:spPr>
          </p:sp>
          <p:sp>
            <p:nvSpPr>
              <p:cNvPr id="35920" name="Line 75"/>
              <p:cNvSpPr/>
              <p:nvPr/>
            </p:nvSpPr>
            <p:spPr>
              <a:xfrm flipV="1">
                <a:off x="1440" y="2496"/>
                <a:ext cx="0" cy="1344"/>
              </a:xfrm>
              <a:prstGeom prst="line">
                <a:avLst/>
              </a:prstGeom>
              <a:ln w="25400" cap="flat" cmpd="sng">
                <a:solidFill>
                  <a:schemeClr val="tx1"/>
                </a:solidFill>
                <a:prstDash val="solid"/>
                <a:round/>
                <a:headEnd type="none" w="med" len="med"/>
                <a:tailEnd type="triangle" w="med" len="lg"/>
              </a:ln>
            </p:spPr>
          </p:sp>
        </p:grpSp>
        <p:graphicFrame>
          <p:nvGraphicFramePr>
            <p:cNvPr id="35921" name="Object 76"/>
            <p:cNvGraphicFramePr>
              <a:graphicFrameLocks noChangeAspect="1"/>
            </p:cNvGraphicFramePr>
            <p:nvPr/>
          </p:nvGraphicFramePr>
          <p:xfrm>
            <a:off x="3984" y="2574"/>
            <a:ext cx="1718" cy="322"/>
          </p:xfrm>
          <a:graphic>
            <a:graphicData uri="http://schemas.openxmlformats.org/presentationml/2006/ole">
              <mc:AlternateContent xmlns:mc="http://schemas.openxmlformats.org/markup-compatibility/2006">
                <mc:Choice xmlns:v="urn:schemas-microsoft-com:vml" Requires="v">
                  <p:oleObj spid="_x0000_s3177" name="" r:id="rId17" imgW="2132965" imgH="381000" progId="Equation.3">
                    <p:embed/>
                  </p:oleObj>
                </mc:Choice>
                <mc:Fallback>
                  <p:oleObj name="" r:id="rId17" imgW="2132965" imgH="381000" progId="Equation.3">
                    <p:embed/>
                    <p:pic>
                      <p:nvPicPr>
                        <p:cNvPr id="0" name="图片 3176"/>
                        <p:cNvPicPr/>
                        <p:nvPr/>
                      </p:nvPicPr>
                      <p:blipFill>
                        <a:blip r:embed="rId18"/>
                        <a:stretch>
                          <a:fillRect/>
                        </a:stretch>
                      </p:blipFill>
                      <p:spPr>
                        <a:xfrm>
                          <a:off x="3984" y="2574"/>
                          <a:ext cx="1718" cy="322"/>
                        </a:xfrm>
                        <a:prstGeom prst="rect">
                          <a:avLst/>
                        </a:prstGeom>
                        <a:noFill/>
                        <a:ln w="38100">
                          <a:noFill/>
                          <a:miter/>
                        </a:ln>
                      </p:spPr>
                    </p:pic>
                  </p:oleObj>
                </mc:Fallback>
              </mc:AlternateContent>
            </a:graphicData>
          </a:graphic>
        </p:graphicFrame>
        <p:grpSp>
          <p:nvGrpSpPr>
            <p:cNvPr id="35922" name="Group 77"/>
            <p:cNvGrpSpPr/>
            <p:nvPr/>
          </p:nvGrpSpPr>
          <p:grpSpPr>
            <a:xfrm>
              <a:off x="1440" y="2736"/>
              <a:ext cx="2493" cy="960"/>
              <a:chOff x="1440" y="2736"/>
              <a:chExt cx="2493" cy="960"/>
            </a:xfrm>
          </p:grpSpPr>
          <p:grpSp>
            <p:nvGrpSpPr>
              <p:cNvPr id="35923" name="Group 78"/>
              <p:cNvGrpSpPr/>
              <p:nvPr/>
            </p:nvGrpSpPr>
            <p:grpSpPr>
              <a:xfrm>
                <a:off x="1440" y="2736"/>
                <a:ext cx="644" cy="960"/>
                <a:chOff x="1440" y="1152"/>
                <a:chExt cx="563" cy="576"/>
              </a:xfrm>
            </p:grpSpPr>
            <p:sp>
              <p:nvSpPr>
                <p:cNvPr id="35924" name="Arc 79"/>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925" name="Arc 80"/>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nvGrpSpPr>
              <p:cNvPr id="35926" name="Group 81"/>
              <p:cNvGrpSpPr/>
              <p:nvPr/>
            </p:nvGrpSpPr>
            <p:grpSpPr>
              <a:xfrm flipH="1">
                <a:off x="2041" y="2736"/>
                <a:ext cx="644" cy="960"/>
                <a:chOff x="1440" y="1152"/>
                <a:chExt cx="563" cy="576"/>
              </a:xfrm>
            </p:grpSpPr>
            <p:sp>
              <p:nvSpPr>
                <p:cNvPr id="35927" name="Arc 82"/>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928" name="Arc 83"/>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nvGrpSpPr>
              <p:cNvPr id="35929" name="Group 84"/>
              <p:cNvGrpSpPr/>
              <p:nvPr/>
            </p:nvGrpSpPr>
            <p:grpSpPr>
              <a:xfrm>
                <a:off x="2688" y="2736"/>
                <a:ext cx="644" cy="960"/>
                <a:chOff x="1440" y="1152"/>
                <a:chExt cx="563" cy="576"/>
              </a:xfrm>
            </p:grpSpPr>
            <p:sp>
              <p:nvSpPr>
                <p:cNvPr id="35930" name="Arc 85"/>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931" name="Arc 86"/>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nvGrpSpPr>
              <p:cNvPr id="35932" name="Group 87"/>
              <p:cNvGrpSpPr/>
              <p:nvPr/>
            </p:nvGrpSpPr>
            <p:grpSpPr>
              <a:xfrm flipH="1">
                <a:off x="3289" y="2736"/>
                <a:ext cx="644" cy="960"/>
                <a:chOff x="1440" y="1152"/>
                <a:chExt cx="563" cy="576"/>
              </a:xfrm>
            </p:grpSpPr>
            <p:sp>
              <p:nvSpPr>
                <p:cNvPr id="35933" name="Arc 88"/>
                <p:cNvSpPr/>
                <p:nvPr/>
              </p:nvSpPr>
              <p:spPr>
                <a:xfrm>
                  <a:off x="1440" y="1152"/>
                  <a:ext cx="29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sp>
              <p:nvSpPr>
                <p:cNvPr id="35934" name="Arc 89"/>
                <p:cNvSpPr/>
                <p:nvPr/>
              </p:nvSpPr>
              <p:spPr>
                <a:xfrm flipH="1" flipV="1">
                  <a:off x="1720" y="1152"/>
                  <a:ext cx="283" cy="576"/>
                </a:xfrm>
                <a:custGeom>
                  <a:avLst/>
                  <a:gdLst/>
                  <a:ahLst/>
                  <a:cxnLst>
                    <a:cxn ang="0">
                      <a:pos x="0" y="0"/>
                    </a:cxn>
                    <a:cxn ang="0">
                      <a:pos x="4" y="8"/>
                    </a:cxn>
                    <a:cxn ang="0">
                      <a:pos x="0" y="15"/>
                    </a:cxn>
                  </a:cxnLst>
                  <a:pathLst>
                    <a:path w="19156" h="21600" fill="none">
                      <a:moveTo>
                        <a:pt x="0" y="0"/>
                      </a:moveTo>
                      <a:cubicBezTo>
                        <a:pt x="8051" y="0"/>
                        <a:pt x="15435" y="4478"/>
                        <a:pt x="19155" y="11619"/>
                      </a:cubicBezTo>
                    </a:path>
                    <a:path w="19156" h="21600" stroke="0">
                      <a:moveTo>
                        <a:pt x="0" y="0"/>
                      </a:moveTo>
                      <a:cubicBezTo>
                        <a:pt x="8051" y="0"/>
                        <a:pt x="15435" y="4478"/>
                        <a:pt x="19155" y="11619"/>
                      </a:cubicBezTo>
                      <a:lnTo>
                        <a:pt x="0" y="21600"/>
                      </a:lnTo>
                      <a:lnTo>
                        <a:pt x="0" y="0"/>
                      </a:lnTo>
                      <a:close/>
                    </a:path>
                  </a:pathLst>
                </a:custGeom>
                <a:noFill/>
                <a:ln w="38100" cap="flat" cmpd="sng">
                  <a:solidFill>
                    <a:schemeClr val="tx1"/>
                  </a:solidFill>
                  <a:prstDash val="solid"/>
                  <a:round/>
                  <a:headEnd type="none" w="med" len="med"/>
                  <a:tailEnd type="none" w="med" len="med"/>
                </a:ln>
              </p:spPr>
              <p:txBody>
                <a:bodyPr/>
                <a:p>
                  <a:endParaRPr lang="zh-CN" altLang="en-US"/>
                </a:p>
              </p:txBody>
            </p:sp>
          </p:grpSp>
        </p:grpSp>
        <p:sp>
          <p:nvSpPr>
            <p:cNvPr id="35935" name="Text Box 90"/>
            <p:cNvSpPr txBox="1"/>
            <p:nvPr/>
          </p:nvSpPr>
          <p:spPr>
            <a:xfrm>
              <a:off x="1111" y="3113"/>
              <a:ext cx="408" cy="513"/>
            </a:xfrm>
            <a:prstGeom prst="rect">
              <a:avLst/>
            </a:prstGeom>
            <a:noFill/>
            <a:ln w="9525">
              <a:noFill/>
            </a:ln>
          </p:spPr>
          <p:txBody>
            <a:bodyPr anchor="t" anchorCtr="0">
              <a:spAutoFit/>
            </a:bodyPr>
            <a:p>
              <a:pPr algn="ctr" eaLnBrk="0" hangingPunct="0">
                <a:spcBef>
                  <a:spcPct val="50000"/>
                </a:spcBef>
              </a:pPr>
              <a:r>
                <a:rPr lang="en-US" altLang="zh-CN" sz="2400" b="1" i="1" dirty="0">
                  <a:latin typeface="Times New Roman" panose="02020603050405020304" pitchFamily="18" charset="0"/>
                  <a:ea typeface="宋体" panose="02010600030101010101" pitchFamily="2" charset="-122"/>
                </a:rPr>
                <a:t>0</a:t>
              </a:r>
              <a:endParaRPr lang="en-US" altLang="zh-CN" sz="2400" b="1" i="1" dirty="0">
                <a:latin typeface="Times New Roman" panose="02020603050405020304" pitchFamily="18" charset="0"/>
                <a:ea typeface="宋体" panose="02010600030101010101" pitchFamily="2" charset="-122"/>
              </a:endParaRPr>
            </a:p>
          </p:txBody>
        </p:sp>
        <p:sp>
          <p:nvSpPr>
            <p:cNvPr id="35936" name="Text Box 91"/>
            <p:cNvSpPr txBox="1"/>
            <p:nvPr/>
          </p:nvSpPr>
          <p:spPr>
            <a:xfrm>
              <a:off x="4332" y="3158"/>
              <a:ext cx="408" cy="582"/>
            </a:xfrm>
            <a:prstGeom prst="rect">
              <a:avLst/>
            </a:prstGeom>
            <a:noFill/>
            <a:ln w="9525">
              <a:noFill/>
            </a:ln>
          </p:spPr>
          <p:txBody>
            <a:bodyPr anchor="t" anchorCtr="0">
              <a:spAutoFit/>
            </a:bodyPr>
            <a:p>
              <a:pPr algn="ctr" eaLnBrk="0" hangingPunct="0">
                <a:spcBef>
                  <a:spcPct val="50000"/>
                </a:spcBef>
              </a:pPr>
              <a:r>
                <a:rPr lang="en-US" altLang="zh-CN" sz="2800" b="1" i="1" dirty="0">
                  <a:latin typeface="Times New Roman" panose="02020603050405020304" pitchFamily="18" charset="0"/>
                  <a:ea typeface="宋体" panose="02010600030101010101" pitchFamily="2" charset="-122"/>
                </a:rPr>
                <a:t>t</a:t>
              </a:r>
              <a:endParaRPr lang="en-US" altLang="zh-CN" sz="2800" b="1" i="1" dirty="0">
                <a:latin typeface="Times New Roman" panose="02020603050405020304" pitchFamily="18" charset="0"/>
                <a:ea typeface="宋体" panose="02010600030101010101" pitchFamily="2" charset="-122"/>
              </a:endParaRPr>
            </a:p>
          </p:txBody>
        </p:sp>
        <p:sp>
          <p:nvSpPr>
            <p:cNvPr id="35937" name="Text Box 92"/>
            <p:cNvSpPr txBox="1"/>
            <p:nvPr/>
          </p:nvSpPr>
          <p:spPr>
            <a:xfrm>
              <a:off x="1111" y="2387"/>
              <a:ext cx="453" cy="582"/>
            </a:xfrm>
            <a:prstGeom prst="rect">
              <a:avLst/>
            </a:prstGeom>
            <a:noFill/>
            <a:ln w="9525">
              <a:noFill/>
            </a:ln>
          </p:spPr>
          <p:txBody>
            <a:bodyPr anchor="t" anchorCtr="0">
              <a:spAutoFit/>
            </a:bodyPr>
            <a:p>
              <a:pPr algn="ctr" eaLnBrk="0" hangingPunct="0">
                <a:spcBef>
                  <a:spcPct val="50000"/>
                </a:spcBef>
              </a:pPr>
              <a:r>
                <a:rPr lang="en-US" altLang="zh-CN" sz="2800" i="1" dirty="0">
                  <a:latin typeface="Times New Roman" panose="02020603050405020304" pitchFamily="18" charset="0"/>
                  <a:ea typeface="宋体" panose="02010600030101010101" pitchFamily="2" charset="-122"/>
                </a:rPr>
                <a:t>x</a:t>
              </a:r>
              <a:endParaRPr lang="en-US" altLang="zh-CN" sz="2800" i="1" dirty="0">
                <a:latin typeface="Times New Roman" panose="02020603050405020304" pitchFamily="18" charset="0"/>
                <a:ea typeface="宋体" panose="02010600030101010101" pitchFamily="2" charset="-122"/>
              </a:endParaRPr>
            </a:p>
          </p:txBody>
        </p:sp>
      </p:grpSp>
      <p:grpSp>
        <p:nvGrpSpPr>
          <p:cNvPr id="3" name="组合 2"/>
          <p:cNvGrpSpPr/>
          <p:nvPr/>
        </p:nvGrpSpPr>
        <p:grpSpPr>
          <a:xfrm>
            <a:off x="2390775" y="3981450"/>
            <a:ext cx="4527550" cy="588963"/>
            <a:chOff x="3991" y="6271"/>
            <a:chExt cx="7130" cy="926"/>
          </a:xfrm>
        </p:grpSpPr>
        <p:graphicFrame>
          <p:nvGraphicFramePr>
            <p:cNvPr id="35939" name="Object 94"/>
            <p:cNvGraphicFramePr>
              <a:graphicFrameLocks noChangeAspect="1"/>
            </p:cNvGraphicFramePr>
            <p:nvPr/>
          </p:nvGraphicFramePr>
          <p:xfrm>
            <a:off x="8601" y="6271"/>
            <a:ext cx="2520" cy="926"/>
          </p:xfrm>
          <a:graphic>
            <a:graphicData uri="http://schemas.openxmlformats.org/presentationml/2006/ole">
              <mc:AlternateContent xmlns:mc="http://schemas.openxmlformats.org/markup-compatibility/2006">
                <mc:Choice xmlns:v="urn:schemas-microsoft-com:vml" Requires="v">
                  <p:oleObj spid="_x0000_s3176" name="" r:id="rId19" imgW="850265" imgH="328295" progId="Equation.3">
                    <p:embed/>
                  </p:oleObj>
                </mc:Choice>
                <mc:Fallback>
                  <p:oleObj name="" r:id="rId19" imgW="850265" imgH="328295" progId="Equation.3">
                    <p:embed/>
                    <p:pic>
                      <p:nvPicPr>
                        <p:cNvPr id="0" name="图片 3175"/>
                        <p:cNvPicPr/>
                        <p:nvPr/>
                      </p:nvPicPr>
                      <p:blipFill>
                        <a:blip r:embed="rId20">
                          <a:clrChange>
                            <a:clrFrom>
                              <a:srgbClr val="000000"/>
                            </a:clrFrom>
                            <a:clrTo>
                              <a:srgbClr val="000000">
                                <a:alpha val="0"/>
                              </a:srgbClr>
                            </a:clrTo>
                          </a:clrChange>
                        </a:blip>
                        <a:stretch>
                          <a:fillRect/>
                        </a:stretch>
                      </p:blipFill>
                      <p:spPr>
                        <a:xfrm>
                          <a:off x="8601" y="6271"/>
                          <a:ext cx="2520" cy="926"/>
                        </a:xfrm>
                        <a:prstGeom prst="rect">
                          <a:avLst/>
                        </a:prstGeom>
                        <a:noFill/>
                        <a:ln w="38100">
                          <a:noFill/>
                          <a:miter/>
                        </a:ln>
                      </p:spPr>
                    </p:pic>
                  </p:oleObj>
                </mc:Fallback>
              </mc:AlternateContent>
            </a:graphicData>
          </a:graphic>
        </p:graphicFrame>
        <p:sp>
          <p:nvSpPr>
            <p:cNvPr id="35940" name="Line 95"/>
            <p:cNvSpPr/>
            <p:nvPr/>
          </p:nvSpPr>
          <p:spPr>
            <a:xfrm>
              <a:off x="3991" y="6721"/>
              <a:ext cx="4294" cy="0"/>
            </a:xfrm>
            <a:prstGeom prst="line">
              <a:avLst/>
            </a:prstGeom>
            <a:ln w="28575" cap="flat" cmpd="sng">
              <a:solidFill>
                <a:srgbClr val="FF00FF"/>
              </a:solidFill>
              <a:prstDash val="dash"/>
              <a:round/>
              <a:headEnd type="none" w="med" len="med"/>
              <a:tailEnd type="none" w="lg" len="lg"/>
            </a:ln>
          </p:spPr>
        </p:sp>
      </p:grpSp>
      <p:sp>
        <p:nvSpPr>
          <p:cNvPr id="33794" name="Text Box 2"/>
          <p:cNvSpPr txBox="1"/>
          <p:nvPr/>
        </p:nvSpPr>
        <p:spPr>
          <a:xfrm>
            <a:off x="1095375" y="2895600"/>
            <a:ext cx="6864350" cy="460375"/>
          </a:xfrm>
          <a:prstGeom prst="rect">
            <a:avLst/>
          </a:prstGeom>
          <a:noFill/>
          <a:ln w="9525">
            <a:noFill/>
          </a:ln>
        </p:spPr>
        <p:txBody>
          <a:bodyPr wrap="square" anchor="t" anchorCtr="0">
            <a:spAutoFit/>
          </a:bodyPr>
          <a:p>
            <a:pPr algn="just"/>
            <a:r>
              <a:rPr lang="zh-CN" altLang="en-US" sz="2400" dirty="0">
                <a:solidFill>
                  <a:srgbClr val="0070C0"/>
                </a:solidFill>
                <a:latin typeface="微软雅黑" panose="020B0503020204020204" charset="-122"/>
                <a:ea typeface="微软雅黑" panose="020B0503020204020204" charset="-122"/>
              </a:rPr>
              <a:t>谐振子的动能、势能和总能量随时间的变化曲线</a:t>
            </a:r>
            <a:r>
              <a:rPr lang="en-US" altLang="zh-CN" sz="2400" dirty="0">
                <a:solidFill>
                  <a:srgbClr val="0070C0"/>
                </a:solidFill>
                <a:latin typeface="微软雅黑" panose="020B0503020204020204" charset="-122"/>
                <a:ea typeface="微软雅黑" panose="020B0503020204020204" charset="-122"/>
              </a:rPr>
              <a:t>:</a:t>
            </a:r>
            <a:endParaRPr lang="en-US" altLang="zh-CN" sz="2400" dirty="0">
              <a:solidFill>
                <a:srgbClr val="0070C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5954"/>
                                        </p:tgtEl>
                                        <p:attrNameLst>
                                          <p:attrName>style.visibility</p:attrName>
                                        </p:attrNameLst>
                                      </p:cBhvr>
                                      <p:to>
                                        <p:strVal val="visible"/>
                                      </p:to>
                                    </p:set>
                                    <p:animEffect transition="in" filter="wipe(up)">
                                      <p:cBhvr>
                                        <p:cTn id="7" dur="500"/>
                                        <p:tgtEl>
                                          <p:spTgt spid="12595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25955"/>
                                        </p:tgtEl>
                                        <p:attrNameLst>
                                          <p:attrName>style.visibility</p:attrName>
                                        </p:attrNameLst>
                                      </p:cBhvr>
                                      <p:to>
                                        <p:strVal val="visible"/>
                                      </p:to>
                                    </p:set>
                                    <p:animEffect transition="in" filter="wipe(up)">
                                      <p:cBhvr>
                                        <p:cTn id="11" dur="500"/>
                                        <p:tgtEl>
                                          <p:spTgt spid="125955"/>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25956"/>
                                        </p:tgtEl>
                                        <p:attrNameLst>
                                          <p:attrName>style.visibility</p:attrName>
                                        </p:attrNameLst>
                                      </p:cBhvr>
                                      <p:to>
                                        <p:strVal val="visible"/>
                                      </p:to>
                                    </p:set>
                                    <p:animEffect transition="in" filter="wipe(up)">
                                      <p:cBhvr>
                                        <p:cTn id="15" dur="500"/>
                                        <p:tgtEl>
                                          <p:spTgt spid="125956"/>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25957"/>
                                        </p:tgtEl>
                                        <p:attrNameLst>
                                          <p:attrName>style.visibility</p:attrName>
                                        </p:attrNameLst>
                                      </p:cBhvr>
                                      <p:to>
                                        <p:strVal val="visible"/>
                                      </p:to>
                                    </p:set>
                                    <p:animEffect transition="in" filter="wipe(up)">
                                      <p:cBhvr>
                                        <p:cTn id="19" dur="500"/>
                                        <p:tgtEl>
                                          <p:spTgt spid="125957"/>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125958"/>
                                        </p:tgtEl>
                                        <p:attrNameLst>
                                          <p:attrName>style.visibility</p:attrName>
                                        </p:attrNameLst>
                                      </p:cBhvr>
                                      <p:to>
                                        <p:strVal val="visible"/>
                                      </p:to>
                                    </p:set>
                                    <p:animEffect transition="in" filter="wipe(up)">
                                      <p:cBhvr>
                                        <p:cTn id="23" dur="500"/>
                                        <p:tgtEl>
                                          <p:spTgt spid="12595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3794"/>
                                        </p:tgtEl>
                                        <p:attrNameLst>
                                          <p:attrName>style.visibility</p:attrName>
                                        </p:attrNameLst>
                                      </p:cBhvr>
                                      <p:to>
                                        <p:strVal val="visible"/>
                                      </p:to>
                                    </p:set>
                                    <p:animEffect transition="in" filter="wipe(left)">
                                      <p:cBhvr>
                                        <p:cTn id="28" dur="500"/>
                                        <p:tgtEl>
                                          <p:spTgt spid="33794"/>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127048"/>
                                        </p:tgtEl>
                                        <p:attrNameLst>
                                          <p:attrName>style.visibility</p:attrName>
                                        </p:attrNameLst>
                                      </p:cBhvr>
                                      <p:to>
                                        <p:strVal val="visible"/>
                                      </p:to>
                                    </p:set>
                                    <p:animEffect transition="in" filter="wipe(left)">
                                      <p:cBhvr>
                                        <p:cTn id="32" dur="500"/>
                                        <p:tgtEl>
                                          <p:spTgt spid="127048"/>
                                        </p:tgtEl>
                                      </p:cBhvr>
                                    </p:animEffect>
                                  </p:childTnLst>
                                </p:cTn>
                              </p:par>
                            </p:childTnLst>
                          </p:cTn>
                        </p:par>
                        <p:par>
                          <p:cTn id="33" fill="hold">
                            <p:stCondLst>
                              <p:cond delay="1000"/>
                            </p:stCondLst>
                            <p:childTnLst>
                              <p:par>
                                <p:cTn id="34" presetID="22" presetClass="entr" presetSubtype="4" fill="hold" nodeType="afterEffect">
                                  <p:stCondLst>
                                    <p:cond delay="0"/>
                                  </p:stCondLst>
                                  <p:childTnLst>
                                    <p:set>
                                      <p:cBhvr>
                                        <p:cTn id="35" dur="1" fill="hold">
                                          <p:stCondLst>
                                            <p:cond delay="0"/>
                                          </p:stCondLst>
                                        </p:cTn>
                                        <p:tgtEl>
                                          <p:spTgt spid="126979"/>
                                        </p:tgtEl>
                                        <p:attrNameLst>
                                          <p:attrName>style.visibility</p:attrName>
                                        </p:attrNameLst>
                                      </p:cBhvr>
                                      <p:to>
                                        <p:strVal val="visible"/>
                                      </p:to>
                                    </p:set>
                                    <p:animEffect transition="in" filter="wipe(down)">
                                      <p:cBhvr>
                                        <p:cTn id="36" dur="500"/>
                                        <p:tgtEl>
                                          <p:spTgt spid="126979"/>
                                        </p:tgtEl>
                                      </p:cBhvr>
                                    </p:animEffect>
                                  </p:childTnLst>
                                </p:cTn>
                              </p:par>
                            </p:childTnLst>
                          </p:cTn>
                        </p:par>
                        <p:par>
                          <p:cTn id="37" fill="hold">
                            <p:stCondLst>
                              <p:cond delay="1500"/>
                            </p:stCondLst>
                            <p:childTnLst>
                              <p:par>
                                <p:cTn id="38" presetID="22" presetClass="entr" presetSubtype="4" fill="hold" nodeType="afterEffect">
                                  <p:stCondLst>
                                    <p:cond delay="0"/>
                                  </p:stCondLst>
                                  <p:childTnLst>
                                    <p:set>
                                      <p:cBhvr>
                                        <p:cTn id="39" dur="1" fill="hold">
                                          <p:stCondLst>
                                            <p:cond delay="0"/>
                                          </p:stCondLst>
                                        </p:cTn>
                                        <p:tgtEl>
                                          <p:spTgt spid="127041"/>
                                        </p:tgtEl>
                                        <p:attrNameLst>
                                          <p:attrName>style.visibility</p:attrName>
                                        </p:attrNameLst>
                                      </p:cBhvr>
                                      <p:to>
                                        <p:strVal val="visible"/>
                                      </p:to>
                                    </p:set>
                                    <p:animEffect transition="in" filter="wipe(down)">
                                      <p:cBhvr>
                                        <p:cTn id="40" dur="500"/>
                                        <p:tgtEl>
                                          <p:spTgt spid="127041"/>
                                        </p:tgtEl>
                                      </p:cBhvr>
                                    </p:animEffect>
                                  </p:childTnLst>
                                </p:cTn>
                              </p:par>
                            </p:childTnLst>
                          </p:cTn>
                        </p:par>
                        <p:par>
                          <p:cTn id="41" fill="hold">
                            <p:stCondLst>
                              <p:cond delay="2000"/>
                            </p:stCondLst>
                            <p:childTnLst>
                              <p:par>
                                <p:cTn id="42" presetID="22" presetClass="entr" presetSubtype="8" fill="hold" nodeType="afterEffect">
                                  <p:stCondLst>
                                    <p:cond delay="0"/>
                                  </p:stCondLst>
                                  <p:childTnLst>
                                    <p:set>
                                      <p:cBhvr>
                                        <p:cTn id="43" dur="1" fill="hold">
                                          <p:stCondLst>
                                            <p:cond delay="0"/>
                                          </p:stCondLst>
                                        </p:cTn>
                                        <p:tgtEl>
                                          <p:spTgt spid="127014"/>
                                        </p:tgtEl>
                                        <p:attrNameLst>
                                          <p:attrName>style.visibility</p:attrName>
                                        </p:attrNameLst>
                                      </p:cBhvr>
                                      <p:to>
                                        <p:strVal val="visible"/>
                                      </p:to>
                                    </p:set>
                                    <p:animEffect transition="in" filter="wipe(left)">
                                      <p:cBhvr>
                                        <p:cTn id="44" dur="500"/>
                                        <p:tgtEl>
                                          <p:spTgt spid="12701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26987"/>
                                        </p:tgtEl>
                                        <p:attrNameLst>
                                          <p:attrName>style.visibility</p:attrName>
                                        </p:attrNameLst>
                                      </p:cBhvr>
                                      <p:to>
                                        <p:strVal val="visible"/>
                                      </p:to>
                                    </p:set>
                                    <p:animEffect transition="in" filter="wipe(left)">
                                      <p:cBhvr>
                                        <p:cTn id="49" dur="500"/>
                                        <p:tgtEl>
                                          <p:spTgt spid="12698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26984"/>
                                        </p:tgtEl>
                                        <p:attrNameLst>
                                          <p:attrName>style.visibility</p:attrName>
                                        </p:attrNameLst>
                                      </p:cBhvr>
                                      <p:to>
                                        <p:strVal val="visible"/>
                                      </p:to>
                                    </p:set>
                                    <p:animEffect transition="in" filter="wipe(left)">
                                      <p:cBhvr>
                                        <p:cTn id="54" dur="500"/>
                                        <p:tgtEl>
                                          <p:spTgt spid="12698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wipe(left)">
                                      <p:cBhvr>
                                        <p:cTn id="5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6" grpId="0" bldLvl="0" animBg="1"/>
      <p:bldP spid="3379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09295" y="1155700"/>
            <a:ext cx="7725410" cy="1198880"/>
          </a:xfrm>
          <a:prstGeom prst="rect">
            <a:avLst/>
          </a:prstGeom>
          <a:noFill/>
        </p:spPr>
        <p:txBody>
          <a:bodyPr wrap="square" rtlCol="0" anchor="t">
            <a:spAutoFit/>
          </a:bodyPr>
          <a:p>
            <a:pPr>
              <a:lnSpc>
                <a:spcPct val="150000"/>
              </a:lnSpc>
            </a:pPr>
            <a:r>
              <a:rPr lang="zh-CN" altLang="en-US" sz="2400" dirty="0">
                <a:latin typeface="宋体" panose="02010600030101010101" pitchFamily="2" charset="-122"/>
                <a:sym typeface="+mn-ea"/>
              </a:rPr>
              <a:t>一弹簧振子作简谐振动，当位移为振幅的一半时，其动能为总能量的</a:t>
            </a:r>
            <a:r>
              <a:rPr lang="en-US" altLang="zh-CN" sz="2400" b="1" dirty="0">
                <a:solidFill>
                  <a:srgbClr val="000000"/>
                </a:solidFill>
                <a:latin typeface="Times New Roman" panose="02020603050405020304" pitchFamily="18" charset="0"/>
                <a:sym typeface="+mn-ea"/>
              </a:rPr>
              <a:t>(      )</a:t>
            </a:r>
            <a:endParaRPr lang="en-US" altLang="zh-CN" sz="2400" b="1" dirty="0">
              <a:solidFill>
                <a:srgbClr val="000000"/>
              </a:solidFill>
              <a:latin typeface="Times New Roman" panose="02020603050405020304" pitchFamily="18" charset="0"/>
              <a:sym typeface="+mn-ea"/>
            </a:endParaRPr>
          </a:p>
        </p:txBody>
      </p:sp>
      <p:sp>
        <p:nvSpPr>
          <p:cNvPr id="3" name="文本框 2"/>
          <p:cNvSpPr txBox="1"/>
          <p:nvPr/>
        </p:nvSpPr>
        <p:spPr>
          <a:xfrm>
            <a:off x="1259840" y="2824480"/>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(A)  </a:t>
            </a:r>
            <a:r>
              <a:rPr lang="en-US" altLang="zh-CN" sz="2400" dirty="0">
                <a:latin typeface="Times New Roman" panose="02020603050405020304" pitchFamily="18" charset="0"/>
                <a:sym typeface="+mn-ea"/>
              </a:rPr>
              <a:t>1/4</a:t>
            </a:r>
            <a:endParaRPr lang="zh-CN" altLang="en-US" sz="2400"/>
          </a:p>
        </p:txBody>
      </p:sp>
      <p:sp>
        <p:nvSpPr>
          <p:cNvPr id="6" name="文本框 5"/>
          <p:cNvSpPr txBox="1"/>
          <p:nvPr/>
        </p:nvSpPr>
        <p:spPr>
          <a:xfrm>
            <a:off x="1259840" y="3544570"/>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(B)  </a:t>
            </a:r>
            <a:r>
              <a:rPr lang="en-US" altLang="zh-CN" sz="2400" dirty="0">
                <a:latin typeface="Times New Roman" panose="02020603050405020304" pitchFamily="18" charset="0"/>
                <a:sym typeface="+mn-ea"/>
              </a:rPr>
              <a:t>1/2</a:t>
            </a:r>
            <a:endParaRPr lang="zh-CN" altLang="en-US" sz="2400"/>
          </a:p>
        </p:txBody>
      </p:sp>
      <p:sp>
        <p:nvSpPr>
          <p:cNvPr id="7" name="文本框 6"/>
          <p:cNvSpPr txBox="1"/>
          <p:nvPr/>
        </p:nvSpPr>
        <p:spPr>
          <a:xfrm>
            <a:off x="1259840" y="4300855"/>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(C)  </a:t>
            </a:r>
            <a:r>
              <a:rPr lang="en-US" altLang="zh-CN" sz="2400" dirty="0">
                <a:latin typeface="Times New Roman" panose="02020603050405020304" pitchFamily="18" charset="0"/>
                <a:sym typeface="+mn-ea"/>
              </a:rPr>
              <a:t>3</a:t>
            </a:r>
            <a:r>
              <a:rPr lang="en-US" altLang="zh-CN" sz="2400" dirty="0">
                <a:latin typeface="Times New Roman" panose="02020603050405020304" pitchFamily="18" charset="0"/>
                <a:sym typeface="+mn-ea"/>
              </a:rPr>
              <a:t>/4</a:t>
            </a:r>
            <a:endParaRPr lang="zh-CN" altLang="en-US" sz="2400"/>
          </a:p>
        </p:txBody>
      </p:sp>
      <p:sp>
        <p:nvSpPr>
          <p:cNvPr id="8" name="文本框 7"/>
          <p:cNvSpPr txBox="1"/>
          <p:nvPr/>
        </p:nvSpPr>
        <p:spPr>
          <a:xfrm>
            <a:off x="1259840" y="5057140"/>
            <a:ext cx="153733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(D)  </a:t>
            </a:r>
            <a:endParaRPr lang="zh-CN" altLang="en-US" sz="2400"/>
          </a:p>
        </p:txBody>
      </p:sp>
      <p:sp>
        <p:nvSpPr>
          <p:cNvPr id="9" name="文本框 8"/>
          <p:cNvSpPr txBox="1"/>
          <p:nvPr/>
        </p:nvSpPr>
        <p:spPr>
          <a:xfrm>
            <a:off x="2699385" y="1852930"/>
            <a:ext cx="755015"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sym typeface="+mn-ea"/>
              </a:rPr>
              <a:t>C</a:t>
            </a:r>
            <a:endParaRPr lang="en-US" altLang="zh-CN" sz="2400" b="1" dirty="0">
              <a:solidFill>
                <a:srgbClr val="FF0000"/>
              </a:solidFill>
              <a:latin typeface="Times New Roman" panose="02020603050405020304" pitchFamily="18" charset="0"/>
              <a:sym typeface="+mn-ea"/>
            </a:endParaRPr>
          </a:p>
        </p:txBody>
      </p:sp>
      <p:sp>
        <p:nvSpPr>
          <p:cNvPr id="26625" name="Text Box 67"/>
          <p:cNvSpPr txBox="1"/>
          <p:nvPr/>
        </p:nvSpPr>
        <p:spPr>
          <a:xfrm>
            <a:off x="1331595" y="332740"/>
            <a:ext cx="2175510" cy="521970"/>
          </a:xfrm>
          <a:prstGeom prst="rect">
            <a:avLst/>
          </a:prstGeom>
          <a:noFill/>
          <a:ln w="9525">
            <a:noFill/>
          </a:ln>
        </p:spPr>
        <p:txBody>
          <a:bodyPr wrap="square" anchor="t" anchorCtr="0">
            <a:spAutoFit/>
          </a:bodyPr>
          <a:p>
            <a:pPr algn="just" eaLnBrk="0" hangingPunct="0"/>
            <a:r>
              <a:rPr lang="zh-CN" altLang="en-US" sz="2800" b="1" dirty="0">
                <a:solidFill>
                  <a:srgbClr val="0070C0"/>
                </a:solidFill>
                <a:latin typeface="微软雅黑" panose="020B0503020204020204" charset="-122"/>
                <a:ea typeface="微软雅黑" panose="020B0503020204020204" charset="-122"/>
              </a:rPr>
              <a:t>课堂测试</a:t>
            </a:r>
            <a:r>
              <a:rPr lang="en-US" altLang="zh-CN" sz="2800" b="1" i="1" dirty="0">
                <a:solidFill>
                  <a:srgbClr val="0000CC"/>
                </a:solidFill>
                <a:latin typeface="Times New Roman" panose="02020603050405020304" pitchFamily="18" charset="0"/>
                <a:ea typeface="宋体" panose="02010600030101010101" pitchFamily="2" charset="-122"/>
              </a:rPr>
              <a:t> </a:t>
            </a:r>
            <a:endParaRPr lang="en-US" altLang="zh-CN" sz="2800" b="1" i="1" dirty="0">
              <a:solidFill>
                <a:srgbClr val="0000CC"/>
              </a:solidFill>
              <a:latin typeface="Times New Roman" panose="02020603050405020304" pitchFamily="18" charset="0"/>
              <a:ea typeface="宋体" panose="02010600030101010101" pitchFamily="2" charset="-122"/>
            </a:endParaRPr>
          </a:p>
        </p:txBody>
      </p:sp>
      <p:pic>
        <p:nvPicPr>
          <p:cNvPr id="36875" name="Picture 2"/>
          <p:cNvPicPr>
            <a:picLocks noChangeAspect="1"/>
          </p:cNvPicPr>
          <p:nvPr/>
        </p:nvPicPr>
        <p:blipFill>
          <a:blip r:embed="rId1"/>
          <a:stretch>
            <a:fillRect/>
          </a:stretch>
        </p:blipFill>
        <p:spPr>
          <a:xfrm>
            <a:off x="1764030" y="5092383"/>
            <a:ext cx="812800" cy="466725"/>
          </a:xfrm>
          <a:prstGeom prst="rect">
            <a:avLst/>
          </a:prstGeom>
          <a:noFill/>
          <a:ln w="9525">
            <a:noFill/>
          </a:ln>
        </p:spPr>
      </p:pic>
      <p:sp>
        <p:nvSpPr>
          <p:cNvPr id="4" name="Text Box 24"/>
          <p:cNvSpPr txBox="1"/>
          <p:nvPr/>
        </p:nvSpPr>
        <p:spPr>
          <a:xfrm>
            <a:off x="3996055" y="2634615"/>
            <a:ext cx="1123950" cy="460375"/>
          </a:xfrm>
          <a:prstGeom prst="rect">
            <a:avLst/>
          </a:prstGeom>
          <a:noFill/>
          <a:ln w="9525">
            <a:noFill/>
          </a:ln>
        </p:spPr>
        <p:txBody>
          <a:bodyPr wrap="square" anchor="t" anchorCtr="0">
            <a:spAutoFit/>
          </a:bodyPr>
          <a:p>
            <a:pPr eaLnBrk="0" hangingPunct="0">
              <a:spcBef>
                <a:spcPct val="50000"/>
              </a:spcBef>
            </a:pPr>
            <a:r>
              <a:rPr lang="zh-CN" altLang="en-US" sz="2400" dirty="0">
                <a:solidFill>
                  <a:srgbClr val="000000"/>
                </a:solidFill>
                <a:latin typeface="微软雅黑" panose="020B0503020204020204" charset="-122"/>
                <a:ea typeface="微软雅黑" panose="020B0503020204020204" charset="-122"/>
              </a:rPr>
              <a:t>势能</a:t>
            </a:r>
            <a:endParaRPr lang="zh-CN" altLang="en-US" sz="2400" dirty="0">
              <a:solidFill>
                <a:srgbClr val="000000"/>
              </a:solidFill>
              <a:latin typeface="微软雅黑" panose="020B0503020204020204" charset="-122"/>
              <a:ea typeface="微软雅黑" panose="020B0503020204020204" charset="-122"/>
            </a:endParaRPr>
          </a:p>
        </p:txBody>
      </p:sp>
      <p:graphicFrame>
        <p:nvGraphicFramePr>
          <p:cNvPr id="5" name="Object 21"/>
          <p:cNvGraphicFramePr>
            <a:graphicFrameLocks noChangeAspect="1"/>
          </p:cNvGraphicFramePr>
          <p:nvPr/>
        </p:nvGraphicFramePr>
        <p:xfrm>
          <a:off x="3996056" y="3212942"/>
          <a:ext cx="3954780" cy="709930"/>
        </p:xfrm>
        <a:graphic>
          <a:graphicData uri="http://schemas.openxmlformats.org/presentationml/2006/ole">
            <mc:AlternateContent xmlns:mc="http://schemas.openxmlformats.org/markup-compatibility/2006">
              <mc:Choice xmlns:v="urn:schemas-microsoft-com:vml" Requires="v">
                <p:oleObj spid="_x0000_s10" name="" r:id="rId2" imgW="2171700" imgH="393700" progId="Equation.3">
                  <p:embed/>
                </p:oleObj>
              </mc:Choice>
              <mc:Fallback>
                <p:oleObj name="" r:id="rId2" imgW="2171700" imgH="393700" progId="Equation.3">
                  <p:embed/>
                  <p:pic>
                    <p:nvPicPr>
                      <p:cNvPr id="0" name="图片 3171"/>
                      <p:cNvPicPr/>
                      <p:nvPr/>
                    </p:nvPicPr>
                    <p:blipFill>
                      <a:blip r:embed="rId3"/>
                      <a:stretch>
                        <a:fillRect/>
                      </a:stretch>
                    </p:blipFill>
                    <p:spPr>
                      <a:xfrm>
                        <a:off x="3996056" y="3212942"/>
                        <a:ext cx="3954780" cy="709930"/>
                      </a:xfrm>
                      <a:prstGeom prst="rect">
                        <a:avLst/>
                      </a:prstGeom>
                      <a:noFill/>
                      <a:ln w="38100">
                        <a:noFill/>
                        <a:miter/>
                      </a:ln>
                    </p:spPr>
                  </p:pic>
                </p:oleObj>
              </mc:Fallback>
            </mc:AlternateContent>
          </a:graphicData>
        </a:graphic>
      </p:graphicFrame>
      <p:sp>
        <p:nvSpPr>
          <p:cNvPr id="11" name="Text Box 24"/>
          <p:cNvSpPr txBox="1"/>
          <p:nvPr/>
        </p:nvSpPr>
        <p:spPr>
          <a:xfrm>
            <a:off x="3996055" y="4182745"/>
            <a:ext cx="1123950" cy="460375"/>
          </a:xfrm>
          <a:prstGeom prst="rect">
            <a:avLst/>
          </a:prstGeom>
          <a:noFill/>
          <a:ln w="9525">
            <a:noFill/>
          </a:ln>
        </p:spPr>
        <p:txBody>
          <a:bodyPr wrap="square" anchor="t" anchorCtr="0">
            <a:spAutoFit/>
          </a:bodyPr>
          <a:p>
            <a:pPr eaLnBrk="0" hangingPunct="0">
              <a:spcBef>
                <a:spcPct val="50000"/>
              </a:spcBef>
            </a:pPr>
            <a:r>
              <a:rPr lang="zh-CN" altLang="en-US" sz="2400" dirty="0">
                <a:solidFill>
                  <a:srgbClr val="000000"/>
                </a:solidFill>
                <a:latin typeface="微软雅黑" panose="020B0503020204020204" charset="-122"/>
                <a:ea typeface="微软雅黑" panose="020B0503020204020204" charset="-122"/>
              </a:rPr>
              <a:t>动能</a:t>
            </a:r>
            <a:endParaRPr lang="zh-CN" altLang="en-US" sz="2400" dirty="0">
              <a:solidFill>
                <a:srgbClr val="000000"/>
              </a:solidFill>
              <a:latin typeface="微软雅黑" panose="020B0503020204020204" charset="-122"/>
              <a:ea typeface="微软雅黑" panose="020B0503020204020204" charset="-122"/>
            </a:endParaRPr>
          </a:p>
        </p:txBody>
      </p:sp>
      <p:graphicFrame>
        <p:nvGraphicFramePr>
          <p:cNvPr id="12" name="Object 21"/>
          <p:cNvGraphicFramePr>
            <a:graphicFrameLocks noChangeAspect="1"/>
          </p:cNvGraphicFramePr>
          <p:nvPr/>
        </p:nvGraphicFramePr>
        <p:xfrm>
          <a:off x="4067493" y="5020787"/>
          <a:ext cx="3885565" cy="709930"/>
        </p:xfrm>
        <a:graphic>
          <a:graphicData uri="http://schemas.openxmlformats.org/presentationml/2006/ole">
            <mc:AlternateContent xmlns:mc="http://schemas.openxmlformats.org/markup-compatibility/2006">
              <mc:Choice xmlns:v="urn:schemas-microsoft-com:vml" Requires="v">
                <p:oleObj spid="_x0000_s13" name="" r:id="rId4" imgW="2133600" imgH="393700" progId="Equation.3">
                  <p:embed/>
                </p:oleObj>
              </mc:Choice>
              <mc:Fallback>
                <p:oleObj name="" r:id="rId4" imgW="2133600" imgH="393700" progId="Equation.3">
                  <p:embed/>
                  <p:pic>
                    <p:nvPicPr>
                      <p:cNvPr id="0" name="图片 3171"/>
                      <p:cNvPicPr/>
                      <p:nvPr/>
                    </p:nvPicPr>
                    <p:blipFill>
                      <a:blip r:embed="rId5"/>
                      <a:stretch>
                        <a:fillRect/>
                      </a:stretch>
                    </p:blipFill>
                    <p:spPr>
                      <a:xfrm>
                        <a:off x="4067493" y="5020787"/>
                        <a:ext cx="3885565" cy="70993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4"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Text Box 2"/>
          <p:cNvSpPr txBox="1"/>
          <p:nvPr/>
        </p:nvSpPr>
        <p:spPr>
          <a:xfrm>
            <a:off x="1763713" y="2060575"/>
            <a:ext cx="6121400" cy="1135063"/>
          </a:xfrm>
          <a:prstGeom prst="rect">
            <a:avLst/>
          </a:prstGeom>
          <a:noFill/>
          <a:ln w="12700">
            <a:noFill/>
          </a:ln>
        </p:spPr>
        <p:txBody>
          <a:bodyPr wrap="square" anchor="t" anchorCtr="0">
            <a:spAutoFit/>
          </a:bodyPr>
          <a:p>
            <a:pPr>
              <a:lnSpc>
                <a:spcPct val="150000"/>
              </a:lnSpc>
              <a:spcBef>
                <a:spcPct val="50000"/>
              </a:spcBef>
            </a:pPr>
            <a:r>
              <a:rPr lang="en-US" altLang="zh-CN" sz="2400" dirty="0">
                <a:solidFill>
                  <a:srgbClr val="0070C0"/>
                </a:solidFill>
                <a:latin typeface="微软雅黑" panose="020B0503020204020204" charset="-122"/>
                <a:ea typeface="微软雅黑" panose="020B0503020204020204" charset="-122"/>
                <a:sym typeface="宋体" panose="02010600030101010101" pitchFamily="2" charset="-122"/>
              </a:rPr>
              <a:t>1.</a:t>
            </a:r>
            <a:r>
              <a:rPr lang="zh-CN" altLang="en-US" sz="2400" dirty="0">
                <a:solidFill>
                  <a:srgbClr val="0070C0"/>
                </a:solidFill>
                <a:latin typeface="微软雅黑" panose="020B0503020204020204" charset="-122"/>
                <a:ea typeface="微软雅黑" panose="020B0503020204020204" charset="-122"/>
                <a:sym typeface="宋体" panose="02010600030101010101" pitchFamily="2" charset="-122"/>
              </a:rPr>
              <a:t>弹簧振子水平放置，其运动是简谐振动，竖直放置时还是简谐振动吗？</a:t>
            </a:r>
            <a:endParaRPr lang="zh-CN" altLang="en-US" sz="2400" b="1" dirty="0">
              <a:solidFill>
                <a:srgbClr val="0070C0"/>
              </a:solidFill>
              <a:latin typeface="微软雅黑" panose="020B0503020204020204" charset="-122"/>
              <a:ea typeface="微软雅黑" panose="020B0503020204020204" charset="-122"/>
            </a:endParaRPr>
          </a:p>
        </p:txBody>
      </p:sp>
      <p:sp>
        <p:nvSpPr>
          <p:cNvPr id="37890" name="文本框 3"/>
          <p:cNvSpPr txBox="1"/>
          <p:nvPr/>
        </p:nvSpPr>
        <p:spPr>
          <a:xfrm>
            <a:off x="3348038" y="1268413"/>
            <a:ext cx="2160587" cy="523875"/>
          </a:xfrm>
          <a:prstGeom prst="rect">
            <a:avLst/>
          </a:prstGeom>
          <a:noFill/>
          <a:ln w="9525">
            <a:noFill/>
          </a:ln>
        </p:spPr>
        <p:txBody>
          <a:bodyPr wrap="square" anchor="t" anchorCtr="0">
            <a:spAutoFit/>
          </a:bodyPr>
          <a:p>
            <a:r>
              <a:rPr lang="zh-CN" altLang="en-US" sz="2800" b="1" dirty="0">
                <a:solidFill>
                  <a:srgbClr val="0070C0"/>
                </a:solidFill>
                <a:latin typeface="微软雅黑" panose="020B0503020204020204" charset="-122"/>
                <a:ea typeface="微软雅黑" panose="020B0503020204020204" charset="-122"/>
              </a:rPr>
              <a:t>课堂思考：</a:t>
            </a:r>
            <a:endParaRPr lang="zh-CN" altLang="en-US" sz="2800" b="1" dirty="0">
              <a:latin typeface="Arial" panose="020B0604020202020204" pitchFamily="34" charset="0"/>
              <a:ea typeface="宋体" panose="02010600030101010101" pitchFamily="2" charset="-122"/>
            </a:endParaRPr>
          </a:p>
        </p:txBody>
      </p:sp>
      <p:sp>
        <p:nvSpPr>
          <p:cNvPr id="37891" name="Text Box 2"/>
          <p:cNvSpPr txBox="1"/>
          <p:nvPr/>
        </p:nvSpPr>
        <p:spPr>
          <a:xfrm>
            <a:off x="1739900" y="3789363"/>
            <a:ext cx="6337300" cy="581025"/>
          </a:xfrm>
          <a:prstGeom prst="rect">
            <a:avLst/>
          </a:prstGeom>
          <a:noFill/>
          <a:ln w="12700">
            <a:noFill/>
          </a:ln>
        </p:spPr>
        <p:txBody>
          <a:bodyPr wrap="square" anchor="t" anchorCtr="0">
            <a:spAutoFit/>
          </a:bodyPr>
          <a:p>
            <a:pPr>
              <a:lnSpc>
                <a:spcPct val="150000"/>
              </a:lnSpc>
              <a:spcBef>
                <a:spcPct val="50000"/>
              </a:spcBef>
            </a:pPr>
            <a:r>
              <a:rPr lang="en-US" altLang="zh-CN" sz="2400" dirty="0">
                <a:solidFill>
                  <a:srgbClr val="0070C0"/>
                </a:solidFill>
                <a:latin typeface="微软雅黑" panose="020B0503020204020204" charset="-122"/>
                <a:ea typeface="微软雅黑" panose="020B0503020204020204" charset="-122"/>
                <a:sym typeface="宋体" panose="02010600030101010101" pitchFamily="2" charset="-122"/>
              </a:rPr>
              <a:t>2.</a:t>
            </a:r>
            <a:r>
              <a:rPr lang="zh-CN" altLang="en-US" sz="2400" dirty="0">
                <a:solidFill>
                  <a:srgbClr val="0070C0"/>
                </a:solidFill>
                <a:latin typeface="微软雅黑" panose="020B0503020204020204" charset="-122"/>
                <a:ea typeface="微软雅黑" panose="020B0503020204020204" charset="-122"/>
                <a:sym typeface="宋体" panose="02010600030101010101" pitchFamily="2" charset="-122"/>
              </a:rPr>
              <a:t>如何判断一个运动是否为简谐振动？</a:t>
            </a:r>
            <a:endParaRPr lang="zh-CN" altLang="en-US" sz="2400" b="1" dirty="0">
              <a:solidFill>
                <a:srgbClr val="0070C0"/>
              </a:solidFill>
              <a:latin typeface="微软雅黑" panose="020B0503020204020204" charset="-122"/>
              <a:ea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97636" name="Rectangle 4"/>
          <p:cNvSpPr/>
          <p:nvPr/>
        </p:nvSpPr>
        <p:spPr>
          <a:xfrm>
            <a:off x="5834063" y="193675"/>
            <a:ext cx="3244850" cy="460375"/>
          </a:xfrm>
          <a:prstGeom prst="rect">
            <a:avLst/>
          </a:prstGeom>
          <a:noFill/>
          <a:ln w="9525">
            <a:noFill/>
          </a:ln>
        </p:spPr>
        <p:txBody>
          <a:bodyPr wrap="none" anchor="t" anchorCtr="0">
            <a:spAutoFit/>
          </a:bodyPr>
          <a:p>
            <a:pPr algn="ctr" eaLnBrk="0" hangingPunct="0"/>
            <a:r>
              <a:rPr lang="zh-CN" altLang="en-US" sz="2400" b="1" dirty="0">
                <a:solidFill>
                  <a:srgbClr val="309261"/>
                </a:solidFill>
                <a:latin typeface="Times New Roman" panose="02020603050405020304" pitchFamily="18" charset="0"/>
                <a:ea typeface="黑体" panose="02010609060101010101" pitchFamily="2" charset="-122"/>
              </a:rPr>
              <a:t>例：</a:t>
            </a:r>
            <a:r>
              <a:rPr lang="zh-CN" altLang="en-US" sz="2400" b="1" dirty="0">
                <a:latin typeface="Times New Roman" panose="02020603050405020304" pitchFamily="18" charset="0"/>
                <a:ea typeface="黑体" panose="02010609060101010101" pitchFamily="2" charset="-122"/>
              </a:rPr>
              <a:t>弹簧振子竖直放置</a:t>
            </a:r>
            <a:endParaRPr lang="zh-CN" altLang="en-US" sz="2400" b="1" dirty="0">
              <a:latin typeface="Times New Roman" panose="02020603050405020304" pitchFamily="18" charset="0"/>
              <a:ea typeface="黑体" panose="02010609060101010101" pitchFamily="2" charset="-122"/>
            </a:endParaRPr>
          </a:p>
        </p:txBody>
      </p:sp>
      <p:grpSp>
        <p:nvGrpSpPr>
          <p:cNvPr id="197637" name="Group 5"/>
          <p:cNvGrpSpPr/>
          <p:nvPr/>
        </p:nvGrpSpPr>
        <p:grpSpPr>
          <a:xfrm>
            <a:off x="6616700" y="749300"/>
            <a:ext cx="1693863" cy="382588"/>
            <a:chOff x="624" y="1919"/>
            <a:chExt cx="1156" cy="241"/>
          </a:xfrm>
        </p:grpSpPr>
        <p:sp>
          <p:nvSpPr>
            <p:cNvPr id="38916" name="Line 6"/>
            <p:cNvSpPr/>
            <p:nvPr/>
          </p:nvSpPr>
          <p:spPr>
            <a:xfrm rot="-5400000">
              <a:off x="632" y="1963"/>
              <a:ext cx="217" cy="109"/>
            </a:xfrm>
            <a:prstGeom prst="line">
              <a:avLst/>
            </a:prstGeom>
            <a:ln w="28575" cap="flat" cmpd="sng">
              <a:solidFill>
                <a:srgbClr val="BAB442"/>
              </a:solidFill>
              <a:prstDash val="solid"/>
              <a:round/>
              <a:headEnd type="none" w="med" len="med"/>
              <a:tailEnd type="none" w="med" len="med"/>
            </a:ln>
          </p:spPr>
        </p:sp>
        <p:sp>
          <p:nvSpPr>
            <p:cNvPr id="38917" name="Line 7"/>
            <p:cNvSpPr/>
            <p:nvPr/>
          </p:nvSpPr>
          <p:spPr>
            <a:xfrm rot="-5400000">
              <a:off x="1607" y="1964"/>
              <a:ext cx="217" cy="108"/>
            </a:xfrm>
            <a:prstGeom prst="line">
              <a:avLst/>
            </a:prstGeom>
            <a:ln w="28575" cap="flat" cmpd="sng">
              <a:solidFill>
                <a:srgbClr val="BAB442"/>
              </a:solidFill>
              <a:prstDash val="solid"/>
              <a:round/>
              <a:headEnd type="none" w="med" len="med"/>
              <a:tailEnd type="none" w="med" len="med"/>
            </a:ln>
          </p:spPr>
        </p:sp>
        <p:sp>
          <p:nvSpPr>
            <p:cNvPr id="38918" name="Line 8"/>
            <p:cNvSpPr/>
            <p:nvPr/>
          </p:nvSpPr>
          <p:spPr>
            <a:xfrm rot="-5400000">
              <a:off x="1499" y="1964"/>
              <a:ext cx="217" cy="108"/>
            </a:xfrm>
            <a:prstGeom prst="line">
              <a:avLst/>
            </a:prstGeom>
            <a:ln w="28575" cap="flat" cmpd="sng">
              <a:solidFill>
                <a:srgbClr val="BAB442"/>
              </a:solidFill>
              <a:prstDash val="solid"/>
              <a:round/>
              <a:headEnd type="none" w="med" len="med"/>
              <a:tailEnd type="none" w="med" len="med"/>
            </a:ln>
          </p:spPr>
        </p:sp>
        <p:sp>
          <p:nvSpPr>
            <p:cNvPr id="38919" name="Line 9"/>
            <p:cNvSpPr/>
            <p:nvPr/>
          </p:nvSpPr>
          <p:spPr>
            <a:xfrm rot="-5400000">
              <a:off x="1391" y="1963"/>
              <a:ext cx="217" cy="109"/>
            </a:xfrm>
            <a:prstGeom prst="line">
              <a:avLst/>
            </a:prstGeom>
            <a:ln w="28575" cap="flat" cmpd="sng">
              <a:solidFill>
                <a:srgbClr val="BAB442"/>
              </a:solidFill>
              <a:prstDash val="solid"/>
              <a:round/>
              <a:headEnd type="none" w="med" len="med"/>
              <a:tailEnd type="none" w="med" len="med"/>
            </a:ln>
          </p:spPr>
        </p:sp>
        <p:sp>
          <p:nvSpPr>
            <p:cNvPr id="38920" name="Line 10"/>
            <p:cNvSpPr/>
            <p:nvPr/>
          </p:nvSpPr>
          <p:spPr>
            <a:xfrm rot="-5400000">
              <a:off x="1174" y="1963"/>
              <a:ext cx="217" cy="109"/>
            </a:xfrm>
            <a:prstGeom prst="line">
              <a:avLst/>
            </a:prstGeom>
            <a:ln w="28575" cap="flat" cmpd="sng">
              <a:solidFill>
                <a:srgbClr val="BAB442"/>
              </a:solidFill>
              <a:prstDash val="solid"/>
              <a:round/>
              <a:headEnd type="none" w="med" len="med"/>
              <a:tailEnd type="none" w="med" len="med"/>
            </a:ln>
          </p:spPr>
        </p:sp>
        <p:sp>
          <p:nvSpPr>
            <p:cNvPr id="38921" name="Line 11"/>
            <p:cNvSpPr/>
            <p:nvPr/>
          </p:nvSpPr>
          <p:spPr>
            <a:xfrm rot="-5400000">
              <a:off x="1065" y="1964"/>
              <a:ext cx="217" cy="108"/>
            </a:xfrm>
            <a:prstGeom prst="line">
              <a:avLst/>
            </a:prstGeom>
            <a:ln w="28575" cap="flat" cmpd="sng">
              <a:solidFill>
                <a:srgbClr val="BAB442"/>
              </a:solidFill>
              <a:prstDash val="solid"/>
              <a:round/>
              <a:headEnd type="none" w="med" len="med"/>
              <a:tailEnd type="none" w="med" len="med"/>
            </a:ln>
          </p:spPr>
        </p:sp>
        <p:sp>
          <p:nvSpPr>
            <p:cNvPr id="38922" name="Line 12"/>
            <p:cNvSpPr/>
            <p:nvPr/>
          </p:nvSpPr>
          <p:spPr>
            <a:xfrm rot="-5400000">
              <a:off x="1282" y="1964"/>
              <a:ext cx="217" cy="108"/>
            </a:xfrm>
            <a:prstGeom prst="line">
              <a:avLst/>
            </a:prstGeom>
            <a:ln w="28575" cap="flat" cmpd="sng">
              <a:solidFill>
                <a:srgbClr val="BAB442"/>
              </a:solidFill>
              <a:prstDash val="solid"/>
              <a:round/>
              <a:headEnd type="none" w="med" len="med"/>
              <a:tailEnd type="none" w="med" len="med"/>
            </a:ln>
          </p:spPr>
        </p:sp>
        <p:sp>
          <p:nvSpPr>
            <p:cNvPr id="38923" name="Line 13"/>
            <p:cNvSpPr/>
            <p:nvPr/>
          </p:nvSpPr>
          <p:spPr>
            <a:xfrm rot="-5400000">
              <a:off x="957" y="1964"/>
              <a:ext cx="217" cy="108"/>
            </a:xfrm>
            <a:prstGeom prst="line">
              <a:avLst/>
            </a:prstGeom>
            <a:ln w="28575" cap="flat" cmpd="sng">
              <a:solidFill>
                <a:srgbClr val="BAB442"/>
              </a:solidFill>
              <a:prstDash val="solid"/>
              <a:round/>
              <a:headEnd type="none" w="med" len="med"/>
              <a:tailEnd type="none" w="med" len="med"/>
            </a:ln>
          </p:spPr>
        </p:sp>
        <p:sp>
          <p:nvSpPr>
            <p:cNvPr id="38924" name="Line 14"/>
            <p:cNvSpPr/>
            <p:nvPr/>
          </p:nvSpPr>
          <p:spPr>
            <a:xfrm rot="-5400000">
              <a:off x="849" y="1963"/>
              <a:ext cx="217" cy="109"/>
            </a:xfrm>
            <a:prstGeom prst="line">
              <a:avLst/>
            </a:prstGeom>
            <a:ln w="28575" cap="flat" cmpd="sng">
              <a:solidFill>
                <a:srgbClr val="BAB442"/>
              </a:solidFill>
              <a:prstDash val="solid"/>
              <a:round/>
              <a:headEnd type="none" w="med" len="med"/>
              <a:tailEnd type="none" w="med" len="med"/>
            </a:ln>
          </p:spPr>
        </p:sp>
        <p:sp>
          <p:nvSpPr>
            <p:cNvPr id="38925" name="Line 15"/>
            <p:cNvSpPr/>
            <p:nvPr/>
          </p:nvSpPr>
          <p:spPr>
            <a:xfrm rot="-5400000">
              <a:off x="740" y="1964"/>
              <a:ext cx="217" cy="108"/>
            </a:xfrm>
            <a:prstGeom prst="line">
              <a:avLst/>
            </a:prstGeom>
            <a:ln w="28575" cap="flat" cmpd="sng">
              <a:solidFill>
                <a:srgbClr val="BAB442"/>
              </a:solidFill>
              <a:prstDash val="solid"/>
              <a:round/>
              <a:headEnd type="none" w="med" len="med"/>
              <a:tailEnd type="none" w="med" len="med"/>
            </a:ln>
          </p:spPr>
        </p:sp>
        <p:sp>
          <p:nvSpPr>
            <p:cNvPr id="38926" name="Line 16"/>
            <p:cNvSpPr/>
            <p:nvPr/>
          </p:nvSpPr>
          <p:spPr>
            <a:xfrm rot="5400000" flipH="1">
              <a:off x="1200" y="1584"/>
              <a:ext cx="0" cy="1152"/>
            </a:xfrm>
            <a:prstGeom prst="line">
              <a:avLst/>
            </a:prstGeom>
            <a:ln w="28575" cap="flat" cmpd="sng">
              <a:solidFill>
                <a:srgbClr val="BAB442"/>
              </a:solidFill>
              <a:prstDash val="solid"/>
              <a:round/>
              <a:headEnd type="none" w="med" len="med"/>
              <a:tailEnd type="none" w="med" len="med"/>
            </a:ln>
          </p:spPr>
        </p:sp>
      </p:grpSp>
      <p:grpSp>
        <p:nvGrpSpPr>
          <p:cNvPr id="197649" name="Group 17"/>
          <p:cNvGrpSpPr/>
          <p:nvPr/>
        </p:nvGrpSpPr>
        <p:grpSpPr>
          <a:xfrm>
            <a:off x="7178675" y="1131888"/>
            <a:ext cx="563563" cy="2736850"/>
            <a:chOff x="1056" y="2160"/>
            <a:chExt cx="384" cy="1724"/>
          </a:xfrm>
        </p:grpSpPr>
        <p:grpSp>
          <p:nvGrpSpPr>
            <p:cNvPr id="38928" name="Group 18"/>
            <p:cNvGrpSpPr/>
            <p:nvPr/>
          </p:nvGrpSpPr>
          <p:grpSpPr>
            <a:xfrm>
              <a:off x="1104" y="2160"/>
              <a:ext cx="309" cy="1440"/>
              <a:chOff x="3387" y="840"/>
              <a:chExt cx="452" cy="2088"/>
            </a:xfrm>
          </p:grpSpPr>
          <p:grpSp>
            <p:nvGrpSpPr>
              <p:cNvPr id="38929" name="Group 19"/>
              <p:cNvGrpSpPr/>
              <p:nvPr/>
            </p:nvGrpSpPr>
            <p:grpSpPr>
              <a:xfrm>
                <a:off x="3387" y="840"/>
                <a:ext cx="452" cy="1749"/>
                <a:chOff x="3387" y="840"/>
                <a:chExt cx="452" cy="1749"/>
              </a:xfrm>
            </p:grpSpPr>
            <p:sp>
              <p:nvSpPr>
                <p:cNvPr id="38930" name="Oval 20"/>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31" name="Oval 21"/>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32" name="Arc 22"/>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33" name="Oval 23"/>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34" name="Oval 24"/>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35" name="Arc 25"/>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36" name="Oval 26"/>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37" name="Arc 27"/>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38" name="Arc 28"/>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39" name="Arc 29"/>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40" name="Oval 30"/>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41" name="Arc 31"/>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42" name="Line 32"/>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8943" name="Oval 33"/>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44" name="Arc 34"/>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8945" name="Arc 35"/>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46" name="Line 36"/>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38947" name="Oval 37"/>
            <p:cNvSpPr/>
            <p:nvPr/>
          </p:nvSpPr>
          <p:spPr>
            <a:xfrm rot="5351088">
              <a:off x="1058" y="3502"/>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97670" name="Group 38"/>
          <p:cNvGrpSpPr/>
          <p:nvPr/>
        </p:nvGrpSpPr>
        <p:grpSpPr>
          <a:xfrm>
            <a:off x="7178675" y="1130300"/>
            <a:ext cx="563563" cy="3581400"/>
            <a:chOff x="3312" y="576"/>
            <a:chExt cx="384" cy="2256"/>
          </a:xfrm>
        </p:grpSpPr>
        <p:grpSp>
          <p:nvGrpSpPr>
            <p:cNvPr id="38949" name="Group 39"/>
            <p:cNvGrpSpPr/>
            <p:nvPr/>
          </p:nvGrpSpPr>
          <p:grpSpPr>
            <a:xfrm>
              <a:off x="3360" y="576"/>
              <a:ext cx="309" cy="1968"/>
              <a:chOff x="3360" y="2112"/>
              <a:chExt cx="309" cy="1681"/>
            </a:xfrm>
          </p:grpSpPr>
          <p:grpSp>
            <p:nvGrpSpPr>
              <p:cNvPr id="38950" name="Group 40"/>
              <p:cNvGrpSpPr/>
              <p:nvPr/>
            </p:nvGrpSpPr>
            <p:grpSpPr>
              <a:xfrm>
                <a:off x="3360" y="2112"/>
                <a:ext cx="309" cy="1488"/>
                <a:chOff x="3387" y="840"/>
                <a:chExt cx="452" cy="1749"/>
              </a:xfrm>
            </p:grpSpPr>
            <p:sp>
              <p:nvSpPr>
                <p:cNvPr id="38951" name="Oval 41"/>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52" name="Oval 42"/>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53" name="Arc 43"/>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54" name="Oval 44"/>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55" name="Oval 45"/>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56" name="Arc 46"/>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57" name="Oval 47"/>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58" name="Arc 48"/>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59" name="Arc 49"/>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60" name="Arc 50"/>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61" name="Oval 51"/>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62" name="Arc 52"/>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63" name="Line 53"/>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8964" name="Oval 54"/>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65" name="Arc 55"/>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8966" name="Arc 56"/>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67" name="Line 57"/>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38968" name="Oval 58"/>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97691" name="Group 59"/>
          <p:cNvGrpSpPr/>
          <p:nvPr/>
        </p:nvGrpSpPr>
        <p:grpSpPr>
          <a:xfrm>
            <a:off x="7178675" y="1130300"/>
            <a:ext cx="563563" cy="4495800"/>
            <a:chOff x="4128" y="576"/>
            <a:chExt cx="384" cy="2832"/>
          </a:xfrm>
        </p:grpSpPr>
        <p:grpSp>
          <p:nvGrpSpPr>
            <p:cNvPr id="38970" name="Group 60"/>
            <p:cNvGrpSpPr/>
            <p:nvPr/>
          </p:nvGrpSpPr>
          <p:grpSpPr>
            <a:xfrm>
              <a:off x="4155" y="576"/>
              <a:ext cx="309" cy="2496"/>
              <a:chOff x="3360" y="2112"/>
              <a:chExt cx="309" cy="1681"/>
            </a:xfrm>
          </p:grpSpPr>
          <p:grpSp>
            <p:nvGrpSpPr>
              <p:cNvPr id="38971" name="Group 61"/>
              <p:cNvGrpSpPr/>
              <p:nvPr/>
            </p:nvGrpSpPr>
            <p:grpSpPr>
              <a:xfrm>
                <a:off x="3360" y="2112"/>
                <a:ext cx="309" cy="1488"/>
                <a:chOff x="3387" y="840"/>
                <a:chExt cx="452" cy="1749"/>
              </a:xfrm>
            </p:grpSpPr>
            <p:sp>
              <p:nvSpPr>
                <p:cNvPr id="38972" name="Oval 62"/>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73" name="Oval 63"/>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74" name="Arc 64"/>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75" name="Oval 65"/>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76" name="Oval 66"/>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77" name="Arc 67"/>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78" name="Oval 68"/>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79" name="Arc 69"/>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80" name="Arc 70"/>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81" name="Arc 71"/>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82" name="Oval 72"/>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83" name="Arc 73"/>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84" name="Line 74"/>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8985" name="Oval 75"/>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86" name="Arc 76"/>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8987" name="Arc 77"/>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88" name="Line 78"/>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38989" name="Oval 79"/>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97712" name="Group 80"/>
          <p:cNvGrpSpPr/>
          <p:nvPr/>
        </p:nvGrpSpPr>
        <p:grpSpPr>
          <a:xfrm>
            <a:off x="7178675" y="1130300"/>
            <a:ext cx="563563" cy="3581400"/>
            <a:chOff x="3312" y="576"/>
            <a:chExt cx="384" cy="2256"/>
          </a:xfrm>
        </p:grpSpPr>
        <p:grpSp>
          <p:nvGrpSpPr>
            <p:cNvPr id="38991" name="Group 81"/>
            <p:cNvGrpSpPr/>
            <p:nvPr/>
          </p:nvGrpSpPr>
          <p:grpSpPr>
            <a:xfrm>
              <a:off x="3360" y="576"/>
              <a:ext cx="309" cy="1968"/>
              <a:chOff x="3360" y="2112"/>
              <a:chExt cx="309" cy="1681"/>
            </a:xfrm>
          </p:grpSpPr>
          <p:grpSp>
            <p:nvGrpSpPr>
              <p:cNvPr id="38992" name="Group 82"/>
              <p:cNvGrpSpPr/>
              <p:nvPr/>
            </p:nvGrpSpPr>
            <p:grpSpPr>
              <a:xfrm>
                <a:off x="3360" y="2112"/>
                <a:ext cx="309" cy="1488"/>
                <a:chOff x="3387" y="840"/>
                <a:chExt cx="452" cy="1749"/>
              </a:xfrm>
            </p:grpSpPr>
            <p:sp>
              <p:nvSpPr>
                <p:cNvPr id="38993" name="Oval 83"/>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94" name="Oval 84"/>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95" name="Arc 85"/>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96" name="Oval 86"/>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97" name="Oval 87"/>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8998" name="Arc 88"/>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8999" name="Oval 89"/>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00" name="Arc 90"/>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01" name="Arc 91"/>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02" name="Arc 92"/>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03" name="Oval 93"/>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04" name="Arc 94"/>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05" name="Line 95"/>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9006" name="Oval 96"/>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07" name="Arc 97"/>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9008" name="Arc 98"/>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09" name="Line 99"/>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39010" name="Oval 100"/>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97733" name="Group 101"/>
          <p:cNvGrpSpPr/>
          <p:nvPr/>
        </p:nvGrpSpPr>
        <p:grpSpPr>
          <a:xfrm>
            <a:off x="7178675" y="1130300"/>
            <a:ext cx="563563" cy="2736850"/>
            <a:chOff x="1056" y="2160"/>
            <a:chExt cx="384" cy="1724"/>
          </a:xfrm>
        </p:grpSpPr>
        <p:grpSp>
          <p:nvGrpSpPr>
            <p:cNvPr id="39012" name="Group 102"/>
            <p:cNvGrpSpPr/>
            <p:nvPr/>
          </p:nvGrpSpPr>
          <p:grpSpPr>
            <a:xfrm>
              <a:off x="1104" y="2160"/>
              <a:ext cx="309" cy="1440"/>
              <a:chOff x="3387" y="840"/>
              <a:chExt cx="452" cy="2088"/>
            </a:xfrm>
          </p:grpSpPr>
          <p:grpSp>
            <p:nvGrpSpPr>
              <p:cNvPr id="39013" name="Group 103"/>
              <p:cNvGrpSpPr/>
              <p:nvPr/>
            </p:nvGrpSpPr>
            <p:grpSpPr>
              <a:xfrm>
                <a:off x="3387" y="840"/>
                <a:ext cx="452" cy="1749"/>
                <a:chOff x="3387" y="840"/>
                <a:chExt cx="452" cy="1749"/>
              </a:xfrm>
            </p:grpSpPr>
            <p:sp>
              <p:nvSpPr>
                <p:cNvPr id="39014" name="Oval 104"/>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15" name="Oval 105"/>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16" name="Arc 106"/>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17" name="Oval 107"/>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18" name="Oval 108"/>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19" name="Arc 109"/>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20" name="Oval 110"/>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21" name="Arc 111"/>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22" name="Arc 112"/>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23" name="Arc 113"/>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24" name="Oval 114"/>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25" name="Arc 115"/>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26" name="Line 116"/>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9027" name="Oval 117"/>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28" name="Arc 118"/>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9029" name="Arc 119"/>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30" name="Line 120"/>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39031" name="Oval 121"/>
            <p:cNvSpPr/>
            <p:nvPr/>
          </p:nvSpPr>
          <p:spPr>
            <a:xfrm rot="5351088">
              <a:off x="1058" y="3502"/>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97754" name="Group 122"/>
          <p:cNvGrpSpPr/>
          <p:nvPr/>
        </p:nvGrpSpPr>
        <p:grpSpPr>
          <a:xfrm>
            <a:off x="7178675" y="1130300"/>
            <a:ext cx="563563" cy="3581400"/>
            <a:chOff x="3312" y="576"/>
            <a:chExt cx="384" cy="2256"/>
          </a:xfrm>
        </p:grpSpPr>
        <p:grpSp>
          <p:nvGrpSpPr>
            <p:cNvPr id="39033" name="Group 123"/>
            <p:cNvGrpSpPr/>
            <p:nvPr/>
          </p:nvGrpSpPr>
          <p:grpSpPr>
            <a:xfrm>
              <a:off x="3360" y="576"/>
              <a:ext cx="309" cy="1968"/>
              <a:chOff x="3360" y="2112"/>
              <a:chExt cx="309" cy="1681"/>
            </a:xfrm>
          </p:grpSpPr>
          <p:grpSp>
            <p:nvGrpSpPr>
              <p:cNvPr id="39034" name="Group 124"/>
              <p:cNvGrpSpPr/>
              <p:nvPr/>
            </p:nvGrpSpPr>
            <p:grpSpPr>
              <a:xfrm>
                <a:off x="3360" y="2112"/>
                <a:ext cx="309" cy="1488"/>
                <a:chOff x="3387" y="840"/>
                <a:chExt cx="452" cy="1749"/>
              </a:xfrm>
            </p:grpSpPr>
            <p:sp>
              <p:nvSpPr>
                <p:cNvPr id="39035" name="Oval 125"/>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36" name="Oval 126"/>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37" name="Arc 127"/>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38" name="Oval 128"/>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39" name="Oval 129"/>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40" name="Arc 130"/>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41" name="Oval 131"/>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42" name="Arc 132"/>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43" name="Arc 133"/>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44" name="Arc 134"/>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45" name="Oval 135"/>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46" name="Arc 136"/>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47" name="Line 137"/>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9048" name="Oval 138"/>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49" name="Arc 139"/>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9050" name="Arc 140"/>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51" name="Line 141"/>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39052" name="Oval 142"/>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97775" name="Group 143"/>
          <p:cNvGrpSpPr/>
          <p:nvPr/>
        </p:nvGrpSpPr>
        <p:grpSpPr>
          <a:xfrm>
            <a:off x="7178675" y="1130300"/>
            <a:ext cx="563563" cy="4495800"/>
            <a:chOff x="4128" y="576"/>
            <a:chExt cx="384" cy="2832"/>
          </a:xfrm>
        </p:grpSpPr>
        <p:grpSp>
          <p:nvGrpSpPr>
            <p:cNvPr id="39054" name="Group 144"/>
            <p:cNvGrpSpPr/>
            <p:nvPr/>
          </p:nvGrpSpPr>
          <p:grpSpPr>
            <a:xfrm>
              <a:off x="4155" y="576"/>
              <a:ext cx="309" cy="2496"/>
              <a:chOff x="3360" y="2112"/>
              <a:chExt cx="309" cy="1681"/>
            </a:xfrm>
          </p:grpSpPr>
          <p:grpSp>
            <p:nvGrpSpPr>
              <p:cNvPr id="39055" name="Group 145"/>
              <p:cNvGrpSpPr/>
              <p:nvPr/>
            </p:nvGrpSpPr>
            <p:grpSpPr>
              <a:xfrm>
                <a:off x="3360" y="2112"/>
                <a:ext cx="309" cy="1488"/>
                <a:chOff x="3387" y="840"/>
                <a:chExt cx="452" cy="1749"/>
              </a:xfrm>
            </p:grpSpPr>
            <p:sp>
              <p:nvSpPr>
                <p:cNvPr id="39056" name="Oval 146"/>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57" name="Oval 147"/>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58" name="Arc 148"/>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59" name="Oval 149"/>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60" name="Oval 150"/>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61" name="Arc 151"/>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62" name="Oval 152"/>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63" name="Arc 153"/>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64" name="Arc 154"/>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65" name="Arc 155"/>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66" name="Oval 156"/>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67" name="Arc 157"/>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68" name="Line 158"/>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9069" name="Oval 159"/>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70" name="Arc 160"/>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9071" name="Arc 161"/>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72" name="Line 162"/>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39073" name="Oval 163"/>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97796" name="Group 164"/>
          <p:cNvGrpSpPr/>
          <p:nvPr/>
        </p:nvGrpSpPr>
        <p:grpSpPr>
          <a:xfrm>
            <a:off x="7178675" y="1130300"/>
            <a:ext cx="563563" cy="3581400"/>
            <a:chOff x="3312" y="576"/>
            <a:chExt cx="384" cy="2256"/>
          </a:xfrm>
        </p:grpSpPr>
        <p:grpSp>
          <p:nvGrpSpPr>
            <p:cNvPr id="39075" name="Group 165"/>
            <p:cNvGrpSpPr/>
            <p:nvPr/>
          </p:nvGrpSpPr>
          <p:grpSpPr>
            <a:xfrm>
              <a:off x="3360" y="576"/>
              <a:ext cx="309" cy="1968"/>
              <a:chOff x="3360" y="2112"/>
              <a:chExt cx="309" cy="1681"/>
            </a:xfrm>
          </p:grpSpPr>
          <p:grpSp>
            <p:nvGrpSpPr>
              <p:cNvPr id="39076" name="Group 166"/>
              <p:cNvGrpSpPr/>
              <p:nvPr/>
            </p:nvGrpSpPr>
            <p:grpSpPr>
              <a:xfrm>
                <a:off x="3360" y="2112"/>
                <a:ext cx="309" cy="1488"/>
                <a:chOff x="3387" y="840"/>
                <a:chExt cx="452" cy="1749"/>
              </a:xfrm>
            </p:grpSpPr>
            <p:sp>
              <p:nvSpPr>
                <p:cNvPr id="39077" name="Oval 167"/>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78" name="Oval 168"/>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79" name="Arc 169"/>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80" name="Oval 170"/>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81" name="Oval 171"/>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82" name="Arc 172"/>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83" name="Oval 173"/>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84" name="Arc 174"/>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85" name="Arc 175"/>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86" name="Arc 176"/>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87" name="Oval 177"/>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88" name="Arc 178"/>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89" name="Line 179"/>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9090" name="Oval 180"/>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91" name="Arc 181"/>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9092" name="Arc 182"/>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093" name="Line 183"/>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39094" name="Oval 184"/>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aphicFrame>
        <p:nvGraphicFramePr>
          <p:cNvPr id="197817" name="Object 185"/>
          <p:cNvGraphicFramePr>
            <a:graphicFrameLocks noChangeAspect="1"/>
          </p:cNvGraphicFramePr>
          <p:nvPr/>
        </p:nvGraphicFramePr>
        <p:xfrm>
          <a:off x="7812088" y="4711700"/>
          <a:ext cx="352425" cy="330200"/>
        </p:xfrm>
        <a:graphic>
          <a:graphicData uri="http://schemas.openxmlformats.org/presentationml/2006/ole">
            <mc:AlternateContent xmlns:mc="http://schemas.openxmlformats.org/markup-compatibility/2006">
              <mc:Choice xmlns:v="urn:schemas-microsoft-com:vml" Requires="v">
                <p:oleObj spid="_x0000_s3181" name="" r:id="rId1" imgW="190500" imgH="165100" progId="Equation.3">
                  <p:embed/>
                </p:oleObj>
              </mc:Choice>
              <mc:Fallback>
                <p:oleObj name="" r:id="rId1" imgW="190500" imgH="165100" progId="Equation.3">
                  <p:embed/>
                  <p:pic>
                    <p:nvPicPr>
                      <p:cNvPr id="0" name="图片 3180"/>
                      <p:cNvPicPr/>
                      <p:nvPr/>
                    </p:nvPicPr>
                    <p:blipFill>
                      <a:blip r:embed="rId2"/>
                      <a:stretch>
                        <a:fillRect/>
                      </a:stretch>
                    </p:blipFill>
                    <p:spPr>
                      <a:xfrm>
                        <a:off x="7812088" y="4711700"/>
                        <a:ext cx="352425" cy="330200"/>
                      </a:xfrm>
                      <a:prstGeom prst="rect">
                        <a:avLst/>
                      </a:prstGeom>
                      <a:noFill/>
                      <a:ln w="38100">
                        <a:noFill/>
                        <a:miter/>
                      </a:ln>
                    </p:spPr>
                  </p:pic>
                </p:oleObj>
              </mc:Fallback>
            </mc:AlternateContent>
          </a:graphicData>
        </a:graphic>
      </p:graphicFrame>
      <p:grpSp>
        <p:nvGrpSpPr>
          <p:cNvPr id="197818" name="Group 186"/>
          <p:cNvGrpSpPr/>
          <p:nvPr/>
        </p:nvGrpSpPr>
        <p:grpSpPr>
          <a:xfrm>
            <a:off x="7218363" y="1130300"/>
            <a:ext cx="454025" cy="2286000"/>
            <a:chOff x="3387" y="840"/>
            <a:chExt cx="452" cy="2088"/>
          </a:xfrm>
        </p:grpSpPr>
        <p:grpSp>
          <p:nvGrpSpPr>
            <p:cNvPr id="39097" name="Group 187"/>
            <p:cNvGrpSpPr/>
            <p:nvPr/>
          </p:nvGrpSpPr>
          <p:grpSpPr>
            <a:xfrm>
              <a:off x="3387" y="840"/>
              <a:ext cx="452" cy="1749"/>
              <a:chOff x="3387" y="840"/>
              <a:chExt cx="452" cy="1749"/>
            </a:xfrm>
          </p:grpSpPr>
          <p:sp>
            <p:nvSpPr>
              <p:cNvPr id="39098" name="Oval 188"/>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099" name="Oval 189"/>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00" name="Arc 190"/>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01" name="Oval 191"/>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02" name="Oval 192"/>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03" name="Arc 193"/>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04" name="Oval 194"/>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05" name="Arc 195"/>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06" name="Arc 196"/>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07" name="Arc 197"/>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08" name="Oval 198"/>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09" name="Arc 199"/>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10" name="Line 200"/>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9111" name="Oval 201"/>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12" name="Arc 202"/>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9113" name="Arc 203"/>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14" name="Line 204"/>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197837" name="Line 205"/>
          <p:cNvSpPr/>
          <p:nvPr/>
        </p:nvSpPr>
        <p:spPr>
          <a:xfrm flipH="1">
            <a:off x="6546850" y="3416300"/>
            <a:ext cx="842963" cy="0"/>
          </a:xfrm>
          <a:prstGeom prst="line">
            <a:avLst/>
          </a:prstGeom>
          <a:ln w="28575" cap="flat" cmpd="sng">
            <a:solidFill>
              <a:srgbClr val="3A7C3A"/>
            </a:solidFill>
            <a:prstDash val="solid"/>
            <a:round/>
            <a:headEnd type="none" w="med" len="med"/>
            <a:tailEnd type="none" w="med" len="med"/>
          </a:ln>
        </p:spPr>
      </p:sp>
      <p:sp>
        <p:nvSpPr>
          <p:cNvPr id="197838" name="Line 206"/>
          <p:cNvSpPr/>
          <p:nvPr/>
        </p:nvSpPr>
        <p:spPr>
          <a:xfrm>
            <a:off x="6897688" y="1130300"/>
            <a:ext cx="0" cy="2286000"/>
          </a:xfrm>
          <a:prstGeom prst="line">
            <a:avLst/>
          </a:prstGeom>
          <a:ln w="28575" cap="flat" cmpd="sng">
            <a:solidFill>
              <a:srgbClr val="339966"/>
            </a:solidFill>
            <a:prstDash val="solid"/>
            <a:round/>
            <a:headEnd type="triangle" w="med" len="med"/>
            <a:tailEnd type="triangle" w="med" len="med"/>
          </a:ln>
        </p:spPr>
      </p:sp>
      <p:sp>
        <p:nvSpPr>
          <p:cNvPr id="197839" name="Line 207"/>
          <p:cNvSpPr/>
          <p:nvPr/>
        </p:nvSpPr>
        <p:spPr>
          <a:xfrm>
            <a:off x="6897688" y="3416300"/>
            <a:ext cx="0" cy="990600"/>
          </a:xfrm>
          <a:prstGeom prst="line">
            <a:avLst/>
          </a:prstGeom>
          <a:ln w="28575" cap="flat" cmpd="sng">
            <a:solidFill>
              <a:srgbClr val="339966"/>
            </a:solidFill>
            <a:prstDash val="solid"/>
            <a:round/>
            <a:headEnd type="triangle" w="med" len="med"/>
            <a:tailEnd type="triangle" w="med" len="med"/>
          </a:ln>
        </p:spPr>
      </p:sp>
      <p:sp>
        <p:nvSpPr>
          <p:cNvPr id="197840" name="Line 208"/>
          <p:cNvSpPr/>
          <p:nvPr/>
        </p:nvSpPr>
        <p:spPr>
          <a:xfrm>
            <a:off x="6897688" y="4406900"/>
            <a:ext cx="0" cy="914400"/>
          </a:xfrm>
          <a:prstGeom prst="line">
            <a:avLst/>
          </a:prstGeom>
          <a:ln w="28575" cap="flat" cmpd="sng">
            <a:solidFill>
              <a:srgbClr val="339966"/>
            </a:solidFill>
            <a:prstDash val="solid"/>
            <a:round/>
            <a:headEnd type="triangle" w="med" len="med"/>
            <a:tailEnd type="triangle" w="med" len="med"/>
          </a:ln>
        </p:spPr>
      </p:sp>
      <p:graphicFrame>
        <p:nvGraphicFramePr>
          <p:cNvPr id="197841" name="Object 209"/>
          <p:cNvGraphicFramePr>
            <a:graphicFrameLocks noChangeAspect="1"/>
          </p:cNvGraphicFramePr>
          <p:nvPr/>
        </p:nvGraphicFramePr>
        <p:xfrm>
          <a:off x="6583363" y="2120900"/>
          <a:ext cx="223837" cy="446088"/>
        </p:xfrm>
        <a:graphic>
          <a:graphicData uri="http://schemas.openxmlformats.org/presentationml/2006/ole">
            <mc:AlternateContent xmlns:mc="http://schemas.openxmlformats.org/markup-compatibility/2006">
              <mc:Choice xmlns:v="urn:schemas-microsoft-com:vml" Requires="v">
                <p:oleObj spid="_x0000_s3189" name="" r:id="rId3" imgW="139700" imgH="279400" progId="Equation.3">
                  <p:embed/>
                </p:oleObj>
              </mc:Choice>
              <mc:Fallback>
                <p:oleObj name="" r:id="rId3" imgW="139700" imgH="279400" progId="Equation.3">
                  <p:embed/>
                  <p:pic>
                    <p:nvPicPr>
                      <p:cNvPr id="0" name="图片 3188"/>
                      <p:cNvPicPr/>
                      <p:nvPr/>
                    </p:nvPicPr>
                    <p:blipFill>
                      <a:blip r:embed="rId4"/>
                      <a:stretch>
                        <a:fillRect/>
                      </a:stretch>
                    </p:blipFill>
                    <p:spPr>
                      <a:xfrm>
                        <a:off x="6583363" y="2120900"/>
                        <a:ext cx="223837" cy="446088"/>
                      </a:xfrm>
                      <a:prstGeom prst="rect">
                        <a:avLst/>
                      </a:prstGeom>
                      <a:noFill/>
                      <a:ln w="38100">
                        <a:noFill/>
                        <a:miter/>
                      </a:ln>
                    </p:spPr>
                  </p:pic>
                </p:oleObj>
              </mc:Fallback>
            </mc:AlternateContent>
          </a:graphicData>
        </a:graphic>
      </p:graphicFrame>
      <p:graphicFrame>
        <p:nvGraphicFramePr>
          <p:cNvPr id="197842" name="Object 210"/>
          <p:cNvGraphicFramePr>
            <a:graphicFrameLocks noChangeAspect="1"/>
          </p:cNvGraphicFramePr>
          <p:nvPr/>
        </p:nvGraphicFramePr>
        <p:xfrm>
          <a:off x="6556375" y="3644900"/>
          <a:ext cx="355600" cy="522288"/>
        </p:xfrm>
        <a:graphic>
          <a:graphicData uri="http://schemas.openxmlformats.org/presentationml/2006/ole">
            <mc:AlternateContent xmlns:mc="http://schemas.openxmlformats.org/markup-compatibility/2006">
              <mc:Choice xmlns:v="urn:schemas-microsoft-com:vml" Requires="v">
                <p:oleObj spid="_x0000_s3194" name="" r:id="rId5" imgW="190500" imgH="279400" progId="Equation.3">
                  <p:embed/>
                </p:oleObj>
              </mc:Choice>
              <mc:Fallback>
                <p:oleObj name="" r:id="rId5" imgW="190500" imgH="279400" progId="Equation.3">
                  <p:embed/>
                  <p:pic>
                    <p:nvPicPr>
                      <p:cNvPr id="0" name="图片 3193"/>
                      <p:cNvPicPr/>
                      <p:nvPr/>
                    </p:nvPicPr>
                    <p:blipFill>
                      <a:blip r:embed="rId6"/>
                      <a:stretch>
                        <a:fillRect/>
                      </a:stretch>
                    </p:blipFill>
                    <p:spPr>
                      <a:xfrm>
                        <a:off x="6556375" y="3644900"/>
                        <a:ext cx="355600" cy="522288"/>
                      </a:xfrm>
                      <a:prstGeom prst="rect">
                        <a:avLst/>
                      </a:prstGeom>
                      <a:noFill/>
                      <a:ln w="38100">
                        <a:noFill/>
                        <a:miter/>
                      </a:ln>
                    </p:spPr>
                  </p:pic>
                </p:oleObj>
              </mc:Fallback>
            </mc:AlternateContent>
          </a:graphicData>
        </a:graphic>
      </p:graphicFrame>
      <p:graphicFrame>
        <p:nvGraphicFramePr>
          <p:cNvPr id="197843" name="Object 211"/>
          <p:cNvGraphicFramePr>
            <a:graphicFrameLocks noChangeAspect="1"/>
          </p:cNvGraphicFramePr>
          <p:nvPr/>
        </p:nvGraphicFramePr>
        <p:xfrm>
          <a:off x="6550025" y="4711700"/>
          <a:ext cx="288925" cy="312738"/>
        </p:xfrm>
        <a:graphic>
          <a:graphicData uri="http://schemas.openxmlformats.org/presentationml/2006/ole">
            <mc:AlternateContent xmlns:mc="http://schemas.openxmlformats.org/markup-compatibility/2006">
              <mc:Choice xmlns:v="urn:schemas-microsoft-com:vml" Requires="v">
                <p:oleObj spid="_x0000_s3193" name="" r:id="rId7" imgW="152400" imgH="165100" progId="Equation.3">
                  <p:embed/>
                </p:oleObj>
              </mc:Choice>
              <mc:Fallback>
                <p:oleObj name="" r:id="rId7" imgW="152400" imgH="165100" progId="Equation.3">
                  <p:embed/>
                  <p:pic>
                    <p:nvPicPr>
                      <p:cNvPr id="0" name="图片 3192"/>
                      <p:cNvPicPr/>
                      <p:nvPr/>
                    </p:nvPicPr>
                    <p:blipFill>
                      <a:blip r:embed="rId8"/>
                      <a:stretch>
                        <a:fillRect/>
                      </a:stretch>
                    </p:blipFill>
                    <p:spPr>
                      <a:xfrm>
                        <a:off x="6550025" y="4711700"/>
                        <a:ext cx="288925" cy="312738"/>
                      </a:xfrm>
                      <a:prstGeom prst="rect">
                        <a:avLst/>
                      </a:prstGeom>
                      <a:noFill/>
                      <a:ln w="38100">
                        <a:noFill/>
                        <a:miter/>
                      </a:ln>
                    </p:spPr>
                  </p:pic>
                </p:oleObj>
              </mc:Fallback>
            </mc:AlternateContent>
          </a:graphicData>
        </a:graphic>
      </p:graphicFrame>
      <p:graphicFrame>
        <p:nvGraphicFramePr>
          <p:cNvPr id="197844" name="Object 212"/>
          <p:cNvGraphicFramePr>
            <a:graphicFrameLocks noChangeAspect="1"/>
          </p:cNvGraphicFramePr>
          <p:nvPr/>
        </p:nvGraphicFramePr>
        <p:xfrm>
          <a:off x="7112000" y="5999163"/>
          <a:ext cx="288925" cy="312737"/>
        </p:xfrm>
        <a:graphic>
          <a:graphicData uri="http://schemas.openxmlformats.org/presentationml/2006/ole">
            <mc:AlternateContent xmlns:mc="http://schemas.openxmlformats.org/markup-compatibility/2006">
              <mc:Choice xmlns:v="urn:schemas-microsoft-com:vml" Requires="v">
                <p:oleObj spid="_x0000_s3192" name="" r:id="rId9" imgW="152400" imgH="165100" progId="Equation.3">
                  <p:embed/>
                </p:oleObj>
              </mc:Choice>
              <mc:Fallback>
                <p:oleObj name="" r:id="rId9" imgW="152400" imgH="165100" progId="Equation.3">
                  <p:embed/>
                  <p:pic>
                    <p:nvPicPr>
                      <p:cNvPr id="0" name="图片 3191"/>
                      <p:cNvPicPr/>
                      <p:nvPr/>
                    </p:nvPicPr>
                    <p:blipFill>
                      <a:blip r:embed="rId8"/>
                      <a:stretch>
                        <a:fillRect/>
                      </a:stretch>
                    </p:blipFill>
                    <p:spPr>
                      <a:xfrm>
                        <a:off x="7112000" y="5999163"/>
                        <a:ext cx="288925" cy="312737"/>
                      </a:xfrm>
                      <a:prstGeom prst="rect">
                        <a:avLst/>
                      </a:prstGeom>
                      <a:noFill/>
                      <a:ln w="38100">
                        <a:noFill/>
                        <a:miter/>
                      </a:ln>
                    </p:spPr>
                  </p:pic>
                </p:oleObj>
              </mc:Fallback>
            </mc:AlternateContent>
          </a:graphicData>
        </a:graphic>
      </p:graphicFrame>
      <p:graphicFrame>
        <p:nvGraphicFramePr>
          <p:cNvPr id="197845" name="Object 213"/>
          <p:cNvGraphicFramePr>
            <a:graphicFrameLocks noChangeAspect="1"/>
          </p:cNvGraphicFramePr>
          <p:nvPr/>
        </p:nvGraphicFramePr>
        <p:xfrm>
          <a:off x="6335713" y="4246563"/>
          <a:ext cx="242887" cy="312737"/>
        </p:xfrm>
        <a:graphic>
          <a:graphicData uri="http://schemas.openxmlformats.org/presentationml/2006/ole">
            <mc:AlternateContent xmlns:mc="http://schemas.openxmlformats.org/markup-compatibility/2006">
              <mc:Choice xmlns:v="urn:schemas-microsoft-com:vml" Requires="v">
                <p:oleObj spid="_x0000_s3190" name="" r:id="rId10" imgW="139700" imgH="165100" progId="Equation.3">
                  <p:embed/>
                </p:oleObj>
              </mc:Choice>
              <mc:Fallback>
                <p:oleObj name="" r:id="rId10" imgW="139700" imgH="165100" progId="Equation.3">
                  <p:embed/>
                  <p:pic>
                    <p:nvPicPr>
                      <p:cNvPr id="0" name="图片 3189"/>
                      <p:cNvPicPr/>
                      <p:nvPr/>
                    </p:nvPicPr>
                    <p:blipFill>
                      <a:blip r:embed="rId11"/>
                      <a:stretch>
                        <a:fillRect/>
                      </a:stretch>
                    </p:blipFill>
                    <p:spPr>
                      <a:xfrm>
                        <a:off x="6335713" y="4246563"/>
                        <a:ext cx="242887" cy="312737"/>
                      </a:xfrm>
                      <a:prstGeom prst="rect">
                        <a:avLst/>
                      </a:prstGeom>
                      <a:noFill/>
                      <a:ln w="38100">
                        <a:noFill/>
                        <a:miter/>
                      </a:ln>
                    </p:spPr>
                  </p:pic>
                </p:oleObj>
              </mc:Fallback>
            </mc:AlternateContent>
          </a:graphicData>
        </a:graphic>
      </p:graphicFrame>
      <p:sp>
        <p:nvSpPr>
          <p:cNvPr id="197846" name="AutoShape 214"/>
          <p:cNvSpPr/>
          <p:nvPr/>
        </p:nvSpPr>
        <p:spPr>
          <a:xfrm>
            <a:off x="4435475" y="1206500"/>
            <a:ext cx="1619250" cy="762000"/>
          </a:xfrm>
          <a:prstGeom prst="wedgeRoundRectCallout">
            <a:avLst>
              <a:gd name="adj1" fmla="val 80977"/>
              <a:gd name="adj2" fmla="val 96458"/>
              <a:gd name="adj3" fmla="val 16667"/>
            </a:avLst>
          </a:prstGeom>
          <a:solidFill>
            <a:srgbClr val="66FF33"/>
          </a:solidFill>
          <a:ln w="9525">
            <a:noFill/>
          </a:ln>
        </p:spPr>
        <p:txBody>
          <a:bodyPr anchor="ctr" anchorCtr="0"/>
          <a:p>
            <a:pPr algn="ctr" eaLnBrk="0" hangingPunct="0"/>
            <a:r>
              <a:rPr lang="zh-CN" altLang="en-US" b="1" dirty="0">
                <a:latin typeface="Times New Roman" panose="02020603050405020304" pitchFamily="18" charset="0"/>
                <a:ea typeface="黑体" panose="02010609060101010101" pitchFamily="2" charset="-122"/>
              </a:rPr>
              <a:t>弹簧原长</a:t>
            </a:r>
            <a:endParaRPr lang="zh-CN" altLang="en-US" b="1" dirty="0">
              <a:latin typeface="Times New Roman" panose="02020603050405020304" pitchFamily="18" charset="0"/>
              <a:ea typeface="黑体" panose="02010609060101010101" pitchFamily="2" charset="-122"/>
            </a:endParaRPr>
          </a:p>
        </p:txBody>
      </p:sp>
      <p:sp>
        <p:nvSpPr>
          <p:cNvPr id="197847" name="AutoShape 215"/>
          <p:cNvSpPr/>
          <p:nvPr/>
        </p:nvSpPr>
        <p:spPr>
          <a:xfrm>
            <a:off x="4435475" y="2578100"/>
            <a:ext cx="2039938" cy="762000"/>
          </a:xfrm>
          <a:prstGeom prst="wedgeRoundRectCallout">
            <a:avLst>
              <a:gd name="adj1" fmla="val 52875"/>
              <a:gd name="adj2" fmla="val 117500"/>
              <a:gd name="adj3" fmla="val 16667"/>
            </a:avLst>
          </a:prstGeom>
          <a:solidFill>
            <a:srgbClr val="FFFF00"/>
          </a:solidFill>
          <a:ln w="9525">
            <a:noFill/>
          </a:ln>
        </p:spPr>
        <p:txBody>
          <a:bodyPr anchor="ctr" anchorCtr="0"/>
          <a:p>
            <a:pPr algn="ctr" eaLnBrk="0" hangingPunct="0"/>
            <a:r>
              <a:rPr lang="zh-CN" altLang="en-US" b="1" dirty="0">
                <a:latin typeface="黑体" panose="02010609060101010101" pitchFamily="2" charset="-122"/>
                <a:ea typeface="黑体" panose="02010609060101010101" pitchFamily="2" charset="-122"/>
              </a:rPr>
              <a:t>挂</a:t>
            </a:r>
            <a:r>
              <a:rPr lang="en-US" altLang="zh-CN" b="1" i="1" dirty="0">
                <a:latin typeface="Times New Roman" panose="02020603050405020304" pitchFamily="18" charset="0"/>
                <a:ea typeface="黑体" panose="02010609060101010101" pitchFamily="2" charset="-122"/>
              </a:rPr>
              <a:t>m</a:t>
            </a:r>
            <a:r>
              <a:rPr lang="zh-CN" altLang="en-US" b="1" dirty="0">
                <a:latin typeface="黑体" panose="02010609060101010101" pitchFamily="2" charset="-122"/>
                <a:ea typeface="黑体" panose="02010609060101010101" pitchFamily="2" charset="-122"/>
              </a:rPr>
              <a:t>后伸长</a:t>
            </a:r>
            <a:endParaRPr lang="zh-CN" altLang="en-US" b="1" dirty="0">
              <a:latin typeface="黑体" panose="02010609060101010101" pitchFamily="2" charset="-122"/>
              <a:ea typeface="黑体" panose="02010609060101010101" pitchFamily="2" charset="-122"/>
            </a:endParaRPr>
          </a:p>
        </p:txBody>
      </p:sp>
      <p:sp>
        <p:nvSpPr>
          <p:cNvPr id="197848" name="AutoShape 216"/>
          <p:cNvSpPr/>
          <p:nvPr/>
        </p:nvSpPr>
        <p:spPr>
          <a:xfrm>
            <a:off x="4365625" y="5549900"/>
            <a:ext cx="1970088" cy="762000"/>
          </a:xfrm>
          <a:prstGeom prst="wedgeRoundRectCallout">
            <a:avLst>
              <a:gd name="adj1" fmla="val 94718"/>
              <a:gd name="adj2" fmla="val -61667"/>
              <a:gd name="adj3" fmla="val 16667"/>
            </a:avLst>
          </a:prstGeom>
          <a:solidFill>
            <a:srgbClr val="66CCFF"/>
          </a:solidFill>
          <a:ln w="9525">
            <a:noFill/>
          </a:ln>
        </p:spPr>
        <p:txBody>
          <a:bodyPr anchor="ctr" anchorCtr="0"/>
          <a:p>
            <a:pPr algn="ctr" eaLnBrk="0" hangingPunct="0"/>
            <a:r>
              <a:rPr lang="zh-CN" altLang="en-US" b="1" dirty="0">
                <a:latin typeface="黑体" panose="02010609060101010101" pitchFamily="2" charset="-122"/>
                <a:ea typeface="黑体" panose="02010609060101010101" pitchFamily="2" charset="-122"/>
              </a:rPr>
              <a:t>某时刻</a:t>
            </a:r>
            <a:r>
              <a:rPr lang="en-US" altLang="zh-CN" b="1" i="1" dirty="0">
                <a:latin typeface="Times New Roman" panose="02020603050405020304" pitchFamily="18" charset="0"/>
                <a:ea typeface="黑体" panose="02010609060101010101" pitchFamily="2" charset="-122"/>
              </a:rPr>
              <a:t>m</a:t>
            </a:r>
            <a:r>
              <a:rPr lang="zh-CN" altLang="en-US" b="1" dirty="0">
                <a:latin typeface="黑体" panose="02010609060101010101" pitchFamily="2" charset="-122"/>
                <a:ea typeface="黑体" panose="02010609060101010101" pitchFamily="2" charset="-122"/>
              </a:rPr>
              <a:t>位置</a:t>
            </a:r>
            <a:endParaRPr lang="zh-CN" altLang="en-US" b="1" dirty="0">
              <a:latin typeface="黑体" panose="02010609060101010101" pitchFamily="2" charset="-122"/>
              <a:ea typeface="黑体" panose="02010609060101010101" pitchFamily="2" charset="-122"/>
            </a:endParaRPr>
          </a:p>
        </p:txBody>
      </p:sp>
      <p:graphicFrame>
        <p:nvGraphicFramePr>
          <p:cNvPr id="197849" name="Object 217"/>
          <p:cNvGraphicFramePr>
            <a:graphicFrameLocks noChangeAspect="1"/>
          </p:cNvGraphicFramePr>
          <p:nvPr/>
        </p:nvGraphicFramePr>
        <p:xfrm>
          <a:off x="7726363" y="3959225"/>
          <a:ext cx="403225" cy="533400"/>
        </p:xfrm>
        <a:graphic>
          <a:graphicData uri="http://schemas.openxmlformats.org/presentationml/2006/ole">
            <mc:AlternateContent xmlns:mc="http://schemas.openxmlformats.org/markup-compatibility/2006">
              <mc:Choice xmlns:v="urn:schemas-microsoft-com:vml" Requires="v">
                <p:oleObj spid="_x0000_s3191" name="" r:id="rId12" imgW="190500" imgH="254000" progId="Equation.3">
                  <p:embed/>
                </p:oleObj>
              </mc:Choice>
              <mc:Fallback>
                <p:oleObj name="" r:id="rId12" imgW="190500" imgH="254000" progId="Equation.3">
                  <p:embed/>
                  <p:pic>
                    <p:nvPicPr>
                      <p:cNvPr id="0" name="图片 3190"/>
                      <p:cNvPicPr/>
                      <p:nvPr/>
                    </p:nvPicPr>
                    <p:blipFill>
                      <a:blip r:embed="rId13"/>
                      <a:stretch>
                        <a:fillRect/>
                      </a:stretch>
                    </p:blipFill>
                    <p:spPr>
                      <a:xfrm>
                        <a:off x="7726363" y="3959225"/>
                        <a:ext cx="403225" cy="533400"/>
                      </a:xfrm>
                      <a:prstGeom prst="rect">
                        <a:avLst/>
                      </a:prstGeom>
                      <a:noFill/>
                      <a:ln w="38100">
                        <a:noFill/>
                        <a:miter/>
                      </a:ln>
                    </p:spPr>
                  </p:pic>
                </p:oleObj>
              </mc:Fallback>
            </mc:AlternateContent>
          </a:graphicData>
        </a:graphic>
      </p:graphicFrame>
      <p:sp>
        <p:nvSpPr>
          <p:cNvPr id="197850" name="AutoShape 218"/>
          <p:cNvSpPr/>
          <p:nvPr/>
        </p:nvSpPr>
        <p:spPr>
          <a:xfrm>
            <a:off x="4506913" y="4711700"/>
            <a:ext cx="1336675" cy="609600"/>
          </a:xfrm>
          <a:prstGeom prst="wedgeRoundRectCallout">
            <a:avLst>
              <a:gd name="adj1" fmla="val 104384"/>
              <a:gd name="adj2" fmla="val -33333"/>
              <a:gd name="adj3" fmla="val 16667"/>
            </a:avLst>
          </a:prstGeom>
          <a:solidFill>
            <a:srgbClr val="FF9966"/>
          </a:solidFill>
          <a:ln w="9525">
            <a:noFill/>
          </a:ln>
        </p:spPr>
        <p:txBody>
          <a:bodyPr anchor="ctr" anchorCtr="0"/>
          <a:p>
            <a:pPr algn="ctr" eaLnBrk="0" hangingPunct="0"/>
            <a:r>
              <a:rPr lang="zh-CN" altLang="en-US" b="1" dirty="0">
                <a:latin typeface="黑体" panose="02010609060101010101" pitchFamily="2" charset="-122"/>
                <a:ea typeface="黑体" panose="02010609060101010101" pitchFamily="2" charset="-122"/>
              </a:rPr>
              <a:t>伸  长</a:t>
            </a:r>
            <a:endParaRPr lang="zh-CN" altLang="en-US" b="1" dirty="0">
              <a:latin typeface="黑体" panose="02010609060101010101" pitchFamily="2" charset="-122"/>
              <a:ea typeface="黑体" panose="02010609060101010101" pitchFamily="2" charset="-122"/>
            </a:endParaRPr>
          </a:p>
        </p:txBody>
      </p:sp>
      <p:sp>
        <p:nvSpPr>
          <p:cNvPr id="197851" name="AutoShape 219"/>
          <p:cNvSpPr/>
          <p:nvPr/>
        </p:nvSpPr>
        <p:spPr>
          <a:xfrm>
            <a:off x="7883525" y="2654300"/>
            <a:ext cx="1225550" cy="609600"/>
          </a:xfrm>
          <a:prstGeom prst="wedgeRoundRectCallout">
            <a:avLst>
              <a:gd name="adj1" fmla="val -47926"/>
              <a:gd name="adj2" fmla="val 171616"/>
              <a:gd name="adj3" fmla="val 16667"/>
            </a:avLst>
          </a:prstGeom>
          <a:solidFill>
            <a:srgbClr val="FFE1FF"/>
          </a:solidFill>
          <a:ln w="9525">
            <a:noFill/>
          </a:ln>
        </p:spPr>
        <p:txBody>
          <a:bodyPr anchor="ctr" anchorCtr="0"/>
          <a:p>
            <a:pPr algn="ctr" eaLnBrk="0" hangingPunct="0"/>
            <a:r>
              <a:rPr lang="zh-CN" altLang="en-US" sz="2000" b="1" dirty="0">
                <a:latin typeface="Times New Roman" panose="02020603050405020304" pitchFamily="18" charset="0"/>
                <a:ea typeface="黑体" panose="02010609060101010101" pitchFamily="2" charset="-122"/>
              </a:rPr>
              <a:t>受弹力</a:t>
            </a:r>
            <a:endParaRPr lang="zh-CN" altLang="en-US" sz="2000" b="1" dirty="0">
              <a:latin typeface="Times New Roman" panose="02020603050405020304" pitchFamily="18" charset="0"/>
              <a:ea typeface="黑体" panose="02010609060101010101" pitchFamily="2" charset="-122"/>
            </a:endParaRPr>
          </a:p>
        </p:txBody>
      </p:sp>
      <p:sp>
        <p:nvSpPr>
          <p:cNvPr id="197852" name="AutoShape 220"/>
          <p:cNvSpPr/>
          <p:nvPr/>
        </p:nvSpPr>
        <p:spPr>
          <a:xfrm>
            <a:off x="4435475" y="3797300"/>
            <a:ext cx="1547813" cy="609600"/>
          </a:xfrm>
          <a:prstGeom prst="wedgeRoundRectCallout">
            <a:avLst>
              <a:gd name="adj1" fmla="val 70171"/>
              <a:gd name="adj2" fmla="val 33333"/>
              <a:gd name="adj3" fmla="val 16667"/>
            </a:avLst>
          </a:prstGeom>
          <a:solidFill>
            <a:srgbClr val="FF66CC"/>
          </a:solidFill>
          <a:ln w="9525">
            <a:noFill/>
          </a:ln>
        </p:spPr>
        <p:txBody>
          <a:bodyPr anchor="ctr" anchorCtr="0"/>
          <a:p>
            <a:pPr algn="ctr" eaLnBrk="0" hangingPunct="0"/>
            <a:r>
              <a:rPr lang="zh-CN" altLang="en-US" b="1" dirty="0">
                <a:latin typeface="Times New Roman" panose="02020603050405020304" pitchFamily="18" charset="0"/>
                <a:ea typeface="黑体" panose="02010609060101010101" pitchFamily="2" charset="-122"/>
              </a:rPr>
              <a:t>平衡位置</a:t>
            </a:r>
            <a:endParaRPr lang="zh-CN" altLang="en-US" b="1" dirty="0">
              <a:latin typeface="Times New Roman" panose="02020603050405020304" pitchFamily="18" charset="0"/>
              <a:ea typeface="黑体" panose="02010609060101010101" pitchFamily="2" charset="-122"/>
            </a:endParaRPr>
          </a:p>
        </p:txBody>
      </p:sp>
      <p:grpSp>
        <p:nvGrpSpPr>
          <p:cNvPr id="197853" name="Group 221"/>
          <p:cNvGrpSpPr/>
          <p:nvPr/>
        </p:nvGrpSpPr>
        <p:grpSpPr>
          <a:xfrm>
            <a:off x="7178675" y="1130300"/>
            <a:ext cx="633413" cy="4572000"/>
            <a:chOff x="4752" y="576"/>
            <a:chExt cx="432" cy="2880"/>
          </a:xfrm>
        </p:grpSpPr>
        <p:sp useBgFill="1">
          <p:nvSpPr>
            <p:cNvPr id="39132" name="Rectangle 222"/>
            <p:cNvSpPr/>
            <p:nvPr/>
          </p:nvSpPr>
          <p:spPr>
            <a:xfrm>
              <a:off x="4752" y="624"/>
              <a:ext cx="432" cy="2832"/>
            </a:xfrm>
            <a:prstGeom prst="rect">
              <a:avLst/>
            </a:prstGeom>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39133" name="Group 223"/>
            <p:cNvGrpSpPr/>
            <p:nvPr/>
          </p:nvGrpSpPr>
          <p:grpSpPr>
            <a:xfrm>
              <a:off x="4752" y="576"/>
              <a:ext cx="384" cy="2256"/>
              <a:chOff x="3312" y="576"/>
              <a:chExt cx="384" cy="2256"/>
            </a:xfrm>
          </p:grpSpPr>
          <p:grpSp>
            <p:nvGrpSpPr>
              <p:cNvPr id="39134" name="Group 224"/>
              <p:cNvGrpSpPr/>
              <p:nvPr/>
            </p:nvGrpSpPr>
            <p:grpSpPr>
              <a:xfrm>
                <a:off x="3360" y="576"/>
                <a:ext cx="309" cy="1968"/>
                <a:chOff x="3360" y="2112"/>
                <a:chExt cx="309" cy="1681"/>
              </a:xfrm>
            </p:grpSpPr>
            <p:grpSp>
              <p:nvGrpSpPr>
                <p:cNvPr id="39135" name="Group 225"/>
                <p:cNvGrpSpPr/>
                <p:nvPr/>
              </p:nvGrpSpPr>
              <p:grpSpPr>
                <a:xfrm>
                  <a:off x="3360" y="2112"/>
                  <a:ext cx="309" cy="1488"/>
                  <a:chOff x="3387" y="840"/>
                  <a:chExt cx="452" cy="1749"/>
                </a:xfrm>
              </p:grpSpPr>
              <p:sp>
                <p:nvSpPr>
                  <p:cNvPr id="39136" name="Oval 226"/>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37" name="Oval 227"/>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38" name="Arc 228"/>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39" name="Oval 229"/>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40" name="Oval 230"/>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41" name="Arc 231"/>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42" name="Oval 232"/>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43" name="Arc 233"/>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44" name="Arc 234"/>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45" name="Arc 235"/>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46" name="Oval 236"/>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47" name="Arc 237"/>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48" name="Line 238"/>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9149" name="Oval 239"/>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50" name="Arc 240"/>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9151" name="Arc 241"/>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52" name="Line 242"/>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39153" name="Oval 243"/>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grpSp>
        <p:nvGrpSpPr>
          <p:cNvPr id="197876" name="Group 244"/>
          <p:cNvGrpSpPr/>
          <p:nvPr/>
        </p:nvGrpSpPr>
        <p:grpSpPr>
          <a:xfrm>
            <a:off x="7108825" y="1130300"/>
            <a:ext cx="703263" cy="4495800"/>
            <a:chOff x="4704" y="576"/>
            <a:chExt cx="480" cy="2832"/>
          </a:xfrm>
        </p:grpSpPr>
        <p:sp useBgFill="1">
          <p:nvSpPr>
            <p:cNvPr id="39155" name="Rectangle 245"/>
            <p:cNvSpPr/>
            <p:nvPr/>
          </p:nvSpPr>
          <p:spPr>
            <a:xfrm>
              <a:off x="4704" y="624"/>
              <a:ext cx="480" cy="2304"/>
            </a:xfrm>
            <a:prstGeom prst="rect">
              <a:avLst/>
            </a:prstGeom>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39156" name="Group 246"/>
            <p:cNvGrpSpPr/>
            <p:nvPr/>
          </p:nvGrpSpPr>
          <p:grpSpPr>
            <a:xfrm>
              <a:off x="4752" y="576"/>
              <a:ext cx="384" cy="2832"/>
              <a:chOff x="4128" y="576"/>
              <a:chExt cx="384" cy="2832"/>
            </a:xfrm>
          </p:grpSpPr>
          <p:grpSp>
            <p:nvGrpSpPr>
              <p:cNvPr id="39157" name="Group 247"/>
              <p:cNvGrpSpPr/>
              <p:nvPr/>
            </p:nvGrpSpPr>
            <p:grpSpPr>
              <a:xfrm>
                <a:off x="4155" y="576"/>
                <a:ext cx="309" cy="2496"/>
                <a:chOff x="3360" y="2112"/>
                <a:chExt cx="309" cy="1681"/>
              </a:xfrm>
            </p:grpSpPr>
            <p:grpSp>
              <p:nvGrpSpPr>
                <p:cNvPr id="39158" name="Group 248"/>
                <p:cNvGrpSpPr/>
                <p:nvPr/>
              </p:nvGrpSpPr>
              <p:grpSpPr>
                <a:xfrm>
                  <a:off x="3360" y="2112"/>
                  <a:ext cx="309" cy="1488"/>
                  <a:chOff x="3387" y="840"/>
                  <a:chExt cx="452" cy="1749"/>
                </a:xfrm>
              </p:grpSpPr>
              <p:sp>
                <p:nvSpPr>
                  <p:cNvPr id="39159" name="Oval 249"/>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60" name="Oval 250"/>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61" name="Arc 251"/>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62" name="Oval 252"/>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63" name="Oval 253"/>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64" name="Arc 254"/>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65" name="Oval 255"/>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66" name="Arc 256"/>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67" name="Arc 257"/>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68" name="Arc 258"/>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69" name="Oval 259"/>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70" name="Arc 260"/>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71" name="Line 261"/>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9172" name="Oval 262"/>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173" name="Arc 263"/>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9174" name="Arc 264"/>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175" name="Line 265"/>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39176" name="Oval 266"/>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sp>
        <p:nvSpPr>
          <p:cNvPr id="197899" name="Line 267"/>
          <p:cNvSpPr/>
          <p:nvPr/>
        </p:nvSpPr>
        <p:spPr>
          <a:xfrm>
            <a:off x="7461250" y="4406900"/>
            <a:ext cx="0" cy="1981200"/>
          </a:xfrm>
          <a:prstGeom prst="line">
            <a:avLst/>
          </a:prstGeom>
          <a:ln w="28575" cap="flat" cmpd="sng">
            <a:solidFill>
              <a:srgbClr val="021CDA"/>
            </a:solidFill>
            <a:prstDash val="solid"/>
            <a:round/>
            <a:headEnd type="none" w="med" len="med"/>
            <a:tailEnd type="triangle" w="med" len="med"/>
          </a:ln>
        </p:spPr>
      </p:sp>
      <p:sp>
        <p:nvSpPr>
          <p:cNvPr id="197900" name="Line 268"/>
          <p:cNvSpPr/>
          <p:nvPr/>
        </p:nvSpPr>
        <p:spPr>
          <a:xfrm flipV="1">
            <a:off x="7461250" y="4102100"/>
            <a:ext cx="0" cy="1219200"/>
          </a:xfrm>
          <a:prstGeom prst="line">
            <a:avLst/>
          </a:prstGeom>
          <a:ln w="38100" cap="flat" cmpd="sng">
            <a:solidFill>
              <a:srgbClr val="FD5B29"/>
            </a:solidFill>
            <a:prstDash val="solid"/>
            <a:round/>
            <a:headEnd type="none" w="med" len="med"/>
            <a:tailEnd type="triangle" w="med" len="med"/>
          </a:ln>
        </p:spPr>
      </p:sp>
      <p:sp>
        <p:nvSpPr>
          <p:cNvPr id="197901" name="Line 269"/>
          <p:cNvSpPr/>
          <p:nvPr/>
        </p:nvSpPr>
        <p:spPr>
          <a:xfrm flipH="1">
            <a:off x="6546850" y="4406900"/>
            <a:ext cx="842963" cy="0"/>
          </a:xfrm>
          <a:prstGeom prst="line">
            <a:avLst/>
          </a:prstGeom>
          <a:ln w="28575" cap="flat" cmpd="sng">
            <a:solidFill>
              <a:srgbClr val="3A7C3A"/>
            </a:solidFill>
            <a:prstDash val="solid"/>
            <a:round/>
            <a:headEnd type="none" w="med" len="med"/>
            <a:tailEnd type="none" w="med" len="med"/>
          </a:ln>
        </p:spPr>
      </p:sp>
      <p:sp>
        <p:nvSpPr>
          <p:cNvPr id="197902" name="Line 270"/>
          <p:cNvSpPr/>
          <p:nvPr/>
        </p:nvSpPr>
        <p:spPr>
          <a:xfrm flipH="1">
            <a:off x="6546850" y="5321300"/>
            <a:ext cx="842963" cy="0"/>
          </a:xfrm>
          <a:prstGeom prst="line">
            <a:avLst/>
          </a:prstGeom>
          <a:ln w="28575" cap="flat" cmpd="sng">
            <a:solidFill>
              <a:srgbClr val="3A7C3A"/>
            </a:solidFill>
            <a:prstDash val="solid"/>
            <a:round/>
            <a:headEnd type="none" w="med" len="med"/>
            <a:tailEnd type="none" w="med" len="med"/>
          </a:ln>
        </p:spPr>
      </p:sp>
      <p:graphicFrame>
        <p:nvGraphicFramePr>
          <p:cNvPr id="197903" name="Object 271"/>
          <p:cNvGraphicFramePr>
            <a:graphicFrameLocks noChangeAspect="1"/>
          </p:cNvGraphicFramePr>
          <p:nvPr/>
        </p:nvGraphicFramePr>
        <p:xfrm>
          <a:off x="7883525" y="2060575"/>
          <a:ext cx="366713" cy="512763"/>
        </p:xfrm>
        <a:graphic>
          <a:graphicData uri="http://schemas.openxmlformats.org/presentationml/2006/ole">
            <mc:AlternateContent xmlns:mc="http://schemas.openxmlformats.org/markup-compatibility/2006">
              <mc:Choice xmlns:v="urn:schemas-microsoft-com:vml" Requires="v">
                <p:oleObj spid="_x0000_s3184" name="" r:id="rId14" imgW="127000" imgH="177165" progId="Equation.3">
                  <p:embed/>
                </p:oleObj>
              </mc:Choice>
              <mc:Fallback>
                <p:oleObj name="" r:id="rId14" imgW="127000" imgH="177165" progId="Equation.3">
                  <p:embed/>
                  <p:pic>
                    <p:nvPicPr>
                      <p:cNvPr id="0" name="图片 3183"/>
                      <p:cNvPicPr/>
                      <p:nvPr/>
                    </p:nvPicPr>
                    <p:blipFill>
                      <a:blip r:embed="rId15"/>
                      <a:stretch>
                        <a:fillRect/>
                      </a:stretch>
                    </p:blipFill>
                    <p:spPr>
                      <a:xfrm>
                        <a:off x="7883525" y="2060575"/>
                        <a:ext cx="366713" cy="512763"/>
                      </a:xfrm>
                      <a:prstGeom prst="rect">
                        <a:avLst/>
                      </a:prstGeom>
                      <a:noFill/>
                      <a:ln w="38100">
                        <a:noFill/>
                        <a:miter/>
                      </a:ln>
                    </p:spPr>
                  </p:pic>
                </p:oleObj>
              </mc:Fallback>
            </mc:AlternateContent>
          </a:graphicData>
        </a:graphic>
      </p:graphicFrame>
      <p:sp>
        <p:nvSpPr>
          <p:cNvPr id="197904" name="Rectangle 272"/>
          <p:cNvSpPr/>
          <p:nvPr/>
        </p:nvSpPr>
        <p:spPr>
          <a:xfrm>
            <a:off x="514350" y="1628775"/>
            <a:ext cx="2879725" cy="457200"/>
          </a:xfrm>
          <a:prstGeom prst="rect">
            <a:avLst/>
          </a:prstGeom>
          <a:noFill/>
          <a:ln w="9525">
            <a:noFill/>
          </a:ln>
        </p:spPr>
        <p:txBody>
          <a:bodyPr anchor="t" anchorCtr="0">
            <a:spAutoFit/>
          </a:bodyPr>
          <a:p>
            <a:pPr eaLnBrk="0" hangingPunct="0"/>
            <a:r>
              <a:rPr lang="zh-CN" altLang="en-US" sz="2400" b="1" dirty="0">
                <a:latin typeface="Times New Roman" panose="02020603050405020304" pitchFamily="18" charset="0"/>
                <a:ea typeface="楷体_GB2312" pitchFamily="49" charset="-122"/>
              </a:rPr>
              <a:t>解：求平衡位置</a:t>
            </a:r>
            <a:endParaRPr lang="zh-CN" altLang="en-US" sz="2400" b="1" dirty="0">
              <a:latin typeface="Times New Roman" panose="02020603050405020304" pitchFamily="18" charset="0"/>
              <a:ea typeface="楷体_GB2312" pitchFamily="49" charset="-122"/>
            </a:endParaRPr>
          </a:p>
        </p:txBody>
      </p:sp>
      <p:graphicFrame>
        <p:nvGraphicFramePr>
          <p:cNvPr id="197905" name="Object 273"/>
          <p:cNvGraphicFramePr>
            <a:graphicFrameLocks noChangeAspect="1"/>
          </p:cNvGraphicFramePr>
          <p:nvPr/>
        </p:nvGraphicFramePr>
        <p:xfrm>
          <a:off x="612775" y="2241550"/>
          <a:ext cx="1152525" cy="423863"/>
        </p:xfrm>
        <a:graphic>
          <a:graphicData uri="http://schemas.openxmlformats.org/presentationml/2006/ole">
            <mc:AlternateContent xmlns:mc="http://schemas.openxmlformats.org/markup-compatibility/2006">
              <mc:Choice xmlns:v="urn:schemas-microsoft-com:vml" Requires="v">
                <p:oleObj spid="_x0000_s3185" name="" r:id="rId16" imgW="761365" imgH="279400" progId="Equation.3">
                  <p:embed/>
                </p:oleObj>
              </mc:Choice>
              <mc:Fallback>
                <p:oleObj name="" r:id="rId16" imgW="761365" imgH="279400" progId="Equation.3">
                  <p:embed/>
                  <p:pic>
                    <p:nvPicPr>
                      <p:cNvPr id="0" name="图片 3184"/>
                      <p:cNvPicPr/>
                      <p:nvPr/>
                    </p:nvPicPr>
                    <p:blipFill>
                      <a:blip r:embed="rId17"/>
                      <a:stretch>
                        <a:fillRect/>
                      </a:stretch>
                    </p:blipFill>
                    <p:spPr>
                      <a:xfrm>
                        <a:off x="612775" y="2241550"/>
                        <a:ext cx="1152525" cy="423863"/>
                      </a:xfrm>
                      <a:prstGeom prst="rect">
                        <a:avLst/>
                      </a:prstGeom>
                      <a:noFill/>
                      <a:ln w="38100">
                        <a:noFill/>
                        <a:miter/>
                      </a:ln>
                    </p:spPr>
                  </p:pic>
                </p:oleObj>
              </mc:Fallback>
            </mc:AlternateContent>
          </a:graphicData>
        </a:graphic>
      </p:graphicFrame>
      <p:graphicFrame>
        <p:nvGraphicFramePr>
          <p:cNvPr id="197906" name="Object 274"/>
          <p:cNvGraphicFramePr>
            <a:graphicFrameLocks noChangeAspect="1"/>
          </p:cNvGraphicFramePr>
          <p:nvPr/>
        </p:nvGraphicFramePr>
        <p:xfrm>
          <a:off x="2124075" y="2060575"/>
          <a:ext cx="1152525" cy="784225"/>
        </p:xfrm>
        <a:graphic>
          <a:graphicData uri="http://schemas.openxmlformats.org/presentationml/2006/ole">
            <mc:AlternateContent xmlns:mc="http://schemas.openxmlformats.org/markup-compatibility/2006">
              <mc:Choice xmlns:v="urn:schemas-microsoft-com:vml" Requires="v">
                <p:oleObj spid="_x0000_s3182" name="" r:id="rId18" imgW="711200" imgH="508000" progId="Equation.3">
                  <p:embed/>
                </p:oleObj>
              </mc:Choice>
              <mc:Fallback>
                <p:oleObj name="" r:id="rId18" imgW="711200" imgH="508000" progId="Equation.3">
                  <p:embed/>
                  <p:pic>
                    <p:nvPicPr>
                      <p:cNvPr id="0" name="图片 3181"/>
                      <p:cNvPicPr/>
                      <p:nvPr/>
                    </p:nvPicPr>
                    <p:blipFill>
                      <a:blip r:embed="rId19"/>
                      <a:stretch>
                        <a:fillRect/>
                      </a:stretch>
                    </p:blipFill>
                    <p:spPr>
                      <a:xfrm>
                        <a:off x="2124075" y="2060575"/>
                        <a:ext cx="1152525" cy="784225"/>
                      </a:xfrm>
                      <a:prstGeom prst="rect">
                        <a:avLst/>
                      </a:prstGeom>
                      <a:noFill/>
                      <a:ln w="38100">
                        <a:noFill/>
                        <a:miter/>
                      </a:ln>
                    </p:spPr>
                  </p:pic>
                </p:oleObj>
              </mc:Fallback>
            </mc:AlternateContent>
          </a:graphicData>
        </a:graphic>
      </p:graphicFrame>
      <p:sp>
        <p:nvSpPr>
          <p:cNvPr id="197907" name="Rectangle 275"/>
          <p:cNvSpPr/>
          <p:nvPr/>
        </p:nvSpPr>
        <p:spPr>
          <a:xfrm>
            <a:off x="554038" y="2941638"/>
            <a:ext cx="3297237" cy="460375"/>
          </a:xfrm>
          <a:prstGeom prst="rect">
            <a:avLst/>
          </a:prstGeom>
          <a:noFill/>
          <a:ln w="9525">
            <a:noFill/>
          </a:ln>
        </p:spPr>
        <p:txBody>
          <a:bodyPr wrap="square" anchor="t" anchorCtr="0">
            <a:spAutoFit/>
          </a:bodyPr>
          <a:p>
            <a:pPr eaLnBrk="0" hangingPunct="0"/>
            <a:r>
              <a:rPr lang="zh-CN" altLang="en-US" sz="2400" b="1" dirty="0">
                <a:solidFill>
                  <a:srgbClr val="FF0000"/>
                </a:solidFill>
                <a:latin typeface="楷体_GB2312" pitchFamily="49" charset="-122"/>
                <a:ea typeface="楷体_GB2312" pitchFamily="49" charset="-122"/>
              </a:rPr>
              <a:t>以平衡位置</a:t>
            </a:r>
            <a:r>
              <a:rPr lang="en-US" altLang="zh-CN" sz="2000" b="1" i="1" dirty="0">
                <a:solidFill>
                  <a:srgbClr val="FF0000"/>
                </a:solidFill>
                <a:latin typeface="Times New Roman" panose="02020603050405020304" pitchFamily="18" charset="0"/>
                <a:ea typeface="楷体_GB2312" pitchFamily="49" charset="-122"/>
              </a:rPr>
              <a:t>O</a:t>
            </a:r>
            <a:r>
              <a:rPr lang="zh-CN" altLang="en-US" sz="2400" b="1" dirty="0">
                <a:solidFill>
                  <a:srgbClr val="FF0000"/>
                </a:solidFill>
                <a:latin typeface="楷体_GB2312" pitchFamily="49" charset="-122"/>
                <a:ea typeface="楷体_GB2312" pitchFamily="49" charset="-122"/>
              </a:rPr>
              <a:t>为原点</a:t>
            </a:r>
            <a:endParaRPr lang="zh-CN" altLang="en-US" sz="2400" b="1" dirty="0">
              <a:solidFill>
                <a:srgbClr val="FF0000"/>
              </a:solidFill>
              <a:latin typeface="楷体_GB2312" pitchFamily="49" charset="-122"/>
              <a:ea typeface="楷体_GB2312" pitchFamily="49" charset="-122"/>
            </a:endParaRPr>
          </a:p>
        </p:txBody>
      </p:sp>
      <p:graphicFrame>
        <p:nvGraphicFramePr>
          <p:cNvPr id="197908" name="Object 276"/>
          <p:cNvGraphicFramePr>
            <a:graphicFrameLocks noChangeAspect="1"/>
          </p:cNvGraphicFramePr>
          <p:nvPr/>
        </p:nvGraphicFramePr>
        <p:xfrm>
          <a:off x="619125" y="3500438"/>
          <a:ext cx="2520950" cy="1352550"/>
        </p:xfrm>
        <a:graphic>
          <a:graphicData uri="http://schemas.openxmlformats.org/presentationml/2006/ole">
            <mc:AlternateContent xmlns:mc="http://schemas.openxmlformats.org/markup-compatibility/2006">
              <mc:Choice xmlns:v="urn:schemas-microsoft-com:vml" Requires="v">
                <p:oleObj spid="_x0000_s3186" name="" r:id="rId20" imgW="1562100" imgH="838200" progId="Equation.3">
                  <p:embed/>
                </p:oleObj>
              </mc:Choice>
              <mc:Fallback>
                <p:oleObj name="" r:id="rId20" imgW="1562100" imgH="838200" progId="Equation.3">
                  <p:embed/>
                  <p:pic>
                    <p:nvPicPr>
                      <p:cNvPr id="0" name="图片 3185"/>
                      <p:cNvPicPr/>
                      <p:nvPr/>
                    </p:nvPicPr>
                    <p:blipFill>
                      <a:blip r:embed="rId21"/>
                      <a:stretch>
                        <a:fillRect/>
                      </a:stretch>
                    </p:blipFill>
                    <p:spPr>
                      <a:xfrm>
                        <a:off x="619125" y="3500438"/>
                        <a:ext cx="2520950" cy="1352550"/>
                      </a:xfrm>
                      <a:prstGeom prst="rect">
                        <a:avLst/>
                      </a:prstGeom>
                      <a:noFill/>
                      <a:ln w="38100">
                        <a:noFill/>
                        <a:miter/>
                      </a:ln>
                    </p:spPr>
                  </p:pic>
                </p:oleObj>
              </mc:Fallback>
            </mc:AlternateContent>
          </a:graphicData>
        </a:graphic>
      </p:graphicFrame>
      <p:sp>
        <p:nvSpPr>
          <p:cNvPr id="197909" name="Text Box 277"/>
          <p:cNvSpPr txBox="1"/>
          <p:nvPr/>
        </p:nvSpPr>
        <p:spPr>
          <a:xfrm>
            <a:off x="387350" y="6057900"/>
            <a:ext cx="4176713" cy="457200"/>
          </a:xfrm>
          <a:prstGeom prst="rect">
            <a:avLst/>
          </a:prstGeom>
          <a:noFill/>
          <a:ln w="9525">
            <a:noFill/>
          </a:ln>
        </p:spPr>
        <p:txBody>
          <a:bodyPr anchor="t" anchorCtr="0">
            <a:spAutoFit/>
          </a:bodyPr>
          <a:p>
            <a:pPr eaLnBrk="0" hangingPunct="0">
              <a:spcBef>
                <a:spcPct val="50000"/>
              </a:spcBef>
            </a:pPr>
            <a:r>
              <a:rPr lang="zh-CN" altLang="en-US" sz="2400" b="1" dirty="0">
                <a:latin typeface="楷体_GB2312" pitchFamily="49" charset="-122"/>
                <a:ea typeface="楷体_GB2312" pitchFamily="49" charset="-122"/>
              </a:rPr>
              <a:t>因此</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此振动为简谐振动。</a:t>
            </a:r>
            <a:endParaRPr lang="zh-CN" altLang="en-US" sz="2400" b="1" dirty="0">
              <a:latin typeface="楷体_GB2312" pitchFamily="49" charset="-122"/>
              <a:ea typeface="楷体_GB2312" pitchFamily="49" charset="-122"/>
            </a:endParaRPr>
          </a:p>
        </p:txBody>
      </p:sp>
      <p:sp>
        <p:nvSpPr>
          <p:cNvPr id="39188" name="Text Box 278"/>
          <p:cNvSpPr txBox="1"/>
          <p:nvPr/>
        </p:nvSpPr>
        <p:spPr>
          <a:xfrm>
            <a:off x="387350" y="534988"/>
            <a:ext cx="3133725" cy="460375"/>
          </a:xfrm>
          <a:prstGeom prst="rect">
            <a:avLst/>
          </a:prstGeom>
          <a:noFill/>
          <a:ln w="9525">
            <a:noFill/>
          </a:ln>
        </p:spPr>
        <p:txBody>
          <a:bodyPr wrap="square" anchor="t" anchorCtr="0">
            <a:spAutoFit/>
          </a:bodyPr>
          <a:p>
            <a:r>
              <a:rPr lang="zh-CN" altLang="en-US" sz="2400" b="1" dirty="0">
                <a:solidFill>
                  <a:srgbClr val="254265"/>
                </a:solidFill>
                <a:latin typeface="微软雅黑" panose="020B0503020204020204" charset="-122"/>
                <a:ea typeface="微软雅黑" panose="020B0503020204020204" charset="-122"/>
              </a:rPr>
              <a:t>二、简谐振动的判断</a:t>
            </a:r>
            <a:endParaRPr lang="zh-CN" altLang="en-US" sz="2400" b="1" dirty="0">
              <a:solidFill>
                <a:srgbClr val="254265"/>
              </a:solidFill>
              <a:latin typeface="微软雅黑" panose="020B0503020204020204" charset="-122"/>
              <a:ea typeface="微软雅黑" panose="020B0503020204020204" charset="-122"/>
            </a:endParaRPr>
          </a:p>
        </p:txBody>
      </p:sp>
      <p:sp>
        <p:nvSpPr>
          <p:cNvPr id="39189" name="Text Box 3"/>
          <p:cNvSpPr txBox="1"/>
          <p:nvPr/>
        </p:nvSpPr>
        <p:spPr>
          <a:xfrm>
            <a:off x="468313" y="1052513"/>
            <a:ext cx="3116262" cy="460375"/>
          </a:xfrm>
          <a:prstGeom prst="rect">
            <a:avLst/>
          </a:prstGeom>
          <a:noFill/>
          <a:ln w="9525">
            <a:noFill/>
          </a:ln>
        </p:spPr>
        <p:txBody>
          <a:bodyPr wrap="square" anchor="t" anchorCtr="0">
            <a:spAutoFit/>
          </a:bodyPr>
          <a:p>
            <a:pPr algn="just" eaLnBrk="0" hangingPunct="0"/>
            <a:r>
              <a:rPr lang="en-US" altLang="zh-CN" sz="2400" b="1" dirty="0">
                <a:solidFill>
                  <a:srgbClr val="FF0000"/>
                </a:solidFill>
                <a:latin typeface="Times New Roman" panose="02020603050405020304" pitchFamily="18" charset="0"/>
                <a:ea typeface="楷体_GB2312" pitchFamily="49" charset="-122"/>
              </a:rPr>
              <a:t>1.  </a:t>
            </a:r>
            <a:r>
              <a:rPr lang="zh-CN" altLang="en-US" sz="2400" b="1" dirty="0">
                <a:solidFill>
                  <a:srgbClr val="FF0000"/>
                </a:solidFill>
                <a:latin typeface="楷体_GB2312" pitchFamily="49" charset="-122"/>
                <a:ea typeface="楷体_GB2312" pitchFamily="49" charset="-122"/>
              </a:rPr>
              <a:t>由分析受力出发</a:t>
            </a:r>
            <a:endParaRPr lang="zh-CN" altLang="en-US" sz="2400" dirty="0">
              <a:solidFill>
                <a:srgbClr val="FF0000"/>
              </a:solidFill>
              <a:latin typeface="楷体_GB2312" pitchFamily="49" charset="-122"/>
              <a:ea typeface="楷体_GB2312" pitchFamily="49" charset="-122"/>
            </a:endParaRPr>
          </a:p>
        </p:txBody>
      </p:sp>
      <p:graphicFrame>
        <p:nvGraphicFramePr>
          <p:cNvPr id="279" name="Object 4"/>
          <p:cNvGraphicFramePr>
            <a:graphicFrameLocks noChangeAspect="1"/>
          </p:cNvGraphicFramePr>
          <p:nvPr/>
        </p:nvGraphicFramePr>
        <p:xfrm>
          <a:off x="1096963" y="5021263"/>
          <a:ext cx="2038350" cy="941387"/>
        </p:xfrm>
        <a:graphic>
          <a:graphicData uri="http://schemas.openxmlformats.org/presentationml/2006/ole">
            <mc:AlternateContent xmlns:mc="http://schemas.openxmlformats.org/markup-compatibility/2006">
              <mc:Choice xmlns:v="urn:schemas-microsoft-com:vml" Requires="v">
                <p:oleObj spid="_x0000_s3183" name="" r:id="rId22" imgW="850265" imgH="393700" progId="Equation.DSMT4">
                  <p:embed/>
                </p:oleObj>
              </mc:Choice>
              <mc:Fallback>
                <p:oleObj name="" r:id="rId22" imgW="850265" imgH="393700" progId="Equation.DSMT4">
                  <p:embed/>
                  <p:pic>
                    <p:nvPicPr>
                      <p:cNvPr id="0" name="图片 3182"/>
                      <p:cNvPicPr/>
                      <p:nvPr/>
                    </p:nvPicPr>
                    <p:blipFill>
                      <a:blip r:embed="rId23"/>
                      <a:stretch>
                        <a:fillRect/>
                      </a:stretch>
                    </p:blipFill>
                    <p:spPr>
                      <a:xfrm>
                        <a:off x="1096963" y="5021263"/>
                        <a:ext cx="2038350" cy="9413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9763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499"/>
                                          </p:stCondLst>
                                        </p:cTn>
                                        <p:tgtEl>
                                          <p:spTgt spid="197637"/>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0"/>
                                  </p:stCondLst>
                                  <p:childTnLst>
                                    <p:set>
                                      <p:cBhvr>
                                        <p:cTn id="12" dur="1" fill="hold">
                                          <p:stCondLst>
                                            <p:cond delay="499"/>
                                          </p:stCondLst>
                                        </p:cTn>
                                        <p:tgtEl>
                                          <p:spTgt spid="197649"/>
                                        </p:tgtEl>
                                        <p:attrNameLst>
                                          <p:attrName>style.visibility</p:attrName>
                                        </p:attrNameLst>
                                      </p:cBhvr>
                                      <p:to>
                                        <p:strVal val="visible"/>
                                      </p:to>
                                    </p:set>
                                  </p:childTnLst>
                                  <p:subTnLst>
                                    <p:set>
                                      <p:cBhvr override="childStyle">
                                        <p:cTn dur="1" fill="hold" display="0" masterRel="nextClick" afterEffect="1"/>
                                        <p:tgtEl>
                                          <p:spTgt spid="197649"/>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197670"/>
                                        </p:tgtEl>
                                        <p:attrNameLst>
                                          <p:attrName>style.visibility</p:attrName>
                                        </p:attrNameLst>
                                      </p:cBhvr>
                                      <p:to>
                                        <p:strVal val="visible"/>
                                      </p:to>
                                    </p:set>
                                  </p:childTnLst>
                                  <p:subTnLst>
                                    <p:set>
                                      <p:cBhvr override="childStyle">
                                        <p:cTn dur="1" fill="hold" display="0" masterRel="nextClick" afterEffect="1"/>
                                        <p:tgtEl>
                                          <p:spTgt spid="197670"/>
                                        </p:tgtEl>
                                        <p:attrNameLst>
                                          <p:attrName>style.visibility</p:attrName>
                                        </p:attrNameLst>
                                      </p:cBhvr>
                                      <p:to>
                                        <p:strVal val="hidden"/>
                                      </p:to>
                                    </p:set>
                                  </p:sub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499"/>
                                          </p:stCondLst>
                                        </p:cTn>
                                        <p:tgtEl>
                                          <p:spTgt spid="197691"/>
                                        </p:tgtEl>
                                        <p:attrNameLst>
                                          <p:attrName>style.visibility</p:attrName>
                                        </p:attrNameLst>
                                      </p:cBhvr>
                                      <p:to>
                                        <p:strVal val="visible"/>
                                      </p:to>
                                    </p:set>
                                  </p:childTnLst>
                                  <p:subTnLst>
                                    <p:set>
                                      <p:cBhvr override="childStyle">
                                        <p:cTn dur="1" fill="hold" display="0" masterRel="nextClick" afterEffect="1"/>
                                        <p:tgtEl>
                                          <p:spTgt spid="197691"/>
                                        </p:tgtEl>
                                        <p:attrNameLst>
                                          <p:attrName>style.visibility</p:attrName>
                                        </p:attrNameLst>
                                      </p:cBhvr>
                                      <p:to>
                                        <p:strVal val="hidden"/>
                                      </p:to>
                                    </p:set>
                                  </p:subTnLst>
                                </p:cTn>
                              </p:par>
                            </p:childTnLst>
                          </p:cTn>
                        </p:par>
                        <p:par>
                          <p:cTn id="20" fill="hold">
                            <p:stCondLst>
                              <p:cond delay="1000"/>
                            </p:stCondLst>
                            <p:childTnLst>
                              <p:par>
                                <p:cTn id="21" presetID="1" presetClass="entr" presetSubtype="0" fill="hold" nodeType="afterEffect">
                                  <p:stCondLst>
                                    <p:cond delay="0"/>
                                  </p:stCondLst>
                                  <p:childTnLst>
                                    <p:set>
                                      <p:cBhvr>
                                        <p:cTn id="22" dur="1" fill="hold">
                                          <p:stCondLst>
                                            <p:cond delay="499"/>
                                          </p:stCondLst>
                                        </p:cTn>
                                        <p:tgtEl>
                                          <p:spTgt spid="197712"/>
                                        </p:tgtEl>
                                        <p:attrNameLst>
                                          <p:attrName>style.visibility</p:attrName>
                                        </p:attrNameLst>
                                      </p:cBhvr>
                                      <p:to>
                                        <p:strVal val="visible"/>
                                      </p:to>
                                    </p:set>
                                  </p:childTnLst>
                                  <p:subTnLst>
                                    <p:set>
                                      <p:cBhvr override="childStyle">
                                        <p:cTn dur="1" fill="hold" display="0" masterRel="nextClick" afterEffect="1"/>
                                        <p:tgtEl>
                                          <p:spTgt spid="197712"/>
                                        </p:tgtEl>
                                        <p:attrNameLst>
                                          <p:attrName>style.visibility</p:attrName>
                                        </p:attrNameLst>
                                      </p:cBhvr>
                                      <p:to>
                                        <p:strVal val="hidden"/>
                                      </p:to>
                                    </p:set>
                                  </p:subTnLst>
                                </p:cTn>
                              </p:par>
                            </p:childTnLst>
                          </p:cTn>
                        </p:par>
                        <p:par>
                          <p:cTn id="23" fill="hold">
                            <p:stCondLst>
                              <p:cond delay="1500"/>
                            </p:stCondLst>
                            <p:childTnLst>
                              <p:par>
                                <p:cTn id="24" presetID="1" presetClass="entr" presetSubtype="0" fill="hold" nodeType="afterEffect">
                                  <p:stCondLst>
                                    <p:cond delay="0"/>
                                  </p:stCondLst>
                                  <p:childTnLst>
                                    <p:set>
                                      <p:cBhvr>
                                        <p:cTn id="25" dur="1" fill="hold">
                                          <p:stCondLst>
                                            <p:cond delay="499"/>
                                          </p:stCondLst>
                                        </p:cTn>
                                        <p:tgtEl>
                                          <p:spTgt spid="197733"/>
                                        </p:tgtEl>
                                        <p:attrNameLst>
                                          <p:attrName>style.visibility</p:attrName>
                                        </p:attrNameLst>
                                      </p:cBhvr>
                                      <p:to>
                                        <p:strVal val="visible"/>
                                      </p:to>
                                    </p:set>
                                  </p:childTnLst>
                                  <p:subTnLst>
                                    <p:set>
                                      <p:cBhvr override="childStyle">
                                        <p:cTn dur="1" fill="hold" display="0" masterRel="nextClick" afterEffect="1"/>
                                        <p:tgtEl>
                                          <p:spTgt spid="197733"/>
                                        </p:tgtEl>
                                        <p:attrNameLst>
                                          <p:attrName>style.visibility</p:attrName>
                                        </p:attrNameLst>
                                      </p:cBhvr>
                                      <p:to>
                                        <p:strVal val="hidden"/>
                                      </p:to>
                                    </p:set>
                                  </p:subTnLst>
                                </p:cTn>
                              </p:par>
                            </p:childTnLst>
                          </p:cTn>
                        </p:par>
                        <p:par>
                          <p:cTn id="26" fill="hold">
                            <p:stCondLst>
                              <p:cond delay="2000"/>
                            </p:stCondLst>
                            <p:childTnLst>
                              <p:par>
                                <p:cTn id="27" presetID="1" presetClass="entr" presetSubtype="0" fill="hold" nodeType="afterEffect">
                                  <p:stCondLst>
                                    <p:cond delay="0"/>
                                  </p:stCondLst>
                                  <p:childTnLst>
                                    <p:set>
                                      <p:cBhvr>
                                        <p:cTn id="28" dur="1" fill="hold">
                                          <p:stCondLst>
                                            <p:cond delay="499"/>
                                          </p:stCondLst>
                                        </p:cTn>
                                        <p:tgtEl>
                                          <p:spTgt spid="197754"/>
                                        </p:tgtEl>
                                        <p:attrNameLst>
                                          <p:attrName>style.visibility</p:attrName>
                                        </p:attrNameLst>
                                      </p:cBhvr>
                                      <p:to>
                                        <p:strVal val="visible"/>
                                      </p:to>
                                    </p:set>
                                  </p:childTnLst>
                                  <p:subTnLst>
                                    <p:set>
                                      <p:cBhvr override="childStyle">
                                        <p:cTn dur="1" fill="hold" display="0" masterRel="nextClick" afterEffect="1"/>
                                        <p:tgtEl>
                                          <p:spTgt spid="197754"/>
                                        </p:tgtEl>
                                        <p:attrNameLst>
                                          <p:attrName>style.visibility</p:attrName>
                                        </p:attrNameLst>
                                      </p:cBhvr>
                                      <p:to>
                                        <p:strVal val="hidden"/>
                                      </p:to>
                                    </p:set>
                                  </p:subTnLst>
                                </p:cTn>
                              </p:par>
                            </p:childTnLst>
                          </p:cTn>
                        </p:par>
                        <p:par>
                          <p:cTn id="29" fill="hold">
                            <p:stCondLst>
                              <p:cond delay="2500"/>
                            </p:stCondLst>
                            <p:childTnLst>
                              <p:par>
                                <p:cTn id="30" presetID="1" presetClass="entr" presetSubtype="0" fill="hold" nodeType="afterEffect">
                                  <p:stCondLst>
                                    <p:cond delay="0"/>
                                  </p:stCondLst>
                                  <p:childTnLst>
                                    <p:set>
                                      <p:cBhvr>
                                        <p:cTn id="31" dur="1" fill="hold">
                                          <p:stCondLst>
                                            <p:cond delay="499"/>
                                          </p:stCondLst>
                                        </p:cTn>
                                        <p:tgtEl>
                                          <p:spTgt spid="197775"/>
                                        </p:tgtEl>
                                        <p:attrNameLst>
                                          <p:attrName>style.visibility</p:attrName>
                                        </p:attrNameLst>
                                      </p:cBhvr>
                                      <p:to>
                                        <p:strVal val="visible"/>
                                      </p:to>
                                    </p:set>
                                  </p:childTnLst>
                                  <p:subTnLst>
                                    <p:set>
                                      <p:cBhvr override="childStyle">
                                        <p:cTn dur="1" fill="hold" display="0" masterRel="nextClick" afterEffect="1"/>
                                        <p:tgtEl>
                                          <p:spTgt spid="197775"/>
                                        </p:tgtEl>
                                        <p:attrNameLst>
                                          <p:attrName>style.visibility</p:attrName>
                                        </p:attrNameLst>
                                      </p:cBhvr>
                                      <p:to>
                                        <p:strVal val="hidden"/>
                                      </p:to>
                                    </p:set>
                                  </p:subTnLst>
                                </p:cTn>
                              </p:par>
                            </p:childTnLst>
                          </p:cTn>
                        </p:par>
                        <p:par>
                          <p:cTn id="32" fill="hold">
                            <p:stCondLst>
                              <p:cond delay="3000"/>
                            </p:stCondLst>
                            <p:childTnLst>
                              <p:par>
                                <p:cTn id="33" presetID="1" presetClass="entr" presetSubtype="0" fill="hold" nodeType="afterEffect">
                                  <p:stCondLst>
                                    <p:cond delay="0"/>
                                  </p:stCondLst>
                                  <p:childTnLst>
                                    <p:set>
                                      <p:cBhvr>
                                        <p:cTn id="34" dur="1" fill="hold">
                                          <p:stCondLst>
                                            <p:cond delay="499"/>
                                          </p:stCondLst>
                                        </p:cTn>
                                        <p:tgtEl>
                                          <p:spTgt spid="197796"/>
                                        </p:tgtEl>
                                        <p:attrNameLst>
                                          <p:attrName>style.visibility</p:attrName>
                                        </p:attrNameLst>
                                      </p:cBhvr>
                                      <p:to>
                                        <p:strVal val="visible"/>
                                      </p:to>
                                    </p:set>
                                  </p:childTnLst>
                                  <p:subTnLst>
                                    <p:set>
                                      <p:cBhvr override="childStyle">
                                        <p:cTn dur="1" fill="hold" display="0" masterRel="nextClick" afterEffect="1"/>
                                        <p:tgtEl>
                                          <p:spTgt spid="197796"/>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97818"/>
                                        </p:tgtEl>
                                        <p:attrNameLst>
                                          <p:attrName>style.visibility</p:attrName>
                                        </p:attrNameLst>
                                      </p:cBhvr>
                                      <p:to>
                                        <p:strVal val="visible"/>
                                      </p:to>
                                    </p:set>
                                  </p:childTnLst>
                                </p:cTn>
                              </p:par>
                            </p:childTnLst>
                          </p:cTn>
                        </p:par>
                        <p:par>
                          <p:cTn id="39" fill="hold">
                            <p:stCondLst>
                              <p:cond delay="500"/>
                            </p:stCondLst>
                            <p:childTnLst>
                              <p:par>
                                <p:cTn id="40" presetID="1" presetClass="entr" presetSubtype="0" fill="hold" nodeType="afterEffect">
                                  <p:stCondLst>
                                    <p:cond delay="0"/>
                                  </p:stCondLst>
                                  <p:childTnLst>
                                    <p:set>
                                      <p:cBhvr>
                                        <p:cTn id="41" dur="1" fill="hold">
                                          <p:stCondLst>
                                            <p:cond delay="499"/>
                                          </p:stCondLst>
                                        </p:cTn>
                                        <p:tgtEl>
                                          <p:spTgt spid="197838"/>
                                        </p:tgtEl>
                                        <p:attrNameLst>
                                          <p:attrName>style.visibility</p:attrName>
                                        </p:attrNameLst>
                                      </p:cBhvr>
                                      <p:to>
                                        <p:strVal val="visible"/>
                                      </p:to>
                                    </p:set>
                                  </p:childTnLst>
                                </p:cTn>
                              </p:par>
                            </p:childTnLst>
                          </p:cTn>
                        </p:par>
                        <p:par>
                          <p:cTn id="42" fill="hold">
                            <p:stCondLst>
                              <p:cond delay="1000"/>
                            </p:stCondLst>
                            <p:childTnLst>
                              <p:par>
                                <p:cTn id="43" presetID="1" presetClass="entr" presetSubtype="0" fill="hold" nodeType="afterEffect">
                                  <p:stCondLst>
                                    <p:cond delay="0"/>
                                  </p:stCondLst>
                                  <p:childTnLst>
                                    <p:set>
                                      <p:cBhvr>
                                        <p:cTn id="44" dur="1" fill="hold">
                                          <p:stCondLst>
                                            <p:cond delay="499"/>
                                          </p:stCondLst>
                                        </p:cTn>
                                        <p:tgtEl>
                                          <p:spTgt spid="197837"/>
                                        </p:tgtEl>
                                        <p:attrNameLst>
                                          <p:attrName>style.visibility</p:attrName>
                                        </p:attrNameLst>
                                      </p:cBhvr>
                                      <p:to>
                                        <p:strVal val="visible"/>
                                      </p:to>
                                    </p:set>
                                  </p:childTnLst>
                                </p:cTn>
                              </p:par>
                            </p:childTnLst>
                          </p:cTn>
                        </p:par>
                        <p:par>
                          <p:cTn id="45" fill="hold">
                            <p:stCondLst>
                              <p:cond delay="1500"/>
                            </p:stCondLst>
                            <p:childTnLst>
                              <p:par>
                                <p:cTn id="46" presetID="1" presetClass="entr" presetSubtype="0" fill="hold" grpId="0" nodeType="afterEffect">
                                  <p:stCondLst>
                                    <p:cond delay="0"/>
                                  </p:stCondLst>
                                  <p:iterate type="wd">
                                    <p:tmAbs val="300"/>
                                  </p:iterate>
                                  <p:childTnLst>
                                    <p:set>
                                      <p:cBhvr>
                                        <p:cTn id="47" dur="1" fill="hold">
                                          <p:stCondLst>
                                            <p:cond delay="299"/>
                                          </p:stCondLst>
                                        </p:cTn>
                                        <p:tgtEl>
                                          <p:spTgt spid="197846"/>
                                        </p:tgtEl>
                                        <p:attrNameLst>
                                          <p:attrName>style.visibility</p:attrName>
                                        </p:attrNameLst>
                                      </p:cBhvr>
                                      <p:to>
                                        <p:strVal val="visible"/>
                                      </p:to>
                                    </p:set>
                                  </p:childTnLst>
                                </p:cTn>
                              </p:par>
                            </p:childTnLst>
                          </p:cTn>
                        </p:par>
                        <p:par>
                          <p:cTn id="48" fill="hold">
                            <p:stCondLst>
                              <p:cond delay="2700"/>
                            </p:stCondLst>
                            <p:childTnLst>
                              <p:par>
                                <p:cTn id="49" presetID="1" presetClass="entr" presetSubtype="0" fill="hold" nodeType="afterEffect">
                                  <p:stCondLst>
                                    <p:cond delay="0"/>
                                  </p:stCondLst>
                                  <p:childTnLst>
                                    <p:set>
                                      <p:cBhvr>
                                        <p:cTn id="50" dur="1" fill="hold">
                                          <p:stCondLst>
                                            <p:cond delay="499"/>
                                          </p:stCondLst>
                                        </p:cTn>
                                        <p:tgtEl>
                                          <p:spTgt spid="1978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7903"/>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499"/>
                                          </p:stCondLst>
                                        </p:cTn>
                                        <p:tgtEl>
                                          <p:spTgt spid="197853"/>
                                        </p:tgtEl>
                                        <p:attrNameLst>
                                          <p:attrName>style.visibility</p:attrName>
                                        </p:attrNameLst>
                                      </p:cBhvr>
                                      <p:to>
                                        <p:strVal val="visible"/>
                                      </p:to>
                                    </p:set>
                                  </p:childTnLst>
                                </p:cTn>
                              </p:par>
                            </p:childTnLst>
                          </p:cTn>
                        </p:par>
                        <p:par>
                          <p:cTn id="58" fill="hold">
                            <p:stCondLst>
                              <p:cond delay="500"/>
                            </p:stCondLst>
                            <p:childTnLst>
                              <p:par>
                                <p:cTn id="59" presetID="1" presetClass="entr" presetSubtype="0" fill="hold" nodeType="afterEffect">
                                  <p:stCondLst>
                                    <p:cond delay="0"/>
                                  </p:stCondLst>
                                  <p:childTnLst>
                                    <p:set>
                                      <p:cBhvr>
                                        <p:cTn id="60" dur="1" fill="hold">
                                          <p:stCondLst>
                                            <p:cond delay="499"/>
                                          </p:stCondLst>
                                        </p:cTn>
                                        <p:tgtEl>
                                          <p:spTgt spid="1978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iterate type="wd">
                                    <p:tmAbs val="300"/>
                                  </p:iterate>
                                  <p:childTnLst>
                                    <p:set>
                                      <p:cBhvr>
                                        <p:cTn id="64" dur="1" fill="hold">
                                          <p:stCondLst>
                                            <p:cond delay="299"/>
                                          </p:stCondLst>
                                        </p:cTn>
                                        <p:tgtEl>
                                          <p:spTgt spid="197847"/>
                                        </p:tgtEl>
                                        <p:attrNameLst>
                                          <p:attrName>style.visibility</p:attrName>
                                        </p:attrNameLst>
                                      </p:cBhvr>
                                      <p:to>
                                        <p:strVal val="visible"/>
                                      </p:to>
                                    </p:set>
                                  </p:childTnLst>
                                </p:cTn>
                              </p:par>
                            </p:childTnLst>
                          </p:cTn>
                        </p:par>
                        <p:par>
                          <p:cTn id="65" fill="hold">
                            <p:stCondLst>
                              <p:cond delay="1500"/>
                            </p:stCondLst>
                            <p:childTnLst>
                              <p:par>
                                <p:cTn id="66" presetID="1" presetClass="entr" presetSubtype="0" fill="hold" nodeType="afterEffect">
                                  <p:stCondLst>
                                    <p:cond delay="0"/>
                                  </p:stCondLst>
                                  <p:childTnLst>
                                    <p:set>
                                      <p:cBhvr>
                                        <p:cTn id="67" dur="1" fill="hold">
                                          <p:stCondLst>
                                            <p:cond delay="499"/>
                                          </p:stCondLst>
                                        </p:cTn>
                                        <p:tgtEl>
                                          <p:spTgt spid="197839"/>
                                        </p:tgtEl>
                                        <p:attrNameLst>
                                          <p:attrName>style.visibility</p:attrName>
                                        </p:attrNameLst>
                                      </p:cBhvr>
                                      <p:to>
                                        <p:strVal val="visible"/>
                                      </p:to>
                                    </p:set>
                                  </p:childTnLst>
                                </p:cTn>
                              </p:par>
                            </p:childTnLst>
                          </p:cTn>
                        </p:par>
                        <p:par>
                          <p:cTn id="68" fill="hold">
                            <p:stCondLst>
                              <p:cond delay="2000"/>
                            </p:stCondLst>
                            <p:childTnLst>
                              <p:par>
                                <p:cTn id="69" presetID="1" presetClass="entr" presetSubtype="0" fill="hold" nodeType="afterEffect">
                                  <p:stCondLst>
                                    <p:cond delay="0"/>
                                  </p:stCondLst>
                                  <p:childTnLst>
                                    <p:set>
                                      <p:cBhvr>
                                        <p:cTn id="70" dur="1" fill="hold">
                                          <p:stCondLst>
                                            <p:cond delay="499"/>
                                          </p:stCondLst>
                                        </p:cTn>
                                        <p:tgtEl>
                                          <p:spTgt spid="197901"/>
                                        </p:tgtEl>
                                        <p:attrNameLst>
                                          <p:attrName>style.visibility</p:attrName>
                                        </p:attrNameLst>
                                      </p:cBhvr>
                                      <p:to>
                                        <p:strVal val="visible"/>
                                      </p:to>
                                    </p:set>
                                  </p:childTnLst>
                                </p:cTn>
                              </p:par>
                            </p:childTnLst>
                          </p:cTn>
                        </p:par>
                        <p:par>
                          <p:cTn id="71" fill="hold">
                            <p:stCondLst>
                              <p:cond delay="2500"/>
                            </p:stCondLst>
                            <p:childTnLst>
                              <p:par>
                                <p:cTn id="72" presetID="1" presetClass="entr" presetSubtype="0" fill="hold" nodeType="afterEffect">
                                  <p:stCondLst>
                                    <p:cond delay="0"/>
                                  </p:stCondLst>
                                  <p:childTnLst>
                                    <p:set>
                                      <p:cBhvr>
                                        <p:cTn id="73" dur="1" fill="hold">
                                          <p:stCondLst>
                                            <p:cond delay="499"/>
                                          </p:stCondLst>
                                        </p:cTn>
                                        <p:tgtEl>
                                          <p:spTgt spid="19784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iterate type="wd">
                                    <p:tmAbs val="300"/>
                                  </p:iterate>
                                  <p:childTnLst>
                                    <p:set>
                                      <p:cBhvr>
                                        <p:cTn id="77" dur="1" fill="hold">
                                          <p:stCondLst>
                                            <p:cond delay="299"/>
                                          </p:stCondLst>
                                        </p:cTn>
                                        <p:tgtEl>
                                          <p:spTgt spid="197852"/>
                                        </p:tgtEl>
                                        <p:attrNameLst>
                                          <p:attrName>style.visibility</p:attrName>
                                        </p:attrNameLst>
                                      </p:cBhvr>
                                      <p:to>
                                        <p:strVal val="visible"/>
                                      </p:to>
                                    </p:set>
                                  </p:childTnLst>
                                </p:cTn>
                              </p:par>
                            </p:childTnLst>
                          </p:cTn>
                        </p:par>
                        <p:par>
                          <p:cTn id="78" fill="hold">
                            <p:stCondLst>
                              <p:cond delay="1200"/>
                            </p:stCondLst>
                            <p:childTnLst>
                              <p:par>
                                <p:cTn id="79" presetID="1" presetClass="entr" presetSubtype="0" fill="hold" nodeType="afterEffect">
                                  <p:stCondLst>
                                    <p:cond delay="0"/>
                                  </p:stCondLst>
                                  <p:childTnLst>
                                    <p:set>
                                      <p:cBhvr>
                                        <p:cTn id="80" dur="1" fill="hold">
                                          <p:stCondLst>
                                            <p:cond delay="499"/>
                                          </p:stCondLst>
                                        </p:cTn>
                                        <p:tgtEl>
                                          <p:spTgt spid="19784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iterate type="wd">
                                    <p:tmAbs val="300"/>
                                  </p:iterate>
                                  <p:childTnLst>
                                    <p:set>
                                      <p:cBhvr>
                                        <p:cTn id="84" dur="1" fill="hold">
                                          <p:stCondLst>
                                            <p:cond delay="299"/>
                                          </p:stCondLst>
                                        </p:cTn>
                                        <p:tgtEl>
                                          <p:spTgt spid="197904"/>
                                        </p:tgtEl>
                                        <p:attrNameLst>
                                          <p:attrName>style.visibility</p:attrName>
                                        </p:attrNameLst>
                                      </p:cBhvr>
                                      <p:to>
                                        <p:strVal val="visible"/>
                                      </p:to>
                                    </p:set>
                                  </p:childTnLst>
                                </p:cTn>
                              </p:par>
                            </p:childTnLst>
                          </p:cTn>
                        </p:par>
                        <p:par>
                          <p:cTn id="85" fill="hold">
                            <p:stCondLst>
                              <p:cond delay="2100"/>
                            </p:stCondLst>
                            <p:childTnLst>
                              <p:par>
                                <p:cTn id="86" presetID="1" presetClass="entr" presetSubtype="0" fill="hold" nodeType="afterEffect">
                                  <p:stCondLst>
                                    <p:cond delay="0"/>
                                  </p:stCondLst>
                                  <p:childTnLst>
                                    <p:set>
                                      <p:cBhvr>
                                        <p:cTn id="87" dur="1" fill="hold">
                                          <p:stCondLst>
                                            <p:cond delay="499"/>
                                          </p:stCondLst>
                                        </p:cTn>
                                        <p:tgtEl>
                                          <p:spTgt spid="197905"/>
                                        </p:tgtEl>
                                        <p:attrNameLst>
                                          <p:attrName>style.visibility</p:attrName>
                                        </p:attrNameLst>
                                      </p:cBhvr>
                                      <p:to>
                                        <p:strVal val="visible"/>
                                      </p:to>
                                    </p:set>
                                  </p:childTnLst>
                                </p:cTn>
                              </p:par>
                            </p:childTnLst>
                          </p:cTn>
                        </p:par>
                        <p:par>
                          <p:cTn id="88" fill="hold">
                            <p:stCondLst>
                              <p:cond delay="2600"/>
                            </p:stCondLst>
                            <p:childTnLst>
                              <p:par>
                                <p:cTn id="89" presetID="1" presetClass="entr" presetSubtype="0" fill="hold" nodeType="afterEffect">
                                  <p:stCondLst>
                                    <p:cond delay="0"/>
                                  </p:stCondLst>
                                  <p:childTnLst>
                                    <p:set>
                                      <p:cBhvr>
                                        <p:cTn id="90" dur="1" fill="hold">
                                          <p:stCondLst>
                                            <p:cond delay="499"/>
                                          </p:stCondLst>
                                        </p:cTn>
                                        <p:tgtEl>
                                          <p:spTgt spid="19790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499"/>
                                          </p:stCondLst>
                                        </p:cTn>
                                        <p:tgtEl>
                                          <p:spTgt spid="197899"/>
                                        </p:tgtEl>
                                        <p:attrNameLst>
                                          <p:attrName>style.visibility</p:attrName>
                                        </p:attrNameLst>
                                      </p:cBhvr>
                                      <p:to>
                                        <p:strVal val="visible"/>
                                      </p:to>
                                    </p:set>
                                  </p:childTnLst>
                                </p:cTn>
                              </p:par>
                            </p:childTnLst>
                          </p:cTn>
                        </p:par>
                        <p:par>
                          <p:cTn id="95" fill="hold">
                            <p:stCondLst>
                              <p:cond delay="500"/>
                            </p:stCondLst>
                            <p:childTnLst>
                              <p:par>
                                <p:cTn id="96" presetID="1" presetClass="entr" presetSubtype="0" fill="hold" nodeType="afterEffect">
                                  <p:stCondLst>
                                    <p:cond delay="0"/>
                                  </p:stCondLst>
                                  <p:childTnLst>
                                    <p:set>
                                      <p:cBhvr>
                                        <p:cTn id="97" dur="1" fill="hold">
                                          <p:stCondLst>
                                            <p:cond delay="499"/>
                                          </p:stCondLst>
                                        </p:cTn>
                                        <p:tgtEl>
                                          <p:spTgt spid="197844"/>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iterate type="wd">
                                    <p:tmAbs val="300"/>
                                  </p:iterate>
                                  <p:childTnLst>
                                    <p:set>
                                      <p:cBhvr>
                                        <p:cTn id="101" dur="1" fill="hold">
                                          <p:stCondLst>
                                            <p:cond delay="299"/>
                                          </p:stCondLst>
                                        </p:cTn>
                                        <p:tgtEl>
                                          <p:spTgt spid="197848"/>
                                        </p:tgtEl>
                                        <p:attrNameLst>
                                          <p:attrName>style.visibility</p:attrName>
                                        </p:attrNameLst>
                                      </p:cBhvr>
                                      <p:to>
                                        <p:strVal val="visible"/>
                                      </p:to>
                                    </p:set>
                                  </p:childTnLst>
                                </p:cTn>
                              </p:par>
                            </p:childTnLst>
                          </p:cTn>
                        </p:par>
                        <p:par>
                          <p:cTn id="102" fill="hold">
                            <p:stCondLst>
                              <p:cond delay="1800"/>
                            </p:stCondLst>
                            <p:childTnLst>
                              <p:par>
                                <p:cTn id="103" presetID="1" presetClass="entr" presetSubtype="0" fill="hold" nodeType="afterEffect">
                                  <p:stCondLst>
                                    <p:cond delay="0"/>
                                  </p:stCondLst>
                                  <p:childTnLst>
                                    <p:set>
                                      <p:cBhvr>
                                        <p:cTn id="104" dur="1" fill="hold">
                                          <p:stCondLst>
                                            <p:cond delay="499"/>
                                          </p:stCondLst>
                                        </p:cTn>
                                        <p:tgtEl>
                                          <p:spTgt spid="19787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iterate type="wd">
                                    <p:tmAbs val="300"/>
                                  </p:iterate>
                                  <p:childTnLst>
                                    <p:set>
                                      <p:cBhvr>
                                        <p:cTn id="108" dur="1" fill="hold">
                                          <p:stCondLst>
                                            <p:cond delay="299"/>
                                          </p:stCondLst>
                                        </p:cTn>
                                        <p:tgtEl>
                                          <p:spTgt spid="197850"/>
                                        </p:tgtEl>
                                        <p:attrNameLst>
                                          <p:attrName>style.visibility</p:attrName>
                                        </p:attrNameLst>
                                      </p:cBhvr>
                                      <p:to>
                                        <p:strVal val="visible"/>
                                      </p:to>
                                    </p:set>
                                  </p:childTnLst>
                                </p:cTn>
                              </p:par>
                            </p:childTnLst>
                          </p:cTn>
                        </p:par>
                        <p:par>
                          <p:cTn id="109" fill="hold">
                            <p:stCondLst>
                              <p:cond delay="1200"/>
                            </p:stCondLst>
                            <p:childTnLst>
                              <p:par>
                                <p:cTn id="110" presetID="1" presetClass="entr" presetSubtype="0" fill="hold" nodeType="afterEffect">
                                  <p:stCondLst>
                                    <p:cond delay="0"/>
                                  </p:stCondLst>
                                  <p:childTnLst>
                                    <p:set>
                                      <p:cBhvr>
                                        <p:cTn id="111" dur="1" fill="hold">
                                          <p:stCondLst>
                                            <p:cond delay="499"/>
                                          </p:stCondLst>
                                        </p:cTn>
                                        <p:tgtEl>
                                          <p:spTgt spid="197840"/>
                                        </p:tgtEl>
                                        <p:attrNameLst>
                                          <p:attrName>style.visibility</p:attrName>
                                        </p:attrNameLst>
                                      </p:cBhvr>
                                      <p:to>
                                        <p:strVal val="visible"/>
                                      </p:to>
                                    </p:set>
                                  </p:childTnLst>
                                </p:cTn>
                              </p:par>
                            </p:childTnLst>
                          </p:cTn>
                        </p:par>
                        <p:par>
                          <p:cTn id="112" fill="hold">
                            <p:stCondLst>
                              <p:cond delay="1700"/>
                            </p:stCondLst>
                            <p:childTnLst>
                              <p:par>
                                <p:cTn id="113" presetID="1" presetClass="entr" presetSubtype="0" fill="hold" nodeType="afterEffect">
                                  <p:stCondLst>
                                    <p:cond delay="0"/>
                                  </p:stCondLst>
                                  <p:childTnLst>
                                    <p:set>
                                      <p:cBhvr>
                                        <p:cTn id="114" dur="1" fill="hold">
                                          <p:stCondLst>
                                            <p:cond delay="499"/>
                                          </p:stCondLst>
                                        </p:cTn>
                                        <p:tgtEl>
                                          <p:spTgt spid="197902"/>
                                        </p:tgtEl>
                                        <p:attrNameLst>
                                          <p:attrName>style.visibility</p:attrName>
                                        </p:attrNameLst>
                                      </p:cBhvr>
                                      <p:to>
                                        <p:strVal val="visible"/>
                                      </p:to>
                                    </p:set>
                                  </p:childTnLst>
                                </p:cTn>
                              </p:par>
                            </p:childTnLst>
                          </p:cTn>
                        </p:par>
                        <p:par>
                          <p:cTn id="115" fill="hold">
                            <p:stCondLst>
                              <p:cond delay="2200"/>
                            </p:stCondLst>
                            <p:childTnLst>
                              <p:par>
                                <p:cTn id="116" presetID="1" presetClass="entr" presetSubtype="0" fill="hold" nodeType="afterEffect">
                                  <p:stCondLst>
                                    <p:cond delay="0"/>
                                  </p:stCondLst>
                                  <p:childTnLst>
                                    <p:set>
                                      <p:cBhvr>
                                        <p:cTn id="117" dur="1" fill="hold">
                                          <p:stCondLst>
                                            <p:cond delay="499"/>
                                          </p:stCondLst>
                                        </p:cTn>
                                        <p:tgtEl>
                                          <p:spTgt spid="197843"/>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iterate type="wd">
                                    <p:tmAbs val="300"/>
                                  </p:iterate>
                                  <p:childTnLst>
                                    <p:set>
                                      <p:cBhvr>
                                        <p:cTn id="121" dur="1" fill="hold">
                                          <p:stCondLst>
                                            <p:cond delay="299"/>
                                          </p:stCondLst>
                                        </p:cTn>
                                        <p:tgtEl>
                                          <p:spTgt spid="197851"/>
                                        </p:tgtEl>
                                        <p:attrNameLst>
                                          <p:attrName>style.visibility</p:attrName>
                                        </p:attrNameLst>
                                      </p:cBhvr>
                                      <p:to>
                                        <p:strVal val="visible"/>
                                      </p:to>
                                    </p:set>
                                  </p:childTnLst>
                                </p:cTn>
                              </p:par>
                            </p:childTnLst>
                          </p:cTn>
                        </p:par>
                        <p:par>
                          <p:cTn id="122" fill="hold">
                            <p:stCondLst>
                              <p:cond delay="900"/>
                            </p:stCondLst>
                            <p:childTnLst>
                              <p:par>
                                <p:cTn id="123" presetID="1" presetClass="entr" presetSubtype="0" fill="hold" nodeType="afterEffect">
                                  <p:stCondLst>
                                    <p:cond delay="0"/>
                                  </p:stCondLst>
                                  <p:childTnLst>
                                    <p:set>
                                      <p:cBhvr>
                                        <p:cTn id="124" dur="1" fill="hold">
                                          <p:stCondLst>
                                            <p:cond delay="499"/>
                                          </p:stCondLst>
                                        </p:cTn>
                                        <p:tgtEl>
                                          <p:spTgt spid="197900"/>
                                        </p:tgtEl>
                                        <p:attrNameLst>
                                          <p:attrName>style.visibility</p:attrName>
                                        </p:attrNameLst>
                                      </p:cBhvr>
                                      <p:to>
                                        <p:strVal val="visible"/>
                                      </p:to>
                                    </p:set>
                                  </p:childTnLst>
                                </p:cTn>
                              </p:par>
                            </p:childTnLst>
                          </p:cTn>
                        </p:par>
                        <p:par>
                          <p:cTn id="125" fill="hold">
                            <p:stCondLst>
                              <p:cond delay="1400"/>
                            </p:stCondLst>
                            <p:childTnLst>
                              <p:par>
                                <p:cTn id="126" presetID="1" presetClass="entr" presetSubtype="0" fill="hold" nodeType="afterEffect">
                                  <p:stCondLst>
                                    <p:cond delay="0"/>
                                  </p:stCondLst>
                                  <p:childTnLst>
                                    <p:set>
                                      <p:cBhvr>
                                        <p:cTn id="127" dur="1" fill="hold">
                                          <p:stCondLst>
                                            <p:cond delay="499"/>
                                          </p:stCondLst>
                                        </p:cTn>
                                        <p:tgtEl>
                                          <p:spTgt spid="197849"/>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iterate type="wd">
                                    <p:tmAbs val="300"/>
                                  </p:iterate>
                                  <p:childTnLst>
                                    <p:set>
                                      <p:cBhvr>
                                        <p:cTn id="131" dur="1" fill="hold">
                                          <p:stCondLst>
                                            <p:cond delay="299"/>
                                          </p:stCondLst>
                                        </p:cTn>
                                        <p:tgtEl>
                                          <p:spTgt spid="197907"/>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499"/>
                                          </p:stCondLst>
                                        </p:cTn>
                                        <p:tgtEl>
                                          <p:spTgt spid="197908"/>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nodeType="clickEffect">
                                  <p:stCondLst>
                                    <p:cond delay="0"/>
                                  </p:stCondLst>
                                  <p:childTnLst>
                                    <p:set>
                                      <p:cBhvr>
                                        <p:cTn id="139" dur="1" fill="hold">
                                          <p:stCondLst>
                                            <p:cond delay="499"/>
                                          </p:stCondLst>
                                        </p:cTn>
                                        <p:tgtEl>
                                          <p:spTgt spid="279"/>
                                        </p:tgtEl>
                                        <p:attrNameLst>
                                          <p:attrName>style.visibility</p:attrName>
                                        </p:attrNameLst>
                                      </p:cBhvr>
                                      <p:to>
                                        <p:strVal val="visible"/>
                                      </p:to>
                                    </p:set>
                                  </p:childTnLst>
                                </p:cTn>
                              </p:par>
                            </p:childTnLst>
                          </p:cTn>
                        </p:par>
                        <p:par>
                          <p:cTn id="140" fill="hold">
                            <p:stCondLst>
                              <p:cond delay="500"/>
                            </p:stCondLst>
                            <p:childTnLst>
                              <p:par>
                                <p:cTn id="141" presetID="1" presetClass="entr" presetSubtype="0" fill="hold" grpId="0" nodeType="afterEffect">
                                  <p:stCondLst>
                                    <p:cond delay="0"/>
                                  </p:stCondLst>
                                  <p:iterate type="wd">
                                    <p:tmAbs val="300"/>
                                  </p:iterate>
                                  <p:childTnLst>
                                    <p:set>
                                      <p:cBhvr>
                                        <p:cTn id="142" dur="1" fill="hold">
                                          <p:stCondLst>
                                            <p:cond delay="299"/>
                                          </p:stCondLst>
                                        </p:cTn>
                                        <p:tgtEl>
                                          <p:spTgt spid="1979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6" grpId="0"/>
      <p:bldP spid="197846" grpId="0" bldLvl="0" animBg="1"/>
      <p:bldP spid="197847" grpId="0" bldLvl="0" animBg="1"/>
      <p:bldP spid="197848" grpId="0" bldLvl="0" animBg="1"/>
      <p:bldP spid="197850" grpId="0" bldLvl="0" animBg="1"/>
      <p:bldP spid="197851" grpId="0" bldLvl="0" animBg="1"/>
      <p:bldP spid="197852" grpId="0" bldLvl="0" animBg="1"/>
      <p:bldP spid="197904" grpId="0"/>
      <p:bldP spid="197907" grpId="0"/>
      <p:bldP spid="19790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39938" name="Text Box 2"/>
          <p:cNvSpPr txBox="1"/>
          <p:nvPr/>
        </p:nvSpPr>
        <p:spPr>
          <a:xfrm>
            <a:off x="468313" y="549275"/>
            <a:ext cx="3455987" cy="3013075"/>
          </a:xfrm>
          <a:prstGeom prst="rect">
            <a:avLst/>
          </a:prstGeom>
          <a:noFill/>
          <a:ln w="9525">
            <a:noFill/>
          </a:ln>
        </p:spPr>
        <p:txBody>
          <a:bodyPr anchor="t" anchorCtr="0">
            <a:spAutoFit/>
          </a:bodyPr>
          <a:p>
            <a:pPr>
              <a:spcBef>
                <a:spcPct val="50000"/>
              </a:spcBef>
            </a:pPr>
            <a:r>
              <a:rPr lang="zh-CN" altLang="en-US" sz="2400" b="1" dirty="0">
                <a:latin typeface="Times New Roman" panose="02020603050405020304" pitchFamily="18" charset="0"/>
                <a:ea typeface="楷体_GB2312" pitchFamily="49" charset="-122"/>
              </a:rPr>
              <a:t>如果</a:t>
            </a:r>
            <a:r>
              <a:rPr lang="zh-CN" altLang="en-US" sz="2400" b="1" dirty="0">
                <a:solidFill>
                  <a:srgbClr val="0000FF"/>
                </a:solidFill>
                <a:latin typeface="Times New Roman" panose="02020603050405020304" pitchFamily="18" charset="0"/>
                <a:ea typeface="楷体_GB2312" pitchFamily="49" charset="-122"/>
              </a:rPr>
              <a:t>振动系统</a:t>
            </a:r>
            <a:r>
              <a:rPr lang="zh-CN" altLang="en-US" sz="2400" b="1" dirty="0">
                <a:latin typeface="Times New Roman" panose="02020603050405020304" pitchFamily="18" charset="0"/>
                <a:ea typeface="楷体_GB2312" pitchFamily="49" charset="-122"/>
              </a:rPr>
              <a:t>除去本身恢复力之外还</a:t>
            </a:r>
            <a:r>
              <a:rPr lang="zh-CN" altLang="en-US" sz="2400" b="1" dirty="0">
                <a:solidFill>
                  <a:srgbClr val="0000FF"/>
                </a:solidFill>
                <a:latin typeface="Times New Roman" panose="02020603050405020304" pitchFamily="18" charset="0"/>
                <a:ea typeface="楷体_GB2312" pitchFamily="49" charset="-122"/>
              </a:rPr>
              <a:t>有其它恒力作用</a:t>
            </a:r>
            <a:r>
              <a:rPr lang="zh-CN" altLang="en-US" sz="2400" b="1" dirty="0">
                <a:latin typeface="Times New Roman" panose="02020603050405020304" pitchFamily="18" charset="0"/>
                <a:ea typeface="楷体_GB2312" pitchFamily="49" charset="-122"/>
              </a:rPr>
              <a:t>。振动系统</a:t>
            </a:r>
            <a:r>
              <a:rPr lang="zh-CN" altLang="en-US" sz="2400" b="1" dirty="0">
                <a:solidFill>
                  <a:srgbClr val="0000FF"/>
                </a:solidFill>
                <a:latin typeface="Times New Roman" panose="02020603050405020304" pitchFamily="18" charset="0"/>
                <a:ea typeface="楷体_GB2312" pitchFamily="49" charset="-122"/>
              </a:rPr>
              <a:t>仍作简谐振动</a:t>
            </a:r>
            <a:r>
              <a:rPr lang="zh-CN" altLang="en-US" sz="2400" b="1" dirty="0">
                <a:latin typeface="Times New Roman" panose="02020603050405020304" pitchFamily="18" charset="0"/>
                <a:ea typeface="楷体_GB2312" pitchFamily="49" charset="-122"/>
              </a:rPr>
              <a:t>。以振动系统在</a:t>
            </a:r>
            <a:r>
              <a:rPr lang="zh-CN" altLang="en-US" sz="2400" b="1" dirty="0">
                <a:solidFill>
                  <a:srgbClr val="FF0000"/>
                </a:solidFill>
                <a:latin typeface="Times New Roman" panose="02020603050405020304" pitchFamily="18" charset="0"/>
                <a:ea typeface="楷体_GB2312" pitchFamily="49" charset="-122"/>
              </a:rPr>
              <a:t>恒力作用下的平衡位置为原点</a:t>
            </a:r>
            <a:r>
              <a:rPr lang="zh-CN" altLang="en-US" sz="2400" b="1" dirty="0">
                <a:latin typeface="Times New Roman" panose="02020603050405020304" pitchFamily="18" charset="0"/>
                <a:ea typeface="楷体_GB2312" pitchFamily="49" charset="-122"/>
              </a:rPr>
              <a:t>，则可按常规立刻写出简谐振动的微分方程或振动表达式。</a:t>
            </a:r>
            <a:endParaRPr lang="zh-CN" altLang="en-US" sz="2400" b="1" dirty="0">
              <a:latin typeface="Times New Roman" panose="02020603050405020304" pitchFamily="18" charset="0"/>
              <a:ea typeface="楷体_GB2312" pitchFamily="49" charset="-122"/>
            </a:endParaRPr>
          </a:p>
        </p:txBody>
      </p:sp>
      <p:sp>
        <p:nvSpPr>
          <p:cNvPr id="198659" name="Text Box 3"/>
          <p:cNvSpPr txBox="1"/>
          <p:nvPr/>
        </p:nvSpPr>
        <p:spPr>
          <a:xfrm>
            <a:off x="685800" y="3667125"/>
            <a:ext cx="2209800" cy="457200"/>
          </a:xfrm>
          <a:prstGeom prst="rect">
            <a:avLst/>
          </a:prstGeom>
          <a:noFill/>
          <a:ln w="9525">
            <a:noFill/>
          </a:ln>
        </p:spPr>
        <p:txBody>
          <a:bodyPr anchor="t" anchorCtr="0">
            <a:spAutoFit/>
          </a:bodyPr>
          <a:p>
            <a:pPr algn="ctr">
              <a:spcBef>
                <a:spcPct val="50000"/>
              </a:spcBef>
            </a:pPr>
            <a:r>
              <a:rPr lang="zh-CN" altLang="en-US" sz="2400" b="1" dirty="0">
                <a:latin typeface="Times New Roman" panose="02020603050405020304" pitchFamily="18" charset="0"/>
                <a:ea typeface="黑体" panose="02010609060101010101" pitchFamily="2" charset="-122"/>
              </a:rPr>
              <a:t>在本例中</a:t>
            </a:r>
            <a:endParaRPr lang="zh-CN" altLang="en-US" sz="2400" b="1" dirty="0">
              <a:latin typeface="Times New Roman" panose="02020603050405020304" pitchFamily="18" charset="0"/>
              <a:ea typeface="黑体" panose="02010609060101010101" pitchFamily="2" charset="-122"/>
            </a:endParaRPr>
          </a:p>
        </p:txBody>
      </p:sp>
      <p:graphicFrame>
        <p:nvGraphicFramePr>
          <p:cNvPr id="198660" name="Object 4"/>
          <p:cNvGraphicFramePr>
            <a:graphicFrameLocks noChangeAspect="1"/>
          </p:cNvGraphicFramePr>
          <p:nvPr/>
        </p:nvGraphicFramePr>
        <p:xfrm>
          <a:off x="1031875" y="4179888"/>
          <a:ext cx="2038350" cy="941387"/>
        </p:xfrm>
        <a:graphic>
          <a:graphicData uri="http://schemas.openxmlformats.org/presentationml/2006/ole">
            <mc:AlternateContent xmlns:mc="http://schemas.openxmlformats.org/markup-compatibility/2006">
              <mc:Choice xmlns:v="urn:schemas-microsoft-com:vml" Requires="v">
                <p:oleObj spid="_x0000_s3187" name="" r:id="rId1" imgW="850265" imgH="393700" progId="Equation.DSMT4">
                  <p:embed/>
                </p:oleObj>
              </mc:Choice>
              <mc:Fallback>
                <p:oleObj name="" r:id="rId1" imgW="850265" imgH="393700" progId="Equation.DSMT4">
                  <p:embed/>
                  <p:pic>
                    <p:nvPicPr>
                      <p:cNvPr id="0" name="图片 3186"/>
                      <p:cNvPicPr/>
                      <p:nvPr/>
                    </p:nvPicPr>
                    <p:blipFill>
                      <a:blip r:embed="rId2"/>
                      <a:stretch>
                        <a:fillRect/>
                      </a:stretch>
                    </p:blipFill>
                    <p:spPr>
                      <a:xfrm>
                        <a:off x="1031875" y="4179888"/>
                        <a:ext cx="2038350" cy="941387"/>
                      </a:xfrm>
                      <a:prstGeom prst="rect">
                        <a:avLst/>
                      </a:prstGeom>
                      <a:noFill/>
                      <a:ln w="38100">
                        <a:noFill/>
                        <a:miter/>
                      </a:ln>
                    </p:spPr>
                  </p:pic>
                </p:oleObj>
              </mc:Fallback>
            </mc:AlternateContent>
          </a:graphicData>
        </a:graphic>
      </p:graphicFrame>
      <p:graphicFrame>
        <p:nvGraphicFramePr>
          <p:cNvPr id="198661" name="Object 5"/>
          <p:cNvGraphicFramePr>
            <a:graphicFrameLocks noChangeAspect="1"/>
          </p:cNvGraphicFramePr>
          <p:nvPr/>
        </p:nvGraphicFramePr>
        <p:xfrm>
          <a:off x="684213" y="5373688"/>
          <a:ext cx="2735262" cy="492125"/>
        </p:xfrm>
        <a:graphic>
          <a:graphicData uri="http://schemas.openxmlformats.org/presentationml/2006/ole">
            <mc:AlternateContent xmlns:mc="http://schemas.openxmlformats.org/markup-compatibility/2006">
              <mc:Choice xmlns:v="urn:schemas-microsoft-com:vml" Requires="v">
                <p:oleObj spid="_x0000_s3188" name="" r:id="rId3" imgW="1066165" imgH="203200" progId="Equation.3">
                  <p:embed/>
                </p:oleObj>
              </mc:Choice>
              <mc:Fallback>
                <p:oleObj name="" r:id="rId3" imgW="1066165" imgH="203200" progId="Equation.3">
                  <p:embed/>
                  <p:pic>
                    <p:nvPicPr>
                      <p:cNvPr id="0" name="图片 3187"/>
                      <p:cNvPicPr/>
                      <p:nvPr/>
                    </p:nvPicPr>
                    <p:blipFill>
                      <a:blip r:embed="rId4"/>
                      <a:stretch>
                        <a:fillRect/>
                      </a:stretch>
                    </p:blipFill>
                    <p:spPr>
                      <a:xfrm>
                        <a:off x="684213" y="5373688"/>
                        <a:ext cx="2735262" cy="492125"/>
                      </a:xfrm>
                      <a:prstGeom prst="rect">
                        <a:avLst/>
                      </a:prstGeom>
                      <a:noFill/>
                      <a:ln w="38100">
                        <a:noFill/>
                        <a:miter/>
                      </a:ln>
                    </p:spPr>
                  </p:pic>
                </p:oleObj>
              </mc:Fallback>
            </mc:AlternateContent>
          </a:graphicData>
        </a:graphic>
      </p:graphicFrame>
      <p:grpSp>
        <p:nvGrpSpPr>
          <p:cNvPr id="39942" name="Group 6"/>
          <p:cNvGrpSpPr/>
          <p:nvPr/>
        </p:nvGrpSpPr>
        <p:grpSpPr>
          <a:xfrm>
            <a:off x="4365625" y="333375"/>
            <a:ext cx="4743450" cy="5638800"/>
            <a:chOff x="2750" y="472"/>
            <a:chExt cx="2988" cy="3552"/>
          </a:xfrm>
        </p:grpSpPr>
        <p:grpSp>
          <p:nvGrpSpPr>
            <p:cNvPr id="39943" name="Group 7"/>
            <p:cNvGrpSpPr/>
            <p:nvPr/>
          </p:nvGrpSpPr>
          <p:grpSpPr>
            <a:xfrm>
              <a:off x="4168" y="472"/>
              <a:ext cx="1067" cy="241"/>
              <a:chOff x="624" y="1919"/>
              <a:chExt cx="1156" cy="241"/>
            </a:xfrm>
          </p:grpSpPr>
          <p:sp>
            <p:nvSpPr>
              <p:cNvPr id="39944" name="Line 8"/>
              <p:cNvSpPr/>
              <p:nvPr/>
            </p:nvSpPr>
            <p:spPr>
              <a:xfrm rot="-5400000">
                <a:off x="632" y="1963"/>
                <a:ext cx="217" cy="109"/>
              </a:xfrm>
              <a:prstGeom prst="line">
                <a:avLst/>
              </a:prstGeom>
              <a:ln w="28575" cap="flat" cmpd="sng">
                <a:solidFill>
                  <a:srgbClr val="BAB442"/>
                </a:solidFill>
                <a:prstDash val="solid"/>
                <a:round/>
                <a:headEnd type="none" w="med" len="med"/>
                <a:tailEnd type="none" w="med" len="med"/>
              </a:ln>
            </p:spPr>
          </p:sp>
          <p:sp>
            <p:nvSpPr>
              <p:cNvPr id="39945" name="Line 9"/>
              <p:cNvSpPr/>
              <p:nvPr/>
            </p:nvSpPr>
            <p:spPr>
              <a:xfrm rot="-5400000">
                <a:off x="1607" y="1964"/>
                <a:ext cx="217" cy="108"/>
              </a:xfrm>
              <a:prstGeom prst="line">
                <a:avLst/>
              </a:prstGeom>
              <a:ln w="28575" cap="flat" cmpd="sng">
                <a:solidFill>
                  <a:srgbClr val="BAB442"/>
                </a:solidFill>
                <a:prstDash val="solid"/>
                <a:round/>
                <a:headEnd type="none" w="med" len="med"/>
                <a:tailEnd type="none" w="med" len="med"/>
              </a:ln>
            </p:spPr>
          </p:sp>
          <p:sp>
            <p:nvSpPr>
              <p:cNvPr id="39946" name="Line 10"/>
              <p:cNvSpPr/>
              <p:nvPr/>
            </p:nvSpPr>
            <p:spPr>
              <a:xfrm rot="-5400000">
                <a:off x="1499" y="1964"/>
                <a:ext cx="217" cy="108"/>
              </a:xfrm>
              <a:prstGeom prst="line">
                <a:avLst/>
              </a:prstGeom>
              <a:ln w="28575" cap="flat" cmpd="sng">
                <a:solidFill>
                  <a:srgbClr val="BAB442"/>
                </a:solidFill>
                <a:prstDash val="solid"/>
                <a:round/>
                <a:headEnd type="none" w="med" len="med"/>
                <a:tailEnd type="none" w="med" len="med"/>
              </a:ln>
            </p:spPr>
          </p:sp>
          <p:sp>
            <p:nvSpPr>
              <p:cNvPr id="39947" name="Line 11"/>
              <p:cNvSpPr/>
              <p:nvPr/>
            </p:nvSpPr>
            <p:spPr>
              <a:xfrm rot="-5400000">
                <a:off x="1391" y="1963"/>
                <a:ext cx="217" cy="109"/>
              </a:xfrm>
              <a:prstGeom prst="line">
                <a:avLst/>
              </a:prstGeom>
              <a:ln w="28575" cap="flat" cmpd="sng">
                <a:solidFill>
                  <a:srgbClr val="BAB442"/>
                </a:solidFill>
                <a:prstDash val="solid"/>
                <a:round/>
                <a:headEnd type="none" w="med" len="med"/>
                <a:tailEnd type="none" w="med" len="med"/>
              </a:ln>
            </p:spPr>
          </p:sp>
          <p:sp>
            <p:nvSpPr>
              <p:cNvPr id="39948" name="Line 12"/>
              <p:cNvSpPr/>
              <p:nvPr/>
            </p:nvSpPr>
            <p:spPr>
              <a:xfrm rot="-5400000">
                <a:off x="1174" y="1963"/>
                <a:ext cx="217" cy="109"/>
              </a:xfrm>
              <a:prstGeom prst="line">
                <a:avLst/>
              </a:prstGeom>
              <a:ln w="28575" cap="flat" cmpd="sng">
                <a:solidFill>
                  <a:srgbClr val="BAB442"/>
                </a:solidFill>
                <a:prstDash val="solid"/>
                <a:round/>
                <a:headEnd type="none" w="med" len="med"/>
                <a:tailEnd type="none" w="med" len="med"/>
              </a:ln>
            </p:spPr>
          </p:sp>
          <p:sp>
            <p:nvSpPr>
              <p:cNvPr id="39949" name="Line 13"/>
              <p:cNvSpPr/>
              <p:nvPr/>
            </p:nvSpPr>
            <p:spPr>
              <a:xfrm rot="-5400000">
                <a:off x="1065" y="1964"/>
                <a:ext cx="217" cy="108"/>
              </a:xfrm>
              <a:prstGeom prst="line">
                <a:avLst/>
              </a:prstGeom>
              <a:ln w="28575" cap="flat" cmpd="sng">
                <a:solidFill>
                  <a:srgbClr val="BAB442"/>
                </a:solidFill>
                <a:prstDash val="solid"/>
                <a:round/>
                <a:headEnd type="none" w="med" len="med"/>
                <a:tailEnd type="none" w="med" len="med"/>
              </a:ln>
            </p:spPr>
          </p:sp>
          <p:sp>
            <p:nvSpPr>
              <p:cNvPr id="39950" name="Line 14"/>
              <p:cNvSpPr/>
              <p:nvPr/>
            </p:nvSpPr>
            <p:spPr>
              <a:xfrm rot="-5400000">
                <a:off x="1282" y="1964"/>
                <a:ext cx="217" cy="108"/>
              </a:xfrm>
              <a:prstGeom prst="line">
                <a:avLst/>
              </a:prstGeom>
              <a:ln w="28575" cap="flat" cmpd="sng">
                <a:solidFill>
                  <a:srgbClr val="BAB442"/>
                </a:solidFill>
                <a:prstDash val="solid"/>
                <a:round/>
                <a:headEnd type="none" w="med" len="med"/>
                <a:tailEnd type="none" w="med" len="med"/>
              </a:ln>
            </p:spPr>
          </p:sp>
          <p:sp>
            <p:nvSpPr>
              <p:cNvPr id="39951" name="Line 15"/>
              <p:cNvSpPr/>
              <p:nvPr/>
            </p:nvSpPr>
            <p:spPr>
              <a:xfrm rot="-5400000">
                <a:off x="957" y="1964"/>
                <a:ext cx="217" cy="108"/>
              </a:xfrm>
              <a:prstGeom prst="line">
                <a:avLst/>
              </a:prstGeom>
              <a:ln w="28575" cap="flat" cmpd="sng">
                <a:solidFill>
                  <a:srgbClr val="BAB442"/>
                </a:solidFill>
                <a:prstDash val="solid"/>
                <a:round/>
                <a:headEnd type="none" w="med" len="med"/>
                <a:tailEnd type="none" w="med" len="med"/>
              </a:ln>
            </p:spPr>
          </p:sp>
          <p:sp>
            <p:nvSpPr>
              <p:cNvPr id="39952" name="Line 16"/>
              <p:cNvSpPr/>
              <p:nvPr/>
            </p:nvSpPr>
            <p:spPr>
              <a:xfrm rot="-5400000">
                <a:off x="849" y="1963"/>
                <a:ext cx="217" cy="109"/>
              </a:xfrm>
              <a:prstGeom prst="line">
                <a:avLst/>
              </a:prstGeom>
              <a:ln w="28575" cap="flat" cmpd="sng">
                <a:solidFill>
                  <a:srgbClr val="BAB442"/>
                </a:solidFill>
                <a:prstDash val="solid"/>
                <a:round/>
                <a:headEnd type="none" w="med" len="med"/>
                <a:tailEnd type="none" w="med" len="med"/>
              </a:ln>
            </p:spPr>
          </p:sp>
          <p:sp>
            <p:nvSpPr>
              <p:cNvPr id="39953" name="Line 17"/>
              <p:cNvSpPr/>
              <p:nvPr/>
            </p:nvSpPr>
            <p:spPr>
              <a:xfrm rot="-5400000">
                <a:off x="740" y="1964"/>
                <a:ext cx="217" cy="108"/>
              </a:xfrm>
              <a:prstGeom prst="line">
                <a:avLst/>
              </a:prstGeom>
              <a:ln w="28575" cap="flat" cmpd="sng">
                <a:solidFill>
                  <a:srgbClr val="BAB442"/>
                </a:solidFill>
                <a:prstDash val="solid"/>
                <a:round/>
                <a:headEnd type="none" w="med" len="med"/>
                <a:tailEnd type="none" w="med" len="med"/>
              </a:ln>
            </p:spPr>
          </p:sp>
          <p:sp>
            <p:nvSpPr>
              <p:cNvPr id="39954" name="Line 18"/>
              <p:cNvSpPr/>
              <p:nvPr/>
            </p:nvSpPr>
            <p:spPr>
              <a:xfrm rot="5400000" flipH="1">
                <a:off x="1200" y="1584"/>
                <a:ext cx="0" cy="1152"/>
              </a:xfrm>
              <a:prstGeom prst="line">
                <a:avLst/>
              </a:prstGeom>
              <a:ln w="28575" cap="flat" cmpd="sng">
                <a:solidFill>
                  <a:srgbClr val="BAB442"/>
                </a:solidFill>
                <a:prstDash val="solid"/>
                <a:round/>
                <a:headEnd type="none" w="med" len="med"/>
                <a:tailEnd type="none" w="med" len="med"/>
              </a:ln>
            </p:spPr>
          </p:sp>
        </p:grpSp>
        <p:grpSp>
          <p:nvGrpSpPr>
            <p:cNvPr id="39955" name="Group 19"/>
            <p:cNvGrpSpPr/>
            <p:nvPr/>
          </p:nvGrpSpPr>
          <p:grpSpPr>
            <a:xfrm>
              <a:off x="4522" y="713"/>
              <a:ext cx="355" cy="1724"/>
              <a:chOff x="1056" y="2160"/>
              <a:chExt cx="384" cy="1724"/>
            </a:xfrm>
          </p:grpSpPr>
          <p:grpSp>
            <p:nvGrpSpPr>
              <p:cNvPr id="39956" name="Group 20"/>
              <p:cNvGrpSpPr/>
              <p:nvPr/>
            </p:nvGrpSpPr>
            <p:grpSpPr>
              <a:xfrm>
                <a:off x="1104" y="2160"/>
                <a:ext cx="309" cy="1440"/>
                <a:chOff x="3387" y="840"/>
                <a:chExt cx="452" cy="2088"/>
              </a:xfrm>
            </p:grpSpPr>
            <p:grpSp>
              <p:nvGrpSpPr>
                <p:cNvPr id="39957" name="Group 21"/>
                <p:cNvGrpSpPr/>
                <p:nvPr/>
              </p:nvGrpSpPr>
              <p:grpSpPr>
                <a:xfrm>
                  <a:off x="3387" y="840"/>
                  <a:ext cx="452" cy="1749"/>
                  <a:chOff x="3387" y="840"/>
                  <a:chExt cx="452" cy="1749"/>
                </a:xfrm>
              </p:grpSpPr>
              <p:sp>
                <p:nvSpPr>
                  <p:cNvPr id="39958" name="Oval 22"/>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59" name="Oval 23"/>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60" name="Arc 24"/>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61" name="Oval 25"/>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62" name="Oval 26"/>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63" name="Arc 27"/>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64" name="Oval 28"/>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65" name="Arc 29"/>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66" name="Arc 30"/>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67" name="Arc 31"/>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68" name="Oval 32"/>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69" name="Arc 33"/>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70" name="Line 34"/>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9971" name="Oval 35"/>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72" name="Arc 36"/>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9973" name="Arc 37"/>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74" name="Line 38"/>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39975" name="Oval 39"/>
              <p:cNvSpPr/>
              <p:nvPr/>
            </p:nvSpPr>
            <p:spPr>
              <a:xfrm rot="5351088">
                <a:off x="1058" y="3502"/>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39976" name="Group 40"/>
            <p:cNvGrpSpPr/>
            <p:nvPr/>
          </p:nvGrpSpPr>
          <p:grpSpPr>
            <a:xfrm>
              <a:off x="4522" y="712"/>
              <a:ext cx="355" cy="2256"/>
              <a:chOff x="3312" y="576"/>
              <a:chExt cx="384" cy="2256"/>
            </a:xfrm>
          </p:grpSpPr>
          <p:grpSp>
            <p:nvGrpSpPr>
              <p:cNvPr id="39977" name="Group 41"/>
              <p:cNvGrpSpPr/>
              <p:nvPr/>
            </p:nvGrpSpPr>
            <p:grpSpPr>
              <a:xfrm>
                <a:off x="3360" y="576"/>
                <a:ext cx="309" cy="1968"/>
                <a:chOff x="3360" y="2112"/>
                <a:chExt cx="309" cy="1681"/>
              </a:xfrm>
            </p:grpSpPr>
            <p:grpSp>
              <p:nvGrpSpPr>
                <p:cNvPr id="39978" name="Group 42"/>
                <p:cNvGrpSpPr/>
                <p:nvPr/>
              </p:nvGrpSpPr>
              <p:grpSpPr>
                <a:xfrm>
                  <a:off x="3360" y="2112"/>
                  <a:ext cx="309" cy="1488"/>
                  <a:chOff x="3387" y="840"/>
                  <a:chExt cx="452" cy="1749"/>
                </a:xfrm>
              </p:grpSpPr>
              <p:sp>
                <p:nvSpPr>
                  <p:cNvPr id="39979" name="Oval 43"/>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80" name="Oval 44"/>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81" name="Arc 45"/>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82" name="Oval 46"/>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83" name="Oval 47"/>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84" name="Arc 48"/>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85" name="Oval 49"/>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86" name="Arc 50"/>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87" name="Arc 51"/>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88" name="Arc 52"/>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89" name="Oval 53"/>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90" name="Arc 54"/>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91" name="Line 55"/>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39992" name="Oval 56"/>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9993" name="Arc 57"/>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39994" name="Arc 58"/>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39995" name="Line 59"/>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39996" name="Oval 60"/>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39997" name="Group 61"/>
            <p:cNvGrpSpPr/>
            <p:nvPr/>
          </p:nvGrpSpPr>
          <p:grpSpPr>
            <a:xfrm>
              <a:off x="4522" y="712"/>
              <a:ext cx="355" cy="2832"/>
              <a:chOff x="4128" y="576"/>
              <a:chExt cx="384" cy="2832"/>
            </a:xfrm>
          </p:grpSpPr>
          <p:grpSp>
            <p:nvGrpSpPr>
              <p:cNvPr id="39998" name="Group 62"/>
              <p:cNvGrpSpPr/>
              <p:nvPr/>
            </p:nvGrpSpPr>
            <p:grpSpPr>
              <a:xfrm>
                <a:off x="4155" y="576"/>
                <a:ext cx="309" cy="2496"/>
                <a:chOff x="3360" y="2112"/>
                <a:chExt cx="309" cy="1681"/>
              </a:xfrm>
            </p:grpSpPr>
            <p:grpSp>
              <p:nvGrpSpPr>
                <p:cNvPr id="39999" name="Group 63"/>
                <p:cNvGrpSpPr/>
                <p:nvPr/>
              </p:nvGrpSpPr>
              <p:grpSpPr>
                <a:xfrm>
                  <a:off x="3360" y="2112"/>
                  <a:ext cx="309" cy="1488"/>
                  <a:chOff x="3387" y="840"/>
                  <a:chExt cx="452" cy="1749"/>
                </a:xfrm>
              </p:grpSpPr>
              <p:sp>
                <p:nvSpPr>
                  <p:cNvPr id="40000" name="Oval 64"/>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01" name="Oval 65"/>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02" name="Arc 66"/>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03" name="Oval 67"/>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04" name="Oval 68"/>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05" name="Arc 69"/>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06" name="Oval 70"/>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07" name="Arc 71"/>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08" name="Arc 72"/>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09" name="Arc 73"/>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10" name="Oval 74"/>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11" name="Arc 75"/>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12" name="Line 76"/>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0013" name="Oval 77"/>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14" name="Arc 78"/>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0015" name="Arc 79"/>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16" name="Line 80"/>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40017" name="Oval 81"/>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0018" name="Group 82"/>
            <p:cNvGrpSpPr/>
            <p:nvPr/>
          </p:nvGrpSpPr>
          <p:grpSpPr>
            <a:xfrm>
              <a:off x="4522" y="712"/>
              <a:ext cx="355" cy="2256"/>
              <a:chOff x="3312" y="576"/>
              <a:chExt cx="384" cy="2256"/>
            </a:xfrm>
          </p:grpSpPr>
          <p:grpSp>
            <p:nvGrpSpPr>
              <p:cNvPr id="40019" name="Group 83"/>
              <p:cNvGrpSpPr/>
              <p:nvPr/>
            </p:nvGrpSpPr>
            <p:grpSpPr>
              <a:xfrm>
                <a:off x="3360" y="576"/>
                <a:ext cx="309" cy="1968"/>
                <a:chOff x="3360" y="2112"/>
                <a:chExt cx="309" cy="1681"/>
              </a:xfrm>
            </p:grpSpPr>
            <p:grpSp>
              <p:nvGrpSpPr>
                <p:cNvPr id="40020" name="Group 84"/>
                <p:cNvGrpSpPr/>
                <p:nvPr/>
              </p:nvGrpSpPr>
              <p:grpSpPr>
                <a:xfrm>
                  <a:off x="3360" y="2112"/>
                  <a:ext cx="309" cy="1488"/>
                  <a:chOff x="3387" y="840"/>
                  <a:chExt cx="452" cy="1749"/>
                </a:xfrm>
              </p:grpSpPr>
              <p:sp>
                <p:nvSpPr>
                  <p:cNvPr id="40021" name="Oval 85"/>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22" name="Oval 86"/>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23" name="Arc 87"/>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24" name="Oval 88"/>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25" name="Oval 89"/>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26" name="Arc 90"/>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27" name="Oval 91"/>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28" name="Arc 92"/>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29" name="Arc 93"/>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30" name="Arc 94"/>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31" name="Oval 95"/>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32" name="Arc 96"/>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33" name="Line 97"/>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0034" name="Oval 98"/>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35" name="Arc 99"/>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0036" name="Arc 100"/>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37" name="Line 101"/>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40038" name="Oval 102"/>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0039" name="Group 103"/>
            <p:cNvGrpSpPr/>
            <p:nvPr/>
          </p:nvGrpSpPr>
          <p:grpSpPr>
            <a:xfrm>
              <a:off x="4522" y="712"/>
              <a:ext cx="355" cy="1724"/>
              <a:chOff x="1056" y="2160"/>
              <a:chExt cx="384" cy="1724"/>
            </a:xfrm>
          </p:grpSpPr>
          <p:grpSp>
            <p:nvGrpSpPr>
              <p:cNvPr id="40040" name="Group 104"/>
              <p:cNvGrpSpPr/>
              <p:nvPr/>
            </p:nvGrpSpPr>
            <p:grpSpPr>
              <a:xfrm>
                <a:off x="1104" y="2160"/>
                <a:ext cx="309" cy="1440"/>
                <a:chOff x="3387" y="840"/>
                <a:chExt cx="452" cy="2088"/>
              </a:xfrm>
            </p:grpSpPr>
            <p:grpSp>
              <p:nvGrpSpPr>
                <p:cNvPr id="40041" name="Group 105"/>
                <p:cNvGrpSpPr/>
                <p:nvPr/>
              </p:nvGrpSpPr>
              <p:grpSpPr>
                <a:xfrm>
                  <a:off x="3387" y="840"/>
                  <a:ext cx="452" cy="1749"/>
                  <a:chOff x="3387" y="840"/>
                  <a:chExt cx="452" cy="1749"/>
                </a:xfrm>
              </p:grpSpPr>
              <p:sp>
                <p:nvSpPr>
                  <p:cNvPr id="40042" name="Oval 106"/>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43" name="Oval 107"/>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44" name="Arc 108"/>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45" name="Oval 109"/>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46" name="Oval 110"/>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47" name="Arc 111"/>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48" name="Oval 112"/>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49" name="Arc 113"/>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50" name="Arc 114"/>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51" name="Arc 115"/>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52" name="Oval 116"/>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53" name="Arc 117"/>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54" name="Line 118"/>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0055" name="Oval 119"/>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56" name="Arc 120"/>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0057" name="Arc 121"/>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58" name="Line 122"/>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40059" name="Oval 123"/>
              <p:cNvSpPr/>
              <p:nvPr/>
            </p:nvSpPr>
            <p:spPr>
              <a:xfrm rot="5351088">
                <a:off x="1058" y="3502"/>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0060" name="Group 124"/>
            <p:cNvGrpSpPr/>
            <p:nvPr/>
          </p:nvGrpSpPr>
          <p:grpSpPr>
            <a:xfrm>
              <a:off x="4522" y="712"/>
              <a:ext cx="355" cy="2256"/>
              <a:chOff x="3312" y="576"/>
              <a:chExt cx="384" cy="2256"/>
            </a:xfrm>
          </p:grpSpPr>
          <p:grpSp>
            <p:nvGrpSpPr>
              <p:cNvPr id="40061" name="Group 125"/>
              <p:cNvGrpSpPr/>
              <p:nvPr/>
            </p:nvGrpSpPr>
            <p:grpSpPr>
              <a:xfrm>
                <a:off x="3360" y="576"/>
                <a:ext cx="309" cy="1968"/>
                <a:chOff x="3360" y="2112"/>
                <a:chExt cx="309" cy="1681"/>
              </a:xfrm>
            </p:grpSpPr>
            <p:grpSp>
              <p:nvGrpSpPr>
                <p:cNvPr id="40062" name="Group 126"/>
                <p:cNvGrpSpPr/>
                <p:nvPr/>
              </p:nvGrpSpPr>
              <p:grpSpPr>
                <a:xfrm>
                  <a:off x="3360" y="2112"/>
                  <a:ext cx="309" cy="1488"/>
                  <a:chOff x="3387" y="840"/>
                  <a:chExt cx="452" cy="1749"/>
                </a:xfrm>
              </p:grpSpPr>
              <p:sp>
                <p:nvSpPr>
                  <p:cNvPr id="40063" name="Oval 127"/>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64" name="Oval 128"/>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65" name="Arc 129"/>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66" name="Oval 130"/>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67" name="Oval 131"/>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68" name="Arc 132"/>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69" name="Oval 133"/>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70" name="Arc 134"/>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71" name="Arc 135"/>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72" name="Arc 136"/>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73" name="Oval 137"/>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74" name="Arc 138"/>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75" name="Line 139"/>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0076" name="Oval 140"/>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77" name="Arc 141"/>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0078" name="Arc 142"/>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79" name="Line 143"/>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40080" name="Oval 144"/>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0081" name="Group 145"/>
            <p:cNvGrpSpPr/>
            <p:nvPr/>
          </p:nvGrpSpPr>
          <p:grpSpPr>
            <a:xfrm>
              <a:off x="4522" y="712"/>
              <a:ext cx="355" cy="2832"/>
              <a:chOff x="4128" y="576"/>
              <a:chExt cx="384" cy="2832"/>
            </a:xfrm>
          </p:grpSpPr>
          <p:grpSp>
            <p:nvGrpSpPr>
              <p:cNvPr id="40082" name="Group 146"/>
              <p:cNvGrpSpPr/>
              <p:nvPr/>
            </p:nvGrpSpPr>
            <p:grpSpPr>
              <a:xfrm>
                <a:off x="4155" y="576"/>
                <a:ext cx="309" cy="2496"/>
                <a:chOff x="3360" y="2112"/>
                <a:chExt cx="309" cy="1681"/>
              </a:xfrm>
            </p:grpSpPr>
            <p:grpSp>
              <p:nvGrpSpPr>
                <p:cNvPr id="40083" name="Group 147"/>
                <p:cNvGrpSpPr/>
                <p:nvPr/>
              </p:nvGrpSpPr>
              <p:grpSpPr>
                <a:xfrm>
                  <a:off x="3360" y="2112"/>
                  <a:ext cx="309" cy="1488"/>
                  <a:chOff x="3387" y="840"/>
                  <a:chExt cx="452" cy="1749"/>
                </a:xfrm>
              </p:grpSpPr>
              <p:sp>
                <p:nvSpPr>
                  <p:cNvPr id="40084" name="Oval 148"/>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85" name="Oval 149"/>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86" name="Arc 150"/>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87" name="Oval 151"/>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88" name="Oval 152"/>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89" name="Arc 153"/>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90" name="Oval 154"/>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91" name="Arc 155"/>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92" name="Arc 156"/>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93" name="Arc 157"/>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94" name="Oval 158"/>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95" name="Arc 159"/>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096" name="Line 160"/>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0097" name="Oval 161"/>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098" name="Arc 162"/>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0099" name="Arc 163"/>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00" name="Line 164"/>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40101" name="Oval 165"/>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0102" name="Group 166"/>
            <p:cNvGrpSpPr/>
            <p:nvPr/>
          </p:nvGrpSpPr>
          <p:grpSpPr>
            <a:xfrm>
              <a:off x="4522" y="712"/>
              <a:ext cx="355" cy="2256"/>
              <a:chOff x="3312" y="576"/>
              <a:chExt cx="384" cy="2256"/>
            </a:xfrm>
          </p:grpSpPr>
          <p:grpSp>
            <p:nvGrpSpPr>
              <p:cNvPr id="40103" name="Group 167"/>
              <p:cNvGrpSpPr/>
              <p:nvPr/>
            </p:nvGrpSpPr>
            <p:grpSpPr>
              <a:xfrm>
                <a:off x="3360" y="576"/>
                <a:ext cx="309" cy="1968"/>
                <a:chOff x="3360" y="2112"/>
                <a:chExt cx="309" cy="1681"/>
              </a:xfrm>
            </p:grpSpPr>
            <p:grpSp>
              <p:nvGrpSpPr>
                <p:cNvPr id="40104" name="Group 168"/>
                <p:cNvGrpSpPr/>
                <p:nvPr/>
              </p:nvGrpSpPr>
              <p:grpSpPr>
                <a:xfrm>
                  <a:off x="3360" y="2112"/>
                  <a:ext cx="309" cy="1488"/>
                  <a:chOff x="3387" y="840"/>
                  <a:chExt cx="452" cy="1749"/>
                </a:xfrm>
              </p:grpSpPr>
              <p:sp>
                <p:nvSpPr>
                  <p:cNvPr id="40105" name="Oval 169"/>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06" name="Oval 170"/>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07" name="Arc 171"/>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08" name="Oval 172"/>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09" name="Oval 173"/>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10" name="Arc 174"/>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11" name="Oval 175"/>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12" name="Arc 176"/>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13" name="Arc 177"/>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14" name="Arc 178"/>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15" name="Oval 179"/>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16" name="Arc 180"/>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17" name="Line 181"/>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0118" name="Oval 182"/>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19" name="Arc 183"/>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0120" name="Arc 184"/>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21" name="Line 185"/>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40122" name="Oval 186"/>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aphicFrame>
          <p:nvGraphicFramePr>
            <p:cNvPr id="40123" name="Object 187"/>
            <p:cNvGraphicFramePr>
              <a:graphicFrameLocks noChangeAspect="1"/>
            </p:cNvGraphicFramePr>
            <p:nvPr/>
          </p:nvGraphicFramePr>
          <p:xfrm>
            <a:off x="4921" y="2968"/>
            <a:ext cx="222" cy="208"/>
          </p:xfrm>
          <a:graphic>
            <a:graphicData uri="http://schemas.openxmlformats.org/presentationml/2006/ole">
              <mc:AlternateContent xmlns:mc="http://schemas.openxmlformats.org/markup-compatibility/2006">
                <mc:Choice xmlns:v="urn:schemas-microsoft-com:vml" Requires="v">
                  <p:oleObj spid="_x0000_s3195" name="" r:id="rId5" imgW="190500" imgH="165100" progId="Equation.3">
                    <p:embed/>
                  </p:oleObj>
                </mc:Choice>
                <mc:Fallback>
                  <p:oleObj name="" r:id="rId5" imgW="190500" imgH="165100" progId="Equation.3">
                    <p:embed/>
                    <p:pic>
                      <p:nvPicPr>
                        <p:cNvPr id="0" name="图片 3194"/>
                        <p:cNvPicPr/>
                        <p:nvPr/>
                      </p:nvPicPr>
                      <p:blipFill>
                        <a:blip r:embed="rId6"/>
                        <a:stretch>
                          <a:fillRect/>
                        </a:stretch>
                      </p:blipFill>
                      <p:spPr>
                        <a:xfrm>
                          <a:off x="4921" y="2968"/>
                          <a:ext cx="222" cy="208"/>
                        </a:xfrm>
                        <a:prstGeom prst="rect">
                          <a:avLst/>
                        </a:prstGeom>
                        <a:noFill/>
                        <a:ln w="38100">
                          <a:noFill/>
                          <a:miter/>
                        </a:ln>
                      </p:spPr>
                    </p:pic>
                  </p:oleObj>
                </mc:Fallback>
              </mc:AlternateContent>
            </a:graphicData>
          </a:graphic>
        </p:graphicFrame>
        <p:grpSp>
          <p:nvGrpSpPr>
            <p:cNvPr id="40124" name="Group 188"/>
            <p:cNvGrpSpPr/>
            <p:nvPr/>
          </p:nvGrpSpPr>
          <p:grpSpPr>
            <a:xfrm>
              <a:off x="4547" y="712"/>
              <a:ext cx="286" cy="1440"/>
              <a:chOff x="3387" y="840"/>
              <a:chExt cx="452" cy="2088"/>
            </a:xfrm>
          </p:grpSpPr>
          <p:grpSp>
            <p:nvGrpSpPr>
              <p:cNvPr id="40125" name="Group 189"/>
              <p:cNvGrpSpPr/>
              <p:nvPr/>
            </p:nvGrpSpPr>
            <p:grpSpPr>
              <a:xfrm>
                <a:off x="3387" y="840"/>
                <a:ext cx="452" cy="1749"/>
                <a:chOff x="3387" y="840"/>
                <a:chExt cx="452" cy="1749"/>
              </a:xfrm>
            </p:grpSpPr>
            <p:sp>
              <p:nvSpPr>
                <p:cNvPr id="40126" name="Oval 190"/>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27" name="Oval 191"/>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28" name="Arc 192"/>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29" name="Oval 193"/>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30" name="Oval 194"/>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31" name="Arc 195"/>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32" name="Oval 196"/>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33" name="Arc 197"/>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34" name="Arc 198"/>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35" name="Arc 199"/>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36" name="Oval 200"/>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37" name="Arc 201"/>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38" name="Line 202"/>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0139" name="Oval 203"/>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40" name="Arc 204"/>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0141" name="Arc 205"/>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42" name="Line 206"/>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40143" name="Line 207"/>
            <p:cNvSpPr/>
            <p:nvPr/>
          </p:nvSpPr>
          <p:spPr>
            <a:xfrm flipH="1">
              <a:off x="4124" y="2152"/>
              <a:ext cx="531" cy="0"/>
            </a:xfrm>
            <a:prstGeom prst="line">
              <a:avLst/>
            </a:prstGeom>
            <a:ln w="28575" cap="flat" cmpd="sng">
              <a:solidFill>
                <a:srgbClr val="3A7C3A"/>
              </a:solidFill>
              <a:prstDash val="solid"/>
              <a:round/>
              <a:headEnd type="none" w="med" len="med"/>
              <a:tailEnd type="none" w="med" len="med"/>
            </a:ln>
          </p:spPr>
        </p:sp>
        <p:sp>
          <p:nvSpPr>
            <p:cNvPr id="40144" name="Line 208"/>
            <p:cNvSpPr/>
            <p:nvPr/>
          </p:nvSpPr>
          <p:spPr>
            <a:xfrm>
              <a:off x="4345" y="712"/>
              <a:ext cx="0" cy="1440"/>
            </a:xfrm>
            <a:prstGeom prst="line">
              <a:avLst/>
            </a:prstGeom>
            <a:ln w="28575" cap="flat" cmpd="sng">
              <a:solidFill>
                <a:srgbClr val="339966"/>
              </a:solidFill>
              <a:prstDash val="solid"/>
              <a:round/>
              <a:headEnd type="triangle" w="med" len="med"/>
              <a:tailEnd type="triangle" w="med" len="med"/>
            </a:ln>
          </p:spPr>
        </p:sp>
        <p:sp>
          <p:nvSpPr>
            <p:cNvPr id="40145" name="Line 209"/>
            <p:cNvSpPr/>
            <p:nvPr/>
          </p:nvSpPr>
          <p:spPr>
            <a:xfrm>
              <a:off x="4345" y="2152"/>
              <a:ext cx="0" cy="624"/>
            </a:xfrm>
            <a:prstGeom prst="line">
              <a:avLst/>
            </a:prstGeom>
            <a:ln w="28575" cap="flat" cmpd="sng">
              <a:solidFill>
                <a:srgbClr val="339966"/>
              </a:solidFill>
              <a:prstDash val="solid"/>
              <a:round/>
              <a:headEnd type="triangle" w="med" len="med"/>
              <a:tailEnd type="triangle" w="med" len="med"/>
            </a:ln>
          </p:spPr>
        </p:sp>
        <p:sp>
          <p:nvSpPr>
            <p:cNvPr id="40146" name="Line 210"/>
            <p:cNvSpPr/>
            <p:nvPr/>
          </p:nvSpPr>
          <p:spPr>
            <a:xfrm>
              <a:off x="4345" y="2776"/>
              <a:ext cx="0" cy="576"/>
            </a:xfrm>
            <a:prstGeom prst="line">
              <a:avLst/>
            </a:prstGeom>
            <a:ln w="28575" cap="flat" cmpd="sng">
              <a:solidFill>
                <a:srgbClr val="339966"/>
              </a:solidFill>
              <a:prstDash val="solid"/>
              <a:round/>
              <a:headEnd type="triangle" w="med" len="med"/>
              <a:tailEnd type="triangle" w="med" len="med"/>
            </a:ln>
          </p:spPr>
        </p:sp>
        <p:graphicFrame>
          <p:nvGraphicFramePr>
            <p:cNvPr id="40147" name="Object 211"/>
            <p:cNvGraphicFramePr>
              <a:graphicFrameLocks noChangeAspect="1"/>
            </p:cNvGraphicFramePr>
            <p:nvPr/>
          </p:nvGraphicFramePr>
          <p:xfrm>
            <a:off x="4147" y="1336"/>
            <a:ext cx="141" cy="281"/>
          </p:xfrm>
          <a:graphic>
            <a:graphicData uri="http://schemas.openxmlformats.org/presentationml/2006/ole">
              <mc:AlternateContent xmlns:mc="http://schemas.openxmlformats.org/markup-compatibility/2006">
                <mc:Choice xmlns:v="urn:schemas-microsoft-com:vml" Requires="v">
                  <p:oleObj spid="_x0000_s3199" name="" r:id="rId7" imgW="139700" imgH="279400" progId="Equation.3">
                    <p:embed/>
                  </p:oleObj>
                </mc:Choice>
                <mc:Fallback>
                  <p:oleObj name="" r:id="rId7" imgW="139700" imgH="279400" progId="Equation.3">
                    <p:embed/>
                    <p:pic>
                      <p:nvPicPr>
                        <p:cNvPr id="0" name="图片 3198"/>
                        <p:cNvPicPr/>
                        <p:nvPr/>
                      </p:nvPicPr>
                      <p:blipFill>
                        <a:blip r:embed="rId8"/>
                        <a:stretch>
                          <a:fillRect/>
                        </a:stretch>
                      </p:blipFill>
                      <p:spPr>
                        <a:xfrm>
                          <a:off x="4147" y="1336"/>
                          <a:ext cx="141" cy="281"/>
                        </a:xfrm>
                        <a:prstGeom prst="rect">
                          <a:avLst/>
                        </a:prstGeom>
                        <a:noFill/>
                        <a:ln w="38100">
                          <a:noFill/>
                          <a:miter/>
                        </a:ln>
                      </p:spPr>
                    </p:pic>
                  </p:oleObj>
                </mc:Fallback>
              </mc:AlternateContent>
            </a:graphicData>
          </a:graphic>
        </p:graphicFrame>
        <p:graphicFrame>
          <p:nvGraphicFramePr>
            <p:cNvPr id="40148" name="Object 212"/>
            <p:cNvGraphicFramePr>
              <a:graphicFrameLocks noChangeAspect="1"/>
            </p:cNvGraphicFramePr>
            <p:nvPr/>
          </p:nvGraphicFramePr>
          <p:xfrm>
            <a:off x="4130" y="2296"/>
            <a:ext cx="224" cy="329"/>
          </p:xfrm>
          <a:graphic>
            <a:graphicData uri="http://schemas.openxmlformats.org/presentationml/2006/ole">
              <mc:AlternateContent xmlns:mc="http://schemas.openxmlformats.org/markup-compatibility/2006">
                <mc:Choice xmlns:v="urn:schemas-microsoft-com:vml" Requires="v">
                  <p:oleObj spid="_x0000_s3197" name="" r:id="rId9" imgW="190500" imgH="279400" progId="Equation.3">
                    <p:embed/>
                  </p:oleObj>
                </mc:Choice>
                <mc:Fallback>
                  <p:oleObj name="" r:id="rId9" imgW="190500" imgH="279400" progId="Equation.3">
                    <p:embed/>
                    <p:pic>
                      <p:nvPicPr>
                        <p:cNvPr id="0" name="图片 3196"/>
                        <p:cNvPicPr/>
                        <p:nvPr/>
                      </p:nvPicPr>
                      <p:blipFill>
                        <a:blip r:embed="rId10"/>
                        <a:stretch>
                          <a:fillRect/>
                        </a:stretch>
                      </p:blipFill>
                      <p:spPr>
                        <a:xfrm>
                          <a:off x="4130" y="2296"/>
                          <a:ext cx="224" cy="329"/>
                        </a:xfrm>
                        <a:prstGeom prst="rect">
                          <a:avLst/>
                        </a:prstGeom>
                        <a:noFill/>
                        <a:ln w="38100">
                          <a:noFill/>
                          <a:miter/>
                        </a:ln>
                      </p:spPr>
                    </p:pic>
                  </p:oleObj>
                </mc:Fallback>
              </mc:AlternateContent>
            </a:graphicData>
          </a:graphic>
        </p:graphicFrame>
        <p:graphicFrame>
          <p:nvGraphicFramePr>
            <p:cNvPr id="40149" name="Object 213"/>
            <p:cNvGraphicFramePr>
              <a:graphicFrameLocks noChangeAspect="1"/>
            </p:cNvGraphicFramePr>
            <p:nvPr/>
          </p:nvGraphicFramePr>
          <p:xfrm>
            <a:off x="4126" y="2968"/>
            <a:ext cx="182" cy="197"/>
          </p:xfrm>
          <a:graphic>
            <a:graphicData uri="http://schemas.openxmlformats.org/presentationml/2006/ole">
              <mc:AlternateContent xmlns:mc="http://schemas.openxmlformats.org/markup-compatibility/2006">
                <mc:Choice xmlns:v="urn:schemas-microsoft-com:vml" Requires="v">
                  <p:oleObj spid="_x0000_s3198" name="" r:id="rId11" imgW="152400" imgH="165100" progId="Equation.3">
                    <p:embed/>
                  </p:oleObj>
                </mc:Choice>
                <mc:Fallback>
                  <p:oleObj name="" r:id="rId11" imgW="152400" imgH="165100" progId="Equation.3">
                    <p:embed/>
                    <p:pic>
                      <p:nvPicPr>
                        <p:cNvPr id="0" name="图片 3197"/>
                        <p:cNvPicPr/>
                        <p:nvPr/>
                      </p:nvPicPr>
                      <p:blipFill>
                        <a:blip r:embed="rId12"/>
                        <a:stretch>
                          <a:fillRect/>
                        </a:stretch>
                      </p:blipFill>
                      <p:spPr>
                        <a:xfrm>
                          <a:off x="4126" y="2968"/>
                          <a:ext cx="182" cy="197"/>
                        </a:xfrm>
                        <a:prstGeom prst="rect">
                          <a:avLst/>
                        </a:prstGeom>
                        <a:noFill/>
                        <a:ln w="38100">
                          <a:noFill/>
                          <a:miter/>
                        </a:ln>
                      </p:spPr>
                    </p:pic>
                  </p:oleObj>
                </mc:Fallback>
              </mc:AlternateContent>
            </a:graphicData>
          </a:graphic>
        </p:graphicFrame>
        <p:graphicFrame>
          <p:nvGraphicFramePr>
            <p:cNvPr id="40150" name="Object 214"/>
            <p:cNvGraphicFramePr>
              <a:graphicFrameLocks noChangeAspect="1"/>
            </p:cNvGraphicFramePr>
            <p:nvPr/>
          </p:nvGraphicFramePr>
          <p:xfrm>
            <a:off x="4480" y="3779"/>
            <a:ext cx="182" cy="197"/>
          </p:xfrm>
          <a:graphic>
            <a:graphicData uri="http://schemas.openxmlformats.org/presentationml/2006/ole">
              <mc:AlternateContent xmlns:mc="http://schemas.openxmlformats.org/markup-compatibility/2006">
                <mc:Choice xmlns:v="urn:schemas-microsoft-com:vml" Requires="v">
                  <p:oleObj spid="_x0000_s3200" name="" r:id="rId13" imgW="152400" imgH="165100" progId="Equation.3">
                    <p:embed/>
                  </p:oleObj>
                </mc:Choice>
                <mc:Fallback>
                  <p:oleObj name="" r:id="rId13" imgW="152400" imgH="165100" progId="Equation.3">
                    <p:embed/>
                    <p:pic>
                      <p:nvPicPr>
                        <p:cNvPr id="0" name="图片 3199"/>
                        <p:cNvPicPr/>
                        <p:nvPr/>
                      </p:nvPicPr>
                      <p:blipFill>
                        <a:blip r:embed="rId12"/>
                        <a:stretch>
                          <a:fillRect/>
                        </a:stretch>
                      </p:blipFill>
                      <p:spPr>
                        <a:xfrm>
                          <a:off x="4480" y="3779"/>
                          <a:ext cx="182" cy="197"/>
                        </a:xfrm>
                        <a:prstGeom prst="rect">
                          <a:avLst/>
                        </a:prstGeom>
                        <a:noFill/>
                        <a:ln w="38100">
                          <a:noFill/>
                          <a:miter/>
                        </a:ln>
                      </p:spPr>
                    </p:pic>
                  </p:oleObj>
                </mc:Fallback>
              </mc:AlternateContent>
            </a:graphicData>
          </a:graphic>
        </p:graphicFrame>
        <p:graphicFrame>
          <p:nvGraphicFramePr>
            <p:cNvPr id="40151" name="Object 215"/>
            <p:cNvGraphicFramePr>
              <a:graphicFrameLocks noChangeAspect="1"/>
            </p:cNvGraphicFramePr>
            <p:nvPr/>
          </p:nvGraphicFramePr>
          <p:xfrm>
            <a:off x="3991" y="2675"/>
            <a:ext cx="153" cy="197"/>
          </p:xfrm>
          <a:graphic>
            <a:graphicData uri="http://schemas.openxmlformats.org/presentationml/2006/ole">
              <mc:AlternateContent xmlns:mc="http://schemas.openxmlformats.org/markup-compatibility/2006">
                <mc:Choice xmlns:v="urn:schemas-microsoft-com:vml" Requires="v">
                  <p:oleObj spid="_x0000_s3201" name="" r:id="rId14" imgW="139700" imgH="165100" progId="Equation.3">
                    <p:embed/>
                  </p:oleObj>
                </mc:Choice>
                <mc:Fallback>
                  <p:oleObj name="" r:id="rId14" imgW="139700" imgH="165100" progId="Equation.3">
                    <p:embed/>
                    <p:pic>
                      <p:nvPicPr>
                        <p:cNvPr id="0" name="图片 3200"/>
                        <p:cNvPicPr/>
                        <p:nvPr/>
                      </p:nvPicPr>
                      <p:blipFill>
                        <a:blip r:embed="rId15"/>
                        <a:stretch>
                          <a:fillRect/>
                        </a:stretch>
                      </p:blipFill>
                      <p:spPr>
                        <a:xfrm>
                          <a:off x="3991" y="2675"/>
                          <a:ext cx="153" cy="197"/>
                        </a:xfrm>
                        <a:prstGeom prst="rect">
                          <a:avLst/>
                        </a:prstGeom>
                        <a:noFill/>
                        <a:ln w="38100">
                          <a:noFill/>
                          <a:miter/>
                        </a:ln>
                      </p:spPr>
                    </p:pic>
                  </p:oleObj>
                </mc:Fallback>
              </mc:AlternateContent>
            </a:graphicData>
          </a:graphic>
        </p:graphicFrame>
        <p:sp>
          <p:nvSpPr>
            <p:cNvPr id="40152" name="AutoShape 216"/>
            <p:cNvSpPr/>
            <p:nvPr/>
          </p:nvSpPr>
          <p:spPr>
            <a:xfrm>
              <a:off x="2794" y="760"/>
              <a:ext cx="1020" cy="480"/>
            </a:xfrm>
            <a:prstGeom prst="wedgeRoundRectCallout">
              <a:avLst>
                <a:gd name="adj1" fmla="val 80977"/>
                <a:gd name="adj2" fmla="val 96458"/>
                <a:gd name="adj3" fmla="val 16667"/>
              </a:avLst>
            </a:prstGeom>
            <a:solidFill>
              <a:srgbClr val="66FF33"/>
            </a:solidFill>
            <a:ln w="9525">
              <a:noFill/>
            </a:ln>
          </p:spPr>
          <p:txBody>
            <a:bodyPr anchor="ctr" anchorCtr="0"/>
            <a:p>
              <a:pPr algn="ctr" eaLnBrk="0" hangingPunct="0"/>
              <a:r>
                <a:rPr lang="zh-CN" altLang="en-US" sz="2000" b="1" dirty="0">
                  <a:latin typeface="Times New Roman" panose="02020603050405020304" pitchFamily="18" charset="0"/>
                  <a:ea typeface="黑体" panose="02010609060101010101" pitchFamily="2" charset="-122"/>
                </a:rPr>
                <a:t>弹簧原长</a:t>
              </a:r>
              <a:endParaRPr lang="zh-CN" altLang="en-US" sz="2000" b="1" dirty="0">
                <a:latin typeface="Times New Roman" panose="02020603050405020304" pitchFamily="18" charset="0"/>
                <a:ea typeface="黑体" panose="02010609060101010101" pitchFamily="2" charset="-122"/>
              </a:endParaRPr>
            </a:p>
          </p:txBody>
        </p:sp>
        <p:sp>
          <p:nvSpPr>
            <p:cNvPr id="40153" name="AutoShape 217"/>
            <p:cNvSpPr/>
            <p:nvPr/>
          </p:nvSpPr>
          <p:spPr>
            <a:xfrm>
              <a:off x="2794" y="1624"/>
              <a:ext cx="1285" cy="480"/>
            </a:xfrm>
            <a:prstGeom prst="wedgeRoundRectCallout">
              <a:avLst>
                <a:gd name="adj1" fmla="val 52875"/>
                <a:gd name="adj2" fmla="val 117500"/>
                <a:gd name="adj3" fmla="val 16667"/>
              </a:avLst>
            </a:prstGeom>
            <a:solidFill>
              <a:srgbClr val="FFFF00"/>
            </a:solidFill>
            <a:ln w="9525">
              <a:noFill/>
            </a:ln>
          </p:spPr>
          <p:txBody>
            <a:bodyPr anchor="ctr" anchorCtr="0"/>
            <a:p>
              <a:pPr algn="ctr" eaLnBrk="0" hangingPunct="0"/>
              <a:r>
                <a:rPr lang="zh-CN" altLang="en-US" sz="2000" b="1" dirty="0">
                  <a:latin typeface="黑体" panose="02010609060101010101" pitchFamily="2" charset="-122"/>
                  <a:ea typeface="黑体" panose="02010609060101010101" pitchFamily="2" charset="-122"/>
                </a:rPr>
                <a:t>挂</a:t>
              </a:r>
              <a:r>
                <a:rPr lang="en-US" altLang="zh-CN" sz="2000" b="1" i="1" dirty="0">
                  <a:latin typeface="Times New Roman" panose="02020603050405020304" pitchFamily="18" charset="0"/>
                  <a:ea typeface="黑体" panose="02010609060101010101" pitchFamily="2" charset="-122"/>
                </a:rPr>
                <a:t>m</a:t>
              </a:r>
              <a:r>
                <a:rPr lang="zh-CN" altLang="en-US" sz="2000" b="1" dirty="0">
                  <a:latin typeface="黑体" panose="02010609060101010101" pitchFamily="2" charset="-122"/>
                  <a:ea typeface="黑体" panose="02010609060101010101" pitchFamily="2" charset="-122"/>
                </a:rPr>
                <a:t>后伸长</a:t>
              </a:r>
              <a:endParaRPr lang="zh-CN" altLang="en-US" sz="2000" b="1" dirty="0">
                <a:latin typeface="黑体" panose="02010609060101010101" pitchFamily="2" charset="-122"/>
                <a:ea typeface="黑体" panose="02010609060101010101" pitchFamily="2" charset="-122"/>
              </a:endParaRPr>
            </a:p>
          </p:txBody>
        </p:sp>
        <p:sp>
          <p:nvSpPr>
            <p:cNvPr id="40154" name="AutoShape 218"/>
            <p:cNvSpPr/>
            <p:nvPr/>
          </p:nvSpPr>
          <p:spPr>
            <a:xfrm>
              <a:off x="2750" y="3496"/>
              <a:ext cx="1241" cy="480"/>
            </a:xfrm>
            <a:prstGeom prst="wedgeRoundRectCallout">
              <a:avLst>
                <a:gd name="adj1" fmla="val 94718"/>
                <a:gd name="adj2" fmla="val -61667"/>
                <a:gd name="adj3" fmla="val 16667"/>
              </a:avLst>
            </a:prstGeom>
            <a:solidFill>
              <a:srgbClr val="66CCFF"/>
            </a:solidFill>
            <a:ln w="9525">
              <a:noFill/>
            </a:ln>
          </p:spPr>
          <p:txBody>
            <a:bodyPr anchor="ctr" anchorCtr="0"/>
            <a:p>
              <a:pPr algn="ctr" eaLnBrk="0" hangingPunct="0"/>
              <a:r>
                <a:rPr lang="zh-CN" altLang="en-US" sz="2000" b="1" dirty="0">
                  <a:latin typeface="黑体" panose="02010609060101010101" pitchFamily="2" charset="-122"/>
                  <a:ea typeface="黑体" panose="02010609060101010101" pitchFamily="2" charset="-122"/>
                </a:rPr>
                <a:t>某时刻</a:t>
              </a:r>
              <a:r>
                <a:rPr lang="en-US" altLang="zh-CN" sz="2000" b="1" i="1" dirty="0">
                  <a:latin typeface="Times New Roman" panose="02020603050405020304" pitchFamily="18" charset="0"/>
                  <a:ea typeface="黑体" panose="02010609060101010101" pitchFamily="2" charset="-122"/>
                </a:rPr>
                <a:t>m</a:t>
              </a:r>
              <a:r>
                <a:rPr lang="zh-CN" altLang="en-US" sz="2000" b="1" dirty="0">
                  <a:latin typeface="黑体" panose="02010609060101010101" pitchFamily="2" charset="-122"/>
                  <a:ea typeface="黑体" panose="02010609060101010101" pitchFamily="2" charset="-122"/>
                </a:rPr>
                <a:t>位置</a:t>
              </a:r>
              <a:endParaRPr lang="zh-CN" altLang="en-US" sz="2000" b="1" dirty="0">
                <a:latin typeface="黑体" panose="02010609060101010101" pitchFamily="2" charset="-122"/>
                <a:ea typeface="黑体" panose="02010609060101010101" pitchFamily="2" charset="-122"/>
              </a:endParaRPr>
            </a:p>
          </p:txBody>
        </p:sp>
        <p:graphicFrame>
          <p:nvGraphicFramePr>
            <p:cNvPr id="40155" name="Object 219"/>
            <p:cNvGraphicFramePr>
              <a:graphicFrameLocks noChangeAspect="1"/>
            </p:cNvGraphicFramePr>
            <p:nvPr/>
          </p:nvGraphicFramePr>
          <p:xfrm>
            <a:off x="4867" y="2494"/>
            <a:ext cx="254" cy="336"/>
          </p:xfrm>
          <a:graphic>
            <a:graphicData uri="http://schemas.openxmlformats.org/presentationml/2006/ole">
              <mc:AlternateContent xmlns:mc="http://schemas.openxmlformats.org/markup-compatibility/2006">
                <mc:Choice xmlns:v="urn:schemas-microsoft-com:vml" Requires="v">
                  <p:oleObj spid="_x0000_s3196" name="" r:id="rId16" imgW="190500" imgH="254000" progId="Equation.3">
                    <p:embed/>
                  </p:oleObj>
                </mc:Choice>
                <mc:Fallback>
                  <p:oleObj name="" r:id="rId16" imgW="190500" imgH="254000" progId="Equation.3">
                    <p:embed/>
                    <p:pic>
                      <p:nvPicPr>
                        <p:cNvPr id="0" name="图片 3195"/>
                        <p:cNvPicPr/>
                        <p:nvPr/>
                      </p:nvPicPr>
                      <p:blipFill>
                        <a:blip r:embed="rId17"/>
                        <a:stretch>
                          <a:fillRect/>
                        </a:stretch>
                      </p:blipFill>
                      <p:spPr>
                        <a:xfrm>
                          <a:off x="4867" y="2494"/>
                          <a:ext cx="254" cy="336"/>
                        </a:xfrm>
                        <a:prstGeom prst="rect">
                          <a:avLst/>
                        </a:prstGeom>
                        <a:noFill/>
                        <a:ln w="38100">
                          <a:noFill/>
                          <a:miter/>
                        </a:ln>
                      </p:spPr>
                    </p:pic>
                  </p:oleObj>
                </mc:Fallback>
              </mc:AlternateContent>
            </a:graphicData>
          </a:graphic>
        </p:graphicFrame>
        <p:sp>
          <p:nvSpPr>
            <p:cNvPr id="40156" name="AutoShape 220"/>
            <p:cNvSpPr/>
            <p:nvPr/>
          </p:nvSpPr>
          <p:spPr>
            <a:xfrm>
              <a:off x="2839" y="2968"/>
              <a:ext cx="842" cy="384"/>
            </a:xfrm>
            <a:prstGeom prst="wedgeRoundRectCallout">
              <a:avLst>
                <a:gd name="adj1" fmla="val 104384"/>
                <a:gd name="adj2" fmla="val -33333"/>
                <a:gd name="adj3" fmla="val 16667"/>
              </a:avLst>
            </a:prstGeom>
            <a:solidFill>
              <a:srgbClr val="FF9966"/>
            </a:solidFill>
            <a:ln w="9525">
              <a:noFill/>
            </a:ln>
          </p:spPr>
          <p:txBody>
            <a:bodyPr anchor="ctr" anchorCtr="0"/>
            <a:p>
              <a:pPr algn="ctr" eaLnBrk="0" hangingPunct="0"/>
              <a:r>
                <a:rPr lang="zh-CN" altLang="en-US" sz="2000" b="1" dirty="0">
                  <a:latin typeface="黑体" panose="02010609060101010101" pitchFamily="2" charset="-122"/>
                  <a:ea typeface="黑体" panose="02010609060101010101" pitchFamily="2" charset="-122"/>
                </a:rPr>
                <a:t>伸  长</a:t>
              </a:r>
              <a:endParaRPr lang="zh-CN" altLang="en-US" sz="2000" b="1" dirty="0">
                <a:latin typeface="黑体" panose="02010609060101010101" pitchFamily="2" charset="-122"/>
                <a:ea typeface="黑体" panose="02010609060101010101" pitchFamily="2" charset="-122"/>
              </a:endParaRPr>
            </a:p>
          </p:txBody>
        </p:sp>
        <p:sp>
          <p:nvSpPr>
            <p:cNvPr id="40157" name="AutoShape 221"/>
            <p:cNvSpPr/>
            <p:nvPr/>
          </p:nvSpPr>
          <p:spPr>
            <a:xfrm>
              <a:off x="4966" y="1672"/>
              <a:ext cx="772" cy="384"/>
            </a:xfrm>
            <a:prstGeom prst="wedgeRoundRectCallout">
              <a:avLst>
                <a:gd name="adj1" fmla="val -47926"/>
                <a:gd name="adj2" fmla="val 171616"/>
                <a:gd name="adj3" fmla="val 16667"/>
              </a:avLst>
            </a:prstGeom>
            <a:solidFill>
              <a:srgbClr val="FFE1FF"/>
            </a:solidFill>
            <a:ln w="9525">
              <a:noFill/>
            </a:ln>
          </p:spPr>
          <p:txBody>
            <a:bodyPr anchor="ctr" anchorCtr="0"/>
            <a:p>
              <a:pPr algn="ctr" eaLnBrk="0" hangingPunct="0"/>
              <a:r>
                <a:rPr lang="zh-CN" altLang="en-US" sz="2000" b="1" dirty="0">
                  <a:latin typeface="Times New Roman" panose="02020603050405020304" pitchFamily="18" charset="0"/>
                  <a:ea typeface="黑体" panose="02010609060101010101" pitchFamily="2" charset="-122"/>
                </a:rPr>
                <a:t>受弹力</a:t>
              </a:r>
              <a:endParaRPr lang="zh-CN" altLang="en-US" sz="2000" b="1" dirty="0">
                <a:latin typeface="Times New Roman" panose="02020603050405020304" pitchFamily="18" charset="0"/>
                <a:ea typeface="黑体" panose="02010609060101010101" pitchFamily="2" charset="-122"/>
              </a:endParaRPr>
            </a:p>
          </p:txBody>
        </p:sp>
        <p:sp>
          <p:nvSpPr>
            <p:cNvPr id="40158" name="AutoShape 222"/>
            <p:cNvSpPr/>
            <p:nvPr/>
          </p:nvSpPr>
          <p:spPr>
            <a:xfrm>
              <a:off x="2794" y="2392"/>
              <a:ext cx="975" cy="384"/>
            </a:xfrm>
            <a:prstGeom prst="wedgeRoundRectCallout">
              <a:avLst>
                <a:gd name="adj1" fmla="val 70171"/>
                <a:gd name="adj2" fmla="val 33333"/>
                <a:gd name="adj3" fmla="val 16667"/>
              </a:avLst>
            </a:prstGeom>
            <a:solidFill>
              <a:srgbClr val="FF66CC"/>
            </a:solidFill>
            <a:ln w="9525">
              <a:noFill/>
            </a:ln>
          </p:spPr>
          <p:txBody>
            <a:bodyPr anchor="ctr" anchorCtr="0"/>
            <a:p>
              <a:pPr algn="ctr" eaLnBrk="0" hangingPunct="0"/>
              <a:r>
                <a:rPr lang="zh-CN" altLang="en-US" sz="2000" b="1" dirty="0">
                  <a:latin typeface="Times New Roman" panose="02020603050405020304" pitchFamily="18" charset="0"/>
                  <a:ea typeface="黑体" panose="02010609060101010101" pitchFamily="2" charset="-122"/>
                </a:rPr>
                <a:t>平衡位置</a:t>
              </a:r>
              <a:endParaRPr lang="zh-CN" altLang="en-US" sz="2000" b="1" dirty="0">
                <a:latin typeface="Times New Roman" panose="02020603050405020304" pitchFamily="18" charset="0"/>
                <a:ea typeface="黑体" panose="02010609060101010101" pitchFamily="2" charset="-122"/>
              </a:endParaRPr>
            </a:p>
          </p:txBody>
        </p:sp>
        <p:grpSp>
          <p:nvGrpSpPr>
            <p:cNvPr id="40159" name="Group 223"/>
            <p:cNvGrpSpPr/>
            <p:nvPr/>
          </p:nvGrpSpPr>
          <p:grpSpPr>
            <a:xfrm>
              <a:off x="4522" y="712"/>
              <a:ext cx="399" cy="2880"/>
              <a:chOff x="4752" y="576"/>
              <a:chExt cx="432" cy="2880"/>
            </a:xfrm>
          </p:grpSpPr>
          <p:sp useBgFill="1">
            <p:nvSpPr>
              <p:cNvPr id="40160" name="Rectangle 224"/>
              <p:cNvSpPr/>
              <p:nvPr/>
            </p:nvSpPr>
            <p:spPr>
              <a:xfrm>
                <a:off x="4752" y="624"/>
                <a:ext cx="432" cy="2832"/>
              </a:xfrm>
              <a:prstGeom prst="rect">
                <a:avLst/>
              </a:prstGeom>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40161" name="Group 225"/>
              <p:cNvGrpSpPr/>
              <p:nvPr/>
            </p:nvGrpSpPr>
            <p:grpSpPr>
              <a:xfrm>
                <a:off x="4752" y="576"/>
                <a:ext cx="384" cy="2256"/>
                <a:chOff x="3312" y="576"/>
                <a:chExt cx="384" cy="2256"/>
              </a:xfrm>
            </p:grpSpPr>
            <p:grpSp>
              <p:nvGrpSpPr>
                <p:cNvPr id="40162" name="Group 226"/>
                <p:cNvGrpSpPr/>
                <p:nvPr/>
              </p:nvGrpSpPr>
              <p:grpSpPr>
                <a:xfrm>
                  <a:off x="3360" y="576"/>
                  <a:ext cx="309" cy="1968"/>
                  <a:chOff x="3360" y="2112"/>
                  <a:chExt cx="309" cy="1681"/>
                </a:xfrm>
              </p:grpSpPr>
              <p:grpSp>
                <p:nvGrpSpPr>
                  <p:cNvPr id="40163" name="Group 227"/>
                  <p:cNvGrpSpPr/>
                  <p:nvPr/>
                </p:nvGrpSpPr>
                <p:grpSpPr>
                  <a:xfrm>
                    <a:off x="3360" y="2112"/>
                    <a:ext cx="309" cy="1488"/>
                    <a:chOff x="3387" y="840"/>
                    <a:chExt cx="452" cy="1749"/>
                  </a:xfrm>
                </p:grpSpPr>
                <p:sp>
                  <p:nvSpPr>
                    <p:cNvPr id="40164" name="Oval 228"/>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65" name="Oval 229"/>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66" name="Arc 230"/>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67" name="Oval 231"/>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68" name="Oval 232"/>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69" name="Arc 233"/>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70" name="Oval 234"/>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71" name="Arc 235"/>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72" name="Arc 236"/>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73" name="Arc 237"/>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74" name="Oval 238"/>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75" name="Arc 239"/>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76" name="Line 240"/>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0177" name="Oval 241"/>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78" name="Arc 242"/>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0179" name="Arc 243"/>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80" name="Line 244"/>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40181" name="Oval 245"/>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grpSp>
          <p:nvGrpSpPr>
            <p:cNvPr id="40182" name="Group 246"/>
            <p:cNvGrpSpPr/>
            <p:nvPr/>
          </p:nvGrpSpPr>
          <p:grpSpPr>
            <a:xfrm>
              <a:off x="4478" y="712"/>
              <a:ext cx="443" cy="2832"/>
              <a:chOff x="4704" y="576"/>
              <a:chExt cx="480" cy="2832"/>
            </a:xfrm>
          </p:grpSpPr>
          <p:sp useBgFill="1">
            <p:nvSpPr>
              <p:cNvPr id="40183" name="Rectangle 247"/>
              <p:cNvSpPr/>
              <p:nvPr/>
            </p:nvSpPr>
            <p:spPr>
              <a:xfrm>
                <a:off x="4704" y="624"/>
                <a:ext cx="480" cy="2304"/>
              </a:xfrm>
              <a:prstGeom prst="rect">
                <a:avLst/>
              </a:prstGeom>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40184" name="Group 248"/>
              <p:cNvGrpSpPr/>
              <p:nvPr/>
            </p:nvGrpSpPr>
            <p:grpSpPr>
              <a:xfrm>
                <a:off x="4752" y="576"/>
                <a:ext cx="384" cy="2832"/>
                <a:chOff x="4128" y="576"/>
                <a:chExt cx="384" cy="2832"/>
              </a:xfrm>
            </p:grpSpPr>
            <p:grpSp>
              <p:nvGrpSpPr>
                <p:cNvPr id="40185" name="Group 249"/>
                <p:cNvGrpSpPr/>
                <p:nvPr/>
              </p:nvGrpSpPr>
              <p:grpSpPr>
                <a:xfrm>
                  <a:off x="4155" y="576"/>
                  <a:ext cx="309" cy="2496"/>
                  <a:chOff x="3360" y="2112"/>
                  <a:chExt cx="309" cy="1681"/>
                </a:xfrm>
              </p:grpSpPr>
              <p:grpSp>
                <p:nvGrpSpPr>
                  <p:cNvPr id="40186" name="Group 250"/>
                  <p:cNvGrpSpPr/>
                  <p:nvPr/>
                </p:nvGrpSpPr>
                <p:grpSpPr>
                  <a:xfrm>
                    <a:off x="3360" y="2112"/>
                    <a:ext cx="309" cy="1488"/>
                    <a:chOff x="3387" y="840"/>
                    <a:chExt cx="452" cy="1749"/>
                  </a:xfrm>
                </p:grpSpPr>
                <p:sp>
                  <p:nvSpPr>
                    <p:cNvPr id="40187" name="Oval 251"/>
                    <p:cNvSpPr/>
                    <p:nvPr/>
                  </p:nvSpPr>
                  <p:spPr>
                    <a:xfrm rot="5351088">
                      <a:off x="3510" y="1260"/>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88" name="Oval 252"/>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89" name="Arc 253"/>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90" name="Oval 254"/>
                    <p:cNvSpPr/>
                    <p:nvPr/>
                  </p:nvSpPr>
                  <p:spPr>
                    <a:xfrm rot="5351088">
                      <a:off x="3511" y="1461"/>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91" name="Oval 255"/>
                    <p:cNvSpPr/>
                    <p:nvPr/>
                  </p:nvSpPr>
                  <p:spPr>
                    <a:xfrm rot="5351088">
                      <a:off x="3514" y="1678"/>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92" name="Arc 256"/>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93" name="Oval 257"/>
                    <p:cNvSpPr/>
                    <p:nvPr/>
                  </p:nvSpPr>
                  <p:spPr>
                    <a:xfrm rot="5351088">
                      <a:off x="3495" y="1897"/>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94" name="Arc 258"/>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95" name="Arc 259"/>
                    <p:cNvSpPr/>
                    <p:nvPr/>
                  </p:nvSpPr>
                  <p:spPr>
                    <a:xfrm rot="5351088">
                      <a:off x="3602" y="1428"/>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96" name="Arc 260"/>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97" name="Oval 261"/>
                    <p:cNvSpPr/>
                    <p:nvPr/>
                  </p:nvSpPr>
                  <p:spPr>
                    <a:xfrm rot="5351088">
                      <a:off x="3498" y="2114"/>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198" name="Arc 262"/>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199" name="Line 263"/>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0200" name="Oval 264"/>
                    <p:cNvSpPr/>
                    <p:nvPr/>
                  </p:nvSpPr>
                  <p:spPr>
                    <a:xfrm rot="5351088">
                      <a:off x="3502" y="2309"/>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201" name="Arc 265"/>
                    <p:cNvSpPr/>
                    <p:nvPr/>
                  </p:nvSpPr>
                  <p:spPr>
                    <a:xfrm rot="5351088">
                      <a:off x="3593" y="2277"/>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0202" name="Arc 266"/>
                  <p:cNvSpPr/>
                  <p:nvPr/>
                </p:nvSpPr>
                <p:spPr>
                  <a:xfrm rot="5351088">
                    <a:off x="3474" y="3522"/>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203" name="Line 267"/>
                  <p:cNvSpPr/>
                  <p:nvPr/>
                </p:nvSpPr>
                <p:spPr>
                  <a:xfrm rot="5351088">
                    <a:off x="3451" y="3731"/>
                    <a:ext cx="97" cy="6"/>
                  </a:xfrm>
                  <a:prstGeom prst="line">
                    <a:avLst/>
                  </a:prstGeom>
                  <a:ln w="28575" cap="flat" cmpd="sng">
                    <a:solidFill>
                      <a:schemeClr val="tx1"/>
                    </a:solidFill>
                    <a:prstDash val="solid"/>
                    <a:round/>
                    <a:headEnd type="none" w="med" len="med"/>
                    <a:tailEnd type="none" w="med" len="med"/>
                  </a:ln>
                </p:spPr>
              </p:sp>
            </p:grpSp>
            <p:sp>
              <p:nvSpPr>
                <p:cNvPr id="40204" name="Oval 268"/>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sp>
          <p:nvSpPr>
            <p:cNvPr id="40205" name="Line 269"/>
            <p:cNvSpPr/>
            <p:nvPr/>
          </p:nvSpPr>
          <p:spPr>
            <a:xfrm>
              <a:off x="4700" y="2776"/>
              <a:ext cx="0" cy="1248"/>
            </a:xfrm>
            <a:prstGeom prst="line">
              <a:avLst/>
            </a:prstGeom>
            <a:ln w="28575" cap="flat" cmpd="sng">
              <a:solidFill>
                <a:srgbClr val="021CDA"/>
              </a:solidFill>
              <a:prstDash val="solid"/>
              <a:round/>
              <a:headEnd type="none" w="med" len="med"/>
              <a:tailEnd type="triangle" w="med" len="med"/>
            </a:ln>
          </p:spPr>
        </p:sp>
        <p:sp>
          <p:nvSpPr>
            <p:cNvPr id="40206" name="Line 270"/>
            <p:cNvSpPr/>
            <p:nvPr/>
          </p:nvSpPr>
          <p:spPr>
            <a:xfrm flipV="1">
              <a:off x="4700" y="2584"/>
              <a:ext cx="0" cy="768"/>
            </a:xfrm>
            <a:prstGeom prst="line">
              <a:avLst/>
            </a:prstGeom>
            <a:ln w="38100" cap="flat" cmpd="sng">
              <a:solidFill>
                <a:srgbClr val="FD5B29"/>
              </a:solidFill>
              <a:prstDash val="solid"/>
              <a:round/>
              <a:headEnd type="none" w="med" len="med"/>
              <a:tailEnd type="triangle" w="med" len="med"/>
            </a:ln>
          </p:spPr>
        </p:sp>
        <p:sp>
          <p:nvSpPr>
            <p:cNvPr id="40207" name="Line 271"/>
            <p:cNvSpPr/>
            <p:nvPr/>
          </p:nvSpPr>
          <p:spPr>
            <a:xfrm flipH="1">
              <a:off x="4124" y="2776"/>
              <a:ext cx="531" cy="0"/>
            </a:xfrm>
            <a:prstGeom prst="line">
              <a:avLst/>
            </a:prstGeom>
            <a:ln w="28575" cap="flat" cmpd="sng">
              <a:solidFill>
                <a:srgbClr val="3A7C3A"/>
              </a:solidFill>
              <a:prstDash val="solid"/>
              <a:round/>
              <a:headEnd type="none" w="med" len="med"/>
              <a:tailEnd type="none" w="med" len="med"/>
            </a:ln>
          </p:spPr>
        </p:sp>
        <p:sp>
          <p:nvSpPr>
            <p:cNvPr id="40208" name="Line 272"/>
            <p:cNvSpPr/>
            <p:nvPr/>
          </p:nvSpPr>
          <p:spPr>
            <a:xfrm flipH="1">
              <a:off x="4124" y="3352"/>
              <a:ext cx="531" cy="0"/>
            </a:xfrm>
            <a:prstGeom prst="line">
              <a:avLst/>
            </a:prstGeom>
            <a:ln w="28575" cap="flat" cmpd="sng">
              <a:solidFill>
                <a:srgbClr val="3A7C3A"/>
              </a:solidFill>
              <a:prstDash val="solid"/>
              <a:round/>
              <a:headEnd type="none" w="med" len="med"/>
              <a:tailEnd type="none" w="med" len="med"/>
            </a:ln>
          </p:spPr>
        </p:sp>
        <p:graphicFrame>
          <p:nvGraphicFramePr>
            <p:cNvPr id="40209" name="Object 273"/>
            <p:cNvGraphicFramePr>
              <a:graphicFrameLocks noChangeAspect="1"/>
            </p:cNvGraphicFramePr>
            <p:nvPr/>
          </p:nvGraphicFramePr>
          <p:xfrm>
            <a:off x="4966" y="1298"/>
            <a:ext cx="231" cy="323"/>
          </p:xfrm>
          <a:graphic>
            <a:graphicData uri="http://schemas.openxmlformats.org/presentationml/2006/ole">
              <mc:AlternateContent xmlns:mc="http://schemas.openxmlformats.org/markup-compatibility/2006">
                <mc:Choice xmlns:v="urn:schemas-microsoft-com:vml" Requires="v">
                  <p:oleObj spid="_x0000_s3202" name="" r:id="rId18" imgW="127000" imgH="177165" progId="Equation.3">
                    <p:embed/>
                  </p:oleObj>
                </mc:Choice>
                <mc:Fallback>
                  <p:oleObj name="" r:id="rId18" imgW="127000" imgH="177165" progId="Equation.3">
                    <p:embed/>
                    <p:pic>
                      <p:nvPicPr>
                        <p:cNvPr id="0" name="图片 3201"/>
                        <p:cNvPicPr/>
                        <p:nvPr/>
                      </p:nvPicPr>
                      <p:blipFill>
                        <a:blip r:embed="rId19"/>
                        <a:stretch>
                          <a:fillRect/>
                        </a:stretch>
                      </p:blipFill>
                      <p:spPr>
                        <a:xfrm>
                          <a:off x="4966" y="1298"/>
                          <a:ext cx="231" cy="323"/>
                        </a:xfrm>
                        <a:prstGeom prst="rect">
                          <a:avLst/>
                        </a:prstGeom>
                        <a:noFill/>
                        <a:ln w="38100">
                          <a:noFill/>
                          <a:miter/>
                        </a:ln>
                      </p:spPr>
                    </p:pic>
                  </p:oleObj>
                </mc:Fallback>
              </mc:AlternateContent>
            </a:graphicData>
          </a:graphic>
        </p:graphicFrame>
      </p:grpSp>
      <p:sp>
        <p:nvSpPr>
          <p:cNvPr id="198930" name="Text Box 274"/>
          <p:cNvSpPr txBox="1"/>
          <p:nvPr/>
        </p:nvSpPr>
        <p:spPr>
          <a:xfrm>
            <a:off x="684213" y="6078538"/>
            <a:ext cx="6348412" cy="460375"/>
          </a:xfrm>
          <a:prstGeom prst="rect">
            <a:avLst/>
          </a:prstGeom>
          <a:noFill/>
          <a:ln w="9525">
            <a:noFill/>
          </a:ln>
        </p:spPr>
        <p:txBody>
          <a:bodyPr wrap="square" anchor="t" anchorCtr="0">
            <a:spAutoFit/>
          </a:bodyPr>
          <a:p>
            <a:r>
              <a:rPr lang="en-US" altLang="zh-CN" sz="2400" b="1" dirty="0">
                <a:solidFill>
                  <a:srgbClr val="CC3300"/>
                </a:solidFill>
                <a:latin typeface="Times New Roman" panose="02020603050405020304" pitchFamily="18" charset="0"/>
                <a:ea typeface="华文新魏" panose="02010800040101010101" pitchFamily="2" charset="-122"/>
              </a:rPr>
              <a:t>[</a:t>
            </a:r>
            <a:r>
              <a:rPr lang="zh-CN" altLang="en-US" sz="2400" b="1" dirty="0">
                <a:solidFill>
                  <a:srgbClr val="CC3300"/>
                </a:solidFill>
                <a:latin typeface="Times New Roman" panose="02020603050405020304" pitchFamily="18" charset="0"/>
                <a:ea typeface="华文新魏" panose="02010800040101010101" pitchFamily="2" charset="-122"/>
              </a:rPr>
              <a:t>思考</a:t>
            </a:r>
            <a:r>
              <a:rPr lang="en-US" altLang="zh-CN" sz="2400" b="1" dirty="0">
                <a:solidFill>
                  <a:srgbClr val="CC3300"/>
                </a:solidFill>
                <a:latin typeface="Times New Roman" panose="02020603050405020304" pitchFamily="18" charset="0"/>
                <a:ea typeface="华文新魏" panose="02010800040101010101" pitchFamily="2" charset="-122"/>
              </a:rPr>
              <a:t>]</a:t>
            </a:r>
            <a:r>
              <a:rPr lang="en-US" altLang="zh-CN" sz="2400" b="1" dirty="0">
                <a:solidFill>
                  <a:srgbClr val="FF33CC"/>
                </a:solidFill>
                <a:latin typeface="Times New Roman" panose="02020603050405020304" pitchFamily="18" charset="0"/>
                <a:ea typeface="华文新魏" panose="02010800040101010101" pitchFamily="2" charset="-122"/>
              </a:rPr>
              <a:t> </a:t>
            </a:r>
            <a:r>
              <a:rPr lang="zh-CN" altLang="en-US" sz="2400" b="1" dirty="0">
                <a:latin typeface="Times New Roman" panose="02020603050405020304" pitchFamily="18" charset="0"/>
                <a:ea typeface="华文新魏" panose="02010800040101010101" pitchFamily="2" charset="-122"/>
              </a:rPr>
              <a:t>此题还能用其他方法进行证明吗</a:t>
            </a:r>
            <a:r>
              <a:rPr lang="zh-CN" altLang="en-US" sz="2400" b="1" dirty="0">
                <a:latin typeface="Times New Roman" panose="02020603050405020304" pitchFamily="18" charset="0"/>
                <a:ea typeface="华文新魏" panose="02010800040101010101" pitchFamily="2" charset="-122"/>
                <a:sym typeface="Symbol" panose="05050102010706020507" pitchFamily="18" charset="2"/>
              </a:rPr>
              <a:t>？</a:t>
            </a:r>
            <a:endParaRPr lang="zh-CN" altLang="en-US" sz="2400" b="1" dirty="0">
              <a:latin typeface="Times New Roman" panose="02020603050405020304" pitchFamily="18" charset="0"/>
              <a:ea typeface="华文新魏" panose="0201080004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300"/>
                                  </p:iterate>
                                  <p:childTnLst>
                                    <p:set>
                                      <p:cBhvr>
                                        <p:cTn id="6" dur="1" fill="hold">
                                          <p:stCondLst>
                                            <p:cond delay="299"/>
                                          </p:stCondLst>
                                        </p:cTn>
                                        <p:tgtEl>
                                          <p:spTgt spid="198659"/>
                                        </p:tgtEl>
                                        <p:attrNameLst>
                                          <p:attrName>style.visibility</p:attrName>
                                        </p:attrNameLst>
                                      </p:cBhvr>
                                      <p:to>
                                        <p:strVal val="visible"/>
                                      </p:to>
                                    </p:set>
                                  </p:childTnLst>
                                </p:cTn>
                              </p:par>
                            </p:childTnLst>
                          </p:cTn>
                        </p:par>
                        <p:par>
                          <p:cTn id="7" fill="hold">
                            <p:stCondLst>
                              <p:cond delay="1200"/>
                            </p:stCondLst>
                            <p:childTnLst>
                              <p:par>
                                <p:cTn id="8" presetID="1" presetClass="entr" presetSubtype="0" fill="hold" nodeType="afterEffect">
                                  <p:stCondLst>
                                    <p:cond delay="0"/>
                                  </p:stCondLst>
                                  <p:childTnLst>
                                    <p:set>
                                      <p:cBhvr>
                                        <p:cTn id="9" dur="1" fill="hold">
                                          <p:stCondLst>
                                            <p:cond delay="499"/>
                                          </p:stCondLst>
                                        </p:cTn>
                                        <p:tgtEl>
                                          <p:spTgt spid="198660"/>
                                        </p:tgtEl>
                                        <p:attrNameLst>
                                          <p:attrName>style.visibility</p:attrName>
                                        </p:attrNameLst>
                                      </p:cBhvr>
                                      <p:to>
                                        <p:strVal val="visible"/>
                                      </p:to>
                                    </p:set>
                                  </p:childTnLst>
                                </p:cTn>
                              </p:par>
                            </p:childTnLst>
                          </p:cTn>
                        </p:par>
                        <p:par>
                          <p:cTn id="10" fill="hold">
                            <p:stCondLst>
                              <p:cond delay="1700"/>
                            </p:stCondLst>
                            <p:childTnLst>
                              <p:par>
                                <p:cTn id="11" presetID="1" presetClass="entr" presetSubtype="0" fill="hold" nodeType="afterEffect">
                                  <p:stCondLst>
                                    <p:cond delay="0"/>
                                  </p:stCondLst>
                                  <p:childTnLst>
                                    <p:set>
                                      <p:cBhvr>
                                        <p:cTn id="12" dur="1" fill="hold">
                                          <p:stCondLst>
                                            <p:cond delay="499"/>
                                          </p:stCondLst>
                                        </p:cTn>
                                        <p:tgtEl>
                                          <p:spTgt spid="19866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8930"/>
                                        </p:tgtEl>
                                        <p:attrNameLst>
                                          <p:attrName>style.visibility</p:attrName>
                                        </p:attrNameLst>
                                      </p:cBhvr>
                                      <p:to>
                                        <p:strVal val="visible"/>
                                      </p:to>
                                    </p:set>
                                    <p:animEffect transition="in" filter="wipe(left)">
                                      <p:cBhvr>
                                        <p:cTn id="17" dur="500"/>
                                        <p:tgtEl>
                                          <p:spTgt spid="198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p:bldP spid="19893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pSp>
        <p:nvGrpSpPr>
          <p:cNvPr id="40962" name="Group 2"/>
          <p:cNvGrpSpPr/>
          <p:nvPr/>
        </p:nvGrpSpPr>
        <p:grpSpPr>
          <a:xfrm>
            <a:off x="6400800" y="533400"/>
            <a:ext cx="1693863" cy="382588"/>
            <a:chOff x="624" y="1919"/>
            <a:chExt cx="1156" cy="241"/>
          </a:xfrm>
        </p:grpSpPr>
        <p:sp>
          <p:nvSpPr>
            <p:cNvPr id="40963" name="Line 3"/>
            <p:cNvSpPr/>
            <p:nvPr/>
          </p:nvSpPr>
          <p:spPr>
            <a:xfrm rot="-5400000">
              <a:off x="638" y="1969"/>
              <a:ext cx="217" cy="109"/>
            </a:xfrm>
            <a:prstGeom prst="line">
              <a:avLst/>
            </a:prstGeom>
            <a:ln w="28575" cap="flat" cmpd="sng">
              <a:solidFill>
                <a:srgbClr val="BAB442"/>
              </a:solidFill>
              <a:prstDash val="solid"/>
              <a:round/>
              <a:headEnd type="none" w="med" len="med"/>
              <a:tailEnd type="none" w="med" len="med"/>
            </a:ln>
          </p:spPr>
        </p:sp>
        <p:sp>
          <p:nvSpPr>
            <p:cNvPr id="40964" name="Line 4"/>
            <p:cNvSpPr/>
            <p:nvPr/>
          </p:nvSpPr>
          <p:spPr>
            <a:xfrm rot="-5400000">
              <a:off x="1613" y="1970"/>
              <a:ext cx="217" cy="108"/>
            </a:xfrm>
            <a:prstGeom prst="line">
              <a:avLst/>
            </a:prstGeom>
            <a:ln w="28575" cap="flat" cmpd="sng">
              <a:solidFill>
                <a:srgbClr val="BAB442"/>
              </a:solidFill>
              <a:prstDash val="solid"/>
              <a:round/>
              <a:headEnd type="none" w="med" len="med"/>
              <a:tailEnd type="none" w="med" len="med"/>
            </a:ln>
          </p:spPr>
        </p:sp>
        <p:sp>
          <p:nvSpPr>
            <p:cNvPr id="40965" name="Line 5"/>
            <p:cNvSpPr/>
            <p:nvPr/>
          </p:nvSpPr>
          <p:spPr>
            <a:xfrm rot="-5400000">
              <a:off x="1505" y="1970"/>
              <a:ext cx="217" cy="108"/>
            </a:xfrm>
            <a:prstGeom prst="line">
              <a:avLst/>
            </a:prstGeom>
            <a:ln w="28575" cap="flat" cmpd="sng">
              <a:solidFill>
                <a:srgbClr val="BAB442"/>
              </a:solidFill>
              <a:prstDash val="solid"/>
              <a:round/>
              <a:headEnd type="none" w="med" len="med"/>
              <a:tailEnd type="none" w="med" len="med"/>
            </a:ln>
          </p:spPr>
        </p:sp>
        <p:sp>
          <p:nvSpPr>
            <p:cNvPr id="40966" name="Line 6"/>
            <p:cNvSpPr/>
            <p:nvPr/>
          </p:nvSpPr>
          <p:spPr>
            <a:xfrm rot="-5400000">
              <a:off x="1397" y="1969"/>
              <a:ext cx="217" cy="109"/>
            </a:xfrm>
            <a:prstGeom prst="line">
              <a:avLst/>
            </a:prstGeom>
            <a:ln w="28575" cap="flat" cmpd="sng">
              <a:solidFill>
                <a:srgbClr val="BAB442"/>
              </a:solidFill>
              <a:prstDash val="solid"/>
              <a:round/>
              <a:headEnd type="none" w="med" len="med"/>
              <a:tailEnd type="none" w="med" len="med"/>
            </a:ln>
          </p:spPr>
        </p:sp>
        <p:sp>
          <p:nvSpPr>
            <p:cNvPr id="40967" name="Line 7"/>
            <p:cNvSpPr/>
            <p:nvPr/>
          </p:nvSpPr>
          <p:spPr>
            <a:xfrm rot="-5400000">
              <a:off x="1180" y="1969"/>
              <a:ext cx="217" cy="109"/>
            </a:xfrm>
            <a:prstGeom prst="line">
              <a:avLst/>
            </a:prstGeom>
            <a:ln w="28575" cap="flat" cmpd="sng">
              <a:solidFill>
                <a:srgbClr val="BAB442"/>
              </a:solidFill>
              <a:prstDash val="solid"/>
              <a:round/>
              <a:headEnd type="none" w="med" len="med"/>
              <a:tailEnd type="none" w="med" len="med"/>
            </a:ln>
          </p:spPr>
        </p:sp>
        <p:sp>
          <p:nvSpPr>
            <p:cNvPr id="40968" name="Line 8"/>
            <p:cNvSpPr/>
            <p:nvPr/>
          </p:nvSpPr>
          <p:spPr>
            <a:xfrm rot="-5400000">
              <a:off x="1071" y="1970"/>
              <a:ext cx="217" cy="108"/>
            </a:xfrm>
            <a:prstGeom prst="line">
              <a:avLst/>
            </a:prstGeom>
            <a:ln w="28575" cap="flat" cmpd="sng">
              <a:solidFill>
                <a:srgbClr val="BAB442"/>
              </a:solidFill>
              <a:prstDash val="solid"/>
              <a:round/>
              <a:headEnd type="none" w="med" len="med"/>
              <a:tailEnd type="none" w="med" len="med"/>
            </a:ln>
          </p:spPr>
        </p:sp>
        <p:sp>
          <p:nvSpPr>
            <p:cNvPr id="40969" name="Line 9"/>
            <p:cNvSpPr/>
            <p:nvPr/>
          </p:nvSpPr>
          <p:spPr>
            <a:xfrm rot="-5400000">
              <a:off x="1288" y="1970"/>
              <a:ext cx="217" cy="108"/>
            </a:xfrm>
            <a:prstGeom prst="line">
              <a:avLst/>
            </a:prstGeom>
            <a:ln w="28575" cap="flat" cmpd="sng">
              <a:solidFill>
                <a:srgbClr val="BAB442"/>
              </a:solidFill>
              <a:prstDash val="solid"/>
              <a:round/>
              <a:headEnd type="none" w="med" len="med"/>
              <a:tailEnd type="none" w="med" len="med"/>
            </a:ln>
          </p:spPr>
        </p:sp>
        <p:sp>
          <p:nvSpPr>
            <p:cNvPr id="40970" name="Line 10"/>
            <p:cNvSpPr/>
            <p:nvPr/>
          </p:nvSpPr>
          <p:spPr>
            <a:xfrm rot="-5400000">
              <a:off x="963" y="1970"/>
              <a:ext cx="217" cy="108"/>
            </a:xfrm>
            <a:prstGeom prst="line">
              <a:avLst/>
            </a:prstGeom>
            <a:ln w="28575" cap="flat" cmpd="sng">
              <a:solidFill>
                <a:srgbClr val="BAB442"/>
              </a:solidFill>
              <a:prstDash val="solid"/>
              <a:round/>
              <a:headEnd type="none" w="med" len="med"/>
              <a:tailEnd type="none" w="med" len="med"/>
            </a:ln>
          </p:spPr>
        </p:sp>
        <p:sp>
          <p:nvSpPr>
            <p:cNvPr id="40971" name="Line 11"/>
            <p:cNvSpPr/>
            <p:nvPr/>
          </p:nvSpPr>
          <p:spPr>
            <a:xfrm rot="-5400000">
              <a:off x="855" y="1969"/>
              <a:ext cx="217" cy="109"/>
            </a:xfrm>
            <a:prstGeom prst="line">
              <a:avLst/>
            </a:prstGeom>
            <a:ln w="28575" cap="flat" cmpd="sng">
              <a:solidFill>
                <a:srgbClr val="BAB442"/>
              </a:solidFill>
              <a:prstDash val="solid"/>
              <a:round/>
              <a:headEnd type="none" w="med" len="med"/>
              <a:tailEnd type="none" w="med" len="med"/>
            </a:ln>
          </p:spPr>
        </p:sp>
        <p:sp>
          <p:nvSpPr>
            <p:cNvPr id="40972" name="Line 12"/>
            <p:cNvSpPr/>
            <p:nvPr/>
          </p:nvSpPr>
          <p:spPr>
            <a:xfrm rot="-5400000">
              <a:off x="746" y="1970"/>
              <a:ext cx="217" cy="108"/>
            </a:xfrm>
            <a:prstGeom prst="line">
              <a:avLst/>
            </a:prstGeom>
            <a:ln w="28575" cap="flat" cmpd="sng">
              <a:solidFill>
                <a:srgbClr val="BAB442"/>
              </a:solidFill>
              <a:prstDash val="solid"/>
              <a:round/>
              <a:headEnd type="none" w="med" len="med"/>
              <a:tailEnd type="none" w="med" len="med"/>
            </a:ln>
          </p:spPr>
        </p:sp>
        <p:sp>
          <p:nvSpPr>
            <p:cNvPr id="40973" name="Line 13"/>
            <p:cNvSpPr/>
            <p:nvPr/>
          </p:nvSpPr>
          <p:spPr>
            <a:xfrm rot="5400000" flipH="1">
              <a:off x="1200" y="1584"/>
              <a:ext cx="0" cy="1152"/>
            </a:xfrm>
            <a:prstGeom prst="line">
              <a:avLst/>
            </a:prstGeom>
            <a:ln w="28575" cap="flat" cmpd="sng">
              <a:solidFill>
                <a:srgbClr val="BAB442"/>
              </a:solidFill>
              <a:prstDash val="solid"/>
              <a:round/>
              <a:headEnd type="none" w="med" len="med"/>
              <a:tailEnd type="none" w="med" len="med"/>
            </a:ln>
          </p:spPr>
        </p:sp>
      </p:grpSp>
      <p:grpSp>
        <p:nvGrpSpPr>
          <p:cNvPr id="40974" name="Group 14"/>
          <p:cNvGrpSpPr/>
          <p:nvPr/>
        </p:nvGrpSpPr>
        <p:grpSpPr>
          <a:xfrm>
            <a:off x="6962775" y="915988"/>
            <a:ext cx="563563" cy="2736850"/>
            <a:chOff x="1056" y="2160"/>
            <a:chExt cx="384" cy="1724"/>
          </a:xfrm>
        </p:grpSpPr>
        <p:grpSp>
          <p:nvGrpSpPr>
            <p:cNvPr id="40975" name="Group 15"/>
            <p:cNvGrpSpPr/>
            <p:nvPr/>
          </p:nvGrpSpPr>
          <p:grpSpPr>
            <a:xfrm>
              <a:off x="1104" y="2160"/>
              <a:ext cx="309" cy="1440"/>
              <a:chOff x="3387" y="840"/>
              <a:chExt cx="452" cy="2088"/>
            </a:xfrm>
          </p:grpSpPr>
          <p:grpSp>
            <p:nvGrpSpPr>
              <p:cNvPr id="40976" name="Group 16"/>
              <p:cNvGrpSpPr/>
              <p:nvPr/>
            </p:nvGrpSpPr>
            <p:grpSpPr>
              <a:xfrm>
                <a:off x="3387" y="840"/>
                <a:ext cx="452" cy="1749"/>
                <a:chOff x="3387" y="840"/>
                <a:chExt cx="452" cy="1749"/>
              </a:xfrm>
            </p:grpSpPr>
            <p:sp>
              <p:nvSpPr>
                <p:cNvPr id="40977" name="Oval 17"/>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978" name="Oval 18"/>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979" name="Arc 19"/>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980" name="Oval 20"/>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981" name="Oval 21"/>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982" name="Arc 22"/>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983" name="Oval 23"/>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984" name="Arc 24"/>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985" name="Arc 25"/>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986" name="Arc 26"/>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987" name="Oval 27"/>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988" name="Arc 28"/>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989" name="Line 29"/>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0990" name="Oval 30"/>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991" name="Arc 31"/>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0992" name="Arc 32"/>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0993" name="Line 33"/>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40994" name="Oval 34"/>
            <p:cNvSpPr/>
            <p:nvPr/>
          </p:nvSpPr>
          <p:spPr>
            <a:xfrm rot="5351088">
              <a:off x="1058" y="3502"/>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0995" name="Group 35"/>
          <p:cNvGrpSpPr/>
          <p:nvPr/>
        </p:nvGrpSpPr>
        <p:grpSpPr>
          <a:xfrm>
            <a:off x="6962775" y="914400"/>
            <a:ext cx="563563" cy="3581400"/>
            <a:chOff x="3312" y="576"/>
            <a:chExt cx="384" cy="2256"/>
          </a:xfrm>
        </p:grpSpPr>
        <p:grpSp>
          <p:nvGrpSpPr>
            <p:cNvPr id="40996" name="Group 36"/>
            <p:cNvGrpSpPr/>
            <p:nvPr/>
          </p:nvGrpSpPr>
          <p:grpSpPr>
            <a:xfrm>
              <a:off x="3360" y="576"/>
              <a:ext cx="309" cy="1968"/>
              <a:chOff x="3360" y="2112"/>
              <a:chExt cx="309" cy="1681"/>
            </a:xfrm>
          </p:grpSpPr>
          <p:grpSp>
            <p:nvGrpSpPr>
              <p:cNvPr id="40997" name="Group 37"/>
              <p:cNvGrpSpPr/>
              <p:nvPr/>
            </p:nvGrpSpPr>
            <p:grpSpPr>
              <a:xfrm>
                <a:off x="3360" y="2112"/>
                <a:ext cx="309" cy="1488"/>
                <a:chOff x="3387" y="840"/>
                <a:chExt cx="452" cy="1749"/>
              </a:xfrm>
            </p:grpSpPr>
            <p:sp>
              <p:nvSpPr>
                <p:cNvPr id="40998" name="Oval 38"/>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0999" name="Oval 39"/>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00" name="Arc 40"/>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01" name="Oval 41"/>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02" name="Oval 42"/>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03" name="Arc 43"/>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04" name="Oval 44"/>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05" name="Arc 45"/>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06" name="Arc 46"/>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07" name="Arc 47"/>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08" name="Oval 48"/>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09" name="Arc 49"/>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10" name="Line 50"/>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1011" name="Oval 51"/>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12" name="Arc 52"/>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1013" name="Arc 53"/>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14" name="Line 54"/>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1015" name="Oval 55"/>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1016" name="Group 56"/>
          <p:cNvGrpSpPr/>
          <p:nvPr/>
        </p:nvGrpSpPr>
        <p:grpSpPr>
          <a:xfrm>
            <a:off x="6962775" y="914400"/>
            <a:ext cx="563563" cy="4495800"/>
            <a:chOff x="4128" y="576"/>
            <a:chExt cx="384" cy="2832"/>
          </a:xfrm>
        </p:grpSpPr>
        <p:grpSp>
          <p:nvGrpSpPr>
            <p:cNvPr id="41017" name="Group 57"/>
            <p:cNvGrpSpPr/>
            <p:nvPr/>
          </p:nvGrpSpPr>
          <p:grpSpPr>
            <a:xfrm>
              <a:off x="4155" y="576"/>
              <a:ext cx="309" cy="2496"/>
              <a:chOff x="3360" y="2112"/>
              <a:chExt cx="309" cy="1681"/>
            </a:xfrm>
          </p:grpSpPr>
          <p:grpSp>
            <p:nvGrpSpPr>
              <p:cNvPr id="41018" name="Group 58"/>
              <p:cNvGrpSpPr/>
              <p:nvPr/>
            </p:nvGrpSpPr>
            <p:grpSpPr>
              <a:xfrm>
                <a:off x="3360" y="2112"/>
                <a:ext cx="309" cy="1488"/>
                <a:chOff x="3387" y="840"/>
                <a:chExt cx="452" cy="1749"/>
              </a:xfrm>
            </p:grpSpPr>
            <p:sp>
              <p:nvSpPr>
                <p:cNvPr id="41019" name="Oval 59"/>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20" name="Oval 60"/>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21" name="Arc 61"/>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22" name="Oval 62"/>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23" name="Oval 63"/>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24" name="Arc 64"/>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25" name="Oval 65"/>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26" name="Arc 66"/>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27" name="Arc 67"/>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28" name="Arc 68"/>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29" name="Oval 69"/>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30" name="Arc 70"/>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31" name="Line 71"/>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1032" name="Oval 72"/>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33" name="Arc 73"/>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1034" name="Arc 74"/>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35" name="Line 75"/>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1036" name="Oval 76"/>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1037" name="Group 77"/>
          <p:cNvGrpSpPr/>
          <p:nvPr/>
        </p:nvGrpSpPr>
        <p:grpSpPr>
          <a:xfrm>
            <a:off x="6962775" y="914400"/>
            <a:ext cx="563563" cy="3581400"/>
            <a:chOff x="3312" y="576"/>
            <a:chExt cx="384" cy="2256"/>
          </a:xfrm>
        </p:grpSpPr>
        <p:grpSp>
          <p:nvGrpSpPr>
            <p:cNvPr id="41038" name="Group 78"/>
            <p:cNvGrpSpPr/>
            <p:nvPr/>
          </p:nvGrpSpPr>
          <p:grpSpPr>
            <a:xfrm>
              <a:off x="3360" y="576"/>
              <a:ext cx="309" cy="1968"/>
              <a:chOff x="3360" y="2112"/>
              <a:chExt cx="309" cy="1681"/>
            </a:xfrm>
          </p:grpSpPr>
          <p:grpSp>
            <p:nvGrpSpPr>
              <p:cNvPr id="41039" name="Group 79"/>
              <p:cNvGrpSpPr/>
              <p:nvPr/>
            </p:nvGrpSpPr>
            <p:grpSpPr>
              <a:xfrm>
                <a:off x="3360" y="2112"/>
                <a:ext cx="309" cy="1488"/>
                <a:chOff x="3387" y="840"/>
                <a:chExt cx="452" cy="1749"/>
              </a:xfrm>
            </p:grpSpPr>
            <p:sp>
              <p:nvSpPr>
                <p:cNvPr id="41040" name="Oval 80"/>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41" name="Oval 81"/>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42" name="Arc 82"/>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43" name="Oval 83"/>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44" name="Oval 84"/>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45" name="Arc 85"/>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46" name="Oval 86"/>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47" name="Arc 87"/>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48" name="Arc 88"/>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49" name="Arc 89"/>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50" name="Oval 90"/>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51" name="Arc 91"/>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52" name="Line 92"/>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1053" name="Oval 93"/>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54" name="Arc 94"/>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1055" name="Arc 95"/>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56" name="Line 96"/>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1057" name="Oval 97"/>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1058" name="Group 98"/>
          <p:cNvGrpSpPr/>
          <p:nvPr/>
        </p:nvGrpSpPr>
        <p:grpSpPr>
          <a:xfrm>
            <a:off x="6962775" y="914400"/>
            <a:ext cx="563563" cy="2736850"/>
            <a:chOff x="1056" y="2160"/>
            <a:chExt cx="384" cy="1724"/>
          </a:xfrm>
        </p:grpSpPr>
        <p:grpSp>
          <p:nvGrpSpPr>
            <p:cNvPr id="41059" name="Group 99"/>
            <p:cNvGrpSpPr/>
            <p:nvPr/>
          </p:nvGrpSpPr>
          <p:grpSpPr>
            <a:xfrm>
              <a:off x="1104" y="2160"/>
              <a:ext cx="309" cy="1440"/>
              <a:chOff x="3387" y="840"/>
              <a:chExt cx="452" cy="2088"/>
            </a:xfrm>
          </p:grpSpPr>
          <p:grpSp>
            <p:nvGrpSpPr>
              <p:cNvPr id="41060" name="Group 100"/>
              <p:cNvGrpSpPr/>
              <p:nvPr/>
            </p:nvGrpSpPr>
            <p:grpSpPr>
              <a:xfrm>
                <a:off x="3387" y="840"/>
                <a:ext cx="452" cy="1749"/>
                <a:chOff x="3387" y="840"/>
                <a:chExt cx="452" cy="1749"/>
              </a:xfrm>
            </p:grpSpPr>
            <p:sp>
              <p:nvSpPr>
                <p:cNvPr id="41061" name="Oval 101"/>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62" name="Oval 102"/>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63" name="Arc 103"/>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64" name="Oval 104"/>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65" name="Oval 105"/>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66" name="Arc 106"/>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67" name="Oval 107"/>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68" name="Arc 108"/>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69" name="Arc 109"/>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70" name="Arc 110"/>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71" name="Oval 111"/>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72" name="Arc 112"/>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73" name="Line 113"/>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1074" name="Oval 114"/>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75" name="Arc 115"/>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1076" name="Arc 116"/>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77" name="Line 117"/>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41078" name="Oval 118"/>
            <p:cNvSpPr/>
            <p:nvPr/>
          </p:nvSpPr>
          <p:spPr>
            <a:xfrm rot="5351088">
              <a:off x="1058" y="3502"/>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1079" name="Group 119"/>
          <p:cNvGrpSpPr/>
          <p:nvPr/>
        </p:nvGrpSpPr>
        <p:grpSpPr>
          <a:xfrm>
            <a:off x="6962775" y="914400"/>
            <a:ext cx="563563" cy="3581400"/>
            <a:chOff x="3312" y="576"/>
            <a:chExt cx="384" cy="2256"/>
          </a:xfrm>
        </p:grpSpPr>
        <p:grpSp>
          <p:nvGrpSpPr>
            <p:cNvPr id="41080" name="Group 120"/>
            <p:cNvGrpSpPr/>
            <p:nvPr/>
          </p:nvGrpSpPr>
          <p:grpSpPr>
            <a:xfrm>
              <a:off x="3360" y="576"/>
              <a:ext cx="309" cy="1968"/>
              <a:chOff x="3360" y="2112"/>
              <a:chExt cx="309" cy="1681"/>
            </a:xfrm>
          </p:grpSpPr>
          <p:grpSp>
            <p:nvGrpSpPr>
              <p:cNvPr id="41081" name="Group 121"/>
              <p:cNvGrpSpPr/>
              <p:nvPr/>
            </p:nvGrpSpPr>
            <p:grpSpPr>
              <a:xfrm>
                <a:off x="3360" y="2112"/>
                <a:ext cx="309" cy="1488"/>
                <a:chOff x="3387" y="840"/>
                <a:chExt cx="452" cy="1749"/>
              </a:xfrm>
            </p:grpSpPr>
            <p:sp>
              <p:nvSpPr>
                <p:cNvPr id="41082" name="Oval 122"/>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83" name="Oval 123"/>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84" name="Arc 124"/>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85" name="Oval 125"/>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86" name="Oval 126"/>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87" name="Arc 127"/>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88" name="Oval 128"/>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89" name="Arc 129"/>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90" name="Arc 130"/>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91" name="Arc 131"/>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92" name="Oval 132"/>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93" name="Arc 133"/>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94" name="Line 134"/>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1095" name="Oval 135"/>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096" name="Arc 136"/>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1097" name="Arc 137"/>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098" name="Line 138"/>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1099" name="Oval 139"/>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1100" name="Group 140"/>
          <p:cNvGrpSpPr/>
          <p:nvPr/>
        </p:nvGrpSpPr>
        <p:grpSpPr>
          <a:xfrm>
            <a:off x="6962775" y="914400"/>
            <a:ext cx="563563" cy="4495800"/>
            <a:chOff x="4128" y="576"/>
            <a:chExt cx="384" cy="2832"/>
          </a:xfrm>
        </p:grpSpPr>
        <p:grpSp>
          <p:nvGrpSpPr>
            <p:cNvPr id="41101" name="Group 141"/>
            <p:cNvGrpSpPr/>
            <p:nvPr/>
          </p:nvGrpSpPr>
          <p:grpSpPr>
            <a:xfrm>
              <a:off x="4155" y="576"/>
              <a:ext cx="309" cy="2496"/>
              <a:chOff x="3360" y="2112"/>
              <a:chExt cx="309" cy="1681"/>
            </a:xfrm>
          </p:grpSpPr>
          <p:grpSp>
            <p:nvGrpSpPr>
              <p:cNvPr id="41102" name="Group 142"/>
              <p:cNvGrpSpPr/>
              <p:nvPr/>
            </p:nvGrpSpPr>
            <p:grpSpPr>
              <a:xfrm>
                <a:off x="3360" y="2112"/>
                <a:ext cx="309" cy="1488"/>
                <a:chOff x="3387" y="840"/>
                <a:chExt cx="452" cy="1749"/>
              </a:xfrm>
            </p:grpSpPr>
            <p:sp>
              <p:nvSpPr>
                <p:cNvPr id="41103" name="Oval 143"/>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04" name="Oval 144"/>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05" name="Arc 145"/>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06" name="Oval 146"/>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07" name="Oval 147"/>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08" name="Arc 148"/>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09" name="Oval 149"/>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10" name="Arc 150"/>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11" name="Arc 151"/>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12" name="Arc 152"/>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13" name="Oval 153"/>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14" name="Arc 154"/>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15" name="Line 155"/>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1116" name="Oval 156"/>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17" name="Arc 157"/>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1118" name="Arc 158"/>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19" name="Line 159"/>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1120" name="Oval 160"/>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1121" name="Group 161"/>
          <p:cNvGrpSpPr/>
          <p:nvPr/>
        </p:nvGrpSpPr>
        <p:grpSpPr>
          <a:xfrm>
            <a:off x="6962775" y="914400"/>
            <a:ext cx="563563" cy="3581400"/>
            <a:chOff x="3312" y="576"/>
            <a:chExt cx="384" cy="2256"/>
          </a:xfrm>
        </p:grpSpPr>
        <p:grpSp>
          <p:nvGrpSpPr>
            <p:cNvPr id="41122" name="Group 162"/>
            <p:cNvGrpSpPr/>
            <p:nvPr/>
          </p:nvGrpSpPr>
          <p:grpSpPr>
            <a:xfrm>
              <a:off x="3360" y="576"/>
              <a:ext cx="309" cy="1968"/>
              <a:chOff x="3360" y="2112"/>
              <a:chExt cx="309" cy="1681"/>
            </a:xfrm>
          </p:grpSpPr>
          <p:grpSp>
            <p:nvGrpSpPr>
              <p:cNvPr id="41123" name="Group 163"/>
              <p:cNvGrpSpPr/>
              <p:nvPr/>
            </p:nvGrpSpPr>
            <p:grpSpPr>
              <a:xfrm>
                <a:off x="3360" y="2112"/>
                <a:ext cx="309" cy="1488"/>
                <a:chOff x="3387" y="840"/>
                <a:chExt cx="452" cy="1749"/>
              </a:xfrm>
            </p:grpSpPr>
            <p:sp>
              <p:nvSpPr>
                <p:cNvPr id="41124" name="Oval 164"/>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25" name="Oval 165"/>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26" name="Arc 166"/>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27" name="Oval 167"/>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28" name="Oval 168"/>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29" name="Arc 169"/>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30" name="Oval 170"/>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31" name="Arc 171"/>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32" name="Arc 172"/>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33" name="Arc 173"/>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34" name="Oval 174"/>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35" name="Arc 175"/>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36" name="Line 176"/>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1137" name="Oval 177"/>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38" name="Arc 178"/>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1139" name="Arc 179"/>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40" name="Line 180"/>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1141" name="Oval 181"/>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aphicFrame>
        <p:nvGraphicFramePr>
          <p:cNvPr id="41142" name="Object 182"/>
          <p:cNvGraphicFramePr>
            <a:graphicFrameLocks noChangeAspect="1"/>
          </p:cNvGraphicFramePr>
          <p:nvPr/>
        </p:nvGraphicFramePr>
        <p:xfrm>
          <a:off x="7596188" y="4495800"/>
          <a:ext cx="352425" cy="330200"/>
        </p:xfrm>
        <a:graphic>
          <a:graphicData uri="http://schemas.openxmlformats.org/presentationml/2006/ole">
            <mc:AlternateContent xmlns:mc="http://schemas.openxmlformats.org/markup-compatibility/2006">
              <mc:Choice xmlns:v="urn:schemas-microsoft-com:vml" Requires="v">
                <p:oleObj spid="_x0000_s3203" name="" r:id="rId1" imgW="190500" imgH="165100" progId="Equation.3">
                  <p:embed/>
                </p:oleObj>
              </mc:Choice>
              <mc:Fallback>
                <p:oleObj name="" r:id="rId1" imgW="190500" imgH="165100" progId="Equation.3">
                  <p:embed/>
                  <p:pic>
                    <p:nvPicPr>
                      <p:cNvPr id="0" name="图片 3202"/>
                      <p:cNvPicPr/>
                      <p:nvPr/>
                    </p:nvPicPr>
                    <p:blipFill>
                      <a:blip r:embed="rId2"/>
                      <a:stretch>
                        <a:fillRect/>
                      </a:stretch>
                    </p:blipFill>
                    <p:spPr>
                      <a:xfrm>
                        <a:off x="7596188" y="4495800"/>
                        <a:ext cx="352425" cy="330200"/>
                      </a:xfrm>
                      <a:prstGeom prst="rect">
                        <a:avLst/>
                      </a:prstGeom>
                      <a:noFill/>
                      <a:ln w="38100">
                        <a:noFill/>
                        <a:miter/>
                      </a:ln>
                    </p:spPr>
                  </p:pic>
                </p:oleObj>
              </mc:Fallback>
            </mc:AlternateContent>
          </a:graphicData>
        </a:graphic>
      </p:graphicFrame>
      <p:grpSp>
        <p:nvGrpSpPr>
          <p:cNvPr id="41143" name="Group 183"/>
          <p:cNvGrpSpPr/>
          <p:nvPr/>
        </p:nvGrpSpPr>
        <p:grpSpPr>
          <a:xfrm>
            <a:off x="7002463" y="914400"/>
            <a:ext cx="454025" cy="2286000"/>
            <a:chOff x="3387" y="840"/>
            <a:chExt cx="452" cy="2088"/>
          </a:xfrm>
        </p:grpSpPr>
        <p:grpSp>
          <p:nvGrpSpPr>
            <p:cNvPr id="41144" name="Group 184"/>
            <p:cNvGrpSpPr/>
            <p:nvPr/>
          </p:nvGrpSpPr>
          <p:grpSpPr>
            <a:xfrm>
              <a:off x="3387" y="840"/>
              <a:ext cx="452" cy="1749"/>
              <a:chOff x="3387" y="840"/>
              <a:chExt cx="452" cy="1749"/>
            </a:xfrm>
          </p:grpSpPr>
          <p:sp>
            <p:nvSpPr>
              <p:cNvPr id="41145" name="Oval 185"/>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46" name="Oval 186"/>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47" name="Arc 187"/>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48" name="Oval 188"/>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49" name="Oval 189"/>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50" name="Arc 190"/>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51" name="Oval 191"/>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52" name="Arc 192"/>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53" name="Arc 193"/>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54" name="Arc 194"/>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55" name="Oval 195"/>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56" name="Arc 196"/>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57" name="Line 197"/>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1158" name="Oval 198"/>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59" name="Arc 199"/>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1160" name="Arc 200"/>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61" name="Line 201"/>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41162" name="Line 202"/>
          <p:cNvSpPr/>
          <p:nvPr/>
        </p:nvSpPr>
        <p:spPr>
          <a:xfrm flipH="1">
            <a:off x="6330950" y="3200400"/>
            <a:ext cx="842963" cy="0"/>
          </a:xfrm>
          <a:prstGeom prst="line">
            <a:avLst/>
          </a:prstGeom>
          <a:ln w="28575" cap="flat" cmpd="sng">
            <a:solidFill>
              <a:srgbClr val="3A7C3A"/>
            </a:solidFill>
            <a:prstDash val="solid"/>
            <a:round/>
            <a:headEnd type="none" w="med" len="med"/>
            <a:tailEnd type="none" w="med" len="med"/>
          </a:ln>
        </p:spPr>
      </p:sp>
      <p:sp>
        <p:nvSpPr>
          <p:cNvPr id="41163" name="Line 203"/>
          <p:cNvSpPr/>
          <p:nvPr/>
        </p:nvSpPr>
        <p:spPr>
          <a:xfrm>
            <a:off x="6681788" y="914400"/>
            <a:ext cx="0" cy="2286000"/>
          </a:xfrm>
          <a:prstGeom prst="line">
            <a:avLst/>
          </a:prstGeom>
          <a:ln w="28575" cap="flat" cmpd="sng">
            <a:solidFill>
              <a:srgbClr val="339966"/>
            </a:solidFill>
            <a:prstDash val="solid"/>
            <a:round/>
            <a:headEnd type="triangle" w="med" len="med"/>
            <a:tailEnd type="triangle" w="med" len="med"/>
          </a:ln>
        </p:spPr>
      </p:sp>
      <p:sp>
        <p:nvSpPr>
          <p:cNvPr id="41164" name="Line 204"/>
          <p:cNvSpPr/>
          <p:nvPr/>
        </p:nvSpPr>
        <p:spPr>
          <a:xfrm>
            <a:off x="6681788" y="3200400"/>
            <a:ext cx="0" cy="990600"/>
          </a:xfrm>
          <a:prstGeom prst="line">
            <a:avLst/>
          </a:prstGeom>
          <a:ln w="28575" cap="flat" cmpd="sng">
            <a:solidFill>
              <a:srgbClr val="339966"/>
            </a:solidFill>
            <a:prstDash val="solid"/>
            <a:round/>
            <a:headEnd type="triangle" w="med" len="med"/>
            <a:tailEnd type="triangle" w="med" len="med"/>
          </a:ln>
        </p:spPr>
      </p:sp>
      <p:sp>
        <p:nvSpPr>
          <p:cNvPr id="41165" name="Line 205"/>
          <p:cNvSpPr/>
          <p:nvPr/>
        </p:nvSpPr>
        <p:spPr>
          <a:xfrm>
            <a:off x="6681788" y="4191000"/>
            <a:ext cx="0" cy="914400"/>
          </a:xfrm>
          <a:prstGeom prst="line">
            <a:avLst/>
          </a:prstGeom>
          <a:ln w="28575" cap="flat" cmpd="sng">
            <a:solidFill>
              <a:srgbClr val="339966"/>
            </a:solidFill>
            <a:prstDash val="solid"/>
            <a:round/>
            <a:headEnd type="triangle" w="med" len="med"/>
            <a:tailEnd type="triangle" w="med" len="med"/>
          </a:ln>
        </p:spPr>
      </p:sp>
      <p:graphicFrame>
        <p:nvGraphicFramePr>
          <p:cNvPr id="41166" name="Object 206"/>
          <p:cNvGraphicFramePr>
            <a:graphicFrameLocks noChangeAspect="1"/>
          </p:cNvGraphicFramePr>
          <p:nvPr/>
        </p:nvGraphicFramePr>
        <p:xfrm>
          <a:off x="6367463" y="1905000"/>
          <a:ext cx="223837" cy="446088"/>
        </p:xfrm>
        <a:graphic>
          <a:graphicData uri="http://schemas.openxmlformats.org/presentationml/2006/ole">
            <mc:AlternateContent xmlns:mc="http://schemas.openxmlformats.org/markup-compatibility/2006">
              <mc:Choice xmlns:v="urn:schemas-microsoft-com:vml" Requires="v">
                <p:oleObj spid="_x0000_s3210" name="" r:id="rId3" imgW="139700" imgH="279400" progId="Equation.3">
                  <p:embed/>
                </p:oleObj>
              </mc:Choice>
              <mc:Fallback>
                <p:oleObj name="" r:id="rId3" imgW="139700" imgH="279400" progId="Equation.3">
                  <p:embed/>
                  <p:pic>
                    <p:nvPicPr>
                      <p:cNvPr id="0" name="图片 3209"/>
                      <p:cNvPicPr/>
                      <p:nvPr/>
                    </p:nvPicPr>
                    <p:blipFill>
                      <a:blip r:embed="rId4"/>
                      <a:stretch>
                        <a:fillRect/>
                      </a:stretch>
                    </p:blipFill>
                    <p:spPr>
                      <a:xfrm>
                        <a:off x="6367463" y="1905000"/>
                        <a:ext cx="223837" cy="446088"/>
                      </a:xfrm>
                      <a:prstGeom prst="rect">
                        <a:avLst/>
                      </a:prstGeom>
                      <a:noFill/>
                      <a:ln w="38100">
                        <a:noFill/>
                        <a:miter/>
                      </a:ln>
                    </p:spPr>
                  </p:pic>
                </p:oleObj>
              </mc:Fallback>
            </mc:AlternateContent>
          </a:graphicData>
        </a:graphic>
      </p:graphicFrame>
      <p:graphicFrame>
        <p:nvGraphicFramePr>
          <p:cNvPr id="41167" name="Object 207"/>
          <p:cNvGraphicFramePr>
            <a:graphicFrameLocks noChangeAspect="1"/>
          </p:cNvGraphicFramePr>
          <p:nvPr/>
        </p:nvGraphicFramePr>
        <p:xfrm>
          <a:off x="6340475" y="3429000"/>
          <a:ext cx="355600" cy="522288"/>
        </p:xfrm>
        <a:graphic>
          <a:graphicData uri="http://schemas.openxmlformats.org/presentationml/2006/ole">
            <mc:AlternateContent xmlns:mc="http://schemas.openxmlformats.org/markup-compatibility/2006">
              <mc:Choice xmlns:v="urn:schemas-microsoft-com:vml" Requires="v">
                <p:oleObj spid="_x0000_s3208" name="" r:id="rId5" imgW="190500" imgH="279400" progId="Equation.3">
                  <p:embed/>
                </p:oleObj>
              </mc:Choice>
              <mc:Fallback>
                <p:oleObj name="" r:id="rId5" imgW="190500" imgH="279400" progId="Equation.3">
                  <p:embed/>
                  <p:pic>
                    <p:nvPicPr>
                      <p:cNvPr id="0" name="图片 3207"/>
                      <p:cNvPicPr/>
                      <p:nvPr/>
                    </p:nvPicPr>
                    <p:blipFill>
                      <a:blip r:embed="rId6"/>
                      <a:stretch>
                        <a:fillRect/>
                      </a:stretch>
                    </p:blipFill>
                    <p:spPr>
                      <a:xfrm>
                        <a:off x="6340475" y="3429000"/>
                        <a:ext cx="355600" cy="522288"/>
                      </a:xfrm>
                      <a:prstGeom prst="rect">
                        <a:avLst/>
                      </a:prstGeom>
                      <a:noFill/>
                      <a:ln w="38100">
                        <a:noFill/>
                        <a:miter/>
                      </a:ln>
                    </p:spPr>
                  </p:pic>
                </p:oleObj>
              </mc:Fallback>
            </mc:AlternateContent>
          </a:graphicData>
        </a:graphic>
      </p:graphicFrame>
      <p:graphicFrame>
        <p:nvGraphicFramePr>
          <p:cNvPr id="41168" name="Object 208"/>
          <p:cNvGraphicFramePr>
            <a:graphicFrameLocks noChangeAspect="1"/>
          </p:cNvGraphicFramePr>
          <p:nvPr/>
        </p:nvGraphicFramePr>
        <p:xfrm>
          <a:off x="6334125" y="4495800"/>
          <a:ext cx="288925" cy="312738"/>
        </p:xfrm>
        <a:graphic>
          <a:graphicData uri="http://schemas.openxmlformats.org/presentationml/2006/ole">
            <mc:AlternateContent xmlns:mc="http://schemas.openxmlformats.org/markup-compatibility/2006">
              <mc:Choice xmlns:v="urn:schemas-microsoft-com:vml" Requires="v">
                <p:oleObj spid="_x0000_s3204" name="" r:id="rId7" imgW="152400" imgH="165100" progId="Equation.3">
                  <p:embed/>
                </p:oleObj>
              </mc:Choice>
              <mc:Fallback>
                <p:oleObj name="" r:id="rId7" imgW="152400" imgH="165100" progId="Equation.3">
                  <p:embed/>
                  <p:pic>
                    <p:nvPicPr>
                      <p:cNvPr id="0" name="图片 3203"/>
                      <p:cNvPicPr/>
                      <p:nvPr/>
                    </p:nvPicPr>
                    <p:blipFill>
                      <a:blip r:embed="rId8"/>
                      <a:stretch>
                        <a:fillRect/>
                      </a:stretch>
                    </p:blipFill>
                    <p:spPr>
                      <a:xfrm>
                        <a:off x="6334125" y="4495800"/>
                        <a:ext cx="288925" cy="312738"/>
                      </a:xfrm>
                      <a:prstGeom prst="rect">
                        <a:avLst/>
                      </a:prstGeom>
                      <a:noFill/>
                      <a:ln w="38100">
                        <a:noFill/>
                        <a:miter/>
                      </a:ln>
                    </p:spPr>
                  </p:pic>
                </p:oleObj>
              </mc:Fallback>
            </mc:AlternateContent>
          </a:graphicData>
        </a:graphic>
      </p:graphicFrame>
      <p:graphicFrame>
        <p:nvGraphicFramePr>
          <p:cNvPr id="41169" name="Object 209"/>
          <p:cNvGraphicFramePr>
            <a:graphicFrameLocks noChangeAspect="1"/>
          </p:cNvGraphicFramePr>
          <p:nvPr/>
        </p:nvGraphicFramePr>
        <p:xfrm>
          <a:off x="6896100" y="5783263"/>
          <a:ext cx="288925" cy="312737"/>
        </p:xfrm>
        <a:graphic>
          <a:graphicData uri="http://schemas.openxmlformats.org/presentationml/2006/ole">
            <mc:AlternateContent xmlns:mc="http://schemas.openxmlformats.org/markup-compatibility/2006">
              <mc:Choice xmlns:v="urn:schemas-microsoft-com:vml" Requires="v">
                <p:oleObj spid="_x0000_s3206" name="" r:id="rId9" imgW="152400" imgH="165100" progId="Equation.3">
                  <p:embed/>
                </p:oleObj>
              </mc:Choice>
              <mc:Fallback>
                <p:oleObj name="" r:id="rId9" imgW="152400" imgH="165100" progId="Equation.3">
                  <p:embed/>
                  <p:pic>
                    <p:nvPicPr>
                      <p:cNvPr id="0" name="图片 3205"/>
                      <p:cNvPicPr/>
                      <p:nvPr/>
                    </p:nvPicPr>
                    <p:blipFill>
                      <a:blip r:embed="rId8"/>
                      <a:stretch>
                        <a:fillRect/>
                      </a:stretch>
                    </p:blipFill>
                    <p:spPr>
                      <a:xfrm>
                        <a:off x="6896100" y="5783263"/>
                        <a:ext cx="288925" cy="312737"/>
                      </a:xfrm>
                      <a:prstGeom prst="rect">
                        <a:avLst/>
                      </a:prstGeom>
                      <a:noFill/>
                      <a:ln w="38100">
                        <a:noFill/>
                        <a:miter/>
                      </a:ln>
                    </p:spPr>
                  </p:pic>
                </p:oleObj>
              </mc:Fallback>
            </mc:AlternateContent>
          </a:graphicData>
        </a:graphic>
      </p:graphicFrame>
      <p:graphicFrame>
        <p:nvGraphicFramePr>
          <p:cNvPr id="41170" name="Object 210"/>
          <p:cNvGraphicFramePr>
            <a:graphicFrameLocks noChangeAspect="1"/>
          </p:cNvGraphicFramePr>
          <p:nvPr/>
        </p:nvGraphicFramePr>
        <p:xfrm>
          <a:off x="6119813" y="4030663"/>
          <a:ext cx="242887" cy="312737"/>
        </p:xfrm>
        <a:graphic>
          <a:graphicData uri="http://schemas.openxmlformats.org/presentationml/2006/ole">
            <mc:AlternateContent xmlns:mc="http://schemas.openxmlformats.org/markup-compatibility/2006">
              <mc:Choice xmlns:v="urn:schemas-microsoft-com:vml" Requires="v">
                <p:oleObj spid="_x0000_s3207" name="" r:id="rId10" imgW="139700" imgH="165100" progId="Equation.3">
                  <p:embed/>
                </p:oleObj>
              </mc:Choice>
              <mc:Fallback>
                <p:oleObj name="" r:id="rId10" imgW="139700" imgH="165100" progId="Equation.3">
                  <p:embed/>
                  <p:pic>
                    <p:nvPicPr>
                      <p:cNvPr id="0" name="图片 3206"/>
                      <p:cNvPicPr/>
                      <p:nvPr/>
                    </p:nvPicPr>
                    <p:blipFill>
                      <a:blip r:embed="rId11"/>
                      <a:stretch>
                        <a:fillRect/>
                      </a:stretch>
                    </p:blipFill>
                    <p:spPr>
                      <a:xfrm>
                        <a:off x="6119813" y="4030663"/>
                        <a:ext cx="242887" cy="312737"/>
                      </a:xfrm>
                      <a:prstGeom prst="rect">
                        <a:avLst/>
                      </a:prstGeom>
                      <a:noFill/>
                      <a:ln w="38100">
                        <a:noFill/>
                        <a:miter/>
                      </a:ln>
                    </p:spPr>
                  </p:pic>
                </p:oleObj>
              </mc:Fallback>
            </mc:AlternateContent>
          </a:graphicData>
        </a:graphic>
      </p:graphicFrame>
      <p:sp>
        <p:nvSpPr>
          <p:cNvPr id="41171" name="Rectangle 211"/>
          <p:cNvSpPr/>
          <p:nvPr/>
        </p:nvSpPr>
        <p:spPr>
          <a:xfrm>
            <a:off x="452438" y="865188"/>
            <a:ext cx="4032250" cy="460375"/>
          </a:xfrm>
          <a:prstGeom prst="rect">
            <a:avLst/>
          </a:prstGeom>
          <a:noFill/>
          <a:ln w="9525">
            <a:noFill/>
          </a:ln>
        </p:spPr>
        <p:txBody>
          <a:bodyPr anchor="t" anchorCtr="0">
            <a:spAutoFit/>
          </a:bodyPr>
          <a:p>
            <a:pPr eaLnBrk="0" hangingPunct="0"/>
            <a:r>
              <a:rPr lang="zh-CN" altLang="en-US" sz="2400" b="1" dirty="0">
                <a:solidFill>
                  <a:srgbClr val="000000"/>
                </a:solidFill>
                <a:latin typeface="楷体_GB2312" pitchFamily="49" charset="-122"/>
                <a:ea typeface="楷体_GB2312" pitchFamily="49" charset="-122"/>
              </a:rPr>
              <a:t>以</a:t>
            </a:r>
            <a:r>
              <a:rPr lang="zh-CN" altLang="en-US" sz="2400" b="1" dirty="0">
                <a:solidFill>
                  <a:srgbClr val="FF0000"/>
                </a:solidFill>
                <a:latin typeface="楷体_GB2312" pitchFamily="49" charset="-122"/>
                <a:ea typeface="楷体_GB2312" pitchFamily="49" charset="-122"/>
              </a:rPr>
              <a:t>新的平衡位置</a:t>
            </a:r>
            <a:r>
              <a:rPr lang="en-US" altLang="zh-CN" sz="2000" b="1" i="1" dirty="0">
                <a:solidFill>
                  <a:srgbClr val="000000"/>
                </a:solidFill>
                <a:latin typeface="Times New Roman" panose="02020603050405020304" pitchFamily="18" charset="0"/>
                <a:ea typeface="楷体_GB2312" pitchFamily="49" charset="-122"/>
              </a:rPr>
              <a:t>O</a:t>
            </a:r>
            <a:r>
              <a:rPr lang="zh-CN" altLang="en-US" sz="2400" b="1" dirty="0">
                <a:solidFill>
                  <a:srgbClr val="000000"/>
                </a:solidFill>
                <a:latin typeface="楷体_GB2312" pitchFamily="49" charset="-122"/>
                <a:ea typeface="楷体_GB2312" pitchFamily="49" charset="-122"/>
              </a:rPr>
              <a:t>为原点</a:t>
            </a:r>
            <a:endParaRPr lang="zh-CN" altLang="en-US" sz="2400" b="1" dirty="0">
              <a:solidFill>
                <a:srgbClr val="000000"/>
              </a:solidFill>
              <a:latin typeface="楷体_GB2312" pitchFamily="49" charset="-122"/>
              <a:ea typeface="楷体_GB2312" pitchFamily="49" charset="-122"/>
            </a:endParaRPr>
          </a:p>
        </p:txBody>
      </p:sp>
      <p:sp>
        <p:nvSpPr>
          <p:cNvPr id="41172" name="AutoShape 212"/>
          <p:cNvSpPr/>
          <p:nvPr/>
        </p:nvSpPr>
        <p:spPr>
          <a:xfrm>
            <a:off x="4219575" y="990600"/>
            <a:ext cx="1619250" cy="762000"/>
          </a:xfrm>
          <a:prstGeom prst="wedgeRoundRectCallout">
            <a:avLst>
              <a:gd name="adj1" fmla="val 80977"/>
              <a:gd name="adj2" fmla="val 96458"/>
              <a:gd name="adj3" fmla="val 16667"/>
            </a:avLst>
          </a:prstGeom>
          <a:solidFill>
            <a:srgbClr val="66FF33"/>
          </a:solidFill>
          <a:ln w="9525">
            <a:noFill/>
          </a:ln>
        </p:spPr>
        <p:txBody>
          <a:bodyPr anchor="ctr" anchorCtr="0"/>
          <a:p>
            <a:pPr algn="ctr" eaLnBrk="0" hangingPunct="0"/>
            <a:r>
              <a:rPr lang="zh-CN" altLang="en-US" b="1" dirty="0">
                <a:solidFill>
                  <a:srgbClr val="000000"/>
                </a:solidFill>
                <a:latin typeface="Times New Roman" panose="02020603050405020304" pitchFamily="18" charset="0"/>
                <a:ea typeface="黑体" panose="02010609060101010101" pitchFamily="2" charset="-122"/>
              </a:rPr>
              <a:t>弹簧原长</a:t>
            </a:r>
            <a:endParaRPr lang="zh-CN" altLang="en-US" b="1" dirty="0">
              <a:solidFill>
                <a:srgbClr val="000000"/>
              </a:solidFill>
              <a:latin typeface="Times New Roman" panose="02020603050405020304" pitchFamily="18" charset="0"/>
              <a:ea typeface="黑体" panose="02010609060101010101" pitchFamily="2" charset="-122"/>
            </a:endParaRPr>
          </a:p>
        </p:txBody>
      </p:sp>
      <p:sp>
        <p:nvSpPr>
          <p:cNvPr id="41173" name="AutoShape 213"/>
          <p:cNvSpPr/>
          <p:nvPr/>
        </p:nvSpPr>
        <p:spPr>
          <a:xfrm>
            <a:off x="4219575" y="2362200"/>
            <a:ext cx="2039938" cy="762000"/>
          </a:xfrm>
          <a:prstGeom prst="wedgeRoundRectCallout">
            <a:avLst>
              <a:gd name="adj1" fmla="val 52875"/>
              <a:gd name="adj2" fmla="val 117500"/>
              <a:gd name="adj3" fmla="val 16667"/>
            </a:avLst>
          </a:prstGeom>
          <a:solidFill>
            <a:srgbClr val="FFFF00"/>
          </a:solidFill>
          <a:ln w="9525">
            <a:noFill/>
          </a:ln>
        </p:spPr>
        <p:txBody>
          <a:bodyPr anchor="ctr" anchorCtr="0"/>
          <a:p>
            <a:pPr algn="ctr" eaLnBrk="0" hangingPunct="0"/>
            <a:r>
              <a:rPr lang="zh-CN" altLang="en-US" b="1" dirty="0">
                <a:solidFill>
                  <a:srgbClr val="000000"/>
                </a:solidFill>
                <a:latin typeface="黑体" panose="02010609060101010101" pitchFamily="2" charset="-122"/>
                <a:ea typeface="黑体" panose="02010609060101010101" pitchFamily="2" charset="-122"/>
              </a:rPr>
              <a:t>挂</a:t>
            </a:r>
            <a:r>
              <a:rPr lang="en-US" altLang="zh-CN" b="1" i="1" dirty="0">
                <a:solidFill>
                  <a:srgbClr val="000000"/>
                </a:solidFill>
                <a:latin typeface="Times New Roman" panose="02020603050405020304" pitchFamily="18" charset="0"/>
                <a:ea typeface="黑体" panose="02010609060101010101" pitchFamily="2" charset="-122"/>
              </a:rPr>
              <a:t>m</a:t>
            </a:r>
            <a:r>
              <a:rPr lang="zh-CN" altLang="en-US" b="1" dirty="0">
                <a:solidFill>
                  <a:srgbClr val="000000"/>
                </a:solidFill>
                <a:latin typeface="黑体" panose="02010609060101010101" pitchFamily="2" charset="-122"/>
                <a:ea typeface="黑体" panose="02010609060101010101" pitchFamily="2" charset="-122"/>
              </a:rPr>
              <a:t>后伸长</a:t>
            </a:r>
            <a:endParaRPr lang="zh-CN" altLang="en-US" b="1" dirty="0">
              <a:solidFill>
                <a:srgbClr val="000000"/>
              </a:solidFill>
              <a:latin typeface="黑体" panose="02010609060101010101" pitchFamily="2" charset="-122"/>
              <a:ea typeface="黑体" panose="02010609060101010101" pitchFamily="2" charset="-122"/>
            </a:endParaRPr>
          </a:p>
        </p:txBody>
      </p:sp>
      <p:sp>
        <p:nvSpPr>
          <p:cNvPr id="41174" name="AutoShape 214"/>
          <p:cNvSpPr/>
          <p:nvPr/>
        </p:nvSpPr>
        <p:spPr>
          <a:xfrm>
            <a:off x="4149725" y="5334000"/>
            <a:ext cx="1970088" cy="762000"/>
          </a:xfrm>
          <a:prstGeom prst="wedgeRoundRectCallout">
            <a:avLst>
              <a:gd name="adj1" fmla="val 94718"/>
              <a:gd name="adj2" fmla="val -61667"/>
              <a:gd name="adj3" fmla="val 16667"/>
            </a:avLst>
          </a:prstGeom>
          <a:solidFill>
            <a:srgbClr val="66CCFF"/>
          </a:solidFill>
          <a:ln w="9525">
            <a:noFill/>
          </a:ln>
        </p:spPr>
        <p:txBody>
          <a:bodyPr anchor="ctr" anchorCtr="0"/>
          <a:p>
            <a:pPr algn="ctr" eaLnBrk="0" hangingPunct="0"/>
            <a:r>
              <a:rPr lang="zh-CN" altLang="en-US" b="1" dirty="0">
                <a:latin typeface="黑体" panose="02010609060101010101" pitchFamily="2" charset="-122"/>
                <a:ea typeface="黑体" panose="02010609060101010101" pitchFamily="2" charset="-122"/>
              </a:rPr>
              <a:t>某时刻</a:t>
            </a:r>
            <a:r>
              <a:rPr lang="en-US" altLang="zh-CN" b="1" i="1" dirty="0">
                <a:latin typeface="Times New Roman" panose="02020603050405020304" pitchFamily="18" charset="0"/>
                <a:ea typeface="黑体" panose="02010609060101010101" pitchFamily="2" charset="-122"/>
              </a:rPr>
              <a:t>m</a:t>
            </a:r>
            <a:r>
              <a:rPr lang="zh-CN" altLang="en-US" b="1" dirty="0">
                <a:latin typeface="黑体" panose="02010609060101010101" pitchFamily="2" charset="-122"/>
                <a:ea typeface="黑体" panose="02010609060101010101" pitchFamily="2" charset="-122"/>
              </a:rPr>
              <a:t>位置</a:t>
            </a:r>
            <a:endParaRPr lang="zh-CN" altLang="en-US" b="1" dirty="0">
              <a:latin typeface="黑体" panose="02010609060101010101" pitchFamily="2" charset="-122"/>
              <a:ea typeface="黑体" panose="02010609060101010101" pitchFamily="2" charset="-122"/>
            </a:endParaRPr>
          </a:p>
        </p:txBody>
      </p:sp>
      <p:graphicFrame>
        <p:nvGraphicFramePr>
          <p:cNvPr id="41175" name="Object 215"/>
          <p:cNvGraphicFramePr>
            <a:graphicFrameLocks noChangeAspect="1"/>
          </p:cNvGraphicFramePr>
          <p:nvPr/>
        </p:nvGraphicFramePr>
        <p:xfrm>
          <a:off x="7510463" y="3743325"/>
          <a:ext cx="403225" cy="533400"/>
        </p:xfrm>
        <a:graphic>
          <a:graphicData uri="http://schemas.openxmlformats.org/presentationml/2006/ole">
            <mc:AlternateContent xmlns:mc="http://schemas.openxmlformats.org/markup-compatibility/2006">
              <mc:Choice xmlns:v="urn:schemas-microsoft-com:vml" Requires="v">
                <p:oleObj spid="_x0000_s3209" name="" r:id="rId12" imgW="190500" imgH="254000" progId="Equation.3">
                  <p:embed/>
                </p:oleObj>
              </mc:Choice>
              <mc:Fallback>
                <p:oleObj name="" r:id="rId12" imgW="190500" imgH="254000" progId="Equation.3">
                  <p:embed/>
                  <p:pic>
                    <p:nvPicPr>
                      <p:cNvPr id="0" name="图片 3208"/>
                      <p:cNvPicPr/>
                      <p:nvPr/>
                    </p:nvPicPr>
                    <p:blipFill>
                      <a:blip r:embed="rId13"/>
                      <a:stretch>
                        <a:fillRect/>
                      </a:stretch>
                    </p:blipFill>
                    <p:spPr>
                      <a:xfrm>
                        <a:off x="7510463" y="3743325"/>
                        <a:ext cx="403225" cy="533400"/>
                      </a:xfrm>
                      <a:prstGeom prst="rect">
                        <a:avLst/>
                      </a:prstGeom>
                      <a:noFill/>
                      <a:ln w="38100">
                        <a:noFill/>
                        <a:miter/>
                      </a:ln>
                    </p:spPr>
                  </p:pic>
                </p:oleObj>
              </mc:Fallback>
            </mc:AlternateContent>
          </a:graphicData>
        </a:graphic>
      </p:graphicFrame>
      <p:sp>
        <p:nvSpPr>
          <p:cNvPr id="41176" name="AutoShape 216"/>
          <p:cNvSpPr/>
          <p:nvPr/>
        </p:nvSpPr>
        <p:spPr>
          <a:xfrm>
            <a:off x="4291013" y="4495800"/>
            <a:ext cx="1336675" cy="609600"/>
          </a:xfrm>
          <a:prstGeom prst="wedgeRoundRectCallout">
            <a:avLst>
              <a:gd name="adj1" fmla="val 104384"/>
              <a:gd name="adj2" fmla="val -33333"/>
              <a:gd name="adj3" fmla="val 16667"/>
            </a:avLst>
          </a:prstGeom>
          <a:solidFill>
            <a:srgbClr val="FF9966"/>
          </a:solidFill>
          <a:ln w="9525">
            <a:noFill/>
          </a:ln>
        </p:spPr>
        <p:txBody>
          <a:bodyPr anchor="ctr" anchorCtr="0"/>
          <a:p>
            <a:pPr algn="ctr" eaLnBrk="0" hangingPunct="0"/>
            <a:r>
              <a:rPr lang="zh-CN" altLang="en-US" b="1" dirty="0">
                <a:solidFill>
                  <a:srgbClr val="000000"/>
                </a:solidFill>
                <a:latin typeface="黑体" panose="02010609060101010101" pitchFamily="2" charset="-122"/>
                <a:ea typeface="黑体" panose="02010609060101010101" pitchFamily="2" charset="-122"/>
              </a:rPr>
              <a:t>伸  长</a:t>
            </a:r>
            <a:endParaRPr lang="zh-CN" altLang="en-US" b="1" dirty="0">
              <a:solidFill>
                <a:srgbClr val="000000"/>
              </a:solidFill>
              <a:latin typeface="黑体" panose="02010609060101010101" pitchFamily="2" charset="-122"/>
              <a:ea typeface="黑体" panose="02010609060101010101" pitchFamily="2" charset="-122"/>
            </a:endParaRPr>
          </a:p>
        </p:txBody>
      </p:sp>
      <p:sp>
        <p:nvSpPr>
          <p:cNvPr id="41177" name="AutoShape 217"/>
          <p:cNvSpPr/>
          <p:nvPr/>
        </p:nvSpPr>
        <p:spPr>
          <a:xfrm>
            <a:off x="7667625" y="2438400"/>
            <a:ext cx="1225550" cy="609600"/>
          </a:xfrm>
          <a:prstGeom prst="wedgeRoundRectCallout">
            <a:avLst>
              <a:gd name="adj1" fmla="val -47926"/>
              <a:gd name="adj2" fmla="val 171616"/>
              <a:gd name="adj3" fmla="val 16667"/>
            </a:avLst>
          </a:prstGeom>
          <a:solidFill>
            <a:srgbClr val="FFE1FF"/>
          </a:solidFill>
          <a:ln w="9525">
            <a:noFill/>
          </a:ln>
        </p:spPr>
        <p:txBody>
          <a:bodyPr anchor="ctr" anchorCtr="0"/>
          <a:p>
            <a:pPr algn="ctr" eaLnBrk="0" hangingPunct="0"/>
            <a:r>
              <a:rPr lang="zh-CN" altLang="en-US" b="1" dirty="0">
                <a:latin typeface="Times New Roman" panose="02020603050405020304" pitchFamily="18" charset="0"/>
                <a:ea typeface="黑体" panose="02010609060101010101" pitchFamily="2" charset="-122"/>
              </a:rPr>
              <a:t>受弹力</a:t>
            </a:r>
            <a:endParaRPr lang="zh-CN" altLang="en-US" b="1" dirty="0">
              <a:latin typeface="Times New Roman" panose="02020603050405020304" pitchFamily="18" charset="0"/>
              <a:ea typeface="黑体" panose="02010609060101010101" pitchFamily="2" charset="-122"/>
            </a:endParaRPr>
          </a:p>
        </p:txBody>
      </p:sp>
      <p:sp>
        <p:nvSpPr>
          <p:cNvPr id="41178" name="AutoShape 218"/>
          <p:cNvSpPr/>
          <p:nvPr/>
        </p:nvSpPr>
        <p:spPr>
          <a:xfrm>
            <a:off x="4219575" y="3581400"/>
            <a:ext cx="1547813" cy="609600"/>
          </a:xfrm>
          <a:prstGeom prst="wedgeRoundRectCallout">
            <a:avLst>
              <a:gd name="adj1" fmla="val 70171"/>
              <a:gd name="adj2" fmla="val 33333"/>
              <a:gd name="adj3" fmla="val 16667"/>
            </a:avLst>
          </a:prstGeom>
          <a:solidFill>
            <a:srgbClr val="FF66CC"/>
          </a:solidFill>
          <a:ln w="9525">
            <a:noFill/>
          </a:ln>
        </p:spPr>
        <p:txBody>
          <a:bodyPr anchor="ctr" anchorCtr="0"/>
          <a:p>
            <a:pPr algn="ctr" eaLnBrk="0" hangingPunct="0"/>
            <a:r>
              <a:rPr lang="zh-CN" altLang="en-US" b="1" dirty="0">
                <a:solidFill>
                  <a:srgbClr val="000000"/>
                </a:solidFill>
                <a:latin typeface="Times New Roman" panose="02020603050405020304" pitchFamily="18" charset="0"/>
                <a:ea typeface="黑体" panose="02010609060101010101" pitchFamily="2" charset="-122"/>
              </a:rPr>
              <a:t>平衡位置</a:t>
            </a:r>
            <a:endParaRPr lang="zh-CN" altLang="en-US" b="1" dirty="0">
              <a:solidFill>
                <a:srgbClr val="000000"/>
              </a:solidFill>
              <a:latin typeface="Times New Roman" panose="02020603050405020304" pitchFamily="18" charset="0"/>
              <a:ea typeface="黑体" panose="02010609060101010101" pitchFamily="2" charset="-122"/>
            </a:endParaRPr>
          </a:p>
        </p:txBody>
      </p:sp>
      <p:graphicFrame>
        <p:nvGraphicFramePr>
          <p:cNvPr id="41179" name="Object 219"/>
          <p:cNvGraphicFramePr>
            <a:graphicFrameLocks noChangeAspect="1"/>
          </p:cNvGraphicFramePr>
          <p:nvPr/>
        </p:nvGraphicFramePr>
        <p:xfrm>
          <a:off x="755650" y="1403350"/>
          <a:ext cx="2573338" cy="1409700"/>
        </p:xfrm>
        <a:graphic>
          <a:graphicData uri="http://schemas.openxmlformats.org/presentationml/2006/ole">
            <mc:AlternateContent xmlns:mc="http://schemas.openxmlformats.org/markup-compatibility/2006">
              <mc:Choice xmlns:v="urn:schemas-microsoft-com:vml" Requires="v">
                <p:oleObj spid="_x0000_s3205" name="" r:id="rId14" imgW="1180465" imgH="647700" progId="Equation.3">
                  <p:embed/>
                </p:oleObj>
              </mc:Choice>
              <mc:Fallback>
                <p:oleObj name="" r:id="rId14" imgW="1180465" imgH="647700" progId="Equation.3">
                  <p:embed/>
                  <p:pic>
                    <p:nvPicPr>
                      <p:cNvPr id="0" name="图片 3204"/>
                      <p:cNvPicPr/>
                      <p:nvPr/>
                    </p:nvPicPr>
                    <p:blipFill>
                      <a:blip r:embed="rId15"/>
                      <a:stretch>
                        <a:fillRect/>
                      </a:stretch>
                    </p:blipFill>
                    <p:spPr>
                      <a:xfrm>
                        <a:off x="755650" y="1403350"/>
                        <a:ext cx="2573338" cy="1409700"/>
                      </a:xfrm>
                      <a:prstGeom prst="rect">
                        <a:avLst/>
                      </a:prstGeom>
                      <a:noFill/>
                      <a:ln w="38100">
                        <a:noFill/>
                        <a:miter/>
                      </a:ln>
                    </p:spPr>
                  </p:pic>
                </p:oleObj>
              </mc:Fallback>
            </mc:AlternateContent>
          </a:graphicData>
        </a:graphic>
      </p:graphicFrame>
      <p:grpSp>
        <p:nvGrpSpPr>
          <p:cNvPr id="41180" name="Group 220"/>
          <p:cNvGrpSpPr/>
          <p:nvPr/>
        </p:nvGrpSpPr>
        <p:grpSpPr>
          <a:xfrm>
            <a:off x="6962775" y="914400"/>
            <a:ext cx="633413" cy="4572000"/>
            <a:chOff x="4752" y="576"/>
            <a:chExt cx="432" cy="2880"/>
          </a:xfrm>
        </p:grpSpPr>
        <p:sp useBgFill="1">
          <p:nvSpPr>
            <p:cNvPr id="41181" name="Rectangle 221"/>
            <p:cNvSpPr/>
            <p:nvPr/>
          </p:nvSpPr>
          <p:spPr>
            <a:xfrm>
              <a:off x="4752" y="624"/>
              <a:ext cx="432" cy="2832"/>
            </a:xfrm>
            <a:prstGeom prst="rect">
              <a:avLst/>
            </a:prstGeom>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41182" name="Group 222"/>
            <p:cNvGrpSpPr/>
            <p:nvPr/>
          </p:nvGrpSpPr>
          <p:grpSpPr>
            <a:xfrm>
              <a:off x="4752" y="576"/>
              <a:ext cx="384" cy="2256"/>
              <a:chOff x="3312" y="576"/>
              <a:chExt cx="384" cy="2256"/>
            </a:xfrm>
          </p:grpSpPr>
          <p:grpSp>
            <p:nvGrpSpPr>
              <p:cNvPr id="41183" name="Group 223"/>
              <p:cNvGrpSpPr/>
              <p:nvPr/>
            </p:nvGrpSpPr>
            <p:grpSpPr>
              <a:xfrm>
                <a:off x="3360" y="576"/>
                <a:ext cx="309" cy="1968"/>
                <a:chOff x="3360" y="2112"/>
                <a:chExt cx="309" cy="1681"/>
              </a:xfrm>
            </p:grpSpPr>
            <p:grpSp>
              <p:nvGrpSpPr>
                <p:cNvPr id="41184" name="Group 224"/>
                <p:cNvGrpSpPr/>
                <p:nvPr/>
              </p:nvGrpSpPr>
              <p:grpSpPr>
                <a:xfrm>
                  <a:off x="3360" y="2112"/>
                  <a:ext cx="309" cy="1488"/>
                  <a:chOff x="3387" y="840"/>
                  <a:chExt cx="452" cy="1749"/>
                </a:xfrm>
              </p:grpSpPr>
              <p:sp>
                <p:nvSpPr>
                  <p:cNvPr id="41185" name="Oval 225"/>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86" name="Oval 226"/>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87" name="Arc 227"/>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88" name="Oval 228"/>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89" name="Oval 229"/>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90" name="Arc 230"/>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91" name="Oval 231"/>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92" name="Arc 232"/>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93" name="Arc 233"/>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94" name="Arc 234"/>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95" name="Oval 235"/>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96" name="Arc 236"/>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197" name="Line 237"/>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1198" name="Oval 238"/>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199" name="Arc 239"/>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1200" name="Arc 240"/>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201" name="Line 241"/>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1202" name="Oval 242"/>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grpSp>
        <p:nvGrpSpPr>
          <p:cNvPr id="41203" name="Group 243"/>
          <p:cNvGrpSpPr/>
          <p:nvPr/>
        </p:nvGrpSpPr>
        <p:grpSpPr>
          <a:xfrm>
            <a:off x="6892925" y="914400"/>
            <a:ext cx="703263" cy="4495800"/>
            <a:chOff x="4704" y="576"/>
            <a:chExt cx="480" cy="2832"/>
          </a:xfrm>
        </p:grpSpPr>
        <p:sp useBgFill="1">
          <p:nvSpPr>
            <p:cNvPr id="41204" name="Rectangle 244"/>
            <p:cNvSpPr/>
            <p:nvPr/>
          </p:nvSpPr>
          <p:spPr>
            <a:xfrm>
              <a:off x="4704" y="624"/>
              <a:ext cx="480" cy="2304"/>
            </a:xfrm>
            <a:prstGeom prst="rect">
              <a:avLst/>
            </a:prstGeom>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41205" name="Group 245"/>
            <p:cNvGrpSpPr/>
            <p:nvPr/>
          </p:nvGrpSpPr>
          <p:grpSpPr>
            <a:xfrm>
              <a:off x="4752" y="576"/>
              <a:ext cx="384" cy="2832"/>
              <a:chOff x="4128" y="576"/>
              <a:chExt cx="384" cy="2832"/>
            </a:xfrm>
          </p:grpSpPr>
          <p:grpSp>
            <p:nvGrpSpPr>
              <p:cNvPr id="41206" name="Group 246"/>
              <p:cNvGrpSpPr/>
              <p:nvPr/>
            </p:nvGrpSpPr>
            <p:grpSpPr>
              <a:xfrm>
                <a:off x="4155" y="576"/>
                <a:ext cx="309" cy="2496"/>
                <a:chOff x="3360" y="2112"/>
                <a:chExt cx="309" cy="1681"/>
              </a:xfrm>
            </p:grpSpPr>
            <p:grpSp>
              <p:nvGrpSpPr>
                <p:cNvPr id="41207" name="Group 247"/>
                <p:cNvGrpSpPr/>
                <p:nvPr/>
              </p:nvGrpSpPr>
              <p:grpSpPr>
                <a:xfrm>
                  <a:off x="3360" y="2112"/>
                  <a:ext cx="309" cy="1488"/>
                  <a:chOff x="3387" y="840"/>
                  <a:chExt cx="452" cy="1749"/>
                </a:xfrm>
              </p:grpSpPr>
              <p:sp>
                <p:nvSpPr>
                  <p:cNvPr id="41208" name="Oval 248"/>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209" name="Oval 249"/>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210" name="Arc 250"/>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211" name="Oval 251"/>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212" name="Oval 252"/>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213" name="Arc 253"/>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214" name="Oval 254"/>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215" name="Arc 255"/>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216" name="Arc 256"/>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217" name="Arc 257"/>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218" name="Oval 258"/>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219" name="Arc 259"/>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220" name="Line 260"/>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1221" name="Oval 261"/>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1222" name="Arc 262"/>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1223" name="Arc 263"/>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1224" name="Line 264"/>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1225" name="Oval 265"/>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sp>
        <p:nvSpPr>
          <p:cNvPr id="41226" name="Line 266"/>
          <p:cNvSpPr/>
          <p:nvPr/>
        </p:nvSpPr>
        <p:spPr>
          <a:xfrm>
            <a:off x="7245350" y="4191000"/>
            <a:ext cx="0" cy="1981200"/>
          </a:xfrm>
          <a:prstGeom prst="line">
            <a:avLst/>
          </a:prstGeom>
          <a:ln w="28575" cap="flat" cmpd="sng">
            <a:solidFill>
              <a:srgbClr val="021CDA"/>
            </a:solidFill>
            <a:prstDash val="solid"/>
            <a:round/>
            <a:headEnd type="none" w="med" len="med"/>
            <a:tailEnd type="triangle" w="med" len="med"/>
          </a:ln>
        </p:spPr>
      </p:sp>
      <p:sp>
        <p:nvSpPr>
          <p:cNvPr id="41227" name="Line 267"/>
          <p:cNvSpPr/>
          <p:nvPr/>
        </p:nvSpPr>
        <p:spPr>
          <a:xfrm flipV="1">
            <a:off x="7245350" y="3886200"/>
            <a:ext cx="0" cy="1219200"/>
          </a:xfrm>
          <a:prstGeom prst="line">
            <a:avLst/>
          </a:prstGeom>
          <a:ln w="38100" cap="flat" cmpd="sng">
            <a:solidFill>
              <a:srgbClr val="FD5B29"/>
            </a:solidFill>
            <a:prstDash val="solid"/>
            <a:round/>
            <a:headEnd type="none" w="med" len="med"/>
            <a:tailEnd type="triangle" w="med" len="med"/>
          </a:ln>
        </p:spPr>
      </p:sp>
      <p:sp>
        <p:nvSpPr>
          <p:cNvPr id="41228" name="Line 268"/>
          <p:cNvSpPr/>
          <p:nvPr/>
        </p:nvSpPr>
        <p:spPr>
          <a:xfrm flipH="1">
            <a:off x="6330950" y="4191000"/>
            <a:ext cx="842963" cy="0"/>
          </a:xfrm>
          <a:prstGeom prst="line">
            <a:avLst/>
          </a:prstGeom>
          <a:ln w="28575" cap="flat" cmpd="sng">
            <a:solidFill>
              <a:srgbClr val="3A7C3A"/>
            </a:solidFill>
            <a:prstDash val="solid"/>
            <a:round/>
            <a:headEnd type="none" w="med" len="med"/>
            <a:tailEnd type="none" w="med" len="med"/>
          </a:ln>
        </p:spPr>
      </p:sp>
      <p:sp>
        <p:nvSpPr>
          <p:cNvPr id="41229" name="Line 269"/>
          <p:cNvSpPr/>
          <p:nvPr/>
        </p:nvSpPr>
        <p:spPr>
          <a:xfrm flipH="1">
            <a:off x="6330950" y="5105400"/>
            <a:ext cx="842963" cy="0"/>
          </a:xfrm>
          <a:prstGeom prst="line">
            <a:avLst/>
          </a:prstGeom>
          <a:ln w="28575" cap="flat" cmpd="sng">
            <a:solidFill>
              <a:srgbClr val="3A7C3A"/>
            </a:solidFill>
            <a:prstDash val="solid"/>
            <a:round/>
            <a:headEnd type="none" w="med" len="med"/>
            <a:tailEnd type="none" w="med" len="med"/>
          </a:ln>
        </p:spPr>
      </p:sp>
      <p:graphicFrame>
        <p:nvGraphicFramePr>
          <p:cNvPr id="41230" name="Object 270"/>
          <p:cNvGraphicFramePr>
            <a:graphicFrameLocks noChangeAspect="1"/>
          </p:cNvGraphicFramePr>
          <p:nvPr/>
        </p:nvGraphicFramePr>
        <p:xfrm>
          <a:off x="7667625" y="1844675"/>
          <a:ext cx="366713" cy="512763"/>
        </p:xfrm>
        <a:graphic>
          <a:graphicData uri="http://schemas.openxmlformats.org/presentationml/2006/ole">
            <mc:AlternateContent xmlns:mc="http://schemas.openxmlformats.org/markup-compatibility/2006">
              <mc:Choice xmlns:v="urn:schemas-microsoft-com:vml" Requires="v">
                <p:oleObj spid="_x0000_s3212" name="" r:id="rId16" imgW="127000" imgH="177165" progId="Equation.3">
                  <p:embed/>
                </p:oleObj>
              </mc:Choice>
              <mc:Fallback>
                <p:oleObj name="" r:id="rId16" imgW="127000" imgH="177165" progId="Equation.3">
                  <p:embed/>
                  <p:pic>
                    <p:nvPicPr>
                      <p:cNvPr id="0" name="图片 3211"/>
                      <p:cNvPicPr/>
                      <p:nvPr/>
                    </p:nvPicPr>
                    <p:blipFill>
                      <a:blip r:embed="rId17"/>
                      <a:stretch>
                        <a:fillRect/>
                      </a:stretch>
                    </p:blipFill>
                    <p:spPr>
                      <a:xfrm>
                        <a:off x="7667625" y="1844675"/>
                        <a:ext cx="366713" cy="512763"/>
                      </a:xfrm>
                      <a:prstGeom prst="rect">
                        <a:avLst/>
                      </a:prstGeom>
                      <a:noFill/>
                      <a:ln w="38100">
                        <a:noFill/>
                        <a:miter/>
                      </a:ln>
                    </p:spPr>
                  </p:pic>
                </p:oleObj>
              </mc:Fallback>
            </mc:AlternateContent>
          </a:graphicData>
        </a:graphic>
      </p:graphicFrame>
      <p:sp>
        <p:nvSpPr>
          <p:cNvPr id="178447" name="Text Box 271"/>
          <p:cNvSpPr txBox="1"/>
          <p:nvPr/>
        </p:nvSpPr>
        <p:spPr>
          <a:xfrm>
            <a:off x="539750" y="2963863"/>
            <a:ext cx="3024188" cy="1200150"/>
          </a:xfrm>
          <a:prstGeom prst="rect">
            <a:avLst/>
          </a:prstGeom>
          <a:noFill/>
          <a:ln w="9525">
            <a:noFill/>
          </a:ln>
        </p:spPr>
        <p:txBody>
          <a:bodyPr anchor="t" anchorCtr="0">
            <a:spAutoFit/>
          </a:bodyPr>
          <a:p>
            <a:pPr>
              <a:spcBef>
                <a:spcPct val="50000"/>
              </a:spcBef>
            </a:pPr>
            <a:r>
              <a:rPr lang="zh-CN" altLang="en-US" sz="2400" b="1" dirty="0">
                <a:solidFill>
                  <a:srgbClr val="000000"/>
                </a:solidFill>
                <a:latin typeface="楷体_GB2312" pitchFamily="49" charset="-122"/>
                <a:ea typeface="楷体_GB2312" pitchFamily="49" charset="-122"/>
              </a:rPr>
              <a:t>重力和弹性力都是保守力，合力</a:t>
            </a:r>
            <a:r>
              <a:rPr lang="en-US" altLang="zh-CN" sz="2400" b="1" i="1" dirty="0">
                <a:solidFill>
                  <a:srgbClr val="000000"/>
                </a:solidFill>
                <a:latin typeface="Times New Roman" panose="02020603050405020304" pitchFamily="18" charset="0"/>
                <a:ea typeface="楷体_GB2312" pitchFamily="49" charset="-122"/>
              </a:rPr>
              <a:t>F </a:t>
            </a:r>
            <a:r>
              <a:rPr lang="zh-CN" altLang="en-US" sz="2400" b="1" dirty="0">
                <a:solidFill>
                  <a:srgbClr val="000000"/>
                </a:solidFill>
                <a:latin typeface="楷体_GB2312" pitchFamily="49" charset="-122"/>
                <a:ea typeface="楷体_GB2312" pitchFamily="49" charset="-122"/>
              </a:rPr>
              <a:t>作功将转化为势能。</a:t>
            </a:r>
            <a:endParaRPr lang="zh-CN" altLang="en-US" sz="2400" b="1" dirty="0">
              <a:solidFill>
                <a:srgbClr val="000000"/>
              </a:solidFill>
              <a:latin typeface="楷体_GB2312" pitchFamily="49" charset="-122"/>
              <a:ea typeface="楷体_GB2312" pitchFamily="49" charset="-122"/>
            </a:endParaRPr>
          </a:p>
        </p:txBody>
      </p:sp>
      <p:graphicFrame>
        <p:nvGraphicFramePr>
          <p:cNvPr id="178448" name="Object 272"/>
          <p:cNvGraphicFramePr>
            <a:graphicFrameLocks noChangeAspect="1"/>
          </p:cNvGraphicFramePr>
          <p:nvPr/>
        </p:nvGraphicFramePr>
        <p:xfrm>
          <a:off x="600075" y="4232275"/>
          <a:ext cx="2709863" cy="830263"/>
        </p:xfrm>
        <a:graphic>
          <a:graphicData uri="http://schemas.openxmlformats.org/presentationml/2006/ole">
            <mc:AlternateContent xmlns:mc="http://schemas.openxmlformats.org/markup-compatibility/2006">
              <mc:Choice xmlns:v="urn:schemas-microsoft-com:vml" Requires="v">
                <p:oleObj spid="_x0000_s3211" name="" r:id="rId18" imgW="1282065" imgH="393700" progId="Equation.3">
                  <p:embed/>
                </p:oleObj>
              </mc:Choice>
              <mc:Fallback>
                <p:oleObj name="" r:id="rId18" imgW="1282065" imgH="393700" progId="Equation.3">
                  <p:embed/>
                  <p:pic>
                    <p:nvPicPr>
                      <p:cNvPr id="0" name="图片 3210"/>
                      <p:cNvPicPr/>
                      <p:nvPr/>
                    </p:nvPicPr>
                    <p:blipFill>
                      <a:blip r:embed="rId19"/>
                      <a:stretch>
                        <a:fillRect/>
                      </a:stretch>
                    </p:blipFill>
                    <p:spPr>
                      <a:xfrm>
                        <a:off x="600075" y="4232275"/>
                        <a:ext cx="2709863" cy="830263"/>
                      </a:xfrm>
                      <a:prstGeom prst="rect">
                        <a:avLst/>
                      </a:prstGeom>
                      <a:noFill/>
                      <a:ln w="38100">
                        <a:noFill/>
                        <a:miter/>
                      </a:ln>
                    </p:spPr>
                  </p:pic>
                </p:oleObj>
              </mc:Fallback>
            </mc:AlternateContent>
          </a:graphicData>
        </a:graphic>
      </p:graphicFrame>
      <p:sp>
        <p:nvSpPr>
          <p:cNvPr id="178449" name="Text Box 273"/>
          <p:cNvSpPr txBox="1"/>
          <p:nvPr/>
        </p:nvSpPr>
        <p:spPr>
          <a:xfrm>
            <a:off x="323850" y="5051425"/>
            <a:ext cx="4103688" cy="457200"/>
          </a:xfrm>
          <a:prstGeom prst="rect">
            <a:avLst/>
          </a:prstGeom>
          <a:noFill/>
          <a:ln w="9525">
            <a:noFill/>
          </a:ln>
        </p:spPr>
        <p:txBody>
          <a:bodyPr anchor="t" anchorCtr="0">
            <a:spAutoFit/>
          </a:bodyPr>
          <a:p>
            <a:pPr>
              <a:spcBef>
                <a:spcPct val="50000"/>
              </a:spcBef>
            </a:pPr>
            <a:r>
              <a:rPr lang="zh-CN" altLang="en-US" sz="2400" b="1" dirty="0">
                <a:solidFill>
                  <a:srgbClr val="000000"/>
                </a:solidFill>
                <a:latin typeface="Times New Roman" panose="02020603050405020304" pitchFamily="18" charset="0"/>
                <a:ea typeface="楷体_GB2312" pitchFamily="49" charset="-122"/>
              </a:rPr>
              <a:t>包括重力势能和弹性势能</a:t>
            </a:r>
            <a:endParaRPr lang="zh-CN" altLang="en-US" sz="2400" b="1" dirty="0">
              <a:solidFill>
                <a:srgbClr val="000000"/>
              </a:solidFill>
              <a:latin typeface="Times New Roman" panose="02020603050405020304" pitchFamily="18" charset="0"/>
              <a:ea typeface="楷体_GB2312" pitchFamily="49" charset="-122"/>
            </a:endParaRPr>
          </a:p>
        </p:txBody>
      </p:sp>
      <p:sp>
        <p:nvSpPr>
          <p:cNvPr id="178450" name="Text Box 274"/>
          <p:cNvSpPr txBox="1"/>
          <p:nvPr/>
        </p:nvSpPr>
        <p:spPr>
          <a:xfrm>
            <a:off x="1042988" y="5699125"/>
            <a:ext cx="2133600" cy="466725"/>
          </a:xfrm>
          <a:prstGeom prst="rect">
            <a:avLst/>
          </a:prstGeom>
          <a:noFill/>
          <a:ln w="9525" cap="flat" cmpd="sng">
            <a:solidFill>
              <a:srgbClr val="FF6600"/>
            </a:solidFill>
            <a:prstDash val="solid"/>
            <a:miter/>
            <a:headEnd type="none" w="med" len="med"/>
            <a:tailEnd type="none" w="lg" len="lg"/>
          </a:ln>
        </p:spPr>
        <p:txBody>
          <a:bodyPr anchor="t" anchorCtr="0">
            <a:spAutoFit/>
          </a:bodyPr>
          <a:p>
            <a:pPr algn="ctr">
              <a:spcBef>
                <a:spcPct val="50000"/>
              </a:spcBef>
            </a:pPr>
            <a:r>
              <a:rPr lang="zh-CN" altLang="en-US" sz="2400" b="1" dirty="0">
                <a:solidFill>
                  <a:srgbClr val="CC0000"/>
                </a:solidFill>
                <a:latin typeface="Times New Roman" panose="02020603050405020304" pitchFamily="18" charset="0"/>
                <a:ea typeface="黑体" panose="02010609060101010101" pitchFamily="2" charset="-122"/>
              </a:rPr>
              <a:t>系统的势能</a:t>
            </a:r>
            <a:endParaRPr lang="zh-CN" altLang="en-US" sz="2400" b="1" dirty="0">
              <a:solidFill>
                <a:srgbClr val="CC0000"/>
              </a:solidFill>
              <a:latin typeface="Times New Roman" panose="02020603050405020304" pitchFamily="18" charset="0"/>
              <a:ea typeface="黑体" panose="02010609060101010101" pitchFamily="2" charset="-122"/>
            </a:endParaRPr>
          </a:p>
        </p:txBody>
      </p:sp>
      <p:sp>
        <p:nvSpPr>
          <p:cNvPr id="276" name="Text Box 277"/>
          <p:cNvSpPr txBox="1"/>
          <p:nvPr/>
        </p:nvSpPr>
        <p:spPr>
          <a:xfrm>
            <a:off x="971550" y="327025"/>
            <a:ext cx="2641600" cy="430213"/>
          </a:xfrm>
          <a:prstGeom prst="rect">
            <a:avLst/>
          </a:prstGeom>
          <a:noFill/>
          <a:ln w="9525" cap="flat" cmpd="sng">
            <a:solidFill>
              <a:srgbClr val="FF0000"/>
            </a:solidFill>
            <a:prstDash val="solid"/>
            <a:round/>
            <a:headEnd type="none" w="med" len="med"/>
            <a:tailEnd type="none" w="med" len="med"/>
          </a:ln>
        </p:spPr>
        <p:txBody>
          <a:bodyPr wrap="square" anchor="t" anchorCtr="0">
            <a:spAutoFit/>
          </a:bodyPr>
          <a:p>
            <a:pPr eaLnBrk="0" hangingPunct="0">
              <a:spcBef>
                <a:spcPct val="50000"/>
              </a:spcBef>
            </a:pPr>
            <a:r>
              <a:rPr lang="zh-CN" altLang="en-US" sz="2200" dirty="0">
                <a:solidFill>
                  <a:srgbClr val="0070C0"/>
                </a:solidFill>
                <a:latin typeface="微软雅黑" panose="020B0503020204020204" charset="-122"/>
                <a:ea typeface="微软雅黑" panose="020B0503020204020204" charset="-122"/>
              </a:rPr>
              <a:t>思考：</a:t>
            </a:r>
            <a:r>
              <a:rPr lang="en-US" altLang="zh-CN" sz="2200" i="1" dirty="0">
                <a:solidFill>
                  <a:srgbClr val="0070C0"/>
                </a:solidFill>
                <a:latin typeface="Times New Roman" panose="02020603050405020304" pitchFamily="18" charset="0"/>
                <a:ea typeface="微软雅黑" panose="020B0503020204020204" charset="-122"/>
              </a:rPr>
              <a:t>F</a:t>
            </a:r>
            <a:r>
              <a:rPr lang="zh-CN" altLang="en-US" sz="2200" dirty="0">
                <a:solidFill>
                  <a:srgbClr val="0070C0"/>
                </a:solidFill>
                <a:latin typeface="微软雅黑" panose="020B0503020204020204" charset="-122"/>
                <a:ea typeface="微软雅黑" panose="020B0503020204020204" charset="-122"/>
              </a:rPr>
              <a:t>是什么力？</a:t>
            </a:r>
            <a:endParaRPr lang="zh-CN" altLang="en-US" sz="2200" dirty="0">
              <a:solidFill>
                <a:srgbClr val="0070C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300"/>
                                  </p:iterate>
                                  <p:childTnLst>
                                    <p:set>
                                      <p:cBhvr>
                                        <p:cTn id="6" dur="1" fill="hold">
                                          <p:stCondLst>
                                            <p:cond delay="299"/>
                                          </p:stCondLst>
                                        </p:cTn>
                                        <p:tgtEl>
                                          <p:spTgt spid="2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78447"/>
                                        </p:tgtEl>
                                        <p:attrNameLst>
                                          <p:attrName>style.visibility</p:attrName>
                                        </p:attrNameLst>
                                      </p:cBhvr>
                                      <p:to>
                                        <p:strVal val="visible"/>
                                      </p:to>
                                    </p:set>
                                    <p:animEffect transition="in" filter="wipe(up)">
                                      <p:cBhvr>
                                        <p:cTn id="11" dur="500"/>
                                        <p:tgtEl>
                                          <p:spTgt spid="178447"/>
                                        </p:tgtEl>
                                      </p:cBhvr>
                                    </p:animEffect>
                                  </p:childTnLst>
                                </p:cTn>
                              </p:par>
                            </p:childTnLst>
                          </p:cTn>
                        </p:par>
                        <p:par>
                          <p:cTn id="12" fill="hold">
                            <p:stCondLst>
                              <p:cond delay="500"/>
                            </p:stCondLst>
                            <p:childTnLst>
                              <p:par>
                                <p:cTn id="13" presetID="22" presetClass="entr" presetSubtype="1" fill="hold" nodeType="afterEffect">
                                  <p:stCondLst>
                                    <p:cond delay="0"/>
                                  </p:stCondLst>
                                  <p:childTnLst>
                                    <p:set>
                                      <p:cBhvr>
                                        <p:cTn id="14" dur="1" fill="hold">
                                          <p:stCondLst>
                                            <p:cond delay="0"/>
                                          </p:stCondLst>
                                        </p:cTn>
                                        <p:tgtEl>
                                          <p:spTgt spid="178448"/>
                                        </p:tgtEl>
                                        <p:attrNameLst>
                                          <p:attrName>style.visibility</p:attrName>
                                        </p:attrNameLst>
                                      </p:cBhvr>
                                      <p:to>
                                        <p:strVal val="visible"/>
                                      </p:to>
                                    </p:set>
                                    <p:animEffect transition="in" filter="wipe(up)">
                                      <p:cBhvr>
                                        <p:cTn id="15" dur="500"/>
                                        <p:tgtEl>
                                          <p:spTgt spid="17844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78449"/>
                                        </p:tgtEl>
                                        <p:attrNameLst>
                                          <p:attrName>style.visibility</p:attrName>
                                        </p:attrNameLst>
                                      </p:cBhvr>
                                      <p:to>
                                        <p:strVal val="visible"/>
                                      </p:to>
                                    </p:set>
                                    <p:animEffect transition="in" filter="wipe(left)">
                                      <p:cBhvr>
                                        <p:cTn id="20" dur="500"/>
                                        <p:tgtEl>
                                          <p:spTgt spid="178449"/>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78450"/>
                                        </p:tgtEl>
                                        <p:attrNameLst>
                                          <p:attrName>style.visibility</p:attrName>
                                        </p:attrNameLst>
                                      </p:cBhvr>
                                      <p:to>
                                        <p:strVal val="visible"/>
                                      </p:to>
                                    </p:set>
                                    <p:animEffect transition="in" filter="wipe(left)">
                                      <p:cBhvr>
                                        <p:cTn id="24" dur="500"/>
                                        <p:tgtEl>
                                          <p:spTgt spid="178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447" grpId="0"/>
      <p:bldP spid="178449" grpId="0"/>
      <p:bldP spid="178450" grpId="0" bldLvl="0" animBg="1"/>
      <p:bldP spid="276"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pSp>
        <p:nvGrpSpPr>
          <p:cNvPr id="41986" name="Group 2"/>
          <p:cNvGrpSpPr/>
          <p:nvPr/>
        </p:nvGrpSpPr>
        <p:grpSpPr>
          <a:xfrm>
            <a:off x="6400800" y="533400"/>
            <a:ext cx="1693863" cy="382588"/>
            <a:chOff x="624" y="1919"/>
            <a:chExt cx="1156" cy="241"/>
          </a:xfrm>
        </p:grpSpPr>
        <p:sp>
          <p:nvSpPr>
            <p:cNvPr id="41987" name="Line 3"/>
            <p:cNvSpPr/>
            <p:nvPr/>
          </p:nvSpPr>
          <p:spPr>
            <a:xfrm rot="-5400000">
              <a:off x="638" y="1969"/>
              <a:ext cx="217" cy="109"/>
            </a:xfrm>
            <a:prstGeom prst="line">
              <a:avLst/>
            </a:prstGeom>
            <a:ln w="28575" cap="flat" cmpd="sng">
              <a:solidFill>
                <a:srgbClr val="BAB442"/>
              </a:solidFill>
              <a:prstDash val="solid"/>
              <a:round/>
              <a:headEnd type="none" w="med" len="med"/>
              <a:tailEnd type="none" w="med" len="med"/>
            </a:ln>
          </p:spPr>
        </p:sp>
        <p:sp>
          <p:nvSpPr>
            <p:cNvPr id="41988" name="Line 4"/>
            <p:cNvSpPr/>
            <p:nvPr/>
          </p:nvSpPr>
          <p:spPr>
            <a:xfrm rot="-5400000">
              <a:off x="1613" y="1970"/>
              <a:ext cx="217" cy="108"/>
            </a:xfrm>
            <a:prstGeom prst="line">
              <a:avLst/>
            </a:prstGeom>
            <a:ln w="28575" cap="flat" cmpd="sng">
              <a:solidFill>
                <a:srgbClr val="BAB442"/>
              </a:solidFill>
              <a:prstDash val="solid"/>
              <a:round/>
              <a:headEnd type="none" w="med" len="med"/>
              <a:tailEnd type="none" w="med" len="med"/>
            </a:ln>
          </p:spPr>
        </p:sp>
        <p:sp>
          <p:nvSpPr>
            <p:cNvPr id="41989" name="Line 5"/>
            <p:cNvSpPr/>
            <p:nvPr/>
          </p:nvSpPr>
          <p:spPr>
            <a:xfrm rot="-5400000">
              <a:off x="1505" y="1970"/>
              <a:ext cx="217" cy="108"/>
            </a:xfrm>
            <a:prstGeom prst="line">
              <a:avLst/>
            </a:prstGeom>
            <a:ln w="28575" cap="flat" cmpd="sng">
              <a:solidFill>
                <a:srgbClr val="BAB442"/>
              </a:solidFill>
              <a:prstDash val="solid"/>
              <a:round/>
              <a:headEnd type="none" w="med" len="med"/>
              <a:tailEnd type="none" w="med" len="med"/>
            </a:ln>
          </p:spPr>
        </p:sp>
        <p:sp>
          <p:nvSpPr>
            <p:cNvPr id="41990" name="Line 6"/>
            <p:cNvSpPr/>
            <p:nvPr/>
          </p:nvSpPr>
          <p:spPr>
            <a:xfrm rot="-5400000">
              <a:off x="1397" y="1969"/>
              <a:ext cx="217" cy="109"/>
            </a:xfrm>
            <a:prstGeom prst="line">
              <a:avLst/>
            </a:prstGeom>
            <a:ln w="28575" cap="flat" cmpd="sng">
              <a:solidFill>
                <a:srgbClr val="BAB442"/>
              </a:solidFill>
              <a:prstDash val="solid"/>
              <a:round/>
              <a:headEnd type="none" w="med" len="med"/>
              <a:tailEnd type="none" w="med" len="med"/>
            </a:ln>
          </p:spPr>
        </p:sp>
        <p:sp>
          <p:nvSpPr>
            <p:cNvPr id="41991" name="Line 7"/>
            <p:cNvSpPr/>
            <p:nvPr/>
          </p:nvSpPr>
          <p:spPr>
            <a:xfrm rot="-5400000">
              <a:off x="1180" y="1969"/>
              <a:ext cx="217" cy="109"/>
            </a:xfrm>
            <a:prstGeom prst="line">
              <a:avLst/>
            </a:prstGeom>
            <a:ln w="28575" cap="flat" cmpd="sng">
              <a:solidFill>
                <a:srgbClr val="BAB442"/>
              </a:solidFill>
              <a:prstDash val="solid"/>
              <a:round/>
              <a:headEnd type="none" w="med" len="med"/>
              <a:tailEnd type="none" w="med" len="med"/>
            </a:ln>
          </p:spPr>
        </p:sp>
        <p:sp>
          <p:nvSpPr>
            <p:cNvPr id="41992" name="Line 8"/>
            <p:cNvSpPr/>
            <p:nvPr/>
          </p:nvSpPr>
          <p:spPr>
            <a:xfrm rot="-5400000">
              <a:off x="1071" y="1970"/>
              <a:ext cx="217" cy="108"/>
            </a:xfrm>
            <a:prstGeom prst="line">
              <a:avLst/>
            </a:prstGeom>
            <a:ln w="28575" cap="flat" cmpd="sng">
              <a:solidFill>
                <a:srgbClr val="BAB442"/>
              </a:solidFill>
              <a:prstDash val="solid"/>
              <a:round/>
              <a:headEnd type="none" w="med" len="med"/>
              <a:tailEnd type="none" w="med" len="med"/>
            </a:ln>
          </p:spPr>
        </p:sp>
        <p:sp>
          <p:nvSpPr>
            <p:cNvPr id="41993" name="Line 9"/>
            <p:cNvSpPr/>
            <p:nvPr/>
          </p:nvSpPr>
          <p:spPr>
            <a:xfrm rot="-5400000">
              <a:off x="1288" y="1970"/>
              <a:ext cx="217" cy="108"/>
            </a:xfrm>
            <a:prstGeom prst="line">
              <a:avLst/>
            </a:prstGeom>
            <a:ln w="28575" cap="flat" cmpd="sng">
              <a:solidFill>
                <a:srgbClr val="BAB442"/>
              </a:solidFill>
              <a:prstDash val="solid"/>
              <a:round/>
              <a:headEnd type="none" w="med" len="med"/>
              <a:tailEnd type="none" w="med" len="med"/>
            </a:ln>
          </p:spPr>
        </p:sp>
        <p:sp>
          <p:nvSpPr>
            <p:cNvPr id="41994" name="Line 10"/>
            <p:cNvSpPr/>
            <p:nvPr/>
          </p:nvSpPr>
          <p:spPr>
            <a:xfrm rot="-5400000">
              <a:off x="963" y="1970"/>
              <a:ext cx="217" cy="108"/>
            </a:xfrm>
            <a:prstGeom prst="line">
              <a:avLst/>
            </a:prstGeom>
            <a:ln w="28575" cap="flat" cmpd="sng">
              <a:solidFill>
                <a:srgbClr val="BAB442"/>
              </a:solidFill>
              <a:prstDash val="solid"/>
              <a:round/>
              <a:headEnd type="none" w="med" len="med"/>
              <a:tailEnd type="none" w="med" len="med"/>
            </a:ln>
          </p:spPr>
        </p:sp>
        <p:sp>
          <p:nvSpPr>
            <p:cNvPr id="41995" name="Line 11"/>
            <p:cNvSpPr/>
            <p:nvPr/>
          </p:nvSpPr>
          <p:spPr>
            <a:xfrm rot="-5400000">
              <a:off x="855" y="1969"/>
              <a:ext cx="217" cy="109"/>
            </a:xfrm>
            <a:prstGeom prst="line">
              <a:avLst/>
            </a:prstGeom>
            <a:ln w="28575" cap="flat" cmpd="sng">
              <a:solidFill>
                <a:srgbClr val="BAB442"/>
              </a:solidFill>
              <a:prstDash val="solid"/>
              <a:round/>
              <a:headEnd type="none" w="med" len="med"/>
              <a:tailEnd type="none" w="med" len="med"/>
            </a:ln>
          </p:spPr>
        </p:sp>
        <p:sp>
          <p:nvSpPr>
            <p:cNvPr id="41996" name="Line 12"/>
            <p:cNvSpPr/>
            <p:nvPr/>
          </p:nvSpPr>
          <p:spPr>
            <a:xfrm rot="-5400000">
              <a:off x="746" y="1970"/>
              <a:ext cx="217" cy="108"/>
            </a:xfrm>
            <a:prstGeom prst="line">
              <a:avLst/>
            </a:prstGeom>
            <a:ln w="28575" cap="flat" cmpd="sng">
              <a:solidFill>
                <a:srgbClr val="BAB442"/>
              </a:solidFill>
              <a:prstDash val="solid"/>
              <a:round/>
              <a:headEnd type="none" w="med" len="med"/>
              <a:tailEnd type="none" w="med" len="med"/>
            </a:ln>
          </p:spPr>
        </p:sp>
        <p:sp>
          <p:nvSpPr>
            <p:cNvPr id="41997" name="Line 13"/>
            <p:cNvSpPr/>
            <p:nvPr/>
          </p:nvSpPr>
          <p:spPr>
            <a:xfrm rot="5400000" flipH="1">
              <a:off x="1200" y="1584"/>
              <a:ext cx="0" cy="1152"/>
            </a:xfrm>
            <a:prstGeom prst="line">
              <a:avLst/>
            </a:prstGeom>
            <a:ln w="28575" cap="flat" cmpd="sng">
              <a:solidFill>
                <a:srgbClr val="BAB442"/>
              </a:solidFill>
              <a:prstDash val="solid"/>
              <a:round/>
              <a:headEnd type="none" w="med" len="med"/>
              <a:tailEnd type="none" w="med" len="med"/>
            </a:ln>
          </p:spPr>
        </p:sp>
      </p:grpSp>
      <p:grpSp>
        <p:nvGrpSpPr>
          <p:cNvPr id="41998" name="Group 14"/>
          <p:cNvGrpSpPr/>
          <p:nvPr/>
        </p:nvGrpSpPr>
        <p:grpSpPr>
          <a:xfrm>
            <a:off x="6962775" y="915988"/>
            <a:ext cx="563563" cy="2736850"/>
            <a:chOff x="1056" y="2160"/>
            <a:chExt cx="384" cy="1724"/>
          </a:xfrm>
        </p:grpSpPr>
        <p:grpSp>
          <p:nvGrpSpPr>
            <p:cNvPr id="41999" name="Group 15"/>
            <p:cNvGrpSpPr/>
            <p:nvPr/>
          </p:nvGrpSpPr>
          <p:grpSpPr>
            <a:xfrm>
              <a:off x="1104" y="2160"/>
              <a:ext cx="309" cy="1440"/>
              <a:chOff x="3387" y="840"/>
              <a:chExt cx="452" cy="2088"/>
            </a:xfrm>
          </p:grpSpPr>
          <p:grpSp>
            <p:nvGrpSpPr>
              <p:cNvPr id="42000" name="Group 16"/>
              <p:cNvGrpSpPr/>
              <p:nvPr/>
            </p:nvGrpSpPr>
            <p:grpSpPr>
              <a:xfrm>
                <a:off x="3387" y="840"/>
                <a:ext cx="452" cy="1749"/>
                <a:chOff x="3387" y="840"/>
                <a:chExt cx="452" cy="1749"/>
              </a:xfrm>
            </p:grpSpPr>
            <p:sp>
              <p:nvSpPr>
                <p:cNvPr id="42001" name="Oval 17"/>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02" name="Oval 18"/>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03" name="Arc 19"/>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04" name="Oval 20"/>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05" name="Oval 21"/>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06" name="Arc 22"/>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07" name="Oval 23"/>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08" name="Arc 24"/>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09" name="Arc 25"/>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10" name="Arc 26"/>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11" name="Oval 27"/>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12" name="Arc 28"/>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13" name="Line 29"/>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014" name="Oval 30"/>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15" name="Arc 31"/>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016" name="Arc 32"/>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17" name="Line 33"/>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42018" name="Oval 34"/>
            <p:cNvSpPr/>
            <p:nvPr/>
          </p:nvSpPr>
          <p:spPr>
            <a:xfrm rot="5351088">
              <a:off x="1058" y="3502"/>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2019" name="Group 35"/>
          <p:cNvGrpSpPr/>
          <p:nvPr/>
        </p:nvGrpSpPr>
        <p:grpSpPr>
          <a:xfrm>
            <a:off x="6962775" y="914400"/>
            <a:ext cx="563563" cy="3581400"/>
            <a:chOff x="3312" y="576"/>
            <a:chExt cx="384" cy="2256"/>
          </a:xfrm>
        </p:grpSpPr>
        <p:grpSp>
          <p:nvGrpSpPr>
            <p:cNvPr id="42020" name="Group 36"/>
            <p:cNvGrpSpPr/>
            <p:nvPr/>
          </p:nvGrpSpPr>
          <p:grpSpPr>
            <a:xfrm>
              <a:off x="3360" y="576"/>
              <a:ext cx="309" cy="1968"/>
              <a:chOff x="3360" y="2112"/>
              <a:chExt cx="309" cy="1681"/>
            </a:xfrm>
          </p:grpSpPr>
          <p:grpSp>
            <p:nvGrpSpPr>
              <p:cNvPr id="42021" name="Group 37"/>
              <p:cNvGrpSpPr/>
              <p:nvPr/>
            </p:nvGrpSpPr>
            <p:grpSpPr>
              <a:xfrm>
                <a:off x="3360" y="2112"/>
                <a:ext cx="309" cy="1488"/>
                <a:chOff x="3387" y="840"/>
                <a:chExt cx="452" cy="1749"/>
              </a:xfrm>
            </p:grpSpPr>
            <p:sp>
              <p:nvSpPr>
                <p:cNvPr id="42022" name="Oval 38"/>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23" name="Oval 39"/>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24" name="Arc 40"/>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25" name="Oval 41"/>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26" name="Oval 42"/>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27" name="Arc 43"/>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28" name="Oval 44"/>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29" name="Arc 45"/>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30" name="Arc 46"/>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31" name="Arc 47"/>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32" name="Oval 48"/>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33" name="Arc 49"/>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34" name="Line 50"/>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035" name="Oval 51"/>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36" name="Arc 52"/>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037" name="Arc 53"/>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38" name="Line 54"/>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2039" name="Oval 55"/>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2040" name="Group 56"/>
          <p:cNvGrpSpPr/>
          <p:nvPr/>
        </p:nvGrpSpPr>
        <p:grpSpPr>
          <a:xfrm>
            <a:off x="6962775" y="914400"/>
            <a:ext cx="563563" cy="4495800"/>
            <a:chOff x="4128" y="576"/>
            <a:chExt cx="384" cy="2832"/>
          </a:xfrm>
        </p:grpSpPr>
        <p:grpSp>
          <p:nvGrpSpPr>
            <p:cNvPr id="42041" name="Group 57"/>
            <p:cNvGrpSpPr/>
            <p:nvPr/>
          </p:nvGrpSpPr>
          <p:grpSpPr>
            <a:xfrm>
              <a:off x="4155" y="576"/>
              <a:ext cx="309" cy="2496"/>
              <a:chOff x="3360" y="2112"/>
              <a:chExt cx="309" cy="1681"/>
            </a:xfrm>
          </p:grpSpPr>
          <p:grpSp>
            <p:nvGrpSpPr>
              <p:cNvPr id="42042" name="Group 58"/>
              <p:cNvGrpSpPr/>
              <p:nvPr/>
            </p:nvGrpSpPr>
            <p:grpSpPr>
              <a:xfrm>
                <a:off x="3360" y="2112"/>
                <a:ext cx="309" cy="1488"/>
                <a:chOff x="3387" y="840"/>
                <a:chExt cx="452" cy="1749"/>
              </a:xfrm>
            </p:grpSpPr>
            <p:sp>
              <p:nvSpPr>
                <p:cNvPr id="42043" name="Oval 59"/>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44" name="Oval 60"/>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45" name="Arc 61"/>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46" name="Oval 62"/>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47" name="Oval 63"/>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48" name="Arc 64"/>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49" name="Oval 65"/>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50" name="Arc 66"/>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51" name="Arc 67"/>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52" name="Arc 68"/>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53" name="Oval 69"/>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54" name="Arc 70"/>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55" name="Line 71"/>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056" name="Oval 72"/>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57" name="Arc 73"/>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058" name="Arc 74"/>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59" name="Line 75"/>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2060" name="Oval 76"/>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2061" name="Group 77"/>
          <p:cNvGrpSpPr/>
          <p:nvPr/>
        </p:nvGrpSpPr>
        <p:grpSpPr>
          <a:xfrm>
            <a:off x="6962775" y="914400"/>
            <a:ext cx="563563" cy="3581400"/>
            <a:chOff x="3312" y="576"/>
            <a:chExt cx="384" cy="2256"/>
          </a:xfrm>
        </p:grpSpPr>
        <p:grpSp>
          <p:nvGrpSpPr>
            <p:cNvPr id="42062" name="Group 78"/>
            <p:cNvGrpSpPr/>
            <p:nvPr/>
          </p:nvGrpSpPr>
          <p:grpSpPr>
            <a:xfrm>
              <a:off x="3360" y="576"/>
              <a:ext cx="309" cy="1968"/>
              <a:chOff x="3360" y="2112"/>
              <a:chExt cx="309" cy="1681"/>
            </a:xfrm>
          </p:grpSpPr>
          <p:grpSp>
            <p:nvGrpSpPr>
              <p:cNvPr id="42063" name="Group 79"/>
              <p:cNvGrpSpPr/>
              <p:nvPr/>
            </p:nvGrpSpPr>
            <p:grpSpPr>
              <a:xfrm>
                <a:off x="3360" y="2112"/>
                <a:ext cx="309" cy="1488"/>
                <a:chOff x="3387" y="840"/>
                <a:chExt cx="452" cy="1749"/>
              </a:xfrm>
            </p:grpSpPr>
            <p:sp>
              <p:nvSpPr>
                <p:cNvPr id="42064" name="Oval 80"/>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65" name="Oval 81"/>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66" name="Arc 82"/>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67" name="Oval 83"/>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68" name="Oval 84"/>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69" name="Arc 85"/>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70" name="Oval 86"/>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71" name="Arc 87"/>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72" name="Arc 88"/>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73" name="Arc 89"/>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74" name="Oval 90"/>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75" name="Arc 91"/>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76" name="Line 92"/>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077" name="Oval 93"/>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78" name="Arc 94"/>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079" name="Arc 95"/>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80" name="Line 96"/>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2081" name="Oval 97"/>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2082" name="Group 98"/>
          <p:cNvGrpSpPr/>
          <p:nvPr/>
        </p:nvGrpSpPr>
        <p:grpSpPr>
          <a:xfrm>
            <a:off x="6962775" y="914400"/>
            <a:ext cx="563563" cy="2736850"/>
            <a:chOff x="1056" y="2160"/>
            <a:chExt cx="384" cy="1724"/>
          </a:xfrm>
        </p:grpSpPr>
        <p:grpSp>
          <p:nvGrpSpPr>
            <p:cNvPr id="42083" name="Group 99"/>
            <p:cNvGrpSpPr/>
            <p:nvPr/>
          </p:nvGrpSpPr>
          <p:grpSpPr>
            <a:xfrm>
              <a:off x="1104" y="2160"/>
              <a:ext cx="309" cy="1440"/>
              <a:chOff x="3387" y="840"/>
              <a:chExt cx="452" cy="2088"/>
            </a:xfrm>
          </p:grpSpPr>
          <p:grpSp>
            <p:nvGrpSpPr>
              <p:cNvPr id="42084" name="Group 100"/>
              <p:cNvGrpSpPr/>
              <p:nvPr/>
            </p:nvGrpSpPr>
            <p:grpSpPr>
              <a:xfrm>
                <a:off x="3387" y="840"/>
                <a:ext cx="452" cy="1749"/>
                <a:chOff x="3387" y="840"/>
                <a:chExt cx="452" cy="1749"/>
              </a:xfrm>
            </p:grpSpPr>
            <p:sp>
              <p:nvSpPr>
                <p:cNvPr id="42085" name="Oval 101"/>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86" name="Oval 102"/>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87" name="Arc 103"/>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88" name="Oval 104"/>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89" name="Oval 105"/>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90" name="Arc 106"/>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91" name="Oval 107"/>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92" name="Arc 108"/>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93" name="Arc 109"/>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94" name="Arc 110"/>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95" name="Oval 111"/>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96" name="Arc 112"/>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097" name="Line 113"/>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098" name="Oval 114"/>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099" name="Arc 115"/>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100" name="Arc 116"/>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01" name="Line 117"/>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42102" name="Oval 118"/>
            <p:cNvSpPr/>
            <p:nvPr/>
          </p:nvSpPr>
          <p:spPr>
            <a:xfrm rot="5351088">
              <a:off x="1058" y="3502"/>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2103" name="Group 119"/>
          <p:cNvGrpSpPr/>
          <p:nvPr/>
        </p:nvGrpSpPr>
        <p:grpSpPr>
          <a:xfrm>
            <a:off x="6962775" y="914400"/>
            <a:ext cx="563563" cy="3581400"/>
            <a:chOff x="3312" y="576"/>
            <a:chExt cx="384" cy="2256"/>
          </a:xfrm>
        </p:grpSpPr>
        <p:grpSp>
          <p:nvGrpSpPr>
            <p:cNvPr id="42104" name="Group 120"/>
            <p:cNvGrpSpPr/>
            <p:nvPr/>
          </p:nvGrpSpPr>
          <p:grpSpPr>
            <a:xfrm>
              <a:off x="3360" y="576"/>
              <a:ext cx="309" cy="1968"/>
              <a:chOff x="3360" y="2112"/>
              <a:chExt cx="309" cy="1681"/>
            </a:xfrm>
          </p:grpSpPr>
          <p:grpSp>
            <p:nvGrpSpPr>
              <p:cNvPr id="42105" name="Group 121"/>
              <p:cNvGrpSpPr/>
              <p:nvPr/>
            </p:nvGrpSpPr>
            <p:grpSpPr>
              <a:xfrm>
                <a:off x="3360" y="2112"/>
                <a:ext cx="309" cy="1488"/>
                <a:chOff x="3387" y="840"/>
                <a:chExt cx="452" cy="1749"/>
              </a:xfrm>
            </p:grpSpPr>
            <p:sp>
              <p:nvSpPr>
                <p:cNvPr id="42106" name="Oval 122"/>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07" name="Oval 123"/>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08" name="Arc 124"/>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09" name="Oval 125"/>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10" name="Oval 126"/>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11" name="Arc 127"/>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12" name="Oval 128"/>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13" name="Arc 129"/>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14" name="Arc 130"/>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15" name="Arc 131"/>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16" name="Oval 132"/>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17" name="Arc 133"/>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18" name="Line 134"/>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119" name="Oval 135"/>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20" name="Arc 136"/>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121" name="Arc 137"/>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22" name="Line 138"/>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2123" name="Oval 139"/>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2124" name="Group 140"/>
          <p:cNvGrpSpPr/>
          <p:nvPr/>
        </p:nvGrpSpPr>
        <p:grpSpPr>
          <a:xfrm>
            <a:off x="6962775" y="914400"/>
            <a:ext cx="563563" cy="4495800"/>
            <a:chOff x="4128" y="576"/>
            <a:chExt cx="384" cy="2832"/>
          </a:xfrm>
        </p:grpSpPr>
        <p:grpSp>
          <p:nvGrpSpPr>
            <p:cNvPr id="42125" name="Group 141"/>
            <p:cNvGrpSpPr/>
            <p:nvPr/>
          </p:nvGrpSpPr>
          <p:grpSpPr>
            <a:xfrm>
              <a:off x="4155" y="576"/>
              <a:ext cx="309" cy="2496"/>
              <a:chOff x="3360" y="2112"/>
              <a:chExt cx="309" cy="1681"/>
            </a:xfrm>
          </p:grpSpPr>
          <p:grpSp>
            <p:nvGrpSpPr>
              <p:cNvPr id="42126" name="Group 142"/>
              <p:cNvGrpSpPr/>
              <p:nvPr/>
            </p:nvGrpSpPr>
            <p:grpSpPr>
              <a:xfrm>
                <a:off x="3360" y="2112"/>
                <a:ext cx="309" cy="1488"/>
                <a:chOff x="3387" y="840"/>
                <a:chExt cx="452" cy="1749"/>
              </a:xfrm>
            </p:grpSpPr>
            <p:sp>
              <p:nvSpPr>
                <p:cNvPr id="42127" name="Oval 143"/>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28" name="Oval 144"/>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29" name="Arc 145"/>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30" name="Oval 146"/>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31" name="Oval 147"/>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32" name="Arc 148"/>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33" name="Oval 149"/>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34" name="Arc 150"/>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35" name="Arc 151"/>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36" name="Arc 152"/>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37" name="Oval 153"/>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38" name="Arc 154"/>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39" name="Line 155"/>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140" name="Oval 156"/>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41" name="Arc 157"/>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142" name="Arc 158"/>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43" name="Line 159"/>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2144" name="Oval 160"/>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2145" name="Group 161"/>
          <p:cNvGrpSpPr/>
          <p:nvPr/>
        </p:nvGrpSpPr>
        <p:grpSpPr>
          <a:xfrm>
            <a:off x="6962775" y="914400"/>
            <a:ext cx="563563" cy="3581400"/>
            <a:chOff x="3312" y="576"/>
            <a:chExt cx="384" cy="2256"/>
          </a:xfrm>
        </p:grpSpPr>
        <p:grpSp>
          <p:nvGrpSpPr>
            <p:cNvPr id="42146" name="Group 162"/>
            <p:cNvGrpSpPr/>
            <p:nvPr/>
          </p:nvGrpSpPr>
          <p:grpSpPr>
            <a:xfrm>
              <a:off x="3360" y="576"/>
              <a:ext cx="309" cy="1968"/>
              <a:chOff x="3360" y="2112"/>
              <a:chExt cx="309" cy="1681"/>
            </a:xfrm>
          </p:grpSpPr>
          <p:grpSp>
            <p:nvGrpSpPr>
              <p:cNvPr id="42147" name="Group 163"/>
              <p:cNvGrpSpPr/>
              <p:nvPr/>
            </p:nvGrpSpPr>
            <p:grpSpPr>
              <a:xfrm>
                <a:off x="3360" y="2112"/>
                <a:ext cx="309" cy="1488"/>
                <a:chOff x="3387" y="840"/>
                <a:chExt cx="452" cy="1749"/>
              </a:xfrm>
            </p:grpSpPr>
            <p:sp>
              <p:nvSpPr>
                <p:cNvPr id="42148" name="Oval 164"/>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49" name="Oval 165"/>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50" name="Arc 166"/>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51" name="Oval 167"/>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52" name="Oval 168"/>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53" name="Arc 169"/>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54" name="Oval 170"/>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55" name="Arc 171"/>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56" name="Arc 172"/>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57" name="Arc 173"/>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58" name="Oval 174"/>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59" name="Arc 175"/>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60" name="Line 176"/>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161" name="Oval 177"/>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62" name="Arc 178"/>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163" name="Arc 179"/>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64" name="Line 180"/>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2165" name="Oval 181"/>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aphicFrame>
        <p:nvGraphicFramePr>
          <p:cNvPr id="42166" name="Object 182"/>
          <p:cNvGraphicFramePr>
            <a:graphicFrameLocks noChangeAspect="1"/>
          </p:cNvGraphicFramePr>
          <p:nvPr/>
        </p:nvGraphicFramePr>
        <p:xfrm>
          <a:off x="7596188" y="4495800"/>
          <a:ext cx="352425" cy="330200"/>
        </p:xfrm>
        <a:graphic>
          <a:graphicData uri="http://schemas.openxmlformats.org/presentationml/2006/ole">
            <mc:AlternateContent xmlns:mc="http://schemas.openxmlformats.org/markup-compatibility/2006">
              <mc:Choice xmlns:v="urn:schemas-microsoft-com:vml" Requires="v">
                <p:oleObj spid="_x0000_s3213" name="" r:id="rId1" imgW="190500" imgH="165100" progId="Equation.3">
                  <p:embed/>
                </p:oleObj>
              </mc:Choice>
              <mc:Fallback>
                <p:oleObj name="" r:id="rId1" imgW="190500" imgH="165100" progId="Equation.3">
                  <p:embed/>
                  <p:pic>
                    <p:nvPicPr>
                      <p:cNvPr id="0" name="图片 3212"/>
                      <p:cNvPicPr/>
                      <p:nvPr/>
                    </p:nvPicPr>
                    <p:blipFill>
                      <a:blip r:embed="rId2"/>
                      <a:stretch>
                        <a:fillRect/>
                      </a:stretch>
                    </p:blipFill>
                    <p:spPr>
                      <a:xfrm>
                        <a:off x="7596188" y="4495800"/>
                        <a:ext cx="352425" cy="330200"/>
                      </a:xfrm>
                      <a:prstGeom prst="rect">
                        <a:avLst/>
                      </a:prstGeom>
                      <a:noFill/>
                      <a:ln w="38100">
                        <a:noFill/>
                        <a:miter/>
                      </a:ln>
                    </p:spPr>
                  </p:pic>
                </p:oleObj>
              </mc:Fallback>
            </mc:AlternateContent>
          </a:graphicData>
        </a:graphic>
      </p:graphicFrame>
      <p:grpSp>
        <p:nvGrpSpPr>
          <p:cNvPr id="42167" name="Group 183"/>
          <p:cNvGrpSpPr/>
          <p:nvPr/>
        </p:nvGrpSpPr>
        <p:grpSpPr>
          <a:xfrm>
            <a:off x="7002463" y="914400"/>
            <a:ext cx="454025" cy="2286000"/>
            <a:chOff x="3387" y="840"/>
            <a:chExt cx="452" cy="2088"/>
          </a:xfrm>
        </p:grpSpPr>
        <p:grpSp>
          <p:nvGrpSpPr>
            <p:cNvPr id="42168" name="Group 184"/>
            <p:cNvGrpSpPr/>
            <p:nvPr/>
          </p:nvGrpSpPr>
          <p:grpSpPr>
            <a:xfrm>
              <a:off x="3387" y="840"/>
              <a:ext cx="452" cy="1749"/>
              <a:chOff x="3387" y="840"/>
              <a:chExt cx="452" cy="1749"/>
            </a:xfrm>
          </p:grpSpPr>
          <p:sp>
            <p:nvSpPr>
              <p:cNvPr id="42169" name="Oval 185"/>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70" name="Oval 186"/>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71" name="Arc 187"/>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72" name="Oval 188"/>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73" name="Oval 189"/>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74" name="Arc 190"/>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75" name="Oval 191"/>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76" name="Arc 192"/>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77" name="Arc 193"/>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78" name="Arc 194"/>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79" name="Oval 195"/>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80" name="Arc 196"/>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81" name="Line 197"/>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182" name="Oval 198"/>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183" name="Arc 199"/>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184" name="Arc 200"/>
            <p:cNvSpPr/>
            <p:nvPr/>
          </p:nvSpPr>
          <p:spPr>
            <a:xfrm rot="5351088">
              <a:off x="3590" y="2522"/>
              <a:ext cx="246" cy="206"/>
            </a:xfrm>
            <a:custGeom>
              <a:avLst/>
              <a:gdLst/>
              <a:ahLst/>
              <a:cxnLst>
                <a:cxn ang="0">
                  <a:pos x="0" y="1"/>
                </a:cxn>
                <a:cxn ang="0">
                  <a:pos x="2" y="2"/>
                </a:cxn>
                <a:cxn ang="0">
                  <a:pos x="1" y="2"/>
                </a:cxn>
              </a:cxnLst>
              <a:pathLst>
                <a:path w="36228" h="21600" fill="none">
                  <a:moveTo>
                    <a:pt x="-1" y="5712"/>
                  </a:moveTo>
                  <a:cubicBezTo>
                    <a:pt x="3987" y="2039"/>
                    <a:pt x="9211" y="-1"/>
                    <a:pt x="14634" y="0"/>
                  </a:cubicBezTo>
                  <a:cubicBezTo>
                    <a:pt x="26367" y="0"/>
                    <a:pt x="35954" y="9366"/>
                    <a:pt x="36228" y="21096"/>
                  </a:cubicBezTo>
                </a:path>
                <a:path w="36228" h="21600" stroke="0">
                  <a:moveTo>
                    <a:pt x="-1" y="5712"/>
                  </a:moveTo>
                  <a:cubicBezTo>
                    <a:pt x="3987" y="2039"/>
                    <a:pt x="9211" y="-1"/>
                    <a:pt x="14634" y="0"/>
                  </a:cubicBezTo>
                  <a:cubicBezTo>
                    <a:pt x="26367" y="0"/>
                    <a:pt x="35954" y="9366"/>
                    <a:pt x="36228" y="21096"/>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185" name="Line 201"/>
            <p:cNvSpPr/>
            <p:nvPr/>
          </p:nvSpPr>
          <p:spPr>
            <a:xfrm rot="5351088">
              <a:off x="3529" y="2844"/>
              <a:ext cx="168" cy="0"/>
            </a:xfrm>
            <a:prstGeom prst="line">
              <a:avLst/>
            </a:prstGeom>
            <a:ln w="28575" cap="flat" cmpd="sng">
              <a:solidFill>
                <a:schemeClr val="tx1"/>
              </a:solidFill>
              <a:prstDash val="solid"/>
              <a:round/>
              <a:headEnd type="none" w="med" len="med"/>
              <a:tailEnd type="none" w="med" len="med"/>
            </a:ln>
          </p:spPr>
        </p:sp>
      </p:grpSp>
      <p:sp>
        <p:nvSpPr>
          <p:cNvPr id="42186" name="Line 202"/>
          <p:cNvSpPr/>
          <p:nvPr/>
        </p:nvSpPr>
        <p:spPr>
          <a:xfrm flipH="1">
            <a:off x="6330950" y="3200400"/>
            <a:ext cx="842963" cy="0"/>
          </a:xfrm>
          <a:prstGeom prst="line">
            <a:avLst/>
          </a:prstGeom>
          <a:ln w="28575" cap="flat" cmpd="sng">
            <a:solidFill>
              <a:srgbClr val="3A7C3A"/>
            </a:solidFill>
            <a:prstDash val="solid"/>
            <a:round/>
            <a:headEnd type="none" w="med" len="med"/>
            <a:tailEnd type="none" w="med" len="med"/>
          </a:ln>
        </p:spPr>
      </p:sp>
      <p:sp>
        <p:nvSpPr>
          <p:cNvPr id="42187" name="Line 203"/>
          <p:cNvSpPr/>
          <p:nvPr/>
        </p:nvSpPr>
        <p:spPr>
          <a:xfrm>
            <a:off x="6681788" y="914400"/>
            <a:ext cx="0" cy="2286000"/>
          </a:xfrm>
          <a:prstGeom prst="line">
            <a:avLst/>
          </a:prstGeom>
          <a:ln w="28575" cap="flat" cmpd="sng">
            <a:solidFill>
              <a:srgbClr val="339966"/>
            </a:solidFill>
            <a:prstDash val="solid"/>
            <a:round/>
            <a:headEnd type="triangle" w="med" len="med"/>
            <a:tailEnd type="triangle" w="med" len="med"/>
          </a:ln>
        </p:spPr>
      </p:sp>
      <p:sp>
        <p:nvSpPr>
          <p:cNvPr id="42188" name="Line 204"/>
          <p:cNvSpPr/>
          <p:nvPr/>
        </p:nvSpPr>
        <p:spPr>
          <a:xfrm>
            <a:off x="6681788" y="3200400"/>
            <a:ext cx="0" cy="990600"/>
          </a:xfrm>
          <a:prstGeom prst="line">
            <a:avLst/>
          </a:prstGeom>
          <a:ln w="28575" cap="flat" cmpd="sng">
            <a:solidFill>
              <a:srgbClr val="339966"/>
            </a:solidFill>
            <a:prstDash val="solid"/>
            <a:round/>
            <a:headEnd type="triangle" w="med" len="med"/>
            <a:tailEnd type="triangle" w="med" len="med"/>
          </a:ln>
        </p:spPr>
      </p:sp>
      <p:sp>
        <p:nvSpPr>
          <p:cNvPr id="42189" name="Line 205"/>
          <p:cNvSpPr/>
          <p:nvPr/>
        </p:nvSpPr>
        <p:spPr>
          <a:xfrm>
            <a:off x="6681788" y="4191000"/>
            <a:ext cx="0" cy="914400"/>
          </a:xfrm>
          <a:prstGeom prst="line">
            <a:avLst/>
          </a:prstGeom>
          <a:ln w="28575" cap="flat" cmpd="sng">
            <a:solidFill>
              <a:srgbClr val="339966"/>
            </a:solidFill>
            <a:prstDash val="solid"/>
            <a:round/>
            <a:headEnd type="triangle" w="med" len="med"/>
            <a:tailEnd type="triangle" w="med" len="med"/>
          </a:ln>
        </p:spPr>
      </p:sp>
      <p:graphicFrame>
        <p:nvGraphicFramePr>
          <p:cNvPr id="42190" name="Object 206"/>
          <p:cNvGraphicFramePr>
            <a:graphicFrameLocks noChangeAspect="1"/>
          </p:cNvGraphicFramePr>
          <p:nvPr/>
        </p:nvGraphicFramePr>
        <p:xfrm>
          <a:off x="6367463" y="1905000"/>
          <a:ext cx="223837" cy="446088"/>
        </p:xfrm>
        <a:graphic>
          <a:graphicData uri="http://schemas.openxmlformats.org/presentationml/2006/ole">
            <mc:AlternateContent xmlns:mc="http://schemas.openxmlformats.org/markup-compatibility/2006">
              <mc:Choice xmlns:v="urn:schemas-microsoft-com:vml" Requires="v">
                <p:oleObj spid="_x0000_s3214" name="" r:id="rId3" imgW="139700" imgH="279400" progId="Equation.3">
                  <p:embed/>
                </p:oleObj>
              </mc:Choice>
              <mc:Fallback>
                <p:oleObj name="" r:id="rId3" imgW="139700" imgH="279400" progId="Equation.3">
                  <p:embed/>
                  <p:pic>
                    <p:nvPicPr>
                      <p:cNvPr id="0" name="图片 3213"/>
                      <p:cNvPicPr/>
                      <p:nvPr/>
                    </p:nvPicPr>
                    <p:blipFill>
                      <a:blip r:embed="rId4"/>
                      <a:stretch>
                        <a:fillRect/>
                      </a:stretch>
                    </p:blipFill>
                    <p:spPr>
                      <a:xfrm>
                        <a:off x="6367463" y="1905000"/>
                        <a:ext cx="223837" cy="446088"/>
                      </a:xfrm>
                      <a:prstGeom prst="rect">
                        <a:avLst/>
                      </a:prstGeom>
                      <a:noFill/>
                      <a:ln w="38100">
                        <a:noFill/>
                        <a:miter/>
                      </a:ln>
                    </p:spPr>
                  </p:pic>
                </p:oleObj>
              </mc:Fallback>
            </mc:AlternateContent>
          </a:graphicData>
        </a:graphic>
      </p:graphicFrame>
      <p:graphicFrame>
        <p:nvGraphicFramePr>
          <p:cNvPr id="42191" name="Object 207"/>
          <p:cNvGraphicFramePr>
            <a:graphicFrameLocks noChangeAspect="1"/>
          </p:cNvGraphicFramePr>
          <p:nvPr/>
        </p:nvGraphicFramePr>
        <p:xfrm>
          <a:off x="6340475" y="3429000"/>
          <a:ext cx="355600" cy="522288"/>
        </p:xfrm>
        <a:graphic>
          <a:graphicData uri="http://schemas.openxmlformats.org/presentationml/2006/ole">
            <mc:AlternateContent xmlns:mc="http://schemas.openxmlformats.org/markup-compatibility/2006">
              <mc:Choice xmlns:v="urn:schemas-microsoft-com:vml" Requires="v">
                <p:oleObj spid="_x0000_s3216" name="" r:id="rId5" imgW="190500" imgH="279400" progId="Equation.3">
                  <p:embed/>
                </p:oleObj>
              </mc:Choice>
              <mc:Fallback>
                <p:oleObj name="" r:id="rId5" imgW="190500" imgH="279400" progId="Equation.3">
                  <p:embed/>
                  <p:pic>
                    <p:nvPicPr>
                      <p:cNvPr id="0" name="图片 3215"/>
                      <p:cNvPicPr/>
                      <p:nvPr/>
                    </p:nvPicPr>
                    <p:blipFill>
                      <a:blip r:embed="rId6"/>
                      <a:stretch>
                        <a:fillRect/>
                      </a:stretch>
                    </p:blipFill>
                    <p:spPr>
                      <a:xfrm>
                        <a:off x="6340475" y="3429000"/>
                        <a:ext cx="355600" cy="522288"/>
                      </a:xfrm>
                      <a:prstGeom prst="rect">
                        <a:avLst/>
                      </a:prstGeom>
                      <a:noFill/>
                      <a:ln w="38100">
                        <a:noFill/>
                        <a:miter/>
                      </a:ln>
                    </p:spPr>
                  </p:pic>
                </p:oleObj>
              </mc:Fallback>
            </mc:AlternateContent>
          </a:graphicData>
        </a:graphic>
      </p:graphicFrame>
      <p:graphicFrame>
        <p:nvGraphicFramePr>
          <p:cNvPr id="42192" name="Object 208"/>
          <p:cNvGraphicFramePr>
            <a:graphicFrameLocks noChangeAspect="1"/>
          </p:cNvGraphicFramePr>
          <p:nvPr/>
        </p:nvGraphicFramePr>
        <p:xfrm>
          <a:off x="6334125" y="4495800"/>
          <a:ext cx="288925" cy="312738"/>
        </p:xfrm>
        <a:graphic>
          <a:graphicData uri="http://schemas.openxmlformats.org/presentationml/2006/ole">
            <mc:AlternateContent xmlns:mc="http://schemas.openxmlformats.org/markup-compatibility/2006">
              <mc:Choice xmlns:v="urn:schemas-microsoft-com:vml" Requires="v">
                <p:oleObj spid="_x0000_s3217" name="" r:id="rId7" imgW="152400" imgH="165100" progId="Equation.3">
                  <p:embed/>
                </p:oleObj>
              </mc:Choice>
              <mc:Fallback>
                <p:oleObj name="" r:id="rId7" imgW="152400" imgH="165100" progId="Equation.3">
                  <p:embed/>
                  <p:pic>
                    <p:nvPicPr>
                      <p:cNvPr id="0" name="图片 3216"/>
                      <p:cNvPicPr/>
                      <p:nvPr/>
                    </p:nvPicPr>
                    <p:blipFill>
                      <a:blip r:embed="rId8"/>
                      <a:stretch>
                        <a:fillRect/>
                      </a:stretch>
                    </p:blipFill>
                    <p:spPr>
                      <a:xfrm>
                        <a:off x="6334125" y="4495800"/>
                        <a:ext cx="288925" cy="312738"/>
                      </a:xfrm>
                      <a:prstGeom prst="rect">
                        <a:avLst/>
                      </a:prstGeom>
                      <a:noFill/>
                      <a:ln w="38100">
                        <a:noFill/>
                        <a:miter/>
                      </a:ln>
                    </p:spPr>
                  </p:pic>
                </p:oleObj>
              </mc:Fallback>
            </mc:AlternateContent>
          </a:graphicData>
        </a:graphic>
      </p:graphicFrame>
      <p:graphicFrame>
        <p:nvGraphicFramePr>
          <p:cNvPr id="42193" name="Object 209"/>
          <p:cNvGraphicFramePr>
            <a:graphicFrameLocks noChangeAspect="1"/>
          </p:cNvGraphicFramePr>
          <p:nvPr/>
        </p:nvGraphicFramePr>
        <p:xfrm>
          <a:off x="6896100" y="5783263"/>
          <a:ext cx="288925" cy="312737"/>
        </p:xfrm>
        <a:graphic>
          <a:graphicData uri="http://schemas.openxmlformats.org/presentationml/2006/ole">
            <mc:AlternateContent xmlns:mc="http://schemas.openxmlformats.org/markup-compatibility/2006">
              <mc:Choice xmlns:v="urn:schemas-microsoft-com:vml" Requires="v">
                <p:oleObj spid="_x0000_s3215" name="" r:id="rId9" imgW="152400" imgH="165100" progId="Equation.3">
                  <p:embed/>
                </p:oleObj>
              </mc:Choice>
              <mc:Fallback>
                <p:oleObj name="" r:id="rId9" imgW="152400" imgH="165100" progId="Equation.3">
                  <p:embed/>
                  <p:pic>
                    <p:nvPicPr>
                      <p:cNvPr id="0" name="图片 3214"/>
                      <p:cNvPicPr/>
                      <p:nvPr/>
                    </p:nvPicPr>
                    <p:blipFill>
                      <a:blip r:embed="rId8"/>
                      <a:stretch>
                        <a:fillRect/>
                      </a:stretch>
                    </p:blipFill>
                    <p:spPr>
                      <a:xfrm>
                        <a:off x="6896100" y="5783263"/>
                        <a:ext cx="288925" cy="312737"/>
                      </a:xfrm>
                      <a:prstGeom prst="rect">
                        <a:avLst/>
                      </a:prstGeom>
                      <a:noFill/>
                      <a:ln w="38100">
                        <a:noFill/>
                        <a:miter/>
                      </a:ln>
                    </p:spPr>
                  </p:pic>
                </p:oleObj>
              </mc:Fallback>
            </mc:AlternateContent>
          </a:graphicData>
        </a:graphic>
      </p:graphicFrame>
      <p:graphicFrame>
        <p:nvGraphicFramePr>
          <p:cNvPr id="42194" name="Object 210"/>
          <p:cNvGraphicFramePr>
            <a:graphicFrameLocks noChangeAspect="1"/>
          </p:cNvGraphicFramePr>
          <p:nvPr/>
        </p:nvGraphicFramePr>
        <p:xfrm>
          <a:off x="6119813" y="4030663"/>
          <a:ext cx="242887" cy="312737"/>
        </p:xfrm>
        <a:graphic>
          <a:graphicData uri="http://schemas.openxmlformats.org/presentationml/2006/ole">
            <mc:AlternateContent xmlns:mc="http://schemas.openxmlformats.org/markup-compatibility/2006">
              <mc:Choice xmlns:v="urn:schemas-microsoft-com:vml" Requires="v">
                <p:oleObj spid="_x0000_s3219" name="" r:id="rId10" imgW="139700" imgH="165100" progId="Equation.3">
                  <p:embed/>
                </p:oleObj>
              </mc:Choice>
              <mc:Fallback>
                <p:oleObj name="" r:id="rId10" imgW="139700" imgH="165100" progId="Equation.3">
                  <p:embed/>
                  <p:pic>
                    <p:nvPicPr>
                      <p:cNvPr id="0" name="图片 3218"/>
                      <p:cNvPicPr/>
                      <p:nvPr/>
                    </p:nvPicPr>
                    <p:blipFill>
                      <a:blip r:embed="rId11"/>
                      <a:stretch>
                        <a:fillRect/>
                      </a:stretch>
                    </p:blipFill>
                    <p:spPr>
                      <a:xfrm>
                        <a:off x="6119813" y="4030663"/>
                        <a:ext cx="242887" cy="312737"/>
                      </a:xfrm>
                      <a:prstGeom prst="rect">
                        <a:avLst/>
                      </a:prstGeom>
                      <a:noFill/>
                      <a:ln w="38100">
                        <a:noFill/>
                        <a:miter/>
                      </a:ln>
                    </p:spPr>
                  </p:pic>
                </p:oleObj>
              </mc:Fallback>
            </mc:AlternateContent>
          </a:graphicData>
        </a:graphic>
      </p:graphicFrame>
      <p:sp>
        <p:nvSpPr>
          <p:cNvPr id="42195" name="Rectangle 211"/>
          <p:cNvSpPr/>
          <p:nvPr/>
        </p:nvSpPr>
        <p:spPr>
          <a:xfrm>
            <a:off x="420688" y="415925"/>
            <a:ext cx="4032250" cy="460375"/>
          </a:xfrm>
          <a:prstGeom prst="rect">
            <a:avLst/>
          </a:prstGeom>
          <a:noFill/>
          <a:ln w="9525">
            <a:noFill/>
          </a:ln>
        </p:spPr>
        <p:txBody>
          <a:bodyPr anchor="t" anchorCtr="0">
            <a:spAutoFit/>
          </a:bodyPr>
          <a:p>
            <a:pPr eaLnBrk="0" hangingPunct="0"/>
            <a:r>
              <a:rPr lang="en-US" altLang="zh-CN" sz="2400" b="1" dirty="0">
                <a:solidFill>
                  <a:srgbClr val="FF0000"/>
                </a:solidFill>
                <a:latin typeface="楷体_GB2312" pitchFamily="49" charset="-122"/>
                <a:ea typeface="楷体_GB2312" pitchFamily="49" charset="-122"/>
              </a:rPr>
              <a:t>2.</a:t>
            </a:r>
            <a:r>
              <a:rPr lang="zh-CN" altLang="en-US" sz="2400" b="1" dirty="0">
                <a:solidFill>
                  <a:srgbClr val="FF0000"/>
                </a:solidFill>
                <a:latin typeface="Arial" panose="020B0604020202020204" pitchFamily="34" charset="0"/>
                <a:ea typeface="楷体_GB2312" pitchFamily="49" charset="-122"/>
              </a:rPr>
              <a:t>由分析能量出发</a:t>
            </a:r>
            <a:endParaRPr lang="zh-CN" altLang="en-US" sz="2400" b="1" dirty="0">
              <a:solidFill>
                <a:srgbClr val="FF0000"/>
              </a:solidFill>
              <a:latin typeface="Arial" panose="020B0604020202020204" pitchFamily="34" charset="0"/>
              <a:ea typeface="楷体_GB2312" pitchFamily="49" charset="-122"/>
            </a:endParaRPr>
          </a:p>
        </p:txBody>
      </p:sp>
      <p:sp>
        <p:nvSpPr>
          <p:cNvPr id="42196" name="AutoShape 212"/>
          <p:cNvSpPr/>
          <p:nvPr/>
        </p:nvSpPr>
        <p:spPr>
          <a:xfrm>
            <a:off x="4219575" y="990600"/>
            <a:ext cx="1619250" cy="762000"/>
          </a:xfrm>
          <a:prstGeom prst="wedgeRoundRectCallout">
            <a:avLst>
              <a:gd name="adj1" fmla="val 80977"/>
              <a:gd name="adj2" fmla="val 96458"/>
              <a:gd name="adj3" fmla="val 16667"/>
            </a:avLst>
          </a:prstGeom>
          <a:solidFill>
            <a:srgbClr val="66FF33"/>
          </a:solidFill>
          <a:ln w="9525">
            <a:noFill/>
          </a:ln>
        </p:spPr>
        <p:txBody>
          <a:bodyPr anchor="ctr" anchorCtr="0"/>
          <a:p>
            <a:pPr algn="ctr" eaLnBrk="0" hangingPunct="0"/>
            <a:r>
              <a:rPr lang="zh-CN" altLang="en-US" b="1" dirty="0">
                <a:solidFill>
                  <a:srgbClr val="000000"/>
                </a:solidFill>
                <a:latin typeface="Times New Roman" panose="02020603050405020304" pitchFamily="18" charset="0"/>
                <a:ea typeface="黑体" panose="02010609060101010101" pitchFamily="2" charset="-122"/>
              </a:rPr>
              <a:t>弹簧原长</a:t>
            </a:r>
            <a:endParaRPr lang="zh-CN" altLang="en-US" b="1" dirty="0">
              <a:solidFill>
                <a:srgbClr val="000000"/>
              </a:solidFill>
              <a:latin typeface="Times New Roman" panose="02020603050405020304" pitchFamily="18" charset="0"/>
              <a:ea typeface="黑体" panose="02010609060101010101" pitchFamily="2" charset="-122"/>
            </a:endParaRPr>
          </a:p>
        </p:txBody>
      </p:sp>
      <p:sp>
        <p:nvSpPr>
          <p:cNvPr id="42197" name="AutoShape 213"/>
          <p:cNvSpPr/>
          <p:nvPr/>
        </p:nvSpPr>
        <p:spPr>
          <a:xfrm>
            <a:off x="4219575" y="2362200"/>
            <a:ext cx="2039938" cy="762000"/>
          </a:xfrm>
          <a:prstGeom prst="wedgeRoundRectCallout">
            <a:avLst>
              <a:gd name="adj1" fmla="val 52875"/>
              <a:gd name="adj2" fmla="val 117500"/>
              <a:gd name="adj3" fmla="val 16667"/>
            </a:avLst>
          </a:prstGeom>
          <a:solidFill>
            <a:srgbClr val="FFFF00"/>
          </a:solidFill>
          <a:ln w="9525">
            <a:noFill/>
          </a:ln>
        </p:spPr>
        <p:txBody>
          <a:bodyPr anchor="ctr" anchorCtr="0"/>
          <a:p>
            <a:pPr algn="ctr" eaLnBrk="0" hangingPunct="0"/>
            <a:r>
              <a:rPr lang="zh-CN" altLang="en-US" b="1" dirty="0">
                <a:solidFill>
                  <a:srgbClr val="000000"/>
                </a:solidFill>
                <a:latin typeface="黑体" panose="02010609060101010101" pitchFamily="2" charset="-122"/>
                <a:ea typeface="黑体" panose="02010609060101010101" pitchFamily="2" charset="-122"/>
              </a:rPr>
              <a:t>挂</a:t>
            </a:r>
            <a:r>
              <a:rPr lang="en-US" altLang="zh-CN" b="1" i="1" dirty="0">
                <a:solidFill>
                  <a:srgbClr val="000000"/>
                </a:solidFill>
                <a:latin typeface="Times New Roman" panose="02020603050405020304" pitchFamily="18" charset="0"/>
                <a:ea typeface="黑体" panose="02010609060101010101" pitchFamily="2" charset="-122"/>
              </a:rPr>
              <a:t>m</a:t>
            </a:r>
            <a:r>
              <a:rPr lang="zh-CN" altLang="en-US" b="1" dirty="0">
                <a:solidFill>
                  <a:srgbClr val="000000"/>
                </a:solidFill>
                <a:latin typeface="黑体" panose="02010609060101010101" pitchFamily="2" charset="-122"/>
                <a:ea typeface="黑体" panose="02010609060101010101" pitchFamily="2" charset="-122"/>
              </a:rPr>
              <a:t>后伸长</a:t>
            </a:r>
            <a:endParaRPr lang="zh-CN" altLang="en-US" b="1" dirty="0">
              <a:solidFill>
                <a:srgbClr val="000000"/>
              </a:solidFill>
              <a:latin typeface="黑体" panose="02010609060101010101" pitchFamily="2" charset="-122"/>
              <a:ea typeface="黑体" panose="02010609060101010101" pitchFamily="2" charset="-122"/>
            </a:endParaRPr>
          </a:p>
        </p:txBody>
      </p:sp>
      <p:sp>
        <p:nvSpPr>
          <p:cNvPr id="42198" name="AutoShape 214"/>
          <p:cNvSpPr/>
          <p:nvPr/>
        </p:nvSpPr>
        <p:spPr>
          <a:xfrm>
            <a:off x="4149725" y="5334000"/>
            <a:ext cx="1970088" cy="762000"/>
          </a:xfrm>
          <a:prstGeom prst="wedgeRoundRectCallout">
            <a:avLst>
              <a:gd name="adj1" fmla="val 94718"/>
              <a:gd name="adj2" fmla="val -61667"/>
              <a:gd name="adj3" fmla="val 16667"/>
            </a:avLst>
          </a:prstGeom>
          <a:solidFill>
            <a:srgbClr val="66CCFF"/>
          </a:solidFill>
          <a:ln w="9525">
            <a:noFill/>
          </a:ln>
        </p:spPr>
        <p:txBody>
          <a:bodyPr anchor="ctr" anchorCtr="0"/>
          <a:p>
            <a:pPr algn="ctr" eaLnBrk="0" hangingPunct="0"/>
            <a:r>
              <a:rPr lang="zh-CN" altLang="en-US" b="1" dirty="0">
                <a:latin typeface="黑体" panose="02010609060101010101" pitchFamily="2" charset="-122"/>
                <a:ea typeface="黑体" panose="02010609060101010101" pitchFamily="2" charset="-122"/>
              </a:rPr>
              <a:t>某时刻</a:t>
            </a:r>
            <a:r>
              <a:rPr lang="en-US" altLang="zh-CN" b="1" i="1" dirty="0">
                <a:latin typeface="Times New Roman" panose="02020603050405020304" pitchFamily="18" charset="0"/>
                <a:ea typeface="黑体" panose="02010609060101010101" pitchFamily="2" charset="-122"/>
              </a:rPr>
              <a:t>m</a:t>
            </a:r>
            <a:r>
              <a:rPr lang="zh-CN" altLang="en-US" b="1" dirty="0">
                <a:latin typeface="黑体" panose="02010609060101010101" pitchFamily="2" charset="-122"/>
                <a:ea typeface="黑体" panose="02010609060101010101" pitchFamily="2" charset="-122"/>
              </a:rPr>
              <a:t>位置</a:t>
            </a:r>
            <a:endParaRPr lang="zh-CN" altLang="en-US" b="1" dirty="0">
              <a:latin typeface="黑体" panose="02010609060101010101" pitchFamily="2" charset="-122"/>
              <a:ea typeface="黑体" panose="02010609060101010101" pitchFamily="2" charset="-122"/>
            </a:endParaRPr>
          </a:p>
        </p:txBody>
      </p:sp>
      <p:graphicFrame>
        <p:nvGraphicFramePr>
          <p:cNvPr id="42199" name="Object 215"/>
          <p:cNvGraphicFramePr>
            <a:graphicFrameLocks noChangeAspect="1"/>
          </p:cNvGraphicFramePr>
          <p:nvPr/>
        </p:nvGraphicFramePr>
        <p:xfrm>
          <a:off x="7510463" y="3743325"/>
          <a:ext cx="403225" cy="533400"/>
        </p:xfrm>
        <a:graphic>
          <a:graphicData uri="http://schemas.openxmlformats.org/presentationml/2006/ole">
            <mc:AlternateContent xmlns:mc="http://schemas.openxmlformats.org/markup-compatibility/2006">
              <mc:Choice xmlns:v="urn:schemas-microsoft-com:vml" Requires="v">
                <p:oleObj spid="_x0000_s3218" name="" r:id="rId12" imgW="190500" imgH="254000" progId="Equation.3">
                  <p:embed/>
                </p:oleObj>
              </mc:Choice>
              <mc:Fallback>
                <p:oleObj name="" r:id="rId12" imgW="190500" imgH="254000" progId="Equation.3">
                  <p:embed/>
                  <p:pic>
                    <p:nvPicPr>
                      <p:cNvPr id="0" name="图片 3217"/>
                      <p:cNvPicPr/>
                      <p:nvPr/>
                    </p:nvPicPr>
                    <p:blipFill>
                      <a:blip r:embed="rId13"/>
                      <a:stretch>
                        <a:fillRect/>
                      </a:stretch>
                    </p:blipFill>
                    <p:spPr>
                      <a:xfrm>
                        <a:off x="7510463" y="3743325"/>
                        <a:ext cx="403225" cy="533400"/>
                      </a:xfrm>
                      <a:prstGeom prst="rect">
                        <a:avLst/>
                      </a:prstGeom>
                      <a:noFill/>
                      <a:ln w="38100">
                        <a:noFill/>
                        <a:miter/>
                      </a:ln>
                    </p:spPr>
                  </p:pic>
                </p:oleObj>
              </mc:Fallback>
            </mc:AlternateContent>
          </a:graphicData>
        </a:graphic>
      </p:graphicFrame>
      <p:sp>
        <p:nvSpPr>
          <p:cNvPr id="42200" name="AutoShape 216"/>
          <p:cNvSpPr/>
          <p:nvPr/>
        </p:nvSpPr>
        <p:spPr>
          <a:xfrm>
            <a:off x="4291013" y="4495800"/>
            <a:ext cx="1336675" cy="609600"/>
          </a:xfrm>
          <a:prstGeom prst="wedgeRoundRectCallout">
            <a:avLst>
              <a:gd name="adj1" fmla="val 104384"/>
              <a:gd name="adj2" fmla="val -33333"/>
              <a:gd name="adj3" fmla="val 16667"/>
            </a:avLst>
          </a:prstGeom>
          <a:solidFill>
            <a:srgbClr val="FF9966"/>
          </a:solidFill>
          <a:ln w="9525">
            <a:noFill/>
          </a:ln>
        </p:spPr>
        <p:txBody>
          <a:bodyPr anchor="ctr" anchorCtr="0"/>
          <a:p>
            <a:pPr algn="ctr" eaLnBrk="0" hangingPunct="0"/>
            <a:r>
              <a:rPr lang="zh-CN" altLang="en-US" b="1" dirty="0">
                <a:solidFill>
                  <a:srgbClr val="000000"/>
                </a:solidFill>
                <a:latin typeface="黑体" panose="02010609060101010101" pitchFamily="2" charset="-122"/>
                <a:ea typeface="黑体" panose="02010609060101010101" pitchFamily="2" charset="-122"/>
              </a:rPr>
              <a:t>伸  长</a:t>
            </a:r>
            <a:endParaRPr lang="zh-CN" altLang="en-US" b="1" dirty="0">
              <a:solidFill>
                <a:srgbClr val="000000"/>
              </a:solidFill>
              <a:latin typeface="黑体" panose="02010609060101010101" pitchFamily="2" charset="-122"/>
              <a:ea typeface="黑体" panose="02010609060101010101" pitchFamily="2" charset="-122"/>
            </a:endParaRPr>
          </a:p>
        </p:txBody>
      </p:sp>
      <p:sp>
        <p:nvSpPr>
          <p:cNvPr id="42201" name="AutoShape 217"/>
          <p:cNvSpPr/>
          <p:nvPr/>
        </p:nvSpPr>
        <p:spPr>
          <a:xfrm>
            <a:off x="7667625" y="2438400"/>
            <a:ext cx="1225550" cy="609600"/>
          </a:xfrm>
          <a:prstGeom prst="wedgeRoundRectCallout">
            <a:avLst>
              <a:gd name="adj1" fmla="val -47926"/>
              <a:gd name="adj2" fmla="val 171616"/>
              <a:gd name="adj3" fmla="val 16667"/>
            </a:avLst>
          </a:prstGeom>
          <a:solidFill>
            <a:srgbClr val="FFE1FF"/>
          </a:solidFill>
          <a:ln w="9525">
            <a:noFill/>
          </a:ln>
        </p:spPr>
        <p:txBody>
          <a:bodyPr anchor="ctr" anchorCtr="0"/>
          <a:p>
            <a:pPr algn="ctr" eaLnBrk="0" hangingPunct="0"/>
            <a:r>
              <a:rPr lang="zh-CN" altLang="en-US" b="1" dirty="0">
                <a:latin typeface="Times New Roman" panose="02020603050405020304" pitchFamily="18" charset="0"/>
                <a:ea typeface="黑体" panose="02010609060101010101" pitchFamily="2" charset="-122"/>
              </a:rPr>
              <a:t>受弹力</a:t>
            </a:r>
            <a:endParaRPr lang="zh-CN" altLang="en-US" b="1" dirty="0">
              <a:latin typeface="Times New Roman" panose="02020603050405020304" pitchFamily="18" charset="0"/>
              <a:ea typeface="黑体" panose="02010609060101010101" pitchFamily="2" charset="-122"/>
            </a:endParaRPr>
          </a:p>
        </p:txBody>
      </p:sp>
      <p:sp>
        <p:nvSpPr>
          <p:cNvPr id="42202" name="AutoShape 218"/>
          <p:cNvSpPr/>
          <p:nvPr/>
        </p:nvSpPr>
        <p:spPr>
          <a:xfrm>
            <a:off x="4219575" y="3581400"/>
            <a:ext cx="1547813" cy="609600"/>
          </a:xfrm>
          <a:prstGeom prst="wedgeRoundRectCallout">
            <a:avLst>
              <a:gd name="adj1" fmla="val 70171"/>
              <a:gd name="adj2" fmla="val 33333"/>
              <a:gd name="adj3" fmla="val 16667"/>
            </a:avLst>
          </a:prstGeom>
          <a:solidFill>
            <a:srgbClr val="FF66CC"/>
          </a:solidFill>
          <a:ln w="9525">
            <a:noFill/>
          </a:ln>
        </p:spPr>
        <p:txBody>
          <a:bodyPr anchor="ctr" anchorCtr="0"/>
          <a:p>
            <a:pPr algn="ctr" eaLnBrk="0" hangingPunct="0"/>
            <a:r>
              <a:rPr lang="zh-CN" altLang="en-US" b="1" dirty="0">
                <a:solidFill>
                  <a:srgbClr val="000000"/>
                </a:solidFill>
                <a:latin typeface="Times New Roman" panose="02020603050405020304" pitchFamily="18" charset="0"/>
                <a:ea typeface="黑体" panose="02010609060101010101" pitchFamily="2" charset="-122"/>
              </a:rPr>
              <a:t>平衡位置</a:t>
            </a:r>
            <a:endParaRPr lang="zh-CN" altLang="en-US" b="1" dirty="0">
              <a:solidFill>
                <a:srgbClr val="000000"/>
              </a:solidFill>
              <a:latin typeface="Times New Roman" panose="02020603050405020304" pitchFamily="18" charset="0"/>
              <a:ea typeface="黑体" panose="02010609060101010101" pitchFamily="2" charset="-122"/>
            </a:endParaRPr>
          </a:p>
        </p:txBody>
      </p:sp>
      <p:grpSp>
        <p:nvGrpSpPr>
          <p:cNvPr id="42203" name="Group 220"/>
          <p:cNvGrpSpPr/>
          <p:nvPr/>
        </p:nvGrpSpPr>
        <p:grpSpPr>
          <a:xfrm>
            <a:off x="6962775" y="914400"/>
            <a:ext cx="633413" cy="4572000"/>
            <a:chOff x="4752" y="576"/>
            <a:chExt cx="432" cy="2880"/>
          </a:xfrm>
        </p:grpSpPr>
        <p:sp useBgFill="1">
          <p:nvSpPr>
            <p:cNvPr id="42204" name="Rectangle 221"/>
            <p:cNvSpPr/>
            <p:nvPr/>
          </p:nvSpPr>
          <p:spPr>
            <a:xfrm>
              <a:off x="4752" y="624"/>
              <a:ext cx="432" cy="2832"/>
            </a:xfrm>
            <a:prstGeom prst="rect">
              <a:avLst/>
            </a:prstGeom>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42205" name="Group 222"/>
            <p:cNvGrpSpPr/>
            <p:nvPr/>
          </p:nvGrpSpPr>
          <p:grpSpPr>
            <a:xfrm>
              <a:off x="4752" y="576"/>
              <a:ext cx="384" cy="2256"/>
              <a:chOff x="3312" y="576"/>
              <a:chExt cx="384" cy="2256"/>
            </a:xfrm>
          </p:grpSpPr>
          <p:grpSp>
            <p:nvGrpSpPr>
              <p:cNvPr id="42206" name="Group 223"/>
              <p:cNvGrpSpPr/>
              <p:nvPr/>
            </p:nvGrpSpPr>
            <p:grpSpPr>
              <a:xfrm>
                <a:off x="3360" y="576"/>
                <a:ext cx="309" cy="1968"/>
                <a:chOff x="3360" y="2112"/>
                <a:chExt cx="309" cy="1681"/>
              </a:xfrm>
            </p:grpSpPr>
            <p:grpSp>
              <p:nvGrpSpPr>
                <p:cNvPr id="42207" name="Group 224"/>
                <p:cNvGrpSpPr/>
                <p:nvPr/>
              </p:nvGrpSpPr>
              <p:grpSpPr>
                <a:xfrm>
                  <a:off x="3360" y="2112"/>
                  <a:ext cx="309" cy="1488"/>
                  <a:chOff x="3387" y="840"/>
                  <a:chExt cx="452" cy="1749"/>
                </a:xfrm>
              </p:grpSpPr>
              <p:sp>
                <p:nvSpPr>
                  <p:cNvPr id="42208" name="Oval 225"/>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09" name="Oval 226"/>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10" name="Arc 227"/>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11" name="Oval 228"/>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12" name="Oval 229"/>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13" name="Arc 230"/>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14" name="Oval 231"/>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15" name="Arc 232"/>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16" name="Arc 233"/>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17" name="Arc 234"/>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18" name="Oval 235"/>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19" name="Arc 236"/>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20" name="Line 237"/>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221" name="Oval 238"/>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22" name="Arc 239"/>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223" name="Arc 240"/>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24" name="Line 241"/>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2225" name="Oval 242"/>
              <p:cNvSpPr/>
              <p:nvPr/>
            </p:nvSpPr>
            <p:spPr>
              <a:xfrm rot="5351088">
                <a:off x="3314" y="2450"/>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grpSp>
        <p:nvGrpSpPr>
          <p:cNvPr id="42226" name="Group 243"/>
          <p:cNvGrpSpPr/>
          <p:nvPr/>
        </p:nvGrpSpPr>
        <p:grpSpPr>
          <a:xfrm>
            <a:off x="6892925" y="914400"/>
            <a:ext cx="703263" cy="4495800"/>
            <a:chOff x="4704" y="576"/>
            <a:chExt cx="480" cy="2832"/>
          </a:xfrm>
        </p:grpSpPr>
        <p:sp useBgFill="1">
          <p:nvSpPr>
            <p:cNvPr id="42227" name="Rectangle 244"/>
            <p:cNvSpPr/>
            <p:nvPr/>
          </p:nvSpPr>
          <p:spPr>
            <a:xfrm>
              <a:off x="4704" y="624"/>
              <a:ext cx="480" cy="2304"/>
            </a:xfrm>
            <a:prstGeom prst="rect">
              <a:avLst/>
            </a:prstGeom>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42228" name="Group 245"/>
            <p:cNvGrpSpPr/>
            <p:nvPr/>
          </p:nvGrpSpPr>
          <p:grpSpPr>
            <a:xfrm>
              <a:off x="4752" y="576"/>
              <a:ext cx="384" cy="2832"/>
              <a:chOff x="4128" y="576"/>
              <a:chExt cx="384" cy="2832"/>
            </a:xfrm>
          </p:grpSpPr>
          <p:grpSp>
            <p:nvGrpSpPr>
              <p:cNvPr id="42229" name="Group 246"/>
              <p:cNvGrpSpPr/>
              <p:nvPr/>
            </p:nvGrpSpPr>
            <p:grpSpPr>
              <a:xfrm>
                <a:off x="4155" y="576"/>
                <a:ext cx="309" cy="2496"/>
                <a:chOff x="3360" y="2112"/>
                <a:chExt cx="309" cy="1681"/>
              </a:xfrm>
            </p:grpSpPr>
            <p:grpSp>
              <p:nvGrpSpPr>
                <p:cNvPr id="42230" name="Group 247"/>
                <p:cNvGrpSpPr/>
                <p:nvPr/>
              </p:nvGrpSpPr>
              <p:grpSpPr>
                <a:xfrm>
                  <a:off x="3360" y="2112"/>
                  <a:ext cx="309" cy="1488"/>
                  <a:chOff x="3387" y="840"/>
                  <a:chExt cx="452" cy="1749"/>
                </a:xfrm>
              </p:grpSpPr>
              <p:sp>
                <p:nvSpPr>
                  <p:cNvPr id="42231" name="Oval 248"/>
                  <p:cNvSpPr/>
                  <p:nvPr/>
                </p:nvSpPr>
                <p:spPr>
                  <a:xfrm rot="5351088">
                    <a:off x="3516" y="1266"/>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32" name="Oval 249"/>
                  <p:cNvSpPr/>
                  <p:nvPr/>
                </p:nvSpPr>
                <p:spPr>
                  <a:xfrm rot="5351088">
                    <a:off x="3518" y="1052"/>
                    <a:ext cx="150"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33" name="Arc 250"/>
                  <p:cNvSpPr/>
                  <p:nvPr/>
                </p:nvSpPr>
                <p:spPr>
                  <a:xfrm rot="5351088">
                    <a:off x="3619" y="1044"/>
                    <a:ext cx="202" cy="216"/>
                  </a:xfrm>
                  <a:custGeom>
                    <a:avLst/>
                    <a:gdLst/>
                    <a:ahLst/>
                    <a:cxnLst>
                      <a:cxn ang="0">
                        <a:pos x="0" y="2"/>
                      </a:cxn>
                      <a:cxn ang="0">
                        <a:pos x="1" y="0"/>
                      </a:cxn>
                      <a:cxn ang="0">
                        <a:pos x="1" y="2"/>
                      </a:cxn>
                    </a:cxnLst>
                    <a:pathLst>
                      <a:path w="33686" h="21600" fill="none">
                        <a:moveTo>
                          <a:pt x="0" y="21501"/>
                        </a:moveTo>
                        <a:cubicBezTo>
                          <a:pt x="54" y="9610"/>
                          <a:pt x="9709" y="-1"/>
                          <a:pt x="21600" y="0"/>
                        </a:cubicBezTo>
                        <a:cubicBezTo>
                          <a:pt x="25907" y="0"/>
                          <a:pt x="30116" y="1287"/>
                          <a:pt x="33686" y="3697"/>
                        </a:cubicBezTo>
                      </a:path>
                      <a:path w="33686" h="21600" stroke="0">
                        <a:moveTo>
                          <a:pt x="0" y="21501"/>
                        </a:moveTo>
                        <a:cubicBezTo>
                          <a:pt x="54" y="9610"/>
                          <a:pt x="9709" y="-1"/>
                          <a:pt x="21600" y="0"/>
                        </a:cubicBezTo>
                        <a:cubicBezTo>
                          <a:pt x="25907" y="0"/>
                          <a:pt x="30116" y="1287"/>
                          <a:pt x="33686" y="3697"/>
                        </a:cubicBezTo>
                        <a:lnTo>
                          <a:pt x="21600" y="21600"/>
                        </a:lnTo>
                        <a:lnTo>
                          <a:pt x="0" y="21501"/>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34" name="Oval 251"/>
                  <p:cNvSpPr/>
                  <p:nvPr/>
                </p:nvSpPr>
                <p:spPr>
                  <a:xfrm rot="5351088">
                    <a:off x="3517" y="1467"/>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35" name="Oval 252"/>
                  <p:cNvSpPr/>
                  <p:nvPr/>
                </p:nvSpPr>
                <p:spPr>
                  <a:xfrm rot="5351088">
                    <a:off x="3520" y="1684"/>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36" name="Arc 253"/>
                  <p:cNvSpPr/>
                  <p:nvPr/>
                </p:nvSpPr>
                <p:spPr>
                  <a:xfrm rot="5351088">
                    <a:off x="3601" y="2092"/>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37" name="Oval 254"/>
                  <p:cNvSpPr/>
                  <p:nvPr/>
                </p:nvSpPr>
                <p:spPr>
                  <a:xfrm rot="5351088">
                    <a:off x="3501" y="1903"/>
                    <a:ext cx="151"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38" name="Arc 255"/>
                  <p:cNvSpPr/>
                  <p:nvPr/>
                </p:nvSpPr>
                <p:spPr>
                  <a:xfrm rot="5351088">
                    <a:off x="3570" y="1874"/>
                    <a:ext cx="322" cy="216"/>
                  </a:xfrm>
                  <a:custGeom>
                    <a:avLst/>
                    <a:gdLst/>
                    <a:ahLst/>
                    <a:cxnLst>
                      <a:cxn ang="0">
                        <a:pos x="0" y="1"/>
                      </a:cxn>
                      <a:cxn ang="0">
                        <a:pos x="3" y="1"/>
                      </a:cxn>
                      <a:cxn ang="0">
                        <a:pos x="1" y="2"/>
                      </a:cxn>
                    </a:cxnLst>
                    <a:pathLst>
                      <a:path w="37849" h="21600" fill="none">
                        <a:moveTo>
                          <a:pt x="-1" y="11305"/>
                        </a:moveTo>
                        <a:cubicBezTo>
                          <a:pt x="3776" y="4339"/>
                          <a:pt x="11064" y="-1"/>
                          <a:pt x="18989" y="0"/>
                        </a:cubicBezTo>
                        <a:cubicBezTo>
                          <a:pt x="26817" y="0"/>
                          <a:pt x="34032" y="4235"/>
                          <a:pt x="37848" y="11070"/>
                        </a:cubicBezTo>
                      </a:path>
                      <a:path w="37849" h="21600" stroke="0">
                        <a:moveTo>
                          <a:pt x="-1" y="11305"/>
                        </a:moveTo>
                        <a:cubicBezTo>
                          <a:pt x="3776" y="4339"/>
                          <a:pt x="11064" y="-1"/>
                          <a:pt x="18989" y="0"/>
                        </a:cubicBezTo>
                        <a:cubicBezTo>
                          <a:pt x="26817" y="0"/>
                          <a:pt x="34032" y="4235"/>
                          <a:pt x="37848" y="11070"/>
                        </a:cubicBezTo>
                        <a:lnTo>
                          <a:pt x="18989" y="21600"/>
                        </a:lnTo>
                        <a:lnTo>
                          <a:pt x="-1" y="11305"/>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39" name="Arc 256"/>
                  <p:cNvSpPr/>
                  <p:nvPr/>
                </p:nvSpPr>
                <p:spPr>
                  <a:xfrm rot="5351088">
                    <a:off x="3608" y="1434"/>
                    <a:ext cx="222" cy="217"/>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40" name="Arc 257"/>
                  <p:cNvSpPr/>
                  <p:nvPr/>
                </p:nvSpPr>
                <p:spPr>
                  <a:xfrm rot="5351088">
                    <a:off x="3612" y="1238"/>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41" name="Oval 258"/>
                  <p:cNvSpPr/>
                  <p:nvPr/>
                </p:nvSpPr>
                <p:spPr>
                  <a:xfrm rot="5351088">
                    <a:off x="3504" y="2120"/>
                    <a:ext cx="150" cy="387"/>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42" name="Arc 259"/>
                  <p:cNvSpPr/>
                  <p:nvPr/>
                </p:nvSpPr>
                <p:spPr>
                  <a:xfrm rot="5351088">
                    <a:off x="3617" y="1656"/>
                    <a:ext cx="222" cy="216"/>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43" name="Line 260"/>
                  <p:cNvSpPr/>
                  <p:nvPr/>
                </p:nvSpPr>
                <p:spPr>
                  <a:xfrm rot="5351088">
                    <a:off x="3514" y="946"/>
                    <a:ext cx="212" cy="0"/>
                  </a:xfrm>
                  <a:prstGeom prst="line">
                    <a:avLst/>
                  </a:prstGeom>
                  <a:ln w="28575" cap="flat" cmpd="sng">
                    <a:solidFill>
                      <a:schemeClr val="tx1"/>
                    </a:solidFill>
                    <a:prstDash val="solid"/>
                    <a:round/>
                    <a:headEnd type="none" w="med" len="med"/>
                    <a:tailEnd type="none" w="med" len="med"/>
                  </a:ln>
                </p:spPr>
              </p:sp>
              <p:sp>
                <p:nvSpPr>
                  <p:cNvPr id="42244" name="Oval 261"/>
                  <p:cNvSpPr/>
                  <p:nvPr/>
                </p:nvSpPr>
                <p:spPr>
                  <a:xfrm rot="5351088">
                    <a:off x="3508" y="2315"/>
                    <a:ext cx="151" cy="38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2245" name="Arc 262"/>
                  <p:cNvSpPr/>
                  <p:nvPr/>
                </p:nvSpPr>
                <p:spPr>
                  <a:xfrm rot="5351088">
                    <a:off x="3599" y="2283"/>
                    <a:ext cx="222" cy="215"/>
                  </a:xfrm>
                  <a:custGeom>
                    <a:avLst/>
                    <a:gdLst/>
                    <a:ahLst/>
                    <a:cxnLst>
                      <a:cxn ang="0">
                        <a:pos x="0" y="0"/>
                      </a:cxn>
                      <a:cxn ang="0">
                        <a:pos x="2" y="0"/>
                      </a:cxn>
                      <a:cxn ang="0">
                        <a:pos x="1" y="2"/>
                      </a:cxn>
                    </a:cxnLst>
                    <a:pathLst>
                      <a:path w="26039" h="21600" fill="none">
                        <a:moveTo>
                          <a:pt x="0" y="4773"/>
                        </a:moveTo>
                        <a:cubicBezTo>
                          <a:pt x="3837" y="1684"/>
                          <a:pt x="8616" y="-1"/>
                          <a:pt x="13543" y="0"/>
                        </a:cubicBezTo>
                        <a:cubicBezTo>
                          <a:pt x="18020" y="0"/>
                          <a:pt x="22387" y="1391"/>
                          <a:pt x="26039" y="3981"/>
                        </a:cubicBezTo>
                      </a:path>
                      <a:path w="26039" h="21600" stroke="0">
                        <a:moveTo>
                          <a:pt x="0" y="4773"/>
                        </a:moveTo>
                        <a:cubicBezTo>
                          <a:pt x="3837" y="1684"/>
                          <a:pt x="8616" y="-1"/>
                          <a:pt x="13543" y="0"/>
                        </a:cubicBezTo>
                        <a:cubicBezTo>
                          <a:pt x="18020" y="0"/>
                          <a:pt x="22387" y="1391"/>
                          <a:pt x="26039" y="3981"/>
                        </a:cubicBezTo>
                        <a:lnTo>
                          <a:pt x="13543" y="21600"/>
                        </a:lnTo>
                        <a:lnTo>
                          <a:pt x="0" y="4773"/>
                        </a:lnTo>
                        <a:close/>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42246" name="Arc 263"/>
                <p:cNvSpPr/>
                <p:nvPr/>
              </p:nvSpPr>
              <p:spPr>
                <a:xfrm rot="5351088">
                  <a:off x="3480" y="3528"/>
                  <a:ext cx="171" cy="164"/>
                </a:xfrm>
                <a:custGeom>
                  <a:avLst/>
                  <a:gdLst/>
                  <a:ahLst/>
                  <a:cxnLst>
                    <a:cxn ang="0">
                      <a:pos x="0" y="0"/>
                    </a:cxn>
                    <a:cxn ang="0">
                      <a:pos x="1" y="1"/>
                    </a:cxn>
                    <a:cxn ang="0">
                      <a:pos x="0" y="1"/>
                    </a:cxn>
                  </a:cxnLst>
                  <a:pathLst>
                    <a:path w="36234" h="30801" fill="none">
                      <a:moveTo>
                        <a:pt x="-1" y="5712"/>
                      </a:moveTo>
                      <a:cubicBezTo>
                        <a:pt x="3987" y="2039"/>
                        <a:pt x="9211" y="-1"/>
                        <a:pt x="14634" y="0"/>
                      </a:cubicBezTo>
                      <a:cubicBezTo>
                        <a:pt x="26563" y="0"/>
                        <a:pt x="36234" y="9670"/>
                        <a:pt x="36234" y="21600"/>
                      </a:cubicBezTo>
                      <a:cubicBezTo>
                        <a:pt x="36234" y="24781"/>
                        <a:pt x="35531" y="27923"/>
                        <a:pt x="34176" y="30801"/>
                      </a:cubicBezTo>
                    </a:path>
                    <a:path w="36234" h="30801" stroke="0">
                      <a:moveTo>
                        <a:pt x="-1" y="5712"/>
                      </a:moveTo>
                      <a:cubicBezTo>
                        <a:pt x="3987" y="2039"/>
                        <a:pt x="9211" y="-1"/>
                        <a:pt x="14634" y="0"/>
                      </a:cubicBezTo>
                      <a:cubicBezTo>
                        <a:pt x="26563" y="0"/>
                        <a:pt x="36234" y="9670"/>
                        <a:pt x="36234" y="21600"/>
                      </a:cubicBezTo>
                      <a:cubicBezTo>
                        <a:pt x="36234" y="24781"/>
                        <a:pt x="35531" y="27923"/>
                        <a:pt x="34176" y="30801"/>
                      </a:cubicBezTo>
                      <a:lnTo>
                        <a:pt x="14634" y="21600"/>
                      </a:lnTo>
                      <a:lnTo>
                        <a:pt x="-1" y="5712"/>
                      </a:lnTo>
                      <a:close/>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42247" name="Line 264"/>
                <p:cNvSpPr/>
                <p:nvPr/>
              </p:nvSpPr>
              <p:spPr>
                <a:xfrm rot="5351088">
                  <a:off x="3457" y="3737"/>
                  <a:ext cx="97" cy="6"/>
                </a:xfrm>
                <a:prstGeom prst="line">
                  <a:avLst/>
                </a:prstGeom>
                <a:ln w="28575" cap="flat" cmpd="sng">
                  <a:solidFill>
                    <a:schemeClr val="tx1"/>
                  </a:solidFill>
                  <a:prstDash val="solid"/>
                  <a:round/>
                  <a:headEnd type="none" w="med" len="med"/>
                  <a:tailEnd type="none" w="med" len="med"/>
                </a:ln>
              </p:spPr>
            </p:sp>
          </p:grpSp>
          <p:sp>
            <p:nvSpPr>
              <p:cNvPr id="42248" name="Oval 265"/>
              <p:cNvSpPr/>
              <p:nvPr/>
            </p:nvSpPr>
            <p:spPr>
              <a:xfrm rot="5351088">
                <a:off x="4130" y="3026"/>
                <a:ext cx="380" cy="384"/>
              </a:xfrm>
              <a:prstGeom prst="ellipse">
                <a:avLst/>
              </a:prstGeom>
              <a:gradFill rotWithShape="0">
                <a:gsLst>
                  <a:gs pos="0">
                    <a:srgbClr val="F2FE7C"/>
                  </a:gs>
                  <a:gs pos="100000">
                    <a:srgbClr val="898F46"/>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sp>
        <p:nvSpPr>
          <p:cNvPr id="42249" name="Line 266"/>
          <p:cNvSpPr/>
          <p:nvPr/>
        </p:nvSpPr>
        <p:spPr>
          <a:xfrm>
            <a:off x="7245350" y="4191000"/>
            <a:ext cx="0" cy="1981200"/>
          </a:xfrm>
          <a:prstGeom prst="line">
            <a:avLst/>
          </a:prstGeom>
          <a:ln w="28575" cap="flat" cmpd="sng">
            <a:solidFill>
              <a:srgbClr val="021CDA"/>
            </a:solidFill>
            <a:prstDash val="solid"/>
            <a:round/>
            <a:headEnd type="none" w="med" len="med"/>
            <a:tailEnd type="triangle" w="med" len="med"/>
          </a:ln>
        </p:spPr>
      </p:sp>
      <p:sp>
        <p:nvSpPr>
          <p:cNvPr id="42250" name="Line 267"/>
          <p:cNvSpPr/>
          <p:nvPr/>
        </p:nvSpPr>
        <p:spPr>
          <a:xfrm flipV="1">
            <a:off x="7245350" y="3886200"/>
            <a:ext cx="0" cy="1219200"/>
          </a:xfrm>
          <a:prstGeom prst="line">
            <a:avLst/>
          </a:prstGeom>
          <a:ln w="38100" cap="flat" cmpd="sng">
            <a:solidFill>
              <a:srgbClr val="FD5B29"/>
            </a:solidFill>
            <a:prstDash val="solid"/>
            <a:round/>
            <a:headEnd type="none" w="med" len="med"/>
            <a:tailEnd type="triangle" w="med" len="med"/>
          </a:ln>
        </p:spPr>
      </p:sp>
      <p:sp>
        <p:nvSpPr>
          <p:cNvPr id="42251" name="Line 268"/>
          <p:cNvSpPr/>
          <p:nvPr/>
        </p:nvSpPr>
        <p:spPr>
          <a:xfrm flipH="1">
            <a:off x="6330950" y="4191000"/>
            <a:ext cx="842963" cy="0"/>
          </a:xfrm>
          <a:prstGeom prst="line">
            <a:avLst/>
          </a:prstGeom>
          <a:ln w="28575" cap="flat" cmpd="sng">
            <a:solidFill>
              <a:srgbClr val="3A7C3A"/>
            </a:solidFill>
            <a:prstDash val="solid"/>
            <a:round/>
            <a:headEnd type="none" w="med" len="med"/>
            <a:tailEnd type="none" w="med" len="med"/>
          </a:ln>
        </p:spPr>
      </p:sp>
      <p:sp>
        <p:nvSpPr>
          <p:cNvPr id="42252" name="Line 269"/>
          <p:cNvSpPr/>
          <p:nvPr/>
        </p:nvSpPr>
        <p:spPr>
          <a:xfrm flipH="1">
            <a:off x="6330950" y="5105400"/>
            <a:ext cx="842963" cy="0"/>
          </a:xfrm>
          <a:prstGeom prst="line">
            <a:avLst/>
          </a:prstGeom>
          <a:ln w="28575" cap="flat" cmpd="sng">
            <a:solidFill>
              <a:srgbClr val="3A7C3A"/>
            </a:solidFill>
            <a:prstDash val="solid"/>
            <a:round/>
            <a:headEnd type="none" w="med" len="med"/>
            <a:tailEnd type="none" w="med" len="med"/>
          </a:ln>
        </p:spPr>
      </p:sp>
      <p:graphicFrame>
        <p:nvGraphicFramePr>
          <p:cNvPr id="42253" name="Object 270"/>
          <p:cNvGraphicFramePr>
            <a:graphicFrameLocks noChangeAspect="1"/>
          </p:cNvGraphicFramePr>
          <p:nvPr/>
        </p:nvGraphicFramePr>
        <p:xfrm>
          <a:off x="7667625" y="1844675"/>
          <a:ext cx="366713" cy="512763"/>
        </p:xfrm>
        <a:graphic>
          <a:graphicData uri="http://schemas.openxmlformats.org/presentationml/2006/ole">
            <mc:AlternateContent xmlns:mc="http://schemas.openxmlformats.org/markup-compatibility/2006">
              <mc:Choice xmlns:v="urn:schemas-microsoft-com:vml" Requires="v">
                <p:oleObj spid="_x0000_s3239" name="" r:id="rId14" imgW="127000" imgH="177165" progId="Equation.3">
                  <p:embed/>
                </p:oleObj>
              </mc:Choice>
              <mc:Fallback>
                <p:oleObj name="" r:id="rId14" imgW="127000" imgH="177165" progId="Equation.3">
                  <p:embed/>
                  <p:pic>
                    <p:nvPicPr>
                      <p:cNvPr id="0" name="图片 3238"/>
                      <p:cNvPicPr/>
                      <p:nvPr/>
                    </p:nvPicPr>
                    <p:blipFill>
                      <a:blip r:embed="rId15"/>
                      <a:stretch>
                        <a:fillRect/>
                      </a:stretch>
                    </p:blipFill>
                    <p:spPr>
                      <a:xfrm>
                        <a:off x="7667625" y="1844675"/>
                        <a:ext cx="366713" cy="512763"/>
                      </a:xfrm>
                      <a:prstGeom prst="rect">
                        <a:avLst/>
                      </a:prstGeom>
                      <a:noFill/>
                      <a:ln w="38100">
                        <a:noFill/>
                        <a:miter/>
                      </a:ln>
                    </p:spPr>
                  </p:pic>
                </p:oleObj>
              </mc:Fallback>
            </mc:AlternateContent>
          </a:graphicData>
        </a:graphic>
      </p:graphicFrame>
      <p:sp>
        <p:nvSpPr>
          <p:cNvPr id="129300" name="Text Box 276"/>
          <p:cNvSpPr txBox="1"/>
          <p:nvPr/>
        </p:nvSpPr>
        <p:spPr>
          <a:xfrm>
            <a:off x="358775" y="1238250"/>
            <a:ext cx="3452813" cy="830263"/>
          </a:xfrm>
          <a:prstGeom prst="rect">
            <a:avLst/>
          </a:prstGeom>
          <a:noFill/>
          <a:ln w="9525">
            <a:noFill/>
          </a:ln>
        </p:spPr>
        <p:txBody>
          <a:bodyPr wrap="square" anchor="t" anchorCtr="0">
            <a:spAutoFit/>
          </a:bodyPr>
          <a:p>
            <a:pPr>
              <a:spcBef>
                <a:spcPct val="50000"/>
              </a:spcBef>
            </a:pPr>
            <a:r>
              <a:rPr lang="zh-CN" altLang="en-US" sz="2400" b="1" dirty="0">
                <a:solidFill>
                  <a:srgbClr val="000000"/>
                </a:solidFill>
                <a:latin typeface="Times New Roman" panose="02020603050405020304" pitchFamily="18" charset="0"/>
                <a:ea typeface="楷体_GB2312" pitchFamily="49" charset="-122"/>
              </a:rPr>
              <a:t>取平衡位置</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i="1" dirty="0">
                <a:solidFill>
                  <a:srgbClr val="000000"/>
                </a:solidFill>
                <a:latin typeface="Times New Roman" panose="02020603050405020304" pitchFamily="18" charset="0"/>
                <a:ea typeface="宋体" panose="02010600030101010101" pitchFamily="2" charset="-122"/>
              </a:rPr>
              <a:t>x</a:t>
            </a:r>
            <a:r>
              <a:rPr lang="en-US" altLang="zh-CN" sz="2400" b="1" dirty="0">
                <a:solidFill>
                  <a:srgbClr val="000000"/>
                </a:solidFill>
                <a:latin typeface="Times New Roman" panose="02020603050405020304" pitchFamily="18" charset="0"/>
                <a:ea typeface="宋体" panose="02010600030101010101" pitchFamily="2" charset="-122"/>
              </a:rPr>
              <a:t> = 0</a:t>
            </a:r>
            <a:r>
              <a:rPr lang="zh-CN" altLang="en-US"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楷体_GB2312" pitchFamily="49" charset="-122"/>
              </a:rPr>
              <a:t>为</a:t>
            </a:r>
            <a:r>
              <a:rPr lang="zh-CN" altLang="en-US" sz="2400" b="1" dirty="0">
                <a:solidFill>
                  <a:srgbClr val="0000FF"/>
                </a:solidFill>
                <a:latin typeface="Times New Roman" panose="02020603050405020304" pitchFamily="18" charset="0"/>
                <a:ea typeface="楷体_GB2312" pitchFamily="49" charset="-122"/>
              </a:rPr>
              <a:t>系统势能</a:t>
            </a:r>
            <a:r>
              <a:rPr lang="zh-CN" altLang="en-US" sz="2400" b="1" dirty="0">
                <a:solidFill>
                  <a:srgbClr val="000000"/>
                </a:solidFill>
                <a:latin typeface="Times New Roman" panose="02020603050405020304" pitchFamily="18" charset="0"/>
                <a:ea typeface="楷体_GB2312" pitchFamily="49" charset="-122"/>
              </a:rPr>
              <a:t>的零点。</a:t>
            </a:r>
            <a:endParaRPr lang="zh-CN" altLang="en-US" sz="2400" b="1" dirty="0">
              <a:solidFill>
                <a:srgbClr val="000000"/>
              </a:solidFill>
              <a:latin typeface="Times New Roman" panose="02020603050405020304" pitchFamily="18" charset="0"/>
              <a:ea typeface="楷体_GB2312" pitchFamily="49" charset="-122"/>
            </a:endParaRPr>
          </a:p>
        </p:txBody>
      </p:sp>
      <p:sp>
        <p:nvSpPr>
          <p:cNvPr id="129301" name="Text Box 277"/>
          <p:cNvSpPr txBox="1"/>
          <p:nvPr/>
        </p:nvSpPr>
        <p:spPr>
          <a:xfrm>
            <a:off x="317500" y="2205038"/>
            <a:ext cx="4038600" cy="457200"/>
          </a:xfrm>
          <a:prstGeom prst="rect">
            <a:avLst/>
          </a:prstGeom>
          <a:noFill/>
          <a:ln w="9525">
            <a:noFill/>
          </a:ln>
        </p:spPr>
        <p:txBody>
          <a:bodyPr anchor="t" anchorCtr="0">
            <a:spAutoFit/>
          </a:bodyPr>
          <a:p>
            <a:pPr algn="just"/>
            <a:r>
              <a:rPr lang="zh-CN" altLang="en-US" sz="2400" b="1" dirty="0">
                <a:solidFill>
                  <a:srgbClr val="000000"/>
                </a:solidFill>
                <a:latin typeface="Symbol" panose="05050102010706020507" pitchFamily="18" charset="2"/>
                <a:ea typeface="楷体_GB2312" pitchFamily="49" charset="-122"/>
              </a:rPr>
              <a:t>系统机械能守恒，有</a:t>
            </a:r>
            <a:endParaRPr lang="zh-CN" altLang="en-US" sz="2400" b="1" dirty="0">
              <a:solidFill>
                <a:srgbClr val="000000"/>
              </a:solidFill>
              <a:latin typeface="Times New Roman" panose="02020603050405020304" pitchFamily="18" charset="0"/>
              <a:ea typeface="楷体_GB2312" pitchFamily="49" charset="-122"/>
            </a:endParaRPr>
          </a:p>
        </p:txBody>
      </p:sp>
      <p:graphicFrame>
        <p:nvGraphicFramePr>
          <p:cNvPr id="129302" name="Object 278"/>
          <p:cNvGraphicFramePr>
            <a:graphicFrameLocks noChangeAspect="1"/>
          </p:cNvGraphicFramePr>
          <p:nvPr/>
        </p:nvGraphicFramePr>
        <p:xfrm>
          <a:off x="1144588" y="2708275"/>
          <a:ext cx="2171700" cy="769938"/>
        </p:xfrm>
        <a:graphic>
          <a:graphicData uri="http://schemas.openxmlformats.org/presentationml/2006/ole">
            <mc:AlternateContent xmlns:mc="http://schemas.openxmlformats.org/markup-compatibility/2006">
              <mc:Choice xmlns:v="urn:schemas-microsoft-com:vml" Requires="v">
                <p:oleObj spid="_x0000_s3236" name="" r:id="rId16" imgW="1167765" imgH="393700" progId="Equation.3">
                  <p:embed/>
                </p:oleObj>
              </mc:Choice>
              <mc:Fallback>
                <p:oleObj name="" r:id="rId16" imgW="1167765" imgH="393700" progId="Equation.3">
                  <p:embed/>
                  <p:pic>
                    <p:nvPicPr>
                      <p:cNvPr id="0" name="图片 3235"/>
                      <p:cNvPicPr/>
                      <p:nvPr/>
                    </p:nvPicPr>
                    <p:blipFill>
                      <a:blip r:embed="rId17"/>
                      <a:stretch>
                        <a:fillRect/>
                      </a:stretch>
                    </p:blipFill>
                    <p:spPr>
                      <a:xfrm>
                        <a:off x="1144588" y="2708275"/>
                        <a:ext cx="2171700" cy="769938"/>
                      </a:xfrm>
                      <a:prstGeom prst="rect">
                        <a:avLst/>
                      </a:prstGeom>
                      <a:noFill/>
                      <a:ln w="38100">
                        <a:noFill/>
                        <a:miter/>
                      </a:ln>
                    </p:spPr>
                  </p:pic>
                </p:oleObj>
              </mc:Fallback>
            </mc:AlternateContent>
          </a:graphicData>
        </a:graphic>
      </p:graphicFrame>
      <p:graphicFrame>
        <p:nvGraphicFramePr>
          <p:cNvPr id="129303" name="Object 279"/>
          <p:cNvGraphicFramePr>
            <a:graphicFrameLocks noChangeAspect="1"/>
          </p:cNvGraphicFramePr>
          <p:nvPr/>
        </p:nvGraphicFramePr>
        <p:xfrm>
          <a:off x="1217613" y="4076700"/>
          <a:ext cx="1763712" cy="792163"/>
        </p:xfrm>
        <a:graphic>
          <a:graphicData uri="http://schemas.openxmlformats.org/presentationml/2006/ole">
            <mc:AlternateContent xmlns:mc="http://schemas.openxmlformats.org/markup-compatibility/2006">
              <mc:Choice xmlns:v="urn:schemas-microsoft-com:vml" Requires="v">
                <p:oleObj spid="_x0000_s3238" name="" r:id="rId18" imgW="875665" imgH="393700" progId="Equation.3">
                  <p:embed/>
                </p:oleObj>
              </mc:Choice>
              <mc:Fallback>
                <p:oleObj name="" r:id="rId18" imgW="875665" imgH="393700" progId="Equation.3">
                  <p:embed/>
                  <p:pic>
                    <p:nvPicPr>
                      <p:cNvPr id="0" name="图片 3237"/>
                      <p:cNvPicPr/>
                      <p:nvPr/>
                    </p:nvPicPr>
                    <p:blipFill>
                      <a:blip r:embed="rId19"/>
                      <a:stretch>
                        <a:fillRect/>
                      </a:stretch>
                    </p:blipFill>
                    <p:spPr>
                      <a:xfrm>
                        <a:off x="1217613" y="4076700"/>
                        <a:ext cx="1763712" cy="792163"/>
                      </a:xfrm>
                      <a:prstGeom prst="rect">
                        <a:avLst/>
                      </a:prstGeom>
                      <a:noFill/>
                      <a:ln w="38100">
                        <a:noFill/>
                        <a:miter/>
                      </a:ln>
                    </p:spPr>
                  </p:pic>
                </p:oleObj>
              </mc:Fallback>
            </mc:AlternateContent>
          </a:graphicData>
        </a:graphic>
      </p:graphicFrame>
      <p:graphicFrame>
        <p:nvGraphicFramePr>
          <p:cNvPr id="129304" name="Object 280"/>
          <p:cNvGraphicFramePr>
            <a:graphicFrameLocks noChangeAspect="1"/>
          </p:cNvGraphicFramePr>
          <p:nvPr/>
        </p:nvGraphicFramePr>
        <p:xfrm>
          <a:off x="1217613" y="4940300"/>
          <a:ext cx="1908175" cy="839788"/>
        </p:xfrm>
        <a:graphic>
          <a:graphicData uri="http://schemas.openxmlformats.org/presentationml/2006/ole">
            <mc:AlternateContent xmlns:mc="http://schemas.openxmlformats.org/markup-compatibility/2006">
              <mc:Choice xmlns:v="urn:schemas-microsoft-com:vml" Requires="v">
                <p:oleObj spid="_x0000_s3237" name="" r:id="rId20" imgW="951865" imgH="419100" progId="Equation.3">
                  <p:embed/>
                </p:oleObj>
              </mc:Choice>
              <mc:Fallback>
                <p:oleObj name="" r:id="rId20" imgW="951865" imgH="419100" progId="Equation.3">
                  <p:embed/>
                  <p:pic>
                    <p:nvPicPr>
                      <p:cNvPr id="0" name="图片 3236"/>
                      <p:cNvPicPr/>
                      <p:nvPr/>
                    </p:nvPicPr>
                    <p:blipFill>
                      <a:blip r:embed="rId21"/>
                      <a:stretch>
                        <a:fillRect/>
                      </a:stretch>
                    </p:blipFill>
                    <p:spPr>
                      <a:xfrm>
                        <a:off x="1217613" y="4940300"/>
                        <a:ext cx="1908175" cy="839788"/>
                      </a:xfrm>
                      <a:prstGeom prst="rect">
                        <a:avLst/>
                      </a:prstGeom>
                      <a:noFill/>
                      <a:ln w="38100">
                        <a:noFill/>
                        <a:miter/>
                      </a:ln>
                    </p:spPr>
                  </p:pic>
                </p:oleObj>
              </mc:Fallback>
            </mc:AlternateContent>
          </a:graphicData>
        </a:graphic>
      </p:graphicFrame>
      <p:sp>
        <p:nvSpPr>
          <p:cNvPr id="129305" name="Text Box 281"/>
          <p:cNvSpPr txBox="1"/>
          <p:nvPr/>
        </p:nvSpPr>
        <p:spPr>
          <a:xfrm>
            <a:off x="712788" y="3500438"/>
            <a:ext cx="3276600" cy="457200"/>
          </a:xfrm>
          <a:prstGeom prst="rect">
            <a:avLst/>
          </a:prstGeom>
          <a:noFill/>
          <a:ln w="9525">
            <a:noFill/>
          </a:ln>
        </p:spPr>
        <p:txBody>
          <a:bodyPr anchor="t" anchorCtr="0">
            <a:spAutoFit/>
          </a:bodyPr>
          <a:p>
            <a:pPr algn="just"/>
            <a:r>
              <a:rPr lang="zh-CN" altLang="en-US" sz="2400" b="1" dirty="0">
                <a:solidFill>
                  <a:srgbClr val="000000"/>
                </a:solidFill>
                <a:latin typeface="Symbol" panose="05050102010706020507" pitchFamily="18" charset="2"/>
                <a:ea typeface="楷体_GB2312" pitchFamily="49" charset="-122"/>
              </a:rPr>
              <a:t>对时间求导数，有</a:t>
            </a:r>
            <a:endParaRPr lang="zh-CN" altLang="en-US" sz="2400" b="1" dirty="0">
              <a:solidFill>
                <a:srgbClr val="000000"/>
              </a:solidFill>
              <a:latin typeface="Times New Roman" panose="02020603050405020304" pitchFamily="18" charset="0"/>
              <a:ea typeface="楷体_GB2312" pitchFamily="49" charset="-122"/>
            </a:endParaRPr>
          </a:p>
        </p:txBody>
      </p:sp>
      <p:sp>
        <p:nvSpPr>
          <p:cNvPr id="129306" name="Text Box 282"/>
          <p:cNvSpPr txBox="1"/>
          <p:nvPr/>
        </p:nvSpPr>
        <p:spPr>
          <a:xfrm>
            <a:off x="311150" y="6088063"/>
            <a:ext cx="4248150" cy="457200"/>
          </a:xfrm>
          <a:prstGeom prst="rect">
            <a:avLst/>
          </a:prstGeom>
          <a:noFill/>
          <a:ln w="9525">
            <a:noFill/>
          </a:ln>
        </p:spPr>
        <p:txBody>
          <a:bodyPr wrap="square" anchor="t" anchorCtr="0">
            <a:spAutoFit/>
          </a:bodyPr>
          <a:p>
            <a:pPr eaLnBrk="0" hangingPunct="0">
              <a:spcBef>
                <a:spcPct val="50000"/>
              </a:spcBef>
            </a:pPr>
            <a:r>
              <a:rPr lang="zh-CN" altLang="en-US" sz="2400" b="1" dirty="0">
                <a:solidFill>
                  <a:srgbClr val="000000"/>
                </a:solidFill>
                <a:latin typeface="楷体_GB2312" pitchFamily="49" charset="-122"/>
                <a:ea typeface="楷体_GB2312" pitchFamily="49" charset="-122"/>
              </a:rPr>
              <a:t>也可证明此振动为简谐振动。</a:t>
            </a:r>
            <a:endParaRPr lang="zh-CN" altLang="en-US" sz="2400" b="1" dirty="0">
              <a:solidFill>
                <a:srgbClr val="0000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300"/>
                                        </p:tgtEl>
                                        <p:attrNameLst>
                                          <p:attrName>style.visibility</p:attrName>
                                        </p:attrNameLst>
                                      </p:cBhvr>
                                      <p:to>
                                        <p:strVal val="visible"/>
                                      </p:to>
                                    </p:set>
                                    <p:animEffect transition="in" filter="wipe(left)">
                                      <p:cBhvr>
                                        <p:cTn id="7" dur="500"/>
                                        <p:tgtEl>
                                          <p:spTgt spid="12930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9301"/>
                                        </p:tgtEl>
                                        <p:attrNameLst>
                                          <p:attrName>style.visibility</p:attrName>
                                        </p:attrNameLst>
                                      </p:cBhvr>
                                      <p:to>
                                        <p:strVal val="visible"/>
                                      </p:to>
                                    </p:set>
                                    <p:animEffect transition="in" filter="wipe(left)">
                                      <p:cBhvr>
                                        <p:cTn id="11" dur="500"/>
                                        <p:tgtEl>
                                          <p:spTgt spid="12930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29302"/>
                                        </p:tgtEl>
                                        <p:attrNameLst>
                                          <p:attrName>style.visibility</p:attrName>
                                        </p:attrNameLst>
                                      </p:cBhvr>
                                      <p:to>
                                        <p:strVal val="visible"/>
                                      </p:to>
                                    </p:set>
                                    <p:animEffect transition="in" filter="wipe(left)">
                                      <p:cBhvr>
                                        <p:cTn id="15" dur="500"/>
                                        <p:tgtEl>
                                          <p:spTgt spid="12930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9305"/>
                                        </p:tgtEl>
                                        <p:attrNameLst>
                                          <p:attrName>style.visibility</p:attrName>
                                        </p:attrNameLst>
                                      </p:cBhvr>
                                      <p:to>
                                        <p:strVal val="visible"/>
                                      </p:to>
                                    </p:set>
                                    <p:animEffect transition="in" filter="wipe(left)">
                                      <p:cBhvr>
                                        <p:cTn id="20" dur="500"/>
                                        <p:tgtEl>
                                          <p:spTgt spid="129305"/>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29303"/>
                                        </p:tgtEl>
                                        <p:attrNameLst>
                                          <p:attrName>style.visibility</p:attrName>
                                        </p:attrNameLst>
                                      </p:cBhvr>
                                      <p:to>
                                        <p:strVal val="visible"/>
                                      </p:to>
                                    </p:set>
                                    <p:animEffect transition="in" filter="wipe(left)">
                                      <p:cBhvr>
                                        <p:cTn id="24" dur="500"/>
                                        <p:tgtEl>
                                          <p:spTgt spid="129303"/>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29304"/>
                                        </p:tgtEl>
                                        <p:attrNameLst>
                                          <p:attrName>style.visibility</p:attrName>
                                        </p:attrNameLst>
                                      </p:cBhvr>
                                      <p:to>
                                        <p:strVal val="visible"/>
                                      </p:to>
                                    </p:set>
                                    <p:animEffect transition="in" filter="wipe(left)">
                                      <p:cBhvr>
                                        <p:cTn id="28" dur="500"/>
                                        <p:tgtEl>
                                          <p:spTgt spid="129304"/>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129306"/>
                                        </p:tgtEl>
                                        <p:attrNameLst>
                                          <p:attrName>style.visibility</p:attrName>
                                        </p:attrNameLst>
                                      </p:cBhvr>
                                      <p:to>
                                        <p:strVal val="visible"/>
                                      </p:to>
                                    </p:set>
                                    <p:animEffect transition="in" filter="wipe(left)">
                                      <p:cBhvr>
                                        <p:cTn id="32" dur="500"/>
                                        <p:tgtEl>
                                          <p:spTgt spid="129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300" grpId="0"/>
      <p:bldP spid="129301" grpId="0"/>
      <p:bldP spid="129305" grpId="0"/>
      <p:bldP spid="12930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43010" name="Rectangle 5"/>
          <p:cNvSpPr/>
          <p:nvPr/>
        </p:nvSpPr>
        <p:spPr>
          <a:xfrm>
            <a:off x="0" y="3219450"/>
            <a:ext cx="9144000" cy="0"/>
          </a:xfrm>
          <a:prstGeom prst="rect">
            <a:avLst/>
          </a:prstGeom>
          <a:noFill/>
          <a:ln w="9525">
            <a:noFill/>
          </a:ln>
        </p:spPr>
        <p:txBody>
          <a:bodyPr wrap="none" anchor="ctr" anchorCtr="0">
            <a:spAutoFit/>
          </a:bodyPr>
          <a:p>
            <a:endParaRPr lang="zh-CN" altLang="en-US" dirty="0">
              <a:latin typeface="Arial" panose="020B0604020202020204" pitchFamily="34" charset="0"/>
              <a:ea typeface="宋体" panose="02010600030101010101" pitchFamily="2" charset="-122"/>
            </a:endParaRPr>
          </a:p>
        </p:txBody>
      </p:sp>
      <p:graphicFrame>
        <p:nvGraphicFramePr>
          <p:cNvPr id="94214" name="Object 6"/>
          <p:cNvGraphicFramePr>
            <a:graphicFrameLocks noChangeAspect="1"/>
          </p:cNvGraphicFramePr>
          <p:nvPr/>
        </p:nvGraphicFramePr>
        <p:xfrm>
          <a:off x="900113" y="3133725"/>
          <a:ext cx="2317750" cy="712788"/>
        </p:xfrm>
        <a:graphic>
          <a:graphicData uri="http://schemas.openxmlformats.org/presentationml/2006/ole">
            <mc:AlternateContent xmlns:mc="http://schemas.openxmlformats.org/markup-compatibility/2006">
              <mc:Choice xmlns:v="urn:schemas-microsoft-com:vml" Requires="v">
                <p:oleObj spid="_x0000_s3243" name="" r:id="rId1" imgW="1282700" imgH="393700" progId="Equation.3">
                  <p:embed/>
                </p:oleObj>
              </mc:Choice>
              <mc:Fallback>
                <p:oleObj name="" r:id="rId1" imgW="1282700" imgH="393700" progId="Equation.3">
                  <p:embed/>
                  <p:pic>
                    <p:nvPicPr>
                      <p:cNvPr id="0" name="图片 3242"/>
                      <p:cNvPicPr/>
                      <p:nvPr/>
                    </p:nvPicPr>
                    <p:blipFill>
                      <a:blip r:embed="rId2"/>
                      <a:stretch>
                        <a:fillRect/>
                      </a:stretch>
                    </p:blipFill>
                    <p:spPr>
                      <a:xfrm>
                        <a:off x="900113" y="3133725"/>
                        <a:ext cx="2317750" cy="712788"/>
                      </a:xfrm>
                      <a:prstGeom prst="rect">
                        <a:avLst/>
                      </a:prstGeom>
                      <a:noFill/>
                      <a:ln w="38100">
                        <a:noFill/>
                        <a:miter/>
                      </a:ln>
                    </p:spPr>
                  </p:pic>
                </p:oleObj>
              </mc:Fallback>
            </mc:AlternateContent>
          </a:graphicData>
        </a:graphic>
      </p:graphicFrame>
      <p:sp>
        <p:nvSpPr>
          <p:cNvPr id="43012" name="Rectangle 8"/>
          <p:cNvSpPr/>
          <p:nvPr/>
        </p:nvSpPr>
        <p:spPr>
          <a:xfrm>
            <a:off x="0" y="3219450"/>
            <a:ext cx="9144000" cy="0"/>
          </a:xfrm>
          <a:prstGeom prst="rect">
            <a:avLst/>
          </a:prstGeom>
          <a:noFill/>
          <a:ln w="9525">
            <a:noFill/>
          </a:ln>
        </p:spPr>
        <p:txBody>
          <a:bodyPr wrap="none" anchor="ctr" anchorCtr="0">
            <a:spAutoFit/>
          </a:bodyPr>
          <a:p>
            <a:endParaRPr lang="zh-CN" altLang="en-US" dirty="0">
              <a:latin typeface="Arial" panose="020B0604020202020204" pitchFamily="34" charset="0"/>
              <a:ea typeface="宋体" panose="02010600030101010101" pitchFamily="2" charset="-122"/>
            </a:endParaRPr>
          </a:p>
        </p:txBody>
      </p:sp>
      <p:graphicFrame>
        <p:nvGraphicFramePr>
          <p:cNvPr id="94217" name="Object 9"/>
          <p:cNvGraphicFramePr>
            <a:graphicFrameLocks noChangeAspect="1"/>
          </p:cNvGraphicFramePr>
          <p:nvPr/>
        </p:nvGraphicFramePr>
        <p:xfrm>
          <a:off x="3490913" y="3078163"/>
          <a:ext cx="1677987" cy="768350"/>
        </p:xfrm>
        <a:graphic>
          <a:graphicData uri="http://schemas.openxmlformats.org/presentationml/2006/ole">
            <mc:AlternateContent xmlns:mc="http://schemas.openxmlformats.org/markup-compatibility/2006">
              <mc:Choice xmlns:v="urn:schemas-microsoft-com:vml" Requires="v">
                <p:oleObj spid="_x0000_s3241" name="" r:id="rId3" imgW="914400" imgH="419100" progId="Equation.3">
                  <p:embed/>
                </p:oleObj>
              </mc:Choice>
              <mc:Fallback>
                <p:oleObj name="" r:id="rId3" imgW="914400" imgH="419100" progId="Equation.3">
                  <p:embed/>
                  <p:pic>
                    <p:nvPicPr>
                      <p:cNvPr id="0" name="图片 3240"/>
                      <p:cNvPicPr/>
                      <p:nvPr/>
                    </p:nvPicPr>
                    <p:blipFill>
                      <a:blip r:embed="rId4"/>
                      <a:stretch>
                        <a:fillRect/>
                      </a:stretch>
                    </p:blipFill>
                    <p:spPr>
                      <a:xfrm>
                        <a:off x="3490913" y="3078163"/>
                        <a:ext cx="1677987" cy="768350"/>
                      </a:xfrm>
                      <a:prstGeom prst="rect">
                        <a:avLst/>
                      </a:prstGeom>
                      <a:noFill/>
                      <a:ln w="38100">
                        <a:noFill/>
                        <a:miter/>
                      </a:ln>
                    </p:spPr>
                  </p:pic>
                </p:oleObj>
              </mc:Fallback>
            </mc:AlternateContent>
          </a:graphicData>
        </a:graphic>
      </p:graphicFrame>
      <p:sp>
        <p:nvSpPr>
          <p:cNvPr id="94218" name="Text Box 10"/>
          <p:cNvSpPr txBox="1"/>
          <p:nvPr/>
        </p:nvSpPr>
        <p:spPr>
          <a:xfrm>
            <a:off x="5319713" y="3238500"/>
            <a:ext cx="2819400" cy="460375"/>
          </a:xfrm>
          <a:prstGeom prst="rect">
            <a:avLst/>
          </a:prstGeom>
          <a:noFill/>
          <a:ln w="9525">
            <a:noFill/>
          </a:ln>
        </p:spPr>
        <p:txBody>
          <a:bodyPr anchor="t" anchorCtr="0">
            <a:spAutoFit/>
          </a:bodyPr>
          <a:p>
            <a:pPr>
              <a:spcBef>
                <a:spcPct val="50000"/>
              </a:spcBef>
            </a:pPr>
            <a:r>
              <a:rPr lang="zh-CN" altLang="en-US" sz="2400" b="1" dirty="0">
                <a:solidFill>
                  <a:srgbClr val="FF0000"/>
                </a:solidFill>
                <a:latin typeface="Arial" panose="020B0604020202020204" pitchFamily="34" charset="0"/>
                <a:ea typeface="宋体" panose="02010600030101010101" pitchFamily="2" charset="-122"/>
              </a:rPr>
              <a:t>简谐振动微分方程 </a:t>
            </a:r>
            <a:endParaRPr lang="zh-CN" altLang="en-US" sz="2400" b="1" dirty="0">
              <a:solidFill>
                <a:srgbClr val="FF0000"/>
              </a:solidFill>
              <a:latin typeface="Arial" panose="020B0604020202020204" pitchFamily="34" charset="0"/>
              <a:ea typeface="宋体" panose="02010600030101010101" pitchFamily="2" charset="-122"/>
            </a:endParaRPr>
          </a:p>
        </p:txBody>
      </p:sp>
      <p:sp>
        <p:nvSpPr>
          <p:cNvPr id="43015" name="Rectangle 20"/>
          <p:cNvSpPr/>
          <p:nvPr/>
        </p:nvSpPr>
        <p:spPr>
          <a:xfrm>
            <a:off x="0" y="323373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a typeface="宋体" panose="02010600030101010101" pitchFamily="2" charset="-122"/>
            </a:endParaRPr>
          </a:p>
        </p:txBody>
      </p:sp>
      <p:sp>
        <p:nvSpPr>
          <p:cNvPr id="43016" name="Rectangle 23"/>
          <p:cNvSpPr/>
          <p:nvPr/>
        </p:nvSpPr>
        <p:spPr>
          <a:xfrm>
            <a:off x="0" y="323373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a typeface="宋体" panose="02010600030101010101" pitchFamily="2" charset="-122"/>
            </a:endParaRPr>
          </a:p>
        </p:txBody>
      </p:sp>
      <p:sp>
        <p:nvSpPr>
          <p:cNvPr id="43017" name="Text Box 25"/>
          <p:cNvSpPr txBox="1"/>
          <p:nvPr/>
        </p:nvSpPr>
        <p:spPr>
          <a:xfrm>
            <a:off x="682625" y="1217613"/>
            <a:ext cx="5192713" cy="460375"/>
          </a:xfrm>
          <a:prstGeom prst="rect">
            <a:avLst/>
          </a:prstGeom>
          <a:noFill/>
          <a:ln w="9525">
            <a:noFill/>
          </a:ln>
        </p:spPr>
        <p:txBody>
          <a:bodyPr wrap="square" anchor="t" anchorCtr="0">
            <a:spAutoFit/>
          </a:bodyPr>
          <a:p>
            <a:pPr>
              <a:spcBef>
                <a:spcPct val="50000"/>
              </a:spcBef>
            </a:pPr>
            <a:r>
              <a:rPr lang="en-US" altLang="zh-CN" sz="2400" b="1" dirty="0">
                <a:latin typeface="等线" panose="02010600030101010101" charset="-122"/>
                <a:ea typeface="等线" panose="02010600030101010101" charset="-122"/>
              </a:rPr>
              <a:t>1</a:t>
            </a:r>
            <a:r>
              <a:rPr lang="zh-CN" altLang="en-US" sz="2400" b="1" dirty="0">
                <a:latin typeface="等线" panose="02010600030101010101" charset="-122"/>
                <a:ea typeface="等线" panose="02010600030101010101" charset="-122"/>
              </a:rPr>
              <a:t>、简谐振动动力学分析</a:t>
            </a:r>
            <a:r>
              <a:rPr lang="zh-CN" altLang="en-US" sz="2400" b="1" dirty="0">
                <a:latin typeface="等线" panose="02010600030101010101" charset="-122"/>
                <a:ea typeface="等线" panose="02010600030101010101" charset="-122"/>
                <a:sym typeface="Wingdings" panose="05000000000000000000" pitchFamily="2" charset="2"/>
              </a:rPr>
              <a:t>（</a:t>
            </a:r>
            <a:r>
              <a:rPr lang="zh-CN" altLang="en-US" sz="2400" b="1" dirty="0">
                <a:solidFill>
                  <a:srgbClr val="0000CC"/>
                </a:solidFill>
                <a:latin typeface="等线" panose="02010600030101010101" charset="-122"/>
                <a:ea typeface="等线" panose="02010600030101010101" charset="-122"/>
                <a:sym typeface="Wingdings" panose="05000000000000000000" pitchFamily="2" charset="2"/>
              </a:rPr>
              <a:t>判据</a:t>
            </a:r>
            <a:r>
              <a:rPr lang="zh-CN" altLang="en-US" sz="2400" b="1" dirty="0">
                <a:latin typeface="等线" panose="02010600030101010101" charset="-122"/>
                <a:ea typeface="等线" panose="02010600030101010101" charset="-122"/>
                <a:sym typeface="Wingdings" panose="05000000000000000000" pitchFamily="2" charset="2"/>
              </a:rPr>
              <a:t>）</a:t>
            </a:r>
            <a:endParaRPr lang="zh-CN" altLang="en-US" sz="2400" b="1" dirty="0">
              <a:latin typeface="等线" panose="02010600030101010101" charset="-122"/>
              <a:ea typeface="等线" panose="02010600030101010101" charset="-122"/>
            </a:endParaRPr>
          </a:p>
        </p:txBody>
      </p:sp>
      <p:sp>
        <p:nvSpPr>
          <p:cNvPr id="94234" name="Text Box 26"/>
          <p:cNvSpPr txBox="1"/>
          <p:nvPr/>
        </p:nvSpPr>
        <p:spPr>
          <a:xfrm>
            <a:off x="1974850" y="1855788"/>
            <a:ext cx="6313488" cy="398462"/>
          </a:xfrm>
          <a:prstGeom prst="rect">
            <a:avLst/>
          </a:prstGeom>
          <a:noFill/>
          <a:ln w="9525">
            <a:noFill/>
          </a:ln>
        </p:spPr>
        <p:txBody>
          <a:bodyPr anchor="t" anchorCtr="0">
            <a:spAutoFit/>
          </a:bodyPr>
          <a:p>
            <a:pPr>
              <a:spcBef>
                <a:spcPct val="50000"/>
              </a:spcBef>
            </a:pPr>
            <a:r>
              <a:rPr lang="zh-CN" altLang="en-US" b="1" dirty="0">
                <a:solidFill>
                  <a:srgbClr val="000000"/>
                </a:solidFill>
                <a:latin typeface="Times New Roman" panose="02020603050405020304" pitchFamily="18" charset="0"/>
                <a:ea typeface="宋体" panose="02010600030101010101" pitchFamily="2" charset="-122"/>
              </a:rPr>
              <a:t>物体所受的力</a:t>
            </a:r>
            <a:r>
              <a:rPr lang="en-US" altLang="zh-CN" b="1" i="1" dirty="0">
                <a:solidFill>
                  <a:srgbClr val="000000"/>
                </a:solidFill>
                <a:latin typeface="Times New Roman" panose="02020603050405020304" pitchFamily="18" charset="0"/>
                <a:ea typeface="宋体" panose="02010600030101010101" pitchFamily="2" charset="-122"/>
              </a:rPr>
              <a:t>F</a:t>
            </a:r>
            <a:r>
              <a:rPr lang="zh-CN" altLang="en-US" b="1" dirty="0">
                <a:solidFill>
                  <a:srgbClr val="000000"/>
                </a:solidFill>
                <a:latin typeface="Times New Roman" panose="02020603050405020304" pitchFamily="18" charset="0"/>
                <a:ea typeface="宋体" panose="02010600030101010101" pitchFamily="2" charset="-122"/>
              </a:rPr>
              <a:t>跟位移</a:t>
            </a:r>
            <a:r>
              <a:rPr lang="en-US" altLang="zh-CN" b="1" i="1" dirty="0">
                <a:solidFill>
                  <a:srgbClr val="000000"/>
                </a:solidFill>
                <a:latin typeface="Times New Roman" panose="02020603050405020304" pitchFamily="18" charset="0"/>
                <a:ea typeface="宋体" panose="02010600030101010101" pitchFamily="2" charset="-122"/>
              </a:rPr>
              <a:t>x</a:t>
            </a:r>
            <a:r>
              <a:rPr lang="zh-CN" altLang="en-US" b="1" dirty="0">
                <a:solidFill>
                  <a:srgbClr val="000000"/>
                </a:solidFill>
                <a:latin typeface="Times New Roman" panose="02020603050405020304" pitchFamily="18" charset="0"/>
                <a:ea typeface="宋体" panose="02010600030101010101" pitchFamily="2" charset="-122"/>
              </a:rPr>
              <a:t>正比反向，物体作简谐振动。</a:t>
            </a:r>
            <a:r>
              <a:rPr lang="zh-CN" altLang="en-US" b="1" dirty="0">
                <a:latin typeface="Arial" panose="020B0604020202020204" pitchFamily="34" charset="0"/>
                <a:ea typeface="宋体" panose="02010600030101010101" pitchFamily="2" charset="-122"/>
              </a:rPr>
              <a:t> </a:t>
            </a:r>
            <a:endParaRPr lang="zh-CN" altLang="en-US" b="1" dirty="0">
              <a:latin typeface="Arial" panose="020B0604020202020204" pitchFamily="34" charset="0"/>
              <a:ea typeface="宋体" panose="02010600030101010101" pitchFamily="2" charset="-122"/>
            </a:endParaRPr>
          </a:p>
        </p:txBody>
      </p:sp>
      <p:graphicFrame>
        <p:nvGraphicFramePr>
          <p:cNvPr id="94235" name="Object 27"/>
          <p:cNvGraphicFramePr>
            <a:graphicFrameLocks noChangeAspect="1"/>
          </p:cNvGraphicFramePr>
          <p:nvPr/>
        </p:nvGraphicFramePr>
        <p:xfrm>
          <a:off x="889000" y="2332038"/>
          <a:ext cx="1970088" cy="679450"/>
        </p:xfrm>
        <a:graphic>
          <a:graphicData uri="http://schemas.openxmlformats.org/presentationml/2006/ole">
            <mc:AlternateContent xmlns:mc="http://schemas.openxmlformats.org/markup-compatibility/2006">
              <mc:Choice xmlns:v="urn:schemas-microsoft-com:vml" Requires="v">
                <p:oleObj spid="_x0000_s3242" name="" r:id="rId5" imgW="1143000" imgH="393700" progId="Equation.3">
                  <p:embed/>
                </p:oleObj>
              </mc:Choice>
              <mc:Fallback>
                <p:oleObj name="" r:id="rId5" imgW="1143000" imgH="393700" progId="Equation.3">
                  <p:embed/>
                  <p:pic>
                    <p:nvPicPr>
                      <p:cNvPr id="0" name="图片 3241"/>
                      <p:cNvPicPr/>
                      <p:nvPr/>
                    </p:nvPicPr>
                    <p:blipFill>
                      <a:blip r:embed="rId6"/>
                      <a:stretch>
                        <a:fillRect/>
                      </a:stretch>
                    </p:blipFill>
                    <p:spPr>
                      <a:xfrm>
                        <a:off x="889000" y="2332038"/>
                        <a:ext cx="1970088" cy="679450"/>
                      </a:xfrm>
                      <a:prstGeom prst="rect">
                        <a:avLst/>
                      </a:prstGeom>
                      <a:noFill/>
                      <a:ln w="38100">
                        <a:noFill/>
                        <a:miter/>
                      </a:ln>
                    </p:spPr>
                  </p:pic>
                </p:oleObj>
              </mc:Fallback>
            </mc:AlternateContent>
          </a:graphicData>
        </a:graphic>
      </p:graphicFrame>
      <p:graphicFrame>
        <p:nvGraphicFramePr>
          <p:cNvPr id="94236" name="Object 28"/>
          <p:cNvGraphicFramePr>
            <a:graphicFrameLocks noChangeAspect="1"/>
          </p:cNvGraphicFramePr>
          <p:nvPr/>
        </p:nvGraphicFramePr>
        <p:xfrm>
          <a:off x="892175" y="1882775"/>
          <a:ext cx="957263" cy="338138"/>
        </p:xfrm>
        <a:graphic>
          <a:graphicData uri="http://schemas.openxmlformats.org/presentationml/2006/ole">
            <mc:AlternateContent xmlns:mc="http://schemas.openxmlformats.org/markup-compatibility/2006">
              <mc:Choice xmlns:v="urn:schemas-microsoft-com:vml" Requires="v">
                <p:oleObj spid="_x0000_s3240" name="" r:id="rId7" imgW="571500" imgH="203200" progId="Equation.3">
                  <p:embed/>
                </p:oleObj>
              </mc:Choice>
              <mc:Fallback>
                <p:oleObj name="" r:id="rId7" imgW="571500" imgH="203200" progId="Equation.3">
                  <p:embed/>
                  <p:pic>
                    <p:nvPicPr>
                      <p:cNvPr id="0" name="图片 3239"/>
                      <p:cNvPicPr/>
                      <p:nvPr/>
                    </p:nvPicPr>
                    <p:blipFill>
                      <a:blip r:embed="rId8"/>
                      <a:stretch>
                        <a:fillRect/>
                      </a:stretch>
                    </p:blipFill>
                    <p:spPr>
                      <a:xfrm>
                        <a:off x="892175" y="1882775"/>
                        <a:ext cx="957263" cy="338138"/>
                      </a:xfrm>
                      <a:prstGeom prst="rect">
                        <a:avLst/>
                      </a:prstGeom>
                      <a:noFill/>
                      <a:ln w="38100">
                        <a:noFill/>
                        <a:miter/>
                      </a:ln>
                    </p:spPr>
                  </p:pic>
                </p:oleObj>
              </mc:Fallback>
            </mc:AlternateContent>
          </a:graphicData>
        </a:graphic>
      </p:graphicFrame>
      <p:sp>
        <p:nvSpPr>
          <p:cNvPr id="94237" name="Text Box 29"/>
          <p:cNvSpPr txBox="1"/>
          <p:nvPr/>
        </p:nvSpPr>
        <p:spPr>
          <a:xfrm>
            <a:off x="2930525" y="2498725"/>
            <a:ext cx="5715000" cy="398463"/>
          </a:xfrm>
          <a:prstGeom prst="rect">
            <a:avLst/>
          </a:prstGeom>
          <a:noFill/>
          <a:ln w="9525">
            <a:noFill/>
          </a:ln>
        </p:spPr>
        <p:txBody>
          <a:bodyPr anchor="t" anchorCtr="0">
            <a:spAutoFit/>
          </a:bodyPr>
          <a:p>
            <a:pPr>
              <a:spcBef>
                <a:spcPct val="50000"/>
              </a:spcBef>
            </a:pPr>
            <a:r>
              <a:rPr lang="zh-CN" altLang="en-US" b="1" dirty="0">
                <a:solidFill>
                  <a:srgbClr val="000000"/>
                </a:solidFill>
                <a:latin typeface="Times New Roman" panose="02020603050405020304" pitchFamily="18" charset="0"/>
                <a:ea typeface="宋体" panose="02010600030101010101" pitchFamily="2" charset="-122"/>
              </a:rPr>
              <a:t>物体的加速度跟位移正比反向，物体作简谐振动。 </a:t>
            </a:r>
            <a:endParaRPr lang="zh-CN" altLang="en-US" b="1" dirty="0">
              <a:solidFill>
                <a:srgbClr val="000000"/>
              </a:solidFill>
              <a:latin typeface="Times New Roman" panose="02020603050405020304" pitchFamily="18" charset="0"/>
              <a:ea typeface="Arial" panose="020B0604020202020204" pitchFamily="34" charset="0"/>
            </a:endParaRPr>
          </a:p>
        </p:txBody>
      </p:sp>
      <p:sp>
        <p:nvSpPr>
          <p:cNvPr id="5" name="矩形 4"/>
          <p:cNvSpPr/>
          <p:nvPr/>
        </p:nvSpPr>
        <p:spPr>
          <a:xfrm>
            <a:off x="3397250" y="3089275"/>
            <a:ext cx="1828800" cy="762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3023" name="Text Box 67"/>
          <p:cNvSpPr txBox="1"/>
          <p:nvPr/>
        </p:nvSpPr>
        <p:spPr>
          <a:xfrm>
            <a:off x="611505" y="515938"/>
            <a:ext cx="6524625" cy="460375"/>
          </a:xfrm>
          <a:prstGeom prst="rect">
            <a:avLst/>
          </a:prstGeom>
          <a:noFill/>
          <a:ln w="9525">
            <a:noFill/>
          </a:ln>
        </p:spPr>
        <p:txBody>
          <a:bodyPr wrap="square" anchor="t" anchorCtr="0">
            <a:spAutoFit/>
          </a:bodyPr>
          <a:p>
            <a:pPr algn="just" eaLnBrk="0" hangingPunct="0"/>
            <a:r>
              <a:rPr lang="zh-CN" altLang="en-US" sz="2400" b="1" dirty="0">
                <a:solidFill>
                  <a:srgbClr val="D60093"/>
                </a:solidFill>
                <a:latin typeface="楷体_GB2312" pitchFamily="49" charset="-122"/>
                <a:ea typeface="楷体_GB2312" pitchFamily="49" charset="-122"/>
              </a:rPr>
              <a:t>小结：如何判定一个运动是否作简谐振动？</a:t>
            </a:r>
            <a:r>
              <a:rPr lang="en-US" altLang="zh-CN" sz="2200" b="1" i="1" dirty="0">
                <a:solidFill>
                  <a:srgbClr val="D60093"/>
                </a:solidFill>
                <a:latin typeface="Times New Roman" panose="02020603050405020304" pitchFamily="18" charset="0"/>
                <a:ea typeface="宋体" panose="02010600030101010101" pitchFamily="2" charset="-122"/>
              </a:rPr>
              <a:t> </a:t>
            </a:r>
            <a:endParaRPr lang="en-US" altLang="zh-CN" sz="2200" b="1" i="1" dirty="0">
              <a:solidFill>
                <a:srgbClr val="D60093"/>
              </a:solidFill>
              <a:latin typeface="Times New Roman" panose="02020603050405020304" pitchFamily="18" charset="0"/>
              <a:ea typeface="宋体" panose="02010600030101010101" pitchFamily="2" charset="-122"/>
            </a:endParaRPr>
          </a:p>
        </p:txBody>
      </p:sp>
      <p:sp>
        <p:nvSpPr>
          <p:cNvPr id="103440" name="Text Box 25"/>
          <p:cNvSpPr txBox="1"/>
          <p:nvPr/>
        </p:nvSpPr>
        <p:spPr>
          <a:xfrm>
            <a:off x="682625" y="4221163"/>
            <a:ext cx="5192713" cy="460375"/>
          </a:xfrm>
          <a:prstGeom prst="rect">
            <a:avLst/>
          </a:prstGeom>
          <a:noFill/>
          <a:ln w="9525">
            <a:noFill/>
          </a:ln>
        </p:spPr>
        <p:txBody>
          <a:bodyPr wrap="square" anchor="t" anchorCtr="0">
            <a:spAutoFit/>
          </a:bodyPr>
          <a:p>
            <a:pPr>
              <a:spcBef>
                <a:spcPct val="50000"/>
              </a:spcBef>
            </a:pPr>
            <a:r>
              <a:rPr lang="en-US" altLang="zh-CN" sz="2400" b="1" dirty="0">
                <a:latin typeface="等线" panose="02010600030101010101" charset="-122"/>
                <a:ea typeface="等线" panose="02010600030101010101" charset="-122"/>
              </a:rPr>
              <a:t>2</a:t>
            </a:r>
            <a:r>
              <a:rPr lang="zh-CN" altLang="en-US" sz="2400" b="1" dirty="0">
                <a:latin typeface="等线" panose="02010600030101010101" charset="-122"/>
                <a:ea typeface="等线" panose="02010600030101010101" charset="-122"/>
              </a:rPr>
              <a:t>、由能量分析出发</a:t>
            </a:r>
            <a:endParaRPr lang="zh-CN" altLang="en-US" sz="2400" b="1" dirty="0">
              <a:latin typeface="等线" panose="02010600030101010101" charset="-122"/>
              <a:ea typeface="等线" panose="02010600030101010101" charset="-122"/>
            </a:endParaRPr>
          </a:p>
        </p:txBody>
      </p:sp>
      <p:graphicFrame>
        <p:nvGraphicFramePr>
          <p:cNvPr id="129302" name="Object 278"/>
          <p:cNvGraphicFramePr>
            <a:graphicFrameLocks noChangeAspect="1"/>
          </p:cNvGraphicFramePr>
          <p:nvPr/>
        </p:nvGraphicFramePr>
        <p:xfrm>
          <a:off x="1071563" y="4860925"/>
          <a:ext cx="2171700" cy="769938"/>
        </p:xfrm>
        <a:graphic>
          <a:graphicData uri="http://schemas.openxmlformats.org/presentationml/2006/ole">
            <mc:AlternateContent xmlns:mc="http://schemas.openxmlformats.org/markup-compatibility/2006">
              <mc:Choice xmlns:v="urn:schemas-microsoft-com:vml" Requires="v">
                <p:oleObj spid="_x0000_s3248" name="" r:id="rId9" imgW="1167765" imgH="393700" progId="Equation.3">
                  <p:embed/>
                </p:oleObj>
              </mc:Choice>
              <mc:Fallback>
                <p:oleObj name="" r:id="rId9" imgW="1167765" imgH="393700" progId="Equation.3">
                  <p:embed/>
                  <p:pic>
                    <p:nvPicPr>
                      <p:cNvPr id="0" name="图片 3247"/>
                      <p:cNvPicPr/>
                      <p:nvPr/>
                    </p:nvPicPr>
                    <p:blipFill>
                      <a:blip r:embed="rId10"/>
                      <a:stretch>
                        <a:fillRect/>
                      </a:stretch>
                    </p:blipFill>
                    <p:spPr>
                      <a:xfrm>
                        <a:off x="1071563" y="4860925"/>
                        <a:ext cx="2171700" cy="769938"/>
                      </a:xfrm>
                      <a:prstGeom prst="rect">
                        <a:avLst/>
                      </a:prstGeom>
                      <a:noFill/>
                      <a:ln w="38100">
                        <a:noFill/>
                        <a:miter/>
                      </a:ln>
                    </p:spPr>
                  </p:pic>
                </p:oleObj>
              </mc:Fallback>
            </mc:AlternateContent>
          </a:graphicData>
        </a:graphic>
      </p:graphicFrame>
      <p:sp>
        <p:nvSpPr>
          <p:cNvPr id="23" name="Text Box 281"/>
          <p:cNvSpPr txBox="1"/>
          <p:nvPr/>
        </p:nvSpPr>
        <p:spPr>
          <a:xfrm>
            <a:off x="827088" y="5767388"/>
            <a:ext cx="3276600" cy="457200"/>
          </a:xfrm>
          <a:prstGeom prst="rect">
            <a:avLst/>
          </a:prstGeom>
          <a:noFill/>
          <a:ln w="9525">
            <a:noFill/>
          </a:ln>
        </p:spPr>
        <p:txBody>
          <a:bodyPr anchor="t" anchorCtr="0">
            <a:spAutoFit/>
          </a:bodyPr>
          <a:p>
            <a:pPr algn="just"/>
            <a:r>
              <a:rPr lang="zh-CN" altLang="en-US" sz="2400" b="1" dirty="0">
                <a:solidFill>
                  <a:srgbClr val="000000"/>
                </a:solidFill>
                <a:latin typeface="Symbol" panose="05050102010706020507" pitchFamily="18" charset="2"/>
                <a:ea typeface="楷体_GB2312" pitchFamily="49" charset="-122"/>
              </a:rPr>
              <a:t>对时间求导数，有</a:t>
            </a:r>
            <a:endParaRPr lang="zh-CN" altLang="en-US" sz="2400" b="1" dirty="0">
              <a:solidFill>
                <a:srgbClr val="000000"/>
              </a:solidFill>
              <a:latin typeface="Times New Roman" panose="02020603050405020304" pitchFamily="18" charset="0"/>
              <a:ea typeface="楷体_GB2312" pitchFamily="49" charset="-122"/>
            </a:endParaRPr>
          </a:p>
        </p:txBody>
      </p:sp>
      <p:graphicFrame>
        <p:nvGraphicFramePr>
          <p:cNvPr id="24" name="Object 9"/>
          <p:cNvGraphicFramePr>
            <a:graphicFrameLocks noChangeAspect="1"/>
          </p:cNvGraphicFramePr>
          <p:nvPr/>
        </p:nvGraphicFramePr>
        <p:xfrm>
          <a:off x="3617913" y="5572125"/>
          <a:ext cx="1677987" cy="768350"/>
        </p:xfrm>
        <a:graphic>
          <a:graphicData uri="http://schemas.openxmlformats.org/presentationml/2006/ole">
            <mc:AlternateContent xmlns:mc="http://schemas.openxmlformats.org/markup-compatibility/2006">
              <mc:Choice xmlns:v="urn:schemas-microsoft-com:vml" Requires="v">
                <p:oleObj spid="_x0000_s3249" name="" r:id="rId11" imgW="914400" imgH="419100" progId="Equation.3">
                  <p:embed/>
                </p:oleObj>
              </mc:Choice>
              <mc:Fallback>
                <p:oleObj name="" r:id="rId11" imgW="914400" imgH="419100" progId="Equation.3">
                  <p:embed/>
                  <p:pic>
                    <p:nvPicPr>
                      <p:cNvPr id="0" name="图片 3248"/>
                      <p:cNvPicPr/>
                      <p:nvPr/>
                    </p:nvPicPr>
                    <p:blipFill>
                      <a:blip r:embed="rId4"/>
                      <a:stretch>
                        <a:fillRect/>
                      </a:stretch>
                    </p:blipFill>
                    <p:spPr>
                      <a:xfrm>
                        <a:off x="3617913" y="5572125"/>
                        <a:ext cx="1677987" cy="768350"/>
                      </a:xfrm>
                      <a:prstGeom prst="rect">
                        <a:avLst/>
                      </a:prstGeom>
                      <a:noFill/>
                      <a:ln w="38100">
                        <a:noFill/>
                        <a:miter/>
                      </a:ln>
                    </p:spPr>
                  </p:pic>
                </p:oleObj>
              </mc:Fallback>
            </mc:AlternateContent>
          </a:graphicData>
        </a:graphic>
      </p:graphicFrame>
      <p:sp>
        <p:nvSpPr>
          <p:cNvPr id="25" name="Text Box 10"/>
          <p:cNvSpPr txBox="1"/>
          <p:nvPr/>
        </p:nvSpPr>
        <p:spPr>
          <a:xfrm>
            <a:off x="5446713" y="5732463"/>
            <a:ext cx="2819400" cy="460375"/>
          </a:xfrm>
          <a:prstGeom prst="rect">
            <a:avLst/>
          </a:prstGeom>
          <a:noFill/>
          <a:ln w="9525">
            <a:noFill/>
          </a:ln>
        </p:spPr>
        <p:txBody>
          <a:bodyPr anchor="t" anchorCtr="0">
            <a:spAutoFit/>
          </a:bodyPr>
          <a:p>
            <a:pPr>
              <a:spcBef>
                <a:spcPct val="50000"/>
              </a:spcBef>
            </a:pPr>
            <a:r>
              <a:rPr lang="zh-CN" altLang="en-US" sz="2400" b="1" dirty="0">
                <a:solidFill>
                  <a:srgbClr val="FF0000"/>
                </a:solidFill>
                <a:latin typeface="Arial" panose="020B0604020202020204" pitchFamily="34" charset="0"/>
                <a:ea typeface="宋体" panose="02010600030101010101" pitchFamily="2" charset="-122"/>
              </a:rPr>
              <a:t>简谐振动微分方程 </a:t>
            </a:r>
            <a:endParaRPr lang="zh-CN" altLang="en-US" sz="2400" b="1" dirty="0">
              <a:solidFill>
                <a:srgbClr val="FF0000"/>
              </a:solidFill>
              <a:latin typeface="Arial" panose="020B0604020202020204" pitchFamily="34" charset="0"/>
              <a:ea typeface="宋体" panose="02010600030101010101" pitchFamily="2" charset="-122"/>
            </a:endParaRPr>
          </a:p>
        </p:txBody>
      </p:sp>
      <p:sp>
        <p:nvSpPr>
          <p:cNvPr id="26" name="矩形 25"/>
          <p:cNvSpPr/>
          <p:nvPr/>
        </p:nvSpPr>
        <p:spPr>
          <a:xfrm>
            <a:off x="3524250" y="5583238"/>
            <a:ext cx="1828800" cy="762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4236"/>
                                        </p:tgtEl>
                                        <p:attrNameLst>
                                          <p:attrName>style.visibility</p:attrName>
                                        </p:attrNameLst>
                                      </p:cBhvr>
                                      <p:to>
                                        <p:strVal val="visible"/>
                                      </p:to>
                                    </p:set>
                                    <p:animEffect transition="in" filter="wipe(left)">
                                      <p:cBhvr>
                                        <p:cTn id="7" dur="500"/>
                                        <p:tgtEl>
                                          <p:spTgt spid="9423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4234"/>
                                        </p:tgtEl>
                                        <p:attrNameLst>
                                          <p:attrName>style.visibility</p:attrName>
                                        </p:attrNameLst>
                                      </p:cBhvr>
                                      <p:to>
                                        <p:strVal val="visible"/>
                                      </p:to>
                                    </p:set>
                                    <p:animEffect transition="in" filter="wipe(left)">
                                      <p:cBhvr>
                                        <p:cTn id="11" dur="500"/>
                                        <p:tgtEl>
                                          <p:spTgt spid="942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4235"/>
                                        </p:tgtEl>
                                        <p:attrNameLst>
                                          <p:attrName>style.visibility</p:attrName>
                                        </p:attrNameLst>
                                      </p:cBhvr>
                                      <p:to>
                                        <p:strVal val="visible"/>
                                      </p:to>
                                    </p:set>
                                    <p:animEffect transition="in" filter="wipe(left)">
                                      <p:cBhvr>
                                        <p:cTn id="16" dur="500"/>
                                        <p:tgtEl>
                                          <p:spTgt spid="94235"/>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94237"/>
                                        </p:tgtEl>
                                        <p:attrNameLst>
                                          <p:attrName>style.visibility</p:attrName>
                                        </p:attrNameLst>
                                      </p:cBhvr>
                                      <p:to>
                                        <p:strVal val="visible"/>
                                      </p:to>
                                    </p:set>
                                    <p:animEffect transition="in" filter="wipe(left)">
                                      <p:cBhvr>
                                        <p:cTn id="20" dur="500"/>
                                        <p:tgtEl>
                                          <p:spTgt spid="94237"/>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94214"/>
                                        </p:tgtEl>
                                        <p:attrNameLst>
                                          <p:attrName>style.visibility</p:attrName>
                                        </p:attrNameLst>
                                      </p:cBhvr>
                                      <p:to>
                                        <p:strVal val="visible"/>
                                      </p:to>
                                    </p:set>
                                    <p:animEffect transition="in" filter="wipe(left)">
                                      <p:cBhvr>
                                        <p:cTn id="24" dur="500"/>
                                        <p:tgtEl>
                                          <p:spTgt spid="94214"/>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94217"/>
                                        </p:tgtEl>
                                        <p:attrNameLst>
                                          <p:attrName>style.visibility</p:attrName>
                                        </p:attrNameLst>
                                      </p:cBhvr>
                                      <p:to>
                                        <p:strVal val="visible"/>
                                      </p:to>
                                    </p:set>
                                    <p:animEffect transition="in" filter="wipe(left)">
                                      <p:cBhvr>
                                        <p:cTn id="28" dur="500"/>
                                        <p:tgtEl>
                                          <p:spTgt spid="94217"/>
                                        </p:tgtEl>
                                      </p:cBhvr>
                                    </p:animEffect>
                                  </p:childTnLst>
                                </p:cTn>
                              </p:par>
                            </p:childTnLst>
                          </p:cTn>
                        </p:par>
                        <p:par>
                          <p:cTn id="29" fill="hold">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94218"/>
                                        </p:tgtEl>
                                        <p:attrNameLst>
                                          <p:attrName>style.visibility</p:attrName>
                                        </p:attrNameLst>
                                      </p:cBhvr>
                                      <p:to>
                                        <p:strVal val="visible"/>
                                      </p:to>
                                    </p:set>
                                    <p:animEffect transition="in" filter="wipe(left)">
                                      <p:cBhvr>
                                        <p:cTn id="32" dur="500"/>
                                        <p:tgtEl>
                                          <p:spTgt spid="942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3440"/>
                                        </p:tgtEl>
                                        <p:attrNameLst>
                                          <p:attrName>style.visibility</p:attrName>
                                        </p:attrNameLst>
                                      </p:cBhvr>
                                      <p:to>
                                        <p:strVal val="visible"/>
                                      </p:to>
                                    </p:set>
                                    <p:animEffect transition="in" filter="wipe(left)">
                                      <p:cBhvr>
                                        <p:cTn id="37" dur="500"/>
                                        <p:tgtEl>
                                          <p:spTgt spid="103440"/>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129302"/>
                                        </p:tgtEl>
                                        <p:attrNameLst>
                                          <p:attrName>style.visibility</p:attrName>
                                        </p:attrNameLst>
                                      </p:cBhvr>
                                      <p:to>
                                        <p:strVal val="visible"/>
                                      </p:to>
                                    </p:set>
                                    <p:animEffect transition="in" filter="wipe(left)">
                                      <p:cBhvr>
                                        <p:cTn id="41" dur="500"/>
                                        <p:tgtEl>
                                          <p:spTgt spid="129302"/>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left)">
                                      <p:cBhvr>
                                        <p:cTn id="45" dur="500"/>
                                        <p:tgtEl>
                                          <p:spTgt spid="23"/>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wipe(left)">
                                      <p:cBhvr>
                                        <p:cTn id="49" dur="500"/>
                                        <p:tgtEl>
                                          <p:spTgt spid="24"/>
                                        </p:tgtEl>
                                      </p:cBhvr>
                                    </p:animEffect>
                                  </p:childTnLst>
                                </p:cTn>
                              </p:par>
                            </p:childTnLst>
                          </p:cTn>
                        </p:par>
                        <p:par>
                          <p:cTn id="50" fill="hold">
                            <p:stCondLst>
                              <p:cond delay="2000"/>
                            </p:stCondLst>
                            <p:childTnLst>
                              <p:par>
                                <p:cTn id="51" presetID="22" presetClass="entr" presetSubtype="8"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left)">
                                      <p:cBhvr>
                                        <p:cTn id="53" dur="500"/>
                                        <p:tgtEl>
                                          <p:spTgt spid="25"/>
                                        </p:tgtEl>
                                      </p:cBhvr>
                                    </p:animEffect>
                                  </p:childTnLst>
                                </p:cTn>
                              </p:par>
                            </p:childTnLst>
                          </p:cTn>
                        </p:par>
                        <p:par>
                          <p:cTn id="54" fill="hold">
                            <p:stCondLst>
                              <p:cond delay="2500"/>
                            </p:stCondLst>
                            <p:childTnLst>
                              <p:par>
                                <p:cTn id="55" presetID="22" presetClass="entr" presetSubtype="8" fill="hold" grpId="0" nodeType="after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500"/>
                                        <p:tgtEl>
                                          <p:spTgt spid="26"/>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left)">
                                      <p:cBhvr>
                                        <p:cTn id="6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8" grpId="0"/>
      <p:bldP spid="94234" grpId="0"/>
      <p:bldP spid="94237" grpId="0"/>
      <p:bldP spid="5" grpId="0" bldLvl="0" animBg="1"/>
      <p:bldP spid="103440" grpId="0"/>
      <p:bldP spid="23" grpId="0"/>
      <p:bldP spid="25" grpId="0"/>
      <p:bldP spid="26"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44034" name="Text Box 2"/>
          <p:cNvSpPr txBox="1"/>
          <p:nvPr/>
        </p:nvSpPr>
        <p:spPr>
          <a:xfrm>
            <a:off x="1090613" y="485775"/>
            <a:ext cx="7183437" cy="1384300"/>
          </a:xfrm>
          <a:prstGeom prst="rect">
            <a:avLst/>
          </a:prstGeom>
          <a:noFill/>
          <a:ln w="9525">
            <a:noFill/>
          </a:ln>
        </p:spPr>
        <p:txBody>
          <a:bodyPr wrap="square" anchor="t" anchorCtr="0">
            <a:spAutoFit/>
          </a:bodyPr>
          <a:p>
            <a:r>
              <a:rPr lang="zh-CN" altLang="en-US" sz="2800" dirty="0">
                <a:latin typeface="微软雅黑" panose="020B0503020204020204" charset="-122"/>
                <a:ea typeface="微软雅黑" panose="020B0503020204020204" charset="-122"/>
              </a:rPr>
              <a:t>简谐振动决不限于弹簧</a:t>
            </a:r>
            <a:r>
              <a:rPr lang="en-US" altLang="zh-CN" sz="2800" dirty="0">
                <a:latin typeface="微软雅黑" panose="020B0503020204020204" charset="-122"/>
                <a:ea typeface="微软雅黑" panose="020B0503020204020204" charset="-122"/>
              </a:rPr>
              <a:t>–</a:t>
            </a:r>
            <a:r>
              <a:rPr lang="zh-CN" altLang="en-US" sz="2800" dirty="0">
                <a:latin typeface="微软雅黑" panose="020B0503020204020204" charset="-122"/>
                <a:ea typeface="微软雅黑" panose="020B0503020204020204" charset="-122"/>
              </a:rPr>
              <a:t>质点系统．</a:t>
            </a:r>
            <a:endParaRPr lang="zh-CN" altLang="en-US" sz="2800" dirty="0">
              <a:latin typeface="微软雅黑" panose="020B0503020204020204" charset="-122"/>
              <a:ea typeface="微软雅黑" panose="020B0503020204020204" charset="-122"/>
            </a:endParaRPr>
          </a:p>
          <a:p>
            <a:r>
              <a:rPr lang="zh-CN" altLang="en-US" sz="2800" dirty="0">
                <a:latin typeface="微软雅黑" panose="020B0503020204020204" charset="-122"/>
                <a:ea typeface="微软雅黑" panose="020B0503020204020204" charset="-122"/>
              </a:rPr>
              <a:t>在不同的领域中会出现与其结构相同的方程。</a:t>
            </a:r>
            <a:endParaRPr lang="zh-CN" altLang="en-US" sz="2800" dirty="0">
              <a:latin typeface="微软雅黑" panose="020B0503020204020204" charset="-122"/>
              <a:ea typeface="微软雅黑" panose="020B0503020204020204" charset="-122"/>
            </a:endParaRPr>
          </a:p>
          <a:p>
            <a:r>
              <a:rPr lang="zh-CN" altLang="en-US" sz="2800" dirty="0">
                <a:latin typeface="微软雅黑" panose="020B0503020204020204" charset="-122"/>
                <a:ea typeface="微软雅黑" panose="020B0503020204020204" charset="-122"/>
              </a:rPr>
              <a:t>例如：</a:t>
            </a:r>
            <a:endParaRPr lang="zh-CN" altLang="en-US" sz="2800" dirty="0">
              <a:latin typeface="微软雅黑" panose="020B0503020204020204" charset="-122"/>
              <a:ea typeface="微软雅黑" panose="020B0503020204020204" charset="-122"/>
            </a:endParaRPr>
          </a:p>
        </p:txBody>
      </p:sp>
      <p:sp>
        <p:nvSpPr>
          <p:cNvPr id="196611" name="Text Box 3"/>
          <p:cNvSpPr txBox="1"/>
          <p:nvPr/>
        </p:nvSpPr>
        <p:spPr>
          <a:xfrm>
            <a:off x="2936875" y="2012950"/>
            <a:ext cx="3024188" cy="3192463"/>
          </a:xfrm>
          <a:prstGeom prst="rect">
            <a:avLst/>
          </a:prstGeom>
          <a:noFill/>
          <a:ln w="9525">
            <a:noFill/>
          </a:ln>
        </p:spPr>
        <p:txBody>
          <a:bodyPr anchor="t" anchorCtr="0">
            <a:spAutoFit/>
          </a:bodyPr>
          <a:p>
            <a:pPr>
              <a:lnSpc>
                <a:spcPct val="120000"/>
              </a:lnSpc>
            </a:pPr>
            <a:r>
              <a:rPr lang="en-US" altLang="zh-CN" sz="2800" b="1" i="1" dirty="0">
                <a:latin typeface="Times New Roman" panose="02020603050405020304" pitchFamily="18" charset="0"/>
                <a:ea typeface="楷体_GB2312" pitchFamily="49" charset="-122"/>
              </a:rPr>
              <a:t>LC</a:t>
            </a:r>
            <a:r>
              <a:rPr lang="zh-CN" altLang="en-US" sz="2800" dirty="0">
                <a:latin typeface="微软雅黑" panose="020B0503020204020204" charset="-122"/>
                <a:ea typeface="微软雅黑" panose="020B0503020204020204" charset="-122"/>
              </a:rPr>
              <a:t>振荡方程</a:t>
            </a:r>
            <a:endParaRPr lang="zh-CN" altLang="en-US" sz="2800" dirty="0">
              <a:latin typeface="微软雅黑" panose="020B0503020204020204" charset="-122"/>
              <a:ea typeface="微软雅黑" panose="020B0503020204020204" charset="-122"/>
            </a:endParaRPr>
          </a:p>
          <a:p>
            <a:pPr>
              <a:lnSpc>
                <a:spcPct val="120000"/>
              </a:lnSpc>
            </a:pPr>
            <a:r>
              <a:rPr lang="zh-CN" altLang="en-US" sz="2800" dirty="0">
                <a:latin typeface="微软雅黑" panose="020B0503020204020204" charset="-122"/>
                <a:ea typeface="微软雅黑" panose="020B0503020204020204" charset="-122"/>
              </a:rPr>
              <a:t>等离子体振荡</a:t>
            </a:r>
            <a:endParaRPr lang="zh-CN" altLang="en-US" sz="2800" dirty="0">
              <a:latin typeface="微软雅黑" panose="020B0503020204020204" charset="-122"/>
              <a:ea typeface="微软雅黑" panose="020B0503020204020204" charset="-122"/>
            </a:endParaRPr>
          </a:p>
          <a:p>
            <a:pPr>
              <a:lnSpc>
                <a:spcPct val="120000"/>
              </a:lnSpc>
            </a:pPr>
            <a:r>
              <a:rPr lang="zh-CN" altLang="en-US" sz="2800" dirty="0">
                <a:latin typeface="微软雅黑" panose="020B0503020204020204" charset="-122"/>
                <a:ea typeface="微软雅黑" panose="020B0503020204020204" charset="-122"/>
              </a:rPr>
              <a:t>位移振子</a:t>
            </a:r>
            <a:endParaRPr lang="zh-CN" altLang="en-US" sz="2800" dirty="0">
              <a:latin typeface="微软雅黑" panose="020B0503020204020204" charset="-122"/>
              <a:ea typeface="微软雅黑" panose="020B0503020204020204" charset="-122"/>
            </a:endParaRPr>
          </a:p>
          <a:p>
            <a:pPr>
              <a:lnSpc>
                <a:spcPct val="120000"/>
              </a:lnSpc>
            </a:pPr>
            <a:r>
              <a:rPr lang="zh-CN" altLang="en-US" sz="2800" dirty="0">
                <a:latin typeface="微软雅黑" panose="020B0503020204020204" charset="-122"/>
                <a:ea typeface="微软雅黑" panose="020B0503020204020204" charset="-122"/>
              </a:rPr>
              <a:t>扭摆</a:t>
            </a:r>
            <a:endParaRPr lang="zh-CN" altLang="en-US" sz="2800" dirty="0">
              <a:latin typeface="微软雅黑" panose="020B0503020204020204" charset="-122"/>
              <a:ea typeface="微软雅黑" panose="020B0503020204020204" charset="-122"/>
            </a:endParaRPr>
          </a:p>
          <a:p>
            <a:pPr>
              <a:lnSpc>
                <a:spcPct val="120000"/>
              </a:lnSpc>
            </a:pPr>
            <a:r>
              <a:rPr lang="zh-CN" altLang="en-US" sz="2800" dirty="0">
                <a:latin typeface="微软雅黑" panose="020B0503020204020204" charset="-122"/>
                <a:ea typeface="微软雅黑" panose="020B0503020204020204" charset="-122"/>
              </a:rPr>
              <a:t>非谐振子</a:t>
            </a:r>
            <a:endParaRPr lang="zh-CN" altLang="en-US" sz="2800" dirty="0">
              <a:latin typeface="微软雅黑" panose="020B0503020204020204" charset="-122"/>
              <a:ea typeface="微软雅黑" panose="020B0503020204020204" charset="-122"/>
            </a:endParaRPr>
          </a:p>
          <a:p>
            <a:pPr>
              <a:lnSpc>
                <a:spcPct val="120000"/>
              </a:lnSpc>
            </a:pPr>
            <a:r>
              <a:rPr lang="zh-CN" altLang="en-US" sz="2800" dirty="0">
                <a:latin typeface="微软雅黑" panose="020B0503020204020204" charset="-122"/>
                <a:ea typeface="微软雅黑" panose="020B0503020204020204" charset="-122"/>
              </a:rPr>
              <a:t>物理摆</a:t>
            </a:r>
            <a:endParaRPr lang="zh-CN" altLang="en-US" sz="28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96611"/>
                                        </p:tgtEl>
                                        <p:attrNameLst>
                                          <p:attrName>style.visibility</p:attrName>
                                        </p:attrNameLst>
                                      </p:cBhvr>
                                      <p:to>
                                        <p:strVal val="visible"/>
                                      </p:to>
                                    </p:set>
                                    <p:animEffect transition="in" filter="wipe(up)">
                                      <p:cBhvr>
                                        <p:cTn id="7" dur="500"/>
                                        <p:tgtEl>
                                          <p:spTgt spid="196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aphicFrame>
        <p:nvGraphicFramePr>
          <p:cNvPr id="199682" name="Object 2"/>
          <p:cNvGraphicFramePr>
            <a:graphicFrameLocks noChangeAspect="1"/>
          </p:cNvGraphicFramePr>
          <p:nvPr/>
        </p:nvGraphicFramePr>
        <p:xfrm>
          <a:off x="963613" y="2401888"/>
          <a:ext cx="2178050" cy="450850"/>
        </p:xfrm>
        <a:graphic>
          <a:graphicData uri="http://schemas.openxmlformats.org/presentationml/2006/ole">
            <mc:AlternateContent xmlns:mc="http://schemas.openxmlformats.org/markup-compatibility/2006">
              <mc:Choice xmlns:v="urn:schemas-microsoft-com:vml" Requires="v">
                <p:oleObj spid="_x0000_s3250" name="" r:id="rId1" imgW="24688800" imgH="4876800" progId="Equation.DSMT4">
                  <p:embed/>
                </p:oleObj>
              </mc:Choice>
              <mc:Fallback>
                <p:oleObj name="" r:id="rId1" imgW="24688800" imgH="4876800" progId="Equation.DSMT4">
                  <p:embed/>
                  <p:pic>
                    <p:nvPicPr>
                      <p:cNvPr id="0" name="图片 3249"/>
                      <p:cNvPicPr/>
                      <p:nvPr/>
                    </p:nvPicPr>
                    <p:blipFill>
                      <a:blip r:embed="rId2"/>
                      <a:stretch>
                        <a:fillRect/>
                      </a:stretch>
                    </p:blipFill>
                    <p:spPr>
                      <a:xfrm>
                        <a:off x="963613" y="2401888"/>
                        <a:ext cx="2178050" cy="450850"/>
                      </a:xfrm>
                      <a:prstGeom prst="rect">
                        <a:avLst/>
                      </a:prstGeom>
                      <a:noFill/>
                      <a:ln w="38100">
                        <a:noFill/>
                        <a:miter/>
                      </a:ln>
                    </p:spPr>
                  </p:pic>
                </p:oleObj>
              </mc:Fallback>
            </mc:AlternateContent>
          </a:graphicData>
        </a:graphic>
      </p:graphicFrame>
      <p:graphicFrame>
        <p:nvGraphicFramePr>
          <p:cNvPr id="199683" name="Object 3"/>
          <p:cNvGraphicFramePr>
            <a:graphicFrameLocks noChangeAspect="1"/>
          </p:cNvGraphicFramePr>
          <p:nvPr/>
        </p:nvGraphicFramePr>
        <p:xfrm>
          <a:off x="971550" y="2997200"/>
          <a:ext cx="1584325" cy="396875"/>
        </p:xfrm>
        <a:graphic>
          <a:graphicData uri="http://schemas.openxmlformats.org/presentationml/2006/ole">
            <mc:AlternateContent xmlns:mc="http://schemas.openxmlformats.org/markup-compatibility/2006">
              <mc:Choice xmlns:v="urn:schemas-microsoft-com:vml" Requires="v">
                <p:oleObj spid="_x0000_s3244" name="" r:id="rId3" imgW="1015365" imgH="215900" progId="Equation.3">
                  <p:embed/>
                </p:oleObj>
              </mc:Choice>
              <mc:Fallback>
                <p:oleObj name="" r:id="rId3" imgW="1015365" imgH="215900" progId="Equation.3">
                  <p:embed/>
                  <p:pic>
                    <p:nvPicPr>
                      <p:cNvPr id="0" name="图片 3243"/>
                      <p:cNvPicPr/>
                      <p:nvPr/>
                    </p:nvPicPr>
                    <p:blipFill>
                      <a:blip r:embed="rId4"/>
                      <a:stretch>
                        <a:fillRect/>
                      </a:stretch>
                    </p:blipFill>
                    <p:spPr>
                      <a:xfrm>
                        <a:off x="971550" y="2997200"/>
                        <a:ext cx="1584325" cy="396875"/>
                      </a:xfrm>
                      <a:prstGeom prst="rect">
                        <a:avLst/>
                      </a:prstGeom>
                      <a:noFill/>
                      <a:ln w="38100">
                        <a:noFill/>
                        <a:miter/>
                      </a:ln>
                    </p:spPr>
                  </p:pic>
                </p:oleObj>
              </mc:Fallback>
            </mc:AlternateContent>
          </a:graphicData>
        </a:graphic>
      </p:graphicFrame>
      <p:graphicFrame>
        <p:nvGraphicFramePr>
          <p:cNvPr id="199684" name="Object 4"/>
          <p:cNvGraphicFramePr>
            <a:graphicFrameLocks noChangeAspect="1"/>
          </p:cNvGraphicFramePr>
          <p:nvPr/>
        </p:nvGraphicFramePr>
        <p:xfrm>
          <a:off x="892175" y="3294063"/>
          <a:ext cx="2605088" cy="855662"/>
        </p:xfrm>
        <a:graphic>
          <a:graphicData uri="http://schemas.openxmlformats.org/presentationml/2006/ole">
            <mc:AlternateContent xmlns:mc="http://schemas.openxmlformats.org/markup-compatibility/2006">
              <mc:Choice xmlns:v="urn:schemas-microsoft-com:vml" Requires="v">
                <p:oleObj spid="_x0000_s3245" name="" r:id="rId5" imgW="30480000" imgH="10058400" progId="Equation.DSMT4">
                  <p:embed/>
                </p:oleObj>
              </mc:Choice>
              <mc:Fallback>
                <p:oleObj name="" r:id="rId5" imgW="30480000" imgH="10058400" progId="Equation.DSMT4">
                  <p:embed/>
                  <p:pic>
                    <p:nvPicPr>
                      <p:cNvPr id="0" name="图片 3244"/>
                      <p:cNvPicPr/>
                      <p:nvPr/>
                    </p:nvPicPr>
                    <p:blipFill>
                      <a:blip r:embed="rId6"/>
                      <a:stretch>
                        <a:fillRect/>
                      </a:stretch>
                    </p:blipFill>
                    <p:spPr>
                      <a:xfrm>
                        <a:off x="892175" y="3294063"/>
                        <a:ext cx="2605088" cy="855662"/>
                      </a:xfrm>
                      <a:prstGeom prst="rect">
                        <a:avLst/>
                      </a:prstGeom>
                      <a:noFill/>
                      <a:ln w="38100">
                        <a:noFill/>
                        <a:miter/>
                      </a:ln>
                    </p:spPr>
                  </p:pic>
                </p:oleObj>
              </mc:Fallback>
            </mc:AlternateContent>
          </a:graphicData>
        </a:graphic>
      </p:graphicFrame>
      <p:graphicFrame>
        <p:nvGraphicFramePr>
          <p:cNvPr id="199685" name="Object 5"/>
          <p:cNvGraphicFramePr>
            <a:graphicFrameLocks noChangeAspect="1"/>
          </p:cNvGraphicFramePr>
          <p:nvPr/>
        </p:nvGraphicFramePr>
        <p:xfrm>
          <a:off x="971550" y="4724400"/>
          <a:ext cx="2447925" cy="882650"/>
        </p:xfrm>
        <a:graphic>
          <a:graphicData uri="http://schemas.openxmlformats.org/presentationml/2006/ole">
            <mc:AlternateContent xmlns:mc="http://schemas.openxmlformats.org/markup-compatibility/2006">
              <mc:Choice xmlns:v="urn:schemas-microsoft-com:vml" Requires="v">
                <p:oleObj spid="_x0000_s3247" name="" r:id="rId7" imgW="27736800" imgH="10058400" progId="Equation.DSMT4">
                  <p:embed/>
                </p:oleObj>
              </mc:Choice>
              <mc:Fallback>
                <p:oleObj name="" r:id="rId7" imgW="27736800" imgH="10058400" progId="Equation.DSMT4">
                  <p:embed/>
                  <p:pic>
                    <p:nvPicPr>
                      <p:cNvPr id="0" name="图片 3246"/>
                      <p:cNvPicPr/>
                      <p:nvPr/>
                    </p:nvPicPr>
                    <p:blipFill>
                      <a:blip r:embed="rId8"/>
                      <a:stretch>
                        <a:fillRect/>
                      </a:stretch>
                    </p:blipFill>
                    <p:spPr>
                      <a:xfrm>
                        <a:off x="971550" y="4724400"/>
                        <a:ext cx="2447925" cy="882650"/>
                      </a:xfrm>
                      <a:prstGeom prst="rect">
                        <a:avLst/>
                      </a:prstGeom>
                      <a:noFill/>
                      <a:ln w="38100">
                        <a:noFill/>
                        <a:miter/>
                      </a:ln>
                    </p:spPr>
                  </p:pic>
                </p:oleObj>
              </mc:Fallback>
            </mc:AlternateContent>
          </a:graphicData>
        </a:graphic>
      </p:graphicFrame>
      <p:graphicFrame>
        <p:nvGraphicFramePr>
          <p:cNvPr id="199686" name="Object 6"/>
          <p:cNvGraphicFramePr>
            <a:graphicFrameLocks noChangeAspect="1"/>
          </p:cNvGraphicFramePr>
          <p:nvPr/>
        </p:nvGraphicFramePr>
        <p:xfrm>
          <a:off x="1873250" y="5589588"/>
          <a:ext cx="2813050" cy="958850"/>
        </p:xfrm>
        <a:graphic>
          <a:graphicData uri="http://schemas.openxmlformats.org/presentationml/2006/ole">
            <mc:AlternateContent xmlns:mc="http://schemas.openxmlformats.org/markup-compatibility/2006">
              <mc:Choice xmlns:v="urn:schemas-microsoft-com:vml" Requires="v">
                <p:oleObj spid="_x0000_s3246" name="" r:id="rId9" imgW="1371600" imgH="469900" progId="Equation.3">
                  <p:embed/>
                </p:oleObj>
              </mc:Choice>
              <mc:Fallback>
                <p:oleObj name="" r:id="rId9" imgW="1371600" imgH="469900" progId="Equation.3">
                  <p:embed/>
                  <p:pic>
                    <p:nvPicPr>
                      <p:cNvPr id="0" name="图片 3245"/>
                      <p:cNvPicPr/>
                      <p:nvPr/>
                    </p:nvPicPr>
                    <p:blipFill>
                      <a:blip r:embed="rId10"/>
                      <a:stretch>
                        <a:fillRect/>
                      </a:stretch>
                    </p:blipFill>
                    <p:spPr>
                      <a:xfrm>
                        <a:off x="1873250" y="5589588"/>
                        <a:ext cx="2813050" cy="958850"/>
                      </a:xfrm>
                      <a:prstGeom prst="rect">
                        <a:avLst/>
                      </a:prstGeom>
                      <a:noFill/>
                      <a:ln w="38100">
                        <a:noFill/>
                        <a:miter/>
                      </a:ln>
                    </p:spPr>
                  </p:pic>
                </p:oleObj>
              </mc:Fallback>
            </mc:AlternateContent>
          </a:graphicData>
        </a:graphic>
      </p:graphicFrame>
      <p:graphicFrame>
        <p:nvGraphicFramePr>
          <p:cNvPr id="199687" name="Object 7"/>
          <p:cNvGraphicFramePr>
            <a:graphicFrameLocks noChangeAspect="1"/>
          </p:cNvGraphicFramePr>
          <p:nvPr/>
        </p:nvGraphicFramePr>
        <p:xfrm>
          <a:off x="6183313" y="4724400"/>
          <a:ext cx="2247900" cy="925513"/>
        </p:xfrm>
        <a:graphic>
          <a:graphicData uri="http://schemas.openxmlformats.org/presentationml/2006/ole">
            <mc:AlternateContent xmlns:mc="http://schemas.openxmlformats.org/markup-compatibility/2006">
              <mc:Choice xmlns:v="urn:schemas-microsoft-com:vml" Requires="v">
                <p:oleObj spid="_x0000_s3251" name="" r:id="rId11" imgW="24384000" imgH="10058400" progId="Equation.DSMT4">
                  <p:embed/>
                </p:oleObj>
              </mc:Choice>
              <mc:Fallback>
                <p:oleObj name="" r:id="rId11" imgW="24384000" imgH="10058400" progId="Equation.DSMT4">
                  <p:embed/>
                  <p:pic>
                    <p:nvPicPr>
                      <p:cNvPr id="0" name="图片 3250"/>
                      <p:cNvPicPr/>
                      <p:nvPr/>
                    </p:nvPicPr>
                    <p:blipFill>
                      <a:blip r:embed="rId12"/>
                      <a:stretch>
                        <a:fillRect/>
                      </a:stretch>
                    </p:blipFill>
                    <p:spPr>
                      <a:xfrm>
                        <a:off x="6183313" y="4724400"/>
                        <a:ext cx="2247900" cy="925513"/>
                      </a:xfrm>
                      <a:prstGeom prst="rect">
                        <a:avLst/>
                      </a:prstGeom>
                      <a:noFill/>
                      <a:ln w="38100">
                        <a:noFill/>
                        <a:miter/>
                      </a:ln>
                    </p:spPr>
                  </p:pic>
                </p:oleObj>
              </mc:Fallback>
            </mc:AlternateContent>
          </a:graphicData>
        </a:graphic>
      </p:graphicFrame>
      <p:graphicFrame>
        <p:nvGraphicFramePr>
          <p:cNvPr id="199688" name="Object 8"/>
          <p:cNvGraphicFramePr>
            <a:graphicFrameLocks noChangeAspect="1"/>
          </p:cNvGraphicFramePr>
          <p:nvPr/>
        </p:nvGraphicFramePr>
        <p:xfrm>
          <a:off x="3419475" y="4768850"/>
          <a:ext cx="1873250" cy="779463"/>
        </p:xfrm>
        <a:graphic>
          <a:graphicData uri="http://schemas.openxmlformats.org/presentationml/2006/ole">
            <mc:AlternateContent xmlns:mc="http://schemas.openxmlformats.org/markup-compatibility/2006">
              <mc:Choice xmlns:v="urn:schemas-microsoft-com:vml" Requires="v">
                <p:oleObj spid="_x0000_s3253" name="" r:id="rId13" imgW="977265" imgH="406400" progId="Equation.3">
                  <p:embed/>
                </p:oleObj>
              </mc:Choice>
              <mc:Fallback>
                <p:oleObj name="" r:id="rId13" imgW="977265" imgH="406400" progId="Equation.3">
                  <p:embed/>
                  <p:pic>
                    <p:nvPicPr>
                      <p:cNvPr id="0" name="图片 3252"/>
                      <p:cNvPicPr/>
                      <p:nvPr/>
                    </p:nvPicPr>
                    <p:blipFill>
                      <a:blip r:embed="rId14"/>
                      <a:stretch>
                        <a:fillRect/>
                      </a:stretch>
                    </p:blipFill>
                    <p:spPr>
                      <a:xfrm>
                        <a:off x="3419475" y="4768850"/>
                        <a:ext cx="1873250" cy="779463"/>
                      </a:xfrm>
                      <a:prstGeom prst="rect">
                        <a:avLst/>
                      </a:prstGeom>
                      <a:noFill/>
                      <a:ln w="38100">
                        <a:noFill/>
                        <a:miter/>
                      </a:ln>
                    </p:spPr>
                  </p:pic>
                </p:oleObj>
              </mc:Fallback>
            </mc:AlternateContent>
          </a:graphicData>
        </a:graphic>
      </p:graphicFrame>
      <p:grpSp>
        <p:nvGrpSpPr>
          <p:cNvPr id="45065" name="Group 9"/>
          <p:cNvGrpSpPr/>
          <p:nvPr/>
        </p:nvGrpSpPr>
        <p:grpSpPr>
          <a:xfrm>
            <a:off x="7153275" y="1127125"/>
            <a:ext cx="1522413" cy="2401888"/>
            <a:chOff x="4273" y="480"/>
            <a:chExt cx="959" cy="1513"/>
          </a:xfrm>
        </p:grpSpPr>
        <p:sp>
          <p:nvSpPr>
            <p:cNvPr id="45066" name="Line 10"/>
            <p:cNvSpPr/>
            <p:nvPr/>
          </p:nvSpPr>
          <p:spPr>
            <a:xfrm>
              <a:off x="4417" y="672"/>
              <a:ext cx="432" cy="384"/>
            </a:xfrm>
            <a:prstGeom prst="line">
              <a:avLst/>
            </a:prstGeom>
            <a:ln w="9525" cap="flat" cmpd="sng">
              <a:solidFill>
                <a:schemeClr val="tx1"/>
              </a:solidFill>
              <a:prstDash val="dash"/>
              <a:round/>
              <a:headEnd type="none" w="med" len="med"/>
              <a:tailEnd type="none" w="med" len="med"/>
            </a:ln>
          </p:spPr>
        </p:sp>
        <p:sp>
          <p:nvSpPr>
            <p:cNvPr id="45067" name="Oval 11"/>
            <p:cNvSpPr/>
            <p:nvPr/>
          </p:nvSpPr>
          <p:spPr>
            <a:xfrm>
              <a:off x="4801" y="1008"/>
              <a:ext cx="48" cy="4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5068" name="Text Box 12"/>
            <p:cNvSpPr txBox="1"/>
            <p:nvPr/>
          </p:nvSpPr>
          <p:spPr>
            <a:xfrm>
              <a:off x="4780" y="960"/>
              <a:ext cx="244" cy="288"/>
            </a:xfrm>
            <a:prstGeom prst="rect">
              <a:avLst/>
            </a:prstGeom>
            <a:noFill/>
            <a:ln w="9525">
              <a:noFill/>
            </a:ln>
          </p:spPr>
          <p:txBody>
            <a:bodyPr wrap="none" anchor="t" anchorCtr="0">
              <a:spAutoFit/>
            </a:bodyPr>
            <a:p>
              <a:pPr algn="ctr"/>
              <a:r>
                <a:rPr lang="en-US" altLang="zh-CN" sz="2400" dirty="0">
                  <a:solidFill>
                    <a:srgbClr val="FF0000"/>
                  </a:solidFill>
                  <a:latin typeface="Times New Roman" panose="02020603050405020304" pitchFamily="18" charset="0"/>
                  <a:ea typeface="宋体" panose="02010600030101010101" pitchFamily="2" charset="-122"/>
                </a:rPr>
                <a:t>C</a:t>
              </a:r>
              <a:endParaRPr lang="en-US" altLang="zh-CN" sz="2400" dirty="0">
                <a:solidFill>
                  <a:srgbClr val="FF0000"/>
                </a:solidFill>
                <a:latin typeface="Times New Roman" panose="02020603050405020304" pitchFamily="18" charset="0"/>
                <a:ea typeface="宋体" panose="02010600030101010101" pitchFamily="2" charset="-122"/>
              </a:endParaRPr>
            </a:p>
          </p:txBody>
        </p:sp>
        <p:grpSp>
          <p:nvGrpSpPr>
            <p:cNvPr id="45069" name="Group 13"/>
            <p:cNvGrpSpPr/>
            <p:nvPr/>
          </p:nvGrpSpPr>
          <p:grpSpPr>
            <a:xfrm>
              <a:off x="4417" y="768"/>
              <a:ext cx="203" cy="380"/>
              <a:chOff x="4080" y="768"/>
              <a:chExt cx="203" cy="380"/>
            </a:xfrm>
          </p:grpSpPr>
          <p:graphicFrame>
            <p:nvGraphicFramePr>
              <p:cNvPr id="45070" name="Object 14"/>
              <p:cNvGraphicFramePr>
                <a:graphicFrameLocks noChangeAspect="1"/>
              </p:cNvGraphicFramePr>
              <p:nvPr/>
            </p:nvGraphicFramePr>
            <p:xfrm>
              <a:off x="4080" y="864"/>
              <a:ext cx="203" cy="284"/>
            </p:xfrm>
            <a:graphic>
              <a:graphicData uri="http://schemas.openxmlformats.org/presentationml/2006/ole">
                <mc:AlternateContent xmlns:mc="http://schemas.openxmlformats.org/markup-compatibility/2006">
                  <mc:Choice xmlns:v="urn:schemas-microsoft-com:vml" Requires="v">
                    <p:oleObj spid="_x0000_s3257" name="" r:id="rId15" imgW="101600" imgH="139700" progId="Equation.3">
                      <p:embed/>
                    </p:oleObj>
                  </mc:Choice>
                  <mc:Fallback>
                    <p:oleObj name="" r:id="rId15" imgW="101600" imgH="139700" progId="Equation.3">
                      <p:embed/>
                      <p:pic>
                        <p:nvPicPr>
                          <p:cNvPr id="0" name="图片 3256"/>
                          <p:cNvPicPr/>
                          <p:nvPr/>
                        </p:nvPicPr>
                        <p:blipFill>
                          <a:blip r:embed="rId16"/>
                          <a:stretch>
                            <a:fillRect/>
                          </a:stretch>
                        </p:blipFill>
                        <p:spPr>
                          <a:xfrm>
                            <a:off x="4080" y="864"/>
                            <a:ext cx="203" cy="284"/>
                          </a:xfrm>
                          <a:prstGeom prst="rect">
                            <a:avLst/>
                          </a:prstGeom>
                          <a:noFill/>
                          <a:ln w="38100">
                            <a:noFill/>
                            <a:miter/>
                          </a:ln>
                        </p:spPr>
                      </p:pic>
                    </p:oleObj>
                  </mc:Fallback>
                </mc:AlternateContent>
              </a:graphicData>
            </a:graphic>
          </p:graphicFrame>
          <p:sp>
            <p:nvSpPr>
              <p:cNvPr id="45071" name="Arc 15"/>
              <p:cNvSpPr/>
              <p:nvPr/>
            </p:nvSpPr>
            <p:spPr>
              <a:xfrm flipV="1">
                <a:off x="4080" y="768"/>
                <a:ext cx="96" cy="48"/>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rgbClr val="FF0000"/>
                </a:solidFill>
                <a:prstDash val="solid"/>
                <a:round/>
                <a:headEnd type="none" w="med" len="med"/>
                <a:tailEnd type="none" w="med" len="med"/>
              </a:ln>
            </p:spPr>
            <p:txBody>
              <a:bodyPr/>
              <a:p>
                <a:endParaRPr lang="zh-CN" altLang="en-US"/>
              </a:p>
            </p:txBody>
          </p:sp>
        </p:grpSp>
        <p:grpSp>
          <p:nvGrpSpPr>
            <p:cNvPr id="45072" name="Group 16"/>
            <p:cNvGrpSpPr/>
            <p:nvPr/>
          </p:nvGrpSpPr>
          <p:grpSpPr>
            <a:xfrm>
              <a:off x="4273" y="480"/>
              <a:ext cx="959" cy="912"/>
              <a:chOff x="3888" y="480"/>
              <a:chExt cx="959" cy="912"/>
            </a:xfrm>
          </p:grpSpPr>
          <p:grpSp>
            <p:nvGrpSpPr>
              <p:cNvPr id="45073" name="Group 17"/>
              <p:cNvGrpSpPr/>
              <p:nvPr/>
            </p:nvGrpSpPr>
            <p:grpSpPr>
              <a:xfrm>
                <a:off x="3888" y="528"/>
                <a:ext cx="959" cy="864"/>
                <a:chOff x="3936" y="480"/>
                <a:chExt cx="960" cy="864"/>
              </a:xfrm>
            </p:grpSpPr>
            <p:sp>
              <p:nvSpPr>
                <p:cNvPr id="45074" name="Line 18"/>
                <p:cNvSpPr/>
                <p:nvPr/>
              </p:nvSpPr>
              <p:spPr>
                <a:xfrm>
                  <a:off x="3984" y="480"/>
                  <a:ext cx="912" cy="576"/>
                </a:xfrm>
                <a:prstGeom prst="line">
                  <a:avLst/>
                </a:prstGeom>
                <a:ln w="9525" cap="flat" cmpd="sng">
                  <a:solidFill>
                    <a:schemeClr val="tx1"/>
                  </a:solidFill>
                  <a:prstDash val="solid"/>
                  <a:round/>
                  <a:headEnd type="none" w="med" len="med"/>
                  <a:tailEnd type="none" w="med" len="med"/>
                </a:ln>
              </p:spPr>
            </p:sp>
            <p:sp>
              <p:nvSpPr>
                <p:cNvPr id="45075" name="Line 19"/>
                <p:cNvSpPr/>
                <p:nvPr/>
              </p:nvSpPr>
              <p:spPr>
                <a:xfrm>
                  <a:off x="3936" y="576"/>
                  <a:ext cx="720" cy="768"/>
                </a:xfrm>
                <a:prstGeom prst="line">
                  <a:avLst/>
                </a:prstGeom>
                <a:ln w="9525" cap="flat" cmpd="sng">
                  <a:solidFill>
                    <a:schemeClr val="tx1"/>
                  </a:solidFill>
                  <a:prstDash val="solid"/>
                  <a:round/>
                  <a:headEnd type="none" w="med" len="med"/>
                  <a:tailEnd type="none" w="med" len="med"/>
                </a:ln>
              </p:spPr>
            </p:sp>
            <p:sp>
              <p:nvSpPr>
                <p:cNvPr id="45076" name="Arc 20"/>
                <p:cNvSpPr/>
                <p:nvPr/>
              </p:nvSpPr>
              <p:spPr>
                <a:xfrm flipH="1">
                  <a:off x="3936" y="480"/>
                  <a:ext cx="48" cy="96"/>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5077" name="Arc 21"/>
                <p:cNvSpPr/>
                <p:nvPr/>
              </p:nvSpPr>
              <p:spPr>
                <a:xfrm flipV="1">
                  <a:off x="4656" y="1056"/>
                  <a:ext cx="240" cy="288"/>
                </a:xfrm>
                <a:custGeom>
                  <a:avLst/>
                  <a:gdLst/>
                  <a:ahLst/>
                  <a:cxnLst>
                    <a:cxn ang="0">
                      <a:pos x="0" y="0"/>
                    </a:cxn>
                    <a:cxn ang="0">
                      <a:pos x="3" y="4"/>
                    </a:cxn>
                    <a:cxn ang="0">
                      <a:pos x="0" y="4"/>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45078" name="Text Box 22"/>
              <p:cNvSpPr txBox="1"/>
              <p:nvPr/>
            </p:nvSpPr>
            <p:spPr>
              <a:xfrm>
                <a:off x="3888" y="480"/>
                <a:ext cx="250" cy="288"/>
              </a:xfrm>
              <a:prstGeom prst="rect">
                <a:avLst/>
              </a:prstGeom>
              <a:noFill/>
              <a:ln w="9525">
                <a:noFill/>
              </a:ln>
            </p:spPr>
            <p:txBody>
              <a:bodyPr anchor="t" anchorCtr="0">
                <a:spAutoFit/>
              </a:bodyPr>
              <a:p>
                <a:pPr algn="ctr"/>
                <a:r>
                  <a:rPr lang="en-US" altLang="zh-CN" sz="2400" dirty="0">
                    <a:latin typeface="Times New Roman" panose="02020603050405020304" pitchFamily="18" charset="0"/>
                    <a:ea typeface="宋体" panose="02010600030101010101" pitchFamily="2" charset="-122"/>
                  </a:rPr>
                  <a:t>o</a:t>
                </a:r>
                <a:endParaRPr lang="en-US" altLang="zh-CN" sz="2400" dirty="0">
                  <a:latin typeface="Times New Roman" panose="02020603050405020304" pitchFamily="18" charset="0"/>
                  <a:ea typeface="宋体" panose="02010600030101010101" pitchFamily="2" charset="-122"/>
                </a:endParaRPr>
              </a:p>
            </p:txBody>
          </p:sp>
        </p:grpSp>
        <p:sp>
          <p:nvSpPr>
            <p:cNvPr id="45079" name="Line 23"/>
            <p:cNvSpPr/>
            <p:nvPr/>
          </p:nvSpPr>
          <p:spPr>
            <a:xfrm>
              <a:off x="4417" y="672"/>
              <a:ext cx="0" cy="864"/>
            </a:xfrm>
            <a:prstGeom prst="line">
              <a:avLst/>
            </a:prstGeom>
            <a:ln w="9525" cap="flat" cmpd="sng">
              <a:solidFill>
                <a:schemeClr val="tx1"/>
              </a:solidFill>
              <a:prstDash val="dash"/>
              <a:round/>
              <a:headEnd type="none" w="med" len="med"/>
              <a:tailEnd type="none" w="med" len="med"/>
            </a:ln>
          </p:spPr>
        </p:sp>
        <p:sp>
          <p:nvSpPr>
            <p:cNvPr id="45080" name="Line 24"/>
            <p:cNvSpPr/>
            <p:nvPr/>
          </p:nvSpPr>
          <p:spPr>
            <a:xfrm>
              <a:off x="4801" y="1056"/>
              <a:ext cx="0" cy="624"/>
            </a:xfrm>
            <a:prstGeom prst="line">
              <a:avLst/>
            </a:prstGeom>
            <a:ln w="9525" cap="flat" cmpd="sng">
              <a:solidFill>
                <a:srgbClr val="000000"/>
              </a:solidFill>
              <a:prstDash val="solid"/>
              <a:round/>
              <a:headEnd type="none" w="med" len="med"/>
              <a:tailEnd type="triangle" w="lg" len="lg"/>
            </a:ln>
          </p:spPr>
        </p:sp>
        <p:graphicFrame>
          <p:nvGraphicFramePr>
            <p:cNvPr id="45081" name="Object 25"/>
            <p:cNvGraphicFramePr>
              <a:graphicFrameLocks noChangeAspect="1"/>
            </p:cNvGraphicFramePr>
            <p:nvPr/>
          </p:nvGraphicFramePr>
          <p:xfrm>
            <a:off x="4609" y="1680"/>
            <a:ext cx="440" cy="313"/>
          </p:xfrm>
          <a:graphic>
            <a:graphicData uri="http://schemas.openxmlformats.org/presentationml/2006/ole">
              <mc:AlternateContent xmlns:mc="http://schemas.openxmlformats.org/markup-compatibility/2006">
                <mc:Choice xmlns:v="urn:schemas-microsoft-com:vml" Requires="v">
                  <p:oleObj spid="_x0000_s3255" name="" r:id="rId17" imgW="177165" imgH="127000" progId="Equation.3">
                    <p:embed/>
                  </p:oleObj>
                </mc:Choice>
                <mc:Fallback>
                  <p:oleObj name="" r:id="rId17" imgW="177165" imgH="127000" progId="Equation.3">
                    <p:embed/>
                    <p:pic>
                      <p:nvPicPr>
                        <p:cNvPr id="0" name="图片 3254"/>
                        <p:cNvPicPr/>
                        <p:nvPr/>
                      </p:nvPicPr>
                      <p:blipFill>
                        <a:blip r:embed="rId18"/>
                        <a:stretch>
                          <a:fillRect/>
                        </a:stretch>
                      </p:blipFill>
                      <p:spPr>
                        <a:xfrm>
                          <a:off x="4609" y="1680"/>
                          <a:ext cx="440" cy="313"/>
                        </a:xfrm>
                        <a:prstGeom prst="rect">
                          <a:avLst/>
                        </a:prstGeom>
                        <a:noFill/>
                        <a:ln w="38100">
                          <a:noFill/>
                          <a:miter/>
                        </a:ln>
                      </p:spPr>
                    </p:pic>
                  </p:oleObj>
                </mc:Fallback>
              </mc:AlternateContent>
            </a:graphicData>
          </a:graphic>
        </p:graphicFrame>
        <p:graphicFrame>
          <p:nvGraphicFramePr>
            <p:cNvPr id="45082" name="Object 26"/>
            <p:cNvGraphicFramePr>
              <a:graphicFrameLocks noChangeAspect="1"/>
            </p:cNvGraphicFramePr>
            <p:nvPr/>
          </p:nvGraphicFramePr>
          <p:xfrm>
            <a:off x="4609" y="672"/>
            <a:ext cx="207" cy="244"/>
          </p:xfrm>
          <a:graphic>
            <a:graphicData uri="http://schemas.openxmlformats.org/presentationml/2006/ole">
              <mc:AlternateContent xmlns:mc="http://schemas.openxmlformats.org/markup-compatibility/2006">
                <mc:Choice xmlns:v="urn:schemas-microsoft-com:vml" Requires="v">
                  <p:oleObj spid="_x0000_s3256" name="" r:id="rId19" imgW="139700" imgH="165100" progId="Equation.3">
                    <p:embed/>
                  </p:oleObj>
                </mc:Choice>
                <mc:Fallback>
                  <p:oleObj name="" r:id="rId19" imgW="139700" imgH="165100" progId="Equation.3">
                    <p:embed/>
                    <p:pic>
                      <p:nvPicPr>
                        <p:cNvPr id="0" name="图片 3255"/>
                        <p:cNvPicPr/>
                        <p:nvPr/>
                      </p:nvPicPr>
                      <p:blipFill>
                        <a:blip r:embed="rId20"/>
                        <a:stretch>
                          <a:fillRect/>
                        </a:stretch>
                      </p:blipFill>
                      <p:spPr>
                        <a:xfrm>
                          <a:off x="4609" y="672"/>
                          <a:ext cx="207" cy="244"/>
                        </a:xfrm>
                        <a:prstGeom prst="rect">
                          <a:avLst/>
                        </a:prstGeom>
                        <a:noFill/>
                        <a:ln w="38100">
                          <a:noFill/>
                          <a:miter/>
                        </a:ln>
                      </p:spPr>
                    </p:pic>
                  </p:oleObj>
                </mc:Fallback>
              </mc:AlternateContent>
            </a:graphicData>
          </a:graphic>
        </p:graphicFrame>
      </p:grpSp>
      <p:grpSp>
        <p:nvGrpSpPr>
          <p:cNvPr id="199707" name="Group 27"/>
          <p:cNvGrpSpPr/>
          <p:nvPr/>
        </p:nvGrpSpPr>
        <p:grpSpPr>
          <a:xfrm>
            <a:off x="4505325" y="2492375"/>
            <a:ext cx="2514600" cy="1381125"/>
            <a:chOff x="3422" y="3024"/>
            <a:chExt cx="1848" cy="1104"/>
          </a:xfrm>
        </p:grpSpPr>
        <p:sp>
          <p:nvSpPr>
            <p:cNvPr id="45084" name="Text Box 28"/>
            <p:cNvSpPr txBox="1"/>
            <p:nvPr/>
          </p:nvSpPr>
          <p:spPr>
            <a:xfrm>
              <a:off x="3600" y="3024"/>
              <a:ext cx="1440" cy="366"/>
            </a:xfrm>
            <a:prstGeom prst="rect">
              <a:avLst/>
            </a:prstGeom>
            <a:noFill/>
            <a:ln w="9525">
              <a:noFill/>
            </a:ln>
          </p:spPr>
          <p:txBody>
            <a:bodyPr anchor="t" anchorCtr="0">
              <a:spAutoFit/>
            </a:bodyPr>
            <a:p>
              <a:pPr>
                <a:spcBef>
                  <a:spcPct val="50000"/>
                </a:spcBef>
              </a:pPr>
              <a:r>
                <a:rPr lang="zh-CN" altLang="en-US" sz="2400" b="1" dirty="0">
                  <a:solidFill>
                    <a:schemeClr val="accent2"/>
                  </a:solidFill>
                  <a:latin typeface="Times New Roman" panose="02020603050405020304" pitchFamily="18" charset="0"/>
                  <a:ea typeface="楷体_GB2312" pitchFamily="49" charset="-122"/>
                </a:rPr>
                <a:t>动力学方程</a:t>
              </a:r>
              <a:endParaRPr lang="zh-CN" altLang="en-US" sz="2400" b="1" dirty="0">
                <a:solidFill>
                  <a:schemeClr val="accent2"/>
                </a:solidFill>
                <a:latin typeface="Times New Roman" panose="02020603050405020304" pitchFamily="18" charset="0"/>
                <a:ea typeface="楷体_GB2312" pitchFamily="49" charset="-122"/>
              </a:endParaRPr>
            </a:p>
          </p:txBody>
        </p:sp>
        <p:graphicFrame>
          <p:nvGraphicFramePr>
            <p:cNvPr id="45085" name="Object 29"/>
            <p:cNvGraphicFramePr>
              <a:graphicFrameLocks noChangeAspect="1"/>
            </p:cNvGraphicFramePr>
            <p:nvPr/>
          </p:nvGraphicFramePr>
          <p:xfrm>
            <a:off x="3537" y="3359"/>
            <a:ext cx="1635" cy="720"/>
          </p:xfrm>
          <a:graphic>
            <a:graphicData uri="http://schemas.openxmlformats.org/presentationml/2006/ole">
              <mc:AlternateContent xmlns:mc="http://schemas.openxmlformats.org/markup-compatibility/2006">
                <mc:Choice xmlns:v="urn:schemas-microsoft-com:vml" Requires="v">
                  <p:oleObj spid="_x0000_s3254" name="" r:id="rId21" imgW="21031200" imgH="10058400" progId="Equation.DSMT4">
                    <p:embed/>
                  </p:oleObj>
                </mc:Choice>
                <mc:Fallback>
                  <p:oleObj name="" r:id="rId21" imgW="21031200" imgH="10058400" progId="Equation.DSMT4">
                    <p:embed/>
                    <p:pic>
                      <p:nvPicPr>
                        <p:cNvPr id="0" name="图片 3253"/>
                        <p:cNvPicPr/>
                        <p:nvPr/>
                      </p:nvPicPr>
                      <p:blipFill>
                        <a:blip r:embed="rId22"/>
                        <a:stretch>
                          <a:fillRect/>
                        </a:stretch>
                      </p:blipFill>
                      <p:spPr>
                        <a:xfrm>
                          <a:off x="3537" y="3359"/>
                          <a:ext cx="1635" cy="720"/>
                        </a:xfrm>
                        <a:prstGeom prst="rect">
                          <a:avLst/>
                        </a:prstGeom>
                        <a:noFill/>
                        <a:ln w="38100">
                          <a:noFill/>
                          <a:miter/>
                        </a:ln>
                      </p:spPr>
                    </p:pic>
                  </p:oleObj>
                </mc:Fallback>
              </mc:AlternateContent>
            </a:graphicData>
          </a:graphic>
        </p:graphicFrame>
        <p:sp>
          <p:nvSpPr>
            <p:cNvPr id="45086" name="Rectangle 30"/>
            <p:cNvSpPr/>
            <p:nvPr/>
          </p:nvSpPr>
          <p:spPr>
            <a:xfrm>
              <a:off x="3422" y="3024"/>
              <a:ext cx="1848" cy="1104"/>
            </a:xfrm>
            <a:prstGeom prst="rect">
              <a:avLst/>
            </a:prstGeom>
            <a:noFill/>
            <a:ln w="25400" cap="flat" cmpd="sng">
              <a:solidFill>
                <a:srgbClr val="FF00FF"/>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99711" name="Text Box 31"/>
          <p:cNvSpPr txBox="1"/>
          <p:nvPr/>
        </p:nvSpPr>
        <p:spPr>
          <a:xfrm>
            <a:off x="468313" y="4221163"/>
            <a:ext cx="4800600" cy="457200"/>
          </a:xfrm>
          <a:prstGeom prst="rect">
            <a:avLst/>
          </a:prstGeom>
          <a:noFill/>
          <a:ln w="25400">
            <a:noFill/>
          </a:ln>
        </p:spPr>
        <p:txBody>
          <a:bodyPr anchor="t" anchorCtr="0">
            <a:spAutoFit/>
          </a:bodyPr>
          <a:p>
            <a:pPr>
              <a:spcBef>
                <a:spcPct val="50000"/>
              </a:spcBef>
            </a:pPr>
            <a:r>
              <a:rPr lang="zh-CN" altLang="en-US" sz="2400" b="1" dirty="0">
                <a:solidFill>
                  <a:srgbClr val="FF0000"/>
                </a:solidFill>
                <a:latin typeface="Times New Roman" panose="02020603050405020304" pitchFamily="18" charset="0"/>
                <a:ea typeface="楷体_GB2312" pitchFamily="49" charset="-122"/>
              </a:rPr>
              <a:t>一般情况</a:t>
            </a:r>
            <a:r>
              <a:rPr lang="zh-CN" altLang="en-US" sz="2400" b="1" dirty="0">
                <a:solidFill>
                  <a:schemeClr val="tx2"/>
                </a:solidFill>
                <a:latin typeface="Times New Roman" panose="02020603050405020304" pitchFamily="18" charset="0"/>
                <a:ea typeface="楷体_GB2312" pitchFamily="49" charset="-122"/>
              </a:rPr>
              <a:t>不是简谐振动，</a:t>
            </a:r>
            <a:endParaRPr lang="zh-CN" altLang="en-US" sz="2400" dirty="0">
              <a:latin typeface="Times New Roman" panose="02020603050405020304" pitchFamily="18" charset="0"/>
              <a:ea typeface="宋体" panose="02010600030101010101" pitchFamily="2" charset="-122"/>
            </a:endParaRPr>
          </a:p>
        </p:txBody>
      </p:sp>
      <p:sp>
        <p:nvSpPr>
          <p:cNvPr id="199712" name="Text Box 32"/>
          <p:cNvSpPr txBox="1"/>
          <p:nvPr/>
        </p:nvSpPr>
        <p:spPr>
          <a:xfrm>
            <a:off x="3708400" y="4221163"/>
            <a:ext cx="5241925" cy="457200"/>
          </a:xfrm>
          <a:prstGeom prst="rect">
            <a:avLst/>
          </a:prstGeom>
          <a:noFill/>
          <a:ln w="9525">
            <a:noFill/>
          </a:ln>
        </p:spPr>
        <p:txBody>
          <a:bodyPr anchor="t" anchorCtr="0">
            <a:spAutoFit/>
          </a:bodyPr>
          <a:p>
            <a:pPr>
              <a:spcBef>
                <a:spcPct val="50000"/>
              </a:spcBef>
            </a:pPr>
            <a:r>
              <a:rPr lang="zh-CN" altLang="en-US" sz="2400" b="1" dirty="0">
                <a:solidFill>
                  <a:srgbClr val="0070C0"/>
                </a:solidFill>
                <a:latin typeface="Times New Roman" panose="02020603050405020304" pitchFamily="18" charset="0"/>
                <a:ea typeface="楷体_GB2312" pitchFamily="49" charset="-122"/>
              </a:rPr>
              <a:t>但若做小幅度摆动，即当</a:t>
            </a:r>
            <a:endParaRPr lang="zh-CN" altLang="en-US" sz="2400" b="1" dirty="0">
              <a:solidFill>
                <a:srgbClr val="0070C0"/>
              </a:solidFill>
              <a:latin typeface="Times New Roman" panose="02020603050405020304" pitchFamily="18" charset="0"/>
              <a:ea typeface="楷体_GB2312" pitchFamily="49" charset="-122"/>
            </a:endParaRPr>
          </a:p>
        </p:txBody>
      </p:sp>
      <p:graphicFrame>
        <p:nvGraphicFramePr>
          <p:cNvPr id="199713" name="Object 33"/>
          <p:cNvGraphicFramePr>
            <a:graphicFrameLocks noChangeAspect="1"/>
          </p:cNvGraphicFramePr>
          <p:nvPr/>
        </p:nvGraphicFramePr>
        <p:xfrm>
          <a:off x="7380288" y="4221163"/>
          <a:ext cx="1296987" cy="508000"/>
        </p:xfrm>
        <a:graphic>
          <a:graphicData uri="http://schemas.openxmlformats.org/presentationml/2006/ole">
            <mc:AlternateContent xmlns:mc="http://schemas.openxmlformats.org/markup-compatibility/2006">
              <mc:Choice xmlns:v="urn:schemas-microsoft-com:vml" Requires="v">
                <p:oleObj spid="_x0000_s3252" name="" r:id="rId23" imgW="463550" imgH="167640" progId="Equation.3">
                  <p:embed/>
                </p:oleObj>
              </mc:Choice>
              <mc:Fallback>
                <p:oleObj name="" r:id="rId23" imgW="463550" imgH="167640" progId="Equation.3">
                  <p:embed/>
                  <p:pic>
                    <p:nvPicPr>
                      <p:cNvPr id="0" name="图片 3251"/>
                      <p:cNvPicPr/>
                      <p:nvPr/>
                    </p:nvPicPr>
                    <p:blipFill>
                      <a:blip r:embed="rId24">
                        <a:clrChange>
                          <a:clrFrom>
                            <a:srgbClr val="000000"/>
                          </a:clrFrom>
                          <a:clrTo>
                            <a:srgbClr val="000000">
                              <a:alpha val="0"/>
                            </a:srgbClr>
                          </a:clrTo>
                        </a:clrChange>
                      </a:blip>
                      <a:stretch>
                        <a:fillRect/>
                      </a:stretch>
                    </p:blipFill>
                    <p:spPr>
                      <a:xfrm>
                        <a:off x="7380288" y="4221163"/>
                        <a:ext cx="1296987" cy="508000"/>
                      </a:xfrm>
                      <a:prstGeom prst="rect">
                        <a:avLst/>
                      </a:prstGeom>
                      <a:noFill/>
                      <a:ln w="38100">
                        <a:noFill/>
                        <a:miter/>
                      </a:ln>
                    </p:spPr>
                  </p:pic>
                </p:oleObj>
              </mc:Fallback>
            </mc:AlternateContent>
          </a:graphicData>
        </a:graphic>
      </p:graphicFrame>
      <p:sp>
        <p:nvSpPr>
          <p:cNvPr id="199714" name="Text Box 34"/>
          <p:cNvSpPr txBox="1"/>
          <p:nvPr/>
        </p:nvSpPr>
        <p:spPr>
          <a:xfrm>
            <a:off x="6084888" y="5734050"/>
            <a:ext cx="2232025" cy="457200"/>
          </a:xfrm>
          <a:prstGeom prst="rect">
            <a:avLst/>
          </a:prstGeom>
          <a:noFill/>
          <a:ln w="25400">
            <a:noFill/>
          </a:ln>
        </p:spPr>
        <p:txBody>
          <a:bodyPr anchor="t" anchorCtr="0">
            <a:spAutoFit/>
          </a:bodyPr>
          <a:p>
            <a:pPr>
              <a:spcBef>
                <a:spcPct val="50000"/>
              </a:spcBef>
            </a:pPr>
            <a:r>
              <a:rPr lang="zh-CN" altLang="en-US" sz="2400" b="1" dirty="0">
                <a:solidFill>
                  <a:srgbClr val="0000FF"/>
                </a:solidFill>
                <a:latin typeface="Times New Roman" panose="02020603050405020304" pitchFamily="18" charset="0"/>
                <a:ea typeface="楷体_GB2312" pitchFamily="49" charset="-122"/>
              </a:rPr>
              <a:t>简谐振动</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45091" name="Text Box 35"/>
          <p:cNvSpPr txBox="1"/>
          <p:nvPr/>
        </p:nvSpPr>
        <p:spPr>
          <a:xfrm>
            <a:off x="644525" y="401638"/>
            <a:ext cx="4824413" cy="460375"/>
          </a:xfrm>
          <a:prstGeom prst="rect">
            <a:avLst/>
          </a:prstGeom>
          <a:noFill/>
          <a:ln w="9525">
            <a:noFill/>
          </a:ln>
        </p:spPr>
        <p:txBody>
          <a:bodyPr wrap="square" anchor="t" anchorCtr="0">
            <a:spAutoFit/>
          </a:bodyPr>
          <a:p>
            <a:pPr>
              <a:spcBef>
                <a:spcPct val="50000"/>
              </a:spcBef>
            </a:pPr>
            <a:r>
              <a:rPr lang="zh-CN" altLang="en-US" sz="2400" b="1" dirty="0">
                <a:latin typeface="Times New Roman" panose="02020603050405020304" pitchFamily="18" charset="0"/>
                <a:ea typeface="楷体_GB2312" pitchFamily="49" charset="-122"/>
              </a:rPr>
              <a:t>例   复摆（物理摆）的振动</a:t>
            </a:r>
            <a:endParaRPr lang="zh-CN" altLang="en-US" sz="2400" b="1" dirty="0">
              <a:latin typeface="Times New Roman" panose="02020603050405020304" pitchFamily="18" charset="0"/>
              <a:ea typeface="楷体_GB2312" pitchFamily="49" charset="-122"/>
            </a:endParaRPr>
          </a:p>
        </p:txBody>
      </p:sp>
      <p:sp>
        <p:nvSpPr>
          <p:cNvPr id="45092" name="Text Box 36"/>
          <p:cNvSpPr txBox="1"/>
          <p:nvPr/>
        </p:nvSpPr>
        <p:spPr>
          <a:xfrm>
            <a:off x="684213" y="981075"/>
            <a:ext cx="7620000" cy="457200"/>
          </a:xfrm>
          <a:prstGeom prst="rect">
            <a:avLst/>
          </a:prstGeom>
          <a:noFill/>
          <a:ln w="9525">
            <a:noFill/>
          </a:ln>
        </p:spPr>
        <p:txBody>
          <a:bodyPr anchor="t" anchorCtr="0">
            <a:spAutoFit/>
          </a:bodyPr>
          <a:p>
            <a:pPr algn="just"/>
            <a:r>
              <a:rPr lang="zh-CN" altLang="en-US" sz="2400" b="1" dirty="0">
                <a:latin typeface="楷体_GB2312" pitchFamily="49" charset="-122"/>
                <a:ea typeface="楷体_GB2312" pitchFamily="49" charset="-122"/>
              </a:rPr>
              <a:t>一个可绕固定轴摆动的刚体称为复摆。</a:t>
            </a:r>
            <a:endParaRPr lang="zh-CN" altLang="en-US" sz="2400" b="1" dirty="0">
              <a:latin typeface="楷体_GB2312" pitchFamily="49" charset="-122"/>
              <a:ea typeface="楷体_GB2312" pitchFamily="49" charset="-122"/>
            </a:endParaRPr>
          </a:p>
        </p:txBody>
      </p:sp>
      <p:sp>
        <p:nvSpPr>
          <p:cNvPr id="199717" name="Text Box 37"/>
          <p:cNvSpPr txBox="1"/>
          <p:nvPr/>
        </p:nvSpPr>
        <p:spPr>
          <a:xfrm>
            <a:off x="539750" y="1484313"/>
            <a:ext cx="5715000" cy="822325"/>
          </a:xfrm>
          <a:prstGeom prst="rect">
            <a:avLst/>
          </a:prstGeom>
          <a:noFill/>
          <a:ln w="9525">
            <a:noFill/>
          </a:ln>
        </p:spPr>
        <p:txBody>
          <a:bodyPr anchor="t" anchorCtr="0">
            <a:spAutoFit/>
          </a:bodyPr>
          <a:p>
            <a:pPr algn="just"/>
            <a:r>
              <a:rPr lang="en-US" altLang="zh-CN" sz="2400" b="1" dirty="0">
                <a:solidFill>
                  <a:srgbClr val="000066"/>
                </a:solidFill>
                <a:latin typeface="楷体_GB2312" pitchFamily="49" charset="-122"/>
                <a:ea typeface="楷体_GB2312" pitchFamily="49" charset="-122"/>
              </a:rPr>
              <a:t>    </a:t>
            </a:r>
            <a:r>
              <a:rPr lang="zh-CN" altLang="en-US" sz="2400" b="1" dirty="0">
                <a:latin typeface="楷体_GB2312" pitchFamily="49" charset="-122"/>
                <a:ea typeface="楷体_GB2312" pitchFamily="49" charset="-122"/>
              </a:rPr>
              <a:t>刚体的质心为</a:t>
            </a:r>
            <a:r>
              <a:rPr lang="en-US" altLang="zh-CN" sz="2400" b="1" i="1" dirty="0">
                <a:latin typeface="Times New Roman" panose="02020603050405020304" pitchFamily="18" charset="0"/>
                <a:ea typeface="楷体_GB2312" pitchFamily="49" charset="-122"/>
              </a:rPr>
              <a:t>C</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对过</a:t>
            </a:r>
            <a:r>
              <a:rPr lang="en-US" altLang="zh-CN" sz="2400" b="1" i="1" dirty="0">
                <a:latin typeface="Times New Roman" panose="02020603050405020304" pitchFamily="18" charset="0"/>
                <a:ea typeface="楷体_GB2312" pitchFamily="49" charset="-122"/>
              </a:rPr>
              <a:t>O</a:t>
            </a:r>
            <a:r>
              <a:rPr lang="en-US" altLang="zh-CN" sz="2400" b="1" i="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点的转轴的</a:t>
            </a:r>
            <a:r>
              <a:rPr lang="zh-CN" altLang="en-US" sz="2400" b="1" dirty="0">
                <a:solidFill>
                  <a:srgbClr val="FF0000"/>
                </a:solidFill>
                <a:latin typeface="楷体_GB2312" pitchFamily="49" charset="-122"/>
                <a:ea typeface="楷体_GB2312" pitchFamily="49" charset="-122"/>
              </a:rPr>
              <a:t>转动惯量为</a:t>
            </a:r>
            <a:r>
              <a:rPr lang="en-US" altLang="zh-CN" sz="2400" b="1" i="1" dirty="0">
                <a:solidFill>
                  <a:srgbClr val="FF0000"/>
                </a:solidFill>
                <a:latin typeface="Times New Roman" panose="02020603050405020304" pitchFamily="18" charset="0"/>
                <a:ea typeface="楷体_GB2312" pitchFamily="49" charset="-122"/>
              </a:rPr>
              <a:t>I</a:t>
            </a:r>
            <a:r>
              <a:rPr lang="en-US" altLang="zh-CN" sz="2400" b="1" i="1" dirty="0">
                <a:solidFill>
                  <a:srgbClr val="000066"/>
                </a:solidFill>
                <a:latin typeface="楷体_GB2312" pitchFamily="49" charset="-122"/>
                <a:ea typeface="楷体_GB2312" pitchFamily="49" charset="-122"/>
              </a:rPr>
              <a:t>, </a:t>
            </a:r>
            <a:r>
              <a:rPr lang="en-US" altLang="zh-CN" sz="2400" b="1" i="1" dirty="0">
                <a:latin typeface="Times New Roman" panose="02020603050405020304" pitchFamily="18" charset="0"/>
                <a:ea typeface="楷体_GB2312" pitchFamily="49" charset="-122"/>
              </a:rPr>
              <a:t>O</a:t>
            </a:r>
            <a:r>
              <a:rPr lang="zh-CN" altLang="en-US" sz="2400" b="1" i="1" dirty="0">
                <a:latin typeface="Times New Roman" panose="02020603050405020304" pitchFamily="18" charset="0"/>
                <a:ea typeface="楷体_GB2312" pitchFamily="49" charset="-122"/>
              </a:rPr>
              <a:t>、</a:t>
            </a:r>
            <a:r>
              <a:rPr lang="en-US" altLang="zh-CN" sz="2400" b="1" i="1" dirty="0">
                <a:latin typeface="Times New Roman" panose="02020603050405020304" pitchFamily="18" charset="0"/>
                <a:ea typeface="楷体_GB2312" pitchFamily="49" charset="-122"/>
              </a:rPr>
              <a:t>C</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两点间的距离为</a:t>
            </a:r>
            <a:r>
              <a:rPr lang="en-US" altLang="zh-CN" sz="2400" b="1" i="1" dirty="0">
                <a:latin typeface="Times New Roman" panose="02020603050405020304" pitchFamily="18" charset="0"/>
                <a:ea typeface="楷体_GB2312" pitchFamily="49" charset="-122"/>
              </a:rPr>
              <a:t>L</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p:txBody>
      </p:sp>
      <p:sp>
        <p:nvSpPr>
          <p:cNvPr id="199718" name="AutoShape 38"/>
          <p:cNvSpPr/>
          <p:nvPr/>
        </p:nvSpPr>
        <p:spPr>
          <a:xfrm>
            <a:off x="5435600" y="5084763"/>
            <a:ext cx="576263" cy="215900"/>
          </a:xfrm>
          <a:prstGeom prst="notchedRightArrow">
            <a:avLst>
              <a:gd name="adj1" fmla="val 50000"/>
              <a:gd name="adj2" fmla="val 66604"/>
            </a:avLst>
          </a:prstGeom>
          <a:solidFill>
            <a:srgbClr val="0000FF"/>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 name="Text Box 34"/>
          <p:cNvSpPr txBox="1"/>
          <p:nvPr/>
        </p:nvSpPr>
        <p:spPr>
          <a:xfrm>
            <a:off x="684213" y="5838825"/>
            <a:ext cx="2232025" cy="460375"/>
          </a:xfrm>
          <a:prstGeom prst="rect">
            <a:avLst/>
          </a:prstGeom>
          <a:noFill/>
          <a:ln w="25400">
            <a:noFill/>
          </a:ln>
        </p:spPr>
        <p:txBody>
          <a:bodyPr anchor="t" anchorCtr="0">
            <a:spAutoFit/>
          </a:bodyPr>
          <a:p>
            <a:pPr>
              <a:spcBef>
                <a:spcPct val="50000"/>
              </a:spcBef>
            </a:pPr>
            <a:r>
              <a:rPr lang="zh-CN" altLang="en-US" sz="2400" b="1" dirty="0">
                <a:solidFill>
                  <a:srgbClr val="0000FF"/>
                </a:solidFill>
                <a:latin typeface="Times New Roman" panose="02020603050405020304" pitchFamily="18" charset="0"/>
                <a:ea typeface="楷体_GB2312" pitchFamily="49" charset="-122"/>
              </a:rPr>
              <a:t>复摆周期：</a:t>
            </a:r>
            <a:endParaRPr lang="zh-CN" altLang="en-US" sz="2400" b="1" dirty="0">
              <a:solidFill>
                <a:srgbClr val="0000FF"/>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99717"/>
                                        </p:tgtEl>
                                        <p:attrNameLst>
                                          <p:attrName>style.visibility</p:attrName>
                                        </p:attrNameLst>
                                      </p:cBhvr>
                                      <p:to>
                                        <p:strVal val="visible"/>
                                      </p:to>
                                    </p:set>
                                    <p:animEffect transition="in" filter="wipe(up)">
                                      <p:cBhvr>
                                        <p:cTn id="7" dur="500"/>
                                        <p:tgtEl>
                                          <p:spTgt spid="1997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9682"/>
                                        </p:tgtEl>
                                        <p:attrNameLst>
                                          <p:attrName>style.visibility</p:attrName>
                                        </p:attrNameLst>
                                      </p:cBhvr>
                                      <p:to>
                                        <p:strVal val="visible"/>
                                      </p:to>
                                    </p:set>
                                    <p:animEffect transition="in" filter="wipe(left)">
                                      <p:cBhvr>
                                        <p:cTn id="12" dur="500"/>
                                        <p:tgtEl>
                                          <p:spTgt spid="1996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9683"/>
                                        </p:tgtEl>
                                        <p:attrNameLst>
                                          <p:attrName>style.visibility</p:attrName>
                                        </p:attrNameLst>
                                      </p:cBhvr>
                                      <p:to>
                                        <p:strVal val="visible"/>
                                      </p:to>
                                    </p:set>
                                    <p:animEffect transition="in" filter="wipe(left)">
                                      <p:cBhvr>
                                        <p:cTn id="17" dur="500"/>
                                        <p:tgtEl>
                                          <p:spTgt spid="19968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99684"/>
                                        </p:tgtEl>
                                        <p:attrNameLst>
                                          <p:attrName>style.visibility</p:attrName>
                                        </p:attrNameLst>
                                      </p:cBhvr>
                                      <p:to>
                                        <p:strVal val="visible"/>
                                      </p:to>
                                    </p:set>
                                    <p:animEffect transition="in" filter="wipe(left)">
                                      <p:cBhvr>
                                        <p:cTn id="21" dur="500"/>
                                        <p:tgtEl>
                                          <p:spTgt spid="19968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99707"/>
                                        </p:tgtEl>
                                        <p:attrNameLst>
                                          <p:attrName>style.visibility</p:attrName>
                                        </p:attrNameLst>
                                      </p:cBhvr>
                                      <p:to>
                                        <p:strVal val="visible"/>
                                      </p:to>
                                    </p:set>
                                    <p:animEffect transition="in" filter="blinds(horizontal)">
                                      <p:cBhvr>
                                        <p:cTn id="26" dur="500"/>
                                        <p:tgtEl>
                                          <p:spTgt spid="19970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99711"/>
                                        </p:tgtEl>
                                        <p:attrNameLst>
                                          <p:attrName>style.visibility</p:attrName>
                                        </p:attrNameLst>
                                      </p:cBhvr>
                                      <p:to>
                                        <p:strVal val="visible"/>
                                      </p:to>
                                    </p:set>
                                    <p:animEffect transition="in" filter="blinds(horizontal)">
                                      <p:cBhvr>
                                        <p:cTn id="31" dur="500"/>
                                        <p:tgtEl>
                                          <p:spTgt spid="199711"/>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99712"/>
                                        </p:tgtEl>
                                        <p:attrNameLst>
                                          <p:attrName>style.visibility</p:attrName>
                                        </p:attrNameLst>
                                      </p:cBhvr>
                                      <p:to>
                                        <p:strVal val="visible"/>
                                      </p:to>
                                    </p:set>
                                    <p:animEffect transition="in" filter="blinds(horizontal)">
                                      <p:cBhvr>
                                        <p:cTn id="36" dur="500"/>
                                        <p:tgtEl>
                                          <p:spTgt spid="199712"/>
                                        </p:tgtEl>
                                      </p:cBhvr>
                                    </p:animEffect>
                                  </p:childTnLst>
                                </p:cTn>
                              </p:par>
                            </p:childTnLst>
                          </p:cTn>
                        </p:par>
                        <p:par>
                          <p:cTn id="37" fill="hold">
                            <p:stCondLst>
                              <p:cond delay="500"/>
                            </p:stCondLst>
                            <p:childTnLst>
                              <p:par>
                                <p:cTn id="38" presetID="3" presetClass="entr" presetSubtype="10" fill="hold" nodeType="afterEffect">
                                  <p:stCondLst>
                                    <p:cond delay="0"/>
                                  </p:stCondLst>
                                  <p:childTnLst>
                                    <p:set>
                                      <p:cBhvr>
                                        <p:cTn id="39" dur="1" fill="hold">
                                          <p:stCondLst>
                                            <p:cond delay="0"/>
                                          </p:stCondLst>
                                        </p:cTn>
                                        <p:tgtEl>
                                          <p:spTgt spid="199713"/>
                                        </p:tgtEl>
                                        <p:attrNameLst>
                                          <p:attrName>style.visibility</p:attrName>
                                        </p:attrNameLst>
                                      </p:cBhvr>
                                      <p:to>
                                        <p:strVal val="visible"/>
                                      </p:to>
                                    </p:set>
                                    <p:animEffect transition="in" filter="blinds(horizontal)">
                                      <p:cBhvr>
                                        <p:cTn id="40" dur="500"/>
                                        <p:tgtEl>
                                          <p:spTgt spid="199713"/>
                                        </p:tgtEl>
                                      </p:cBhvr>
                                    </p:animEffect>
                                  </p:childTnLst>
                                </p:cTn>
                              </p:par>
                            </p:childTnLst>
                          </p:cTn>
                        </p:par>
                        <p:par>
                          <p:cTn id="41" fill="hold">
                            <p:stCondLst>
                              <p:cond delay="1000"/>
                            </p:stCondLst>
                            <p:childTnLst>
                              <p:par>
                                <p:cTn id="42" presetID="22" presetClass="entr" presetSubtype="8" fill="hold" nodeType="afterEffect">
                                  <p:stCondLst>
                                    <p:cond delay="0"/>
                                  </p:stCondLst>
                                  <p:childTnLst>
                                    <p:set>
                                      <p:cBhvr>
                                        <p:cTn id="43" dur="1" fill="hold">
                                          <p:stCondLst>
                                            <p:cond delay="0"/>
                                          </p:stCondLst>
                                        </p:cTn>
                                        <p:tgtEl>
                                          <p:spTgt spid="199685"/>
                                        </p:tgtEl>
                                        <p:attrNameLst>
                                          <p:attrName>style.visibility</p:attrName>
                                        </p:attrNameLst>
                                      </p:cBhvr>
                                      <p:to>
                                        <p:strVal val="visible"/>
                                      </p:to>
                                    </p:set>
                                    <p:animEffect transition="in" filter="wipe(left)">
                                      <p:cBhvr>
                                        <p:cTn id="44" dur="500"/>
                                        <p:tgtEl>
                                          <p:spTgt spid="19968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99688"/>
                                        </p:tgtEl>
                                        <p:attrNameLst>
                                          <p:attrName>style.visibility</p:attrName>
                                        </p:attrNameLst>
                                      </p:cBhvr>
                                      <p:to>
                                        <p:strVal val="visible"/>
                                      </p:to>
                                    </p:set>
                                    <p:animEffect transition="in" filter="wipe(left)">
                                      <p:cBhvr>
                                        <p:cTn id="49" dur="500"/>
                                        <p:tgtEl>
                                          <p:spTgt spid="19968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99718"/>
                                        </p:tgtEl>
                                        <p:attrNameLst>
                                          <p:attrName>style.visibility</p:attrName>
                                        </p:attrNameLst>
                                      </p:cBhvr>
                                      <p:to>
                                        <p:strVal val="visible"/>
                                      </p:to>
                                    </p:set>
                                    <p:animEffect transition="in" filter="wipe(left)">
                                      <p:cBhvr>
                                        <p:cTn id="54" dur="500"/>
                                        <p:tgtEl>
                                          <p:spTgt spid="199718"/>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199687"/>
                                        </p:tgtEl>
                                        <p:attrNameLst>
                                          <p:attrName>style.visibility</p:attrName>
                                        </p:attrNameLst>
                                      </p:cBhvr>
                                      <p:to>
                                        <p:strVal val="visible"/>
                                      </p:to>
                                    </p:set>
                                    <p:animEffect transition="in" filter="wipe(left)">
                                      <p:cBhvr>
                                        <p:cTn id="58" dur="500"/>
                                        <p:tgtEl>
                                          <p:spTgt spid="199687"/>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99714"/>
                                        </p:tgtEl>
                                        <p:attrNameLst>
                                          <p:attrName>style.visibility</p:attrName>
                                        </p:attrNameLst>
                                      </p:cBhvr>
                                      <p:to>
                                        <p:strVal val="visible"/>
                                      </p:to>
                                    </p:set>
                                    <p:animEffect transition="in" filter="blinds(horizontal)">
                                      <p:cBhvr>
                                        <p:cTn id="63" dur="500"/>
                                        <p:tgtEl>
                                          <p:spTgt spid="199714"/>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blinds(horizontal)">
                                      <p:cBhvr>
                                        <p:cTn id="68" dur="500"/>
                                        <p:tgtEl>
                                          <p:spTgt spid="2"/>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199686"/>
                                        </p:tgtEl>
                                        <p:attrNameLst>
                                          <p:attrName>style.visibility</p:attrName>
                                        </p:attrNameLst>
                                      </p:cBhvr>
                                      <p:to>
                                        <p:strVal val="visible"/>
                                      </p:to>
                                    </p:set>
                                    <p:animEffect transition="in" filter="wipe(left)">
                                      <p:cBhvr>
                                        <p:cTn id="72" dur="500"/>
                                        <p:tgtEl>
                                          <p:spTgt spid="199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711" grpId="0"/>
      <p:bldP spid="199712" grpId="0"/>
      <p:bldP spid="199714" grpId="0"/>
      <p:bldP spid="199717" grpId="0"/>
      <p:bldP spid="199718" grpId="0" bldLvl="0" animBg="1"/>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47106" name="Text Box 2"/>
          <p:cNvSpPr txBox="1"/>
          <p:nvPr/>
        </p:nvSpPr>
        <p:spPr>
          <a:xfrm>
            <a:off x="533400" y="806450"/>
            <a:ext cx="6192838" cy="5322888"/>
          </a:xfrm>
          <a:prstGeom prst="rect">
            <a:avLst/>
          </a:prstGeom>
          <a:noFill/>
          <a:ln w="9525">
            <a:noFill/>
          </a:ln>
        </p:spPr>
        <p:txBody>
          <a:bodyPr anchor="t" anchorCtr="0">
            <a:spAutoFit/>
          </a:bodyPr>
          <a:p>
            <a:pPr>
              <a:spcBef>
                <a:spcPct val="50000"/>
              </a:spcBef>
            </a:pPr>
            <a:r>
              <a:rPr lang="zh-CN" altLang="en-US" sz="2800" b="1" dirty="0">
                <a:solidFill>
                  <a:srgbClr val="0070C0"/>
                </a:solidFill>
                <a:latin typeface="微软雅黑" panose="020B0503020204020204" charset="-122"/>
                <a:ea typeface="微软雅黑" panose="020B0503020204020204" charset="-122"/>
              </a:rPr>
              <a:t>课堂讨论：</a:t>
            </a:r>
            <a:endParaRPr lang="en-US" altLang="zh-CN" sz="2800" b="1" dirty="0">
              <a:solidFill>
                <a:srgbClr val="0070C0"/>
              </a:solidFill>
              <a:latin typeface="微软雅黑" panose="020B0503020204020204" charset="-122"/>
              <a:ea typeface="微软雅黑" panose="020B0503020204020204" charset="-122"/>
            </a:endParaRPr>
          </a:p>
          <a:p>
            <a:pPr>
              <a:spcBef>
                <a:spcPct val="50000"/>
              </a:spcBef>
            </a:pPr>
            <a:r>
              <a:rPr lang="en-US" altLang="zh-CN" sz="2800" dirty="0">
                <a:latin typeface="微软雅黑" panose="020B0503020204020204" charset="-122"/>
                <a:ea typeface="微软雅黑" panose="020B0503020204020204" charset="-122"/>
              </a:rPr>
              <a:t>1</a:t>
            </a:r>
            <a:r>
              <a:rPr lang="zh-CN" altLang="en-US" sz="2800" dirty="0">
                <a:latin typeface="微软雅黑" panose="020B0503020204020204" charset="-122"/>
                <a:ea typeface="微软雅黑" panose="020B0503020204020204" charset="-122"/>
              </a:rPr>
              <a:t>）证明单摆小幅度摆动时的运动是简谐振动，并求出振动的频率。</a:t>
            </a:r>
            <a:endParaRPr lang="zh-CN" altLang="en-US" sz="2800" dirty="0">
              <a:latin typeface="微软雅黑" panose="020B0503020204020204" charset="-122"/>
              <a:ea typeface="微软雅黑" panose="020B0503020204020204" charset="-122"/>
            </a:endParaRPr>
          </a:p>
          <a:p>
            <a:pPr>
              <a:spcBef>
                <a:spcPct val="50000"/>
              </a:spcBef>
            </a:pPr>
            <a:endParaRPr lang="zh-CN" altLang="en-US" sz="2800" dirty="0">
              <a:latin typeface="微软雅黑" panose="020B0503020204020204" charset="-122"/>
              <a:ea typeface="微软雅黑" panose="020B0503020204020204" charset="-122"/>
              <a:sym typeface="宋体" panose="02010600030101010101" pitchFamily="2" charset="-122"/>
            </a:endParaRPr>
          </a:p>
          <a:p>
            <a:pPr>
              <a:spcBef>
                <a:spcPct val="50000"/>
              </a:spcBef>
            </a:pPr>
            <a:r>
              <a:rPr lang="zh-CN" altLang="en-US" sz="2800" dirty="0">
                <a:latin typeface="微软雅黑" panose="020B0503020204020204" charset="-122"/>
                <a:ea typeface="微软雅黑" panose="020B0503020204020204" charset="-122"/>
                <a:sym typeface="宋体" panose="02010600030101010101" pitchFamily="2" charset="-122"/>
              </a:rPr>
              <a:t>2）</a:t>
            </a:r>
            <a:r>
              <a:rPr lang="zh-CN" altLang="en-US" sz="2800" dirty="0">
                <a:latin typeface="Times New Roman" panose="02020603050405020304" pitchFamily="18" charset="0"/>
                <a:ea typeface="微软雅黑" panose="020B0503020204020204" charset="-122"/>
                <a:sym typeface="宋体" panose="02010600030101010101" pitchFamily="2" charset="-122"/>
              </a:rPr>
              <a:t>若令一单摆的频率与本例中的复摆的频率相等，单摆的摆长 </a:t>
            </a:r>
            <a:r>
              <a:rPr lang="zh-CN" altLang="en-US" sz="3200" i="1" dirty="0">
                <a:latin typeface="Times New Roman" panose="02020603050405020304" pitchFamily="18" charset="0"/>
                <a:ea typeface="微软雅黑" panose="020B0503020204020204" charset="-122"/>
                <a:sym typeface="宋体" panose="02010600030101010101" pitchFamily="2" charset="-122"/>
              </a:rPr>
              <a:t>l</a:t>
            </a:r>
            <a:r>
              <a:rPr lang="zh-CN" altLang="en-US" sz="2800" i="1" dirty="0">
                <a:latin typeface="Times New Roman" panose="02020603050405020304" pitchFamily="18" charset="0"/>
                <a:ea typeface="微软雅黑" panose="020B0503020204020204" charset="-122"/>
                <a:sym typeface="宋体" panose="02010600030101010101" pitchFamily="2" charset="-122"/>
              </a:rPr>
              <a:t> </a:t>
            </a:r>
            <a:r>
              <a:rPr lang="zh-CN" altLang="en-US" sz="2800" dirty="0">
                <a:latin typeface="Times New Roman" panose="02020603050405020304" pitchFamily="18" charset="0"/>
                <a:ea typeface="微软雅黑" panose="020B0503020204020204" charset="-122"/>
                <a:sym typeface="宋体" panose="02010600030101010101" pitchFamily="2" charset="-122"/>
              </a:rPr>
              <a:t>应为多少？</a:t>
            </a:r>
            <a:endParaRPr lang="zh-CN" altLang="en-US" sz="2800" dirty="0">
              <a:latin typeface="Times New Roman" panose="02020603050405020304" pitchFamily="18" charset="0"/>
              <a:ea typeface="微软雅黑" panose="020B0503020204020204" charset="-122"/>
            </a:endParaRPr>
          </a:p>
          <a:p>
            <a:pPr>
              <a:spcBef>
                <a:spcPct val="50000"/>
              </a:spcBef>
            </a:pPr>
            <a:r>
              <a:rPr lang="zh-CN" altLang="en-US" sz="2800" dirty="0">
                <a:latin typeface="Times New Roman" panose="02020603050405020304" pitchFamily="18" charset="0"/>
                <a:ea typeface="微软雅黑" panose="020B0503020204020204" charset="-122"/>
                <a:sym typeface="宋体" panose="02010600030101010101" pitchFamily="2" charset="-122"/>
              </a:rPr>
              <a:t>（此摆长 </a:t>
            </a:r>
            <a:r>
              <a:rPr lang="zh-CN" altLang="en-US" sz="3200" i="1" dirty="0">
                <a:latin typeface="Times New Roman" panose="02020603050405020304" pitchFamily="18" charset="0"/>
                <a:ea typeface="微软雅黑" panose="020B0503020204020204" charset="-122"/>
                <a:sym typeface="宋体" panose="02010600030101010101" pitchFamily="2" charset="-122"/>
              </a:rPr>
              <a:t>l</a:t>
            </a:r>
            <a:r>
              <a:rPr lang="zh-CN" altLang="en-US" sz="2800" i="1" dirty="0">
                <a:latin typeface="Times New Roman" panose="02020603050405020304" pitchFamily="18" charset="0"/>
                <a:ea typeface="微软雅黑" panose="020B0503020204020204" charset="-122"/>
                <a:sym typeface="宋体" panose="02010600030101010101" pitchFamily="2" charset="-122"/>
              </a:rPr>
              <a:t> </a:t>
            </a:r>
            <a:r>
              <a:rPr lang="zh-CN" altLang="en-US" sz="2800" dirty="0">
                <a:latin typeface="Times New Roman" panose="02020603050405020304" pitchFamily="18" charset="0"/>
                <a:ea typeface="微软雅黑" panose="020B0503020204020204" charset="-122"/>
                <a:sym typeface="宋体" panose="02010600030101010101" pitchFamily="2" charset="-122"/>
              </a:rPr>
              <a:t>叫复摆的</a:t>
            </a:r>
            <a:r>
              <a:rPr lang="zh-CN" altLang="en-US" sz="2800" dirty="0">
                <a:solidFill>
                  <a:srgbClr val="FF0000"/>
                </a:solidFill>
                <a:latin typeface="Times New Roman" panose="02020603050405020304" pitchFamily="18" charset="0"/>
                <a:ea typeface="微软雅黑" panose="020B0503020204020204" charset="-122"/>
                <a:sym typeface="宋体" panose="02010600030101010101" pitchFamily="2" charset="-122"/>
              </a:rPr>
              <a:t>等值单摆长</a:t>
            </a:r>
            <a:r>
              <a:rPr lang="zh-CN" altLang="en-US" sz="2800" dirty="0">
                <a:latin typeface="Times New Roman" panose="02020603050405020304" pitchFamily="18" charset="0"/>
                <a:ea typeface="微软雅黑" panose="020B0503020204020204" charset="-122"/>
                <a:sym typeface="宋体" panose="02010600030101010101" pitchFamily="2" charset="-122"/>
              </a:rPr>
              <a:t>）</a:t>
            </a:r>
            <a:endParaRPr lang="zh-CN" altLang="en-US" sz="2400" b="1" dirty="0">
              <a:latin typeface="楷体_GB2312" pitchFamily="49" charset="-122"/>
              <a:ea typeface="楷体_GB2312" pitchFamily="49" charset="-122"/>
            </a:endParaRPr>
          </a:p>
          <a:p>
            <a:pPr>
              <a:spcBef>
                <a:spcPct val="50000"/>
              </a:spcBef>
            </a:pPr>
            <a:endParaRPr lang="zh-CN" altLang="en-US" sz="2400" b="1" dirty="0">
              <a:latin typeface="楷体_GB2312" pitchFamily="49" charset="-122"/>
              <a:ea typeface="楷体_GB2312" pitchFamily="49" charset="-122"/>
            </a:endParaRPr>
          </a:p>
          <a:p>
            <a:pPr>
              <a:spcBef>
                <a:spcPct val="50000"/>
              </a:spcBef>
            </a:pPr>
            <a:endParaRPr lang="zh-CN" altLang="en-US" sz="2800" dirty="0">
              <a:latin typeface="微软雅黑" panose="020B0503020204020204" charset="-122"/>
              <a:ea typeface="微软雅黑" panose="020B0503020204020204" charset="-122"/>
            </a:endParaRPr>
          </a:p>
        </p:txBody>
      </p:sp>
      <p:grpSp>
        <p:nvGrpSpPr>
          <p:cNvPr id="47107" name="Group 3"/>
          <p:cNvGrpSpPr/>
          <p:nvPr/>
        </p:nvGrpSpPr>
        <p:grpSpPr>
          <a:xfrm>
            <a:off x="6948488" y="1630363"/>
            <a:ext cx="1524000" cy="2590800"/>
            <a:chOff x="3878" y="2063"/>
            <a:chExt cx="960" cy="1632"/>
          </a:xfrm>
        </p:grpSpPr>
        <p:sp>
          <p:nvSpPr>
            <p:cNvPr id="47108" name="Line 4"/>
            <p:cNvSpPr/>
            <p:nvPr/>
          </p:nvSpPr>
          <p:spPr>
            <a:xfrm>
              <a:off x="4294" y="2207"/>
              <a:ext cx="1" cy="1488"/>
            </a:xfrm>
            <a:prstGeom prst="line">
              <a:avLst/>
            </a:prstGeom>
            <a:ln w="41275" cap="flat" cmpd="sng">
              <a:solidFill>
                <a:schemeClr val="tx1"/>
              </a:solidFill>
              <a:prstDash val="sysDot"/>
              <a:round/>
              <a:headEnd type="none" w="med" len="med"/>
              <a:tailEnd type="none" w="med" len="med"/>
            </a:ln>
          </p:spPr>
        </p:sp>
        <p:sp>
          <p:nvSpPr>
            <p:cNvPr id="47109" name="Oval 5"/>
            <p:cNvSpPr/>
            <p:nvPr/>
          </p:nvSpPr>
          <p:spPr>
            <a:xfrm>
              <a:off x="4752" y="3542"/>
              <a:ext cx="86" cy="86"/>
            </a:xfrm>
            <a:prstGeom prst="ellipse">
              <a:avLst/>
            </a:prstGeom>
            <a:solidFill>
              <a:srgbClr val="800000"/>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47110" name="Object 6"/>
            <p:cNvGraphicFramePr>
              <a:graphicFrameLocks noChangeAspect="1"/>
            </p:cNvGraphicFramePr>
            <p:nvPr/>
          </p:nvGraphicFramePr>
          <p:xfrm>
            <a:off x="4282" y="2639"/>
            <a:ext cx="204" cy="288"/>
          </p:xfrm>
          <a:graphic>
            <a:graphicData uri="http://schemas.openxmlformats.org/presentationml/2006/ole">
              <mc:AlternateContent xmlns:mc="http://schemas.openxmlformats.org/markup-compatibility/2006">
                <mc:Choice xmlns:v="urn:schemas-microsoft-com:vml" Requires="v">
                  <p:oleObj spid="_x0000_s3258" name="" r:id="rId1" imgW="127000" imgH="177165" progId="Equation.3">
                    <p:embed/>
                  </p:oleObj>
                </mc:Choice>
                <mc:Fallback>
                  <p:oleObj name="" r:id="rId1" imgW="127000" imgH="177165" progId="Equation.3">
                    <p:embed/>
                    <p:pic>
                      <p:nvPicPr>
                        <p:cNvPr id="0" name="图片 3257"/>
                        <p:cNvPicPr/>
                        <p:nvPr/>
                      </p:nvPicPr>
                      <p:blipFill>
                        <a:blip r:embed="rId2"/>
                        <a:stretch>
                          <a:fillRect/>
                        </a:stretch>
                      </p:blipFill>
                      <p:spPr>
                        <a:xfrm>
                          <a:off x="4282" y="2639"/>
                          <a:ext cx="204" cy="288"/>
                        </a:xfrm>
                        <a:prstGeom prst="rect">
                          <a:avLst/>
                        </a:prstGeom>
                        <a:noFill/>
                        <a:ln w="38100">
                          <a:noFill/>
                          <a:miter/>
                        </a:ln>
                      </p:spPr>
                    </p:pic>
                  </p:oleObj>
                </mc:Fallback>
              </mc:AlternateContent>
            </a:graphicData>
          </a:graphic>
        </p:graphicFrame>
        <p:grpSp>
          <p:nvGrpSpPr>
            <p:cNvPr id="47111" name="Group 7"/>
            <p:cNvGrpSpPr/>
            <p:nvPr/>
          </p:nvGrpSpPr>
          <p:grpSpPr>
            <a:xfrm>
              <a:off x="3878" y="2063"/>
              <a:ext cx="902" cy="1488"/>
              <a:chOff x="4042" y="288"/>
              <a:chExt cx="902" cy="1488"/>
            </a:xfrm>
          </p:grpSpPr>
          <p:sp>
            <p:nvSpPr>
              <p:cNvPr id="47112" name="Line 8"/>
              <p:cNvSpPr/>
              <p:nvPr/>
            </p:nvSpPr>
            <p:spPr>
              <a:xfrm>
                <a:off x="4458" y="432"/>
                <a:ext cx="486" cy="1344"/>
              </a:xfrm>
              <a:prstGeom prst="line">
                <a:avLst/>
              </a:prstGeom>
              <a:ln w="41275" cap="flat" cmpd="sng">
                <a:solidFill>
                  <a:schemeClr val="tx1"/>
                </a:solidFill>
                <a:prstDash val="solid"/>
                <a:round/>
                <a:headEnd type="none" w="med" len="med"/>
                <a:tailEnd type="none" w="med" len="med"/>
              </a:ln>
            </p:spPr>
          </p:sp>
          <p:grpSp>
            <p:nvGrpSpPr>
              <p:cNvPr id="47113" name="Group 9"/>
              <p:cNvGrpSpPr/>
              <p:nvPr/>
            </p:nvGrpSpPr>
            <p:grpSpPr>
              <a:xfrm>
                <a:off x="4042" y="288"/>
                <a:ext cx="848" cy="144"/>
                <a:chOff x="4042" y="288"/>
                <a:chExt cx="848" cy="144"/>
              </a:xfrm>
            </p:grpSpPr>
            <p:sp>
              <p:nvSpPr>
                <p:cNvPr id="47114" name="Line 10"/>
                <p:cNvSpPr/>
                <p:nvPr/>
              </p:nvSpPr>
              <p:spPr>
                <a:xfrm>
                  <a:off x="4042" y="432"/>
                  <a:ext cx="848" cy="0"/>
                </a:xfrm>
                <a:prstGeom prst="line">
                  <a:avLst/>
                </a:prstGeom>
                <a:ln w="79375" cap="flat" cmpd="sng">
                  <a:solidFill>
                    <a:srgbClr val="808000"/>
                  </a:solidFill>
                  <a:prstDash val="solid"/>
                  <a:round/>
                  <a:headEnd type="none" w="med" len="med"/>
                  <a:tailEnd type="none" w="med" len="med"/>
                </a:ln>
              </p:spPr>
            </p:sp>
            <p:sp>
              <p:nvSpPr>
                <p:cNvPr id="47115" name="Line 11"/>
                <p:cNvSpPr/>
                <p:nvPr/>
              </p:nvSpPr>
              <p:spPr>
                <a:xfrm flipH="1">
                  <a:off x="4176" y="288"/>
                  <a:ext cx="96" cy="144"/>
                </a:xfrm>
                <a:prstGeom prst="line">
                  <a:avLst/>
                </a:prstGeom>
                <a:ln w="57150" cap="flat" cmpd="sng">
                  <a:solidFill>
                    <a:srgbClr val="000000"/>
                  </a:solidFill>
                  <a:prstDash val="solid"/>
                  <a:round/>
                  <a:headEnd type="none" w="med" len="med"/>
                  <a:tailEnd type="none" w="lg" len="lg"/>
                </a:ln>
              </p:spPr>
            </p:sp>
            <p:sp>
              <p:nvSpPr>
                <p:cNvPr id="47116" name="Line 12"/>
                <p:cNvSpPr/>
                <p:nvPr/>
              </p:nvSpPr>
              <p:spPr>
                <a:xfrm flipH="1">
                  <a:off x="4272" y="288"/>
                  <a:ext cx="96" cy="144"/>
                </a:xfrm>
                <a:prstGeom prst="line">
                  <a:avLst/>
                </a:prstGeom>
                <a:ln w="57150" cap="flat" cmpd="sng">
                  <a:solidFill>
                    <a:srgbClr val="000000"/>
                  </a:solidFill>
                  <a:prstDash val="solid"/>
                  <a:round/>
                  <a:headEnd type="none" w="med" len="med"/>
                  <a:tailEnd type="none" w="lg" len="lg"/>
                </a:ln>
              </p:spPr>
            </p:sp>
            <p:sp>
              <p:nvSpPr>
                <p:cNvPr id="47117" name="Line 13"/>
                <p:cNvSpPr/>
                <p:nvPr/>
              </p:nvSpPr>
              <p:spPr>
                <a:xfrm flipH="1">
                  <a:off x="4368" y="288"/>
                  <a:ext cx="96" cy="144"/>
                </a:xfrm>
                <a:prstGeom prst="line">
                  <a:avLst/>
                </a:prstGeom>
                <a:ln w="57150" cap="flat" cmpd="sng">
                  <a:solidFill>
                    <a:srgbClr val="000000"/>
                  </a:solidFill>
                  <a:prstDash val="solid"/>
                  <a:round/>
                  <a:headEnd type="none" w="med" len="med"/>
                  <a:tailEnd type="none" w="lg" len="lg"/>
                </a:ln>
              </p:spPr>
            </p:sp>
            <p:sp>
              <p:nvSpPr>
                <p:cNvPr id="47118" name="Line 14"/>
                <p:cNvSpPr/>
                <p:nvPr/>
              </p:nvSpPr>
              <p:spPr>
                <a:xfrm flipH="1">
                  <a:off x="4464" y="288"/>
                  <a:ext cx="96" cy="144"/>
                </a:xfrm>
                <a:prstGeom prst="line">
                  <a:avLst/>
                </a:prstGeom>
                <a:ln w="57150" cap="flat" cmpd="sng">
                  <a:solidFill>
                    <a:srgbClr val="000000"/>
                  </a:solidFill>
                  <a:prstDash val="solid"/>
                  <a:round/>
                  <a:headEnd type="none" w="med" len="med"/>
                  <a:tailEnd type="none" w="lg" len="lg"/>
                </a:ln>
              </p:spPr>
            </p:sp>
            <p:sp>
              <p:nvSpPr>
                <p:cNvPr id="47119" name="Line 15"/>
                <p:cNvSpPr/>
                <p:nvPr/>
              </p:nvSpPr>
              <p:spPr>
                <a:xfrm flipH="1">
                  <a:off x="4560" y="288"/>
                  <a:ext cx="96" cy="144"/>
                </a:xfrm>
                <a:prstGeom prst="line">
                  <a:avLst/>
                </a:prstGeom>
                <a:ln w="57150" cap="flat" cmpd="sng">
                  <a:solidFill>
                    <a:srgbClr val="000000"/>
                  </a:solidFill>
                  <a:prstDash val="solid"/>
                  <a:round/>
                  <a:headEnd type="none" w="med" len="med"/>
                  <a:tailEnd type="none" w="lg" len="lg"/>
                </a:ln>
              </p:spPr>
            </p:sp>
            <p:sp>
              <p:nvSpPr>
                <p:cNvPr id="47120" name="Line 16"/>
                <p:cNvSpPr/>
                <p:nvPr/>
              </p:nvSpPr>
              <p:spPr>
                <a:xfrm flipH="1">
                  <a:off x="4656" y="288"/>
                  <a:ext cx="96" cy="144"/>
                </a:xfrm>
                <a:prstGeom prst="line">
                  <a:avLst/>
                </a:prstGeom>
                <a:ln w="57150" cap="flat" cmpd="sng">
                  <a:solidFill>
                    <a:srgbClr val="000000"/>
                  </a:solidFill>
                  <a:prstDash val="solid"/>
                  <a:round/>
                  <a:headEnd type="none" w="med" len="med"/>
                  <a:tailEnd type="none" w="lg" len="lg"/>
                </a:ln>
              </p:spPr>
            </p:sp>
            <p:sp>
              <p:nvSpPr>
                <p:cNvPr id="47121" name="Line 17"/>
                <p:cNvSpPr/>
                <p:nvPr/>
              </p:nvSpPr>
              <p:spPr>
                <a:xfrm flipH="1">
                  <a:off x="4752" y="288"/>
                  <a:ext cx="96" cy="144"/>
                </a:xfrm>
                <a:prstGeom prst="line">
                  <a:avLst/>
                </a:prstGeom>
                <a:ln w="57150" cap="flat" cmpd="sng">
                  <a:solidFill>
                    <a:srgbClr val="000000"/>
                  </a:solidFill>
                  <a:prstDash val="solid"/>
                  <a:round/>
                  <a:headEnd type="none" w="med" len="med"/>
                  <a:tailEnd type="none" w="lg" len="lg"/>
                </a:ln>
              </p:spPr>
            </p:sp>
          </p:grpSp>
        </p:grpSp>
      </p:grpSp>
      <p:sp>
        <p:nvSpPr>
          <p:cNvPr id="47122" name="Text Box 18"/>
          <p:cNvSpPr txBox="1"/>
          <p:nvPr/>
        </p:nvSpPr>
        <p:spPr>
          <a:xfrm>
            <a:off x="8027988" y="2636838"/>
            <a:ext cx="287337" cy="457200"/>
          </a:xfrm>
          <a:prstGeom prst="rect">
            <a:avLst/>
          </a:prstGeom>
          <a:noFill/>
          <a:ln w="9525">
            <a:noFill/>
          </a:ln>
        </p:spPr>
        <p:txBody>
          <a:bodyPr anchor="t" anchorCtr="0">
            <a:spAutoFit/>
          </a:bodyPr>
          <a:p>
            <a:pPr>
              <a:spcBef>
                <a:spcPct val="50000"/>
              </a:spcBef>
            </a:pPr>
            <a:r>
              <a:rPr lang="en-US" altLang="zh-CN" sz="2400" b="1" i="1" dirty="0">
                <a:latin typeface="Times New Roman" panose="02020603050405020304" pitchFamily="18" charset="0"/>
                <a:ea typeface="宋体" panose="02010600030101010101" pitchFamily="2" charset="-122"/>
              </a:rPr>
              <a:t>l</a:t>
            </a:r>
            <a:endParaRPr lang="en-US" altLang="zh-CN" sz="2400" b="1" i="1" dirty="0">
              <a:latin typeface="Times New Roman" panose="02020603050405020304" pitchFamily="18" charset="0"/>
              <a:ea typeface="宋体" panose="02010600030101010101" pitchFamily="2" charset="-122"/>
            </a:endParaRPr>
          </a:p>
        </p:txBody>
      </p:sp>
      <p:sp>
        <p:nvSpPr>
          <p:cNvPr id="3" name="矩形 2"/>
          <p:cNvSpPr/>
          <p:nvPr/>
        </p:nvSpPr>
        <p:spPr>
          <a:xfrm>
            <a:off x="260350" y="569913"/>
            <a:ext cx="8632825" cy="5405438"/>
          </a:xfrm>
          <a:prstGeom prst="rect">
            <a:avLst/>
          </a:prstGeom>
          <a:noFill/>
          <a:ln w="19050">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灯片编号占位符 3"/>
          <p:cNvSpPr>
            <a:spLocks noGrp="1"/>
          </p:cNvSpPr>
          <p:nvPr>
            <p:ph type="sldNum" sz="quarter" idx="12"/>
          </p:nvPr>
        </p:nvSpPr>
        <p:spPr>
          <a:xfrm>
            <a:off x="6588125" y="6248400"/>
            <a:ext cx="2133600" cy="47625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aphicFrame>
        <p:nvGraphicFramePr>
          <p:cNvPr id="202754" name="Object 2"/>
          <p:cNvGraphicFramePr>
            <a:graphicFrameLocks noChangeAspect="1"/>
          </p:cNvGraphicFramePr>
          <p:nvPr/>
        </p:nvGraphicFramePr>
        <p:xfrm>
          <a:off x="3767138" y="2276475"/>
          <a:ext cx="2032000" cy="969963"/>
        </p:xfrm>
        <a:graphic>
          <a:graphicData uri="http://schemas.openxmlformats.org/presentationml/2006/ole">
            <mc:AlternateContent xmlns:mc="http://schemas.openxmlformats.org/markup-compatibility/2006">
              <mc:Choice xmlns:v="urn:schemas-microsoft-com:vml" Requires="v">
                <p:oleObj spid="_x0000_s3265" name="" r:id="rId1" imgW="21031200" imgH="10058400" progId="Equation.DSMT4">
                  <p:embed/>
                </p:oleObj>
              </mc:Choice>
              <mc:Fallback>
                <p:oleObj name="" r:id="rId1" imgW="21031200" imgH="10058400" progId="Equation.DSMT4">
                  <p:embed/>
                  <p:pic>
                    <p:nvPicPr>
                      <p:cNvPr id="0" name="图片 3264"/>
                      <p:cNvPicPr/>
                      <p:nvPr/>
                    </p:nvPicPr>
                    <p:blipFill>
                      <a:blip r:embed="rId2"/>
                      <a:stretch>
                        <a:fillRect/>
                      </a:stretch>
                    </p:blipFill>
                    <p:spPr>
                      <a:xfrm>
                        <a:off x="3767138" y="2276475"/>
                        <a:ext cx="2032000" cy="969963"/>
                      </a:xfrm>
                      <a:prstGeom prst="rect">
                        <a:avLst/>
                      </a:prstGeom>
                      <a:noFill/>
                      <a:ln w="38100">
                        <a:noFill/>
                        <a:miter/>
                      </a:ln>
                    </p:spPr>
                  </p:pic>
                </p:oleObj>
              </mc:Fallback>
            </mc:AlternateContent>
          </a:graphicData>
        </a:graphic>
      </p:graphicFrame>
      <p:sp>
        <p:nvSpPr>
          <p:cNvPr id="202755" name="Text Box 3"/>
          <p:cNvSpPr txBox="1"/>
          <p:nvPr/>
        </p:nvSpPr>
        <p:spPr>
          <a:xfrm>
            <a:off x="574675" y="3357563"/>
            <a:ext cx="5973763" cy="460375"/>
          </a:xfrm>
          <a:prstGeom prst="rect">
            <a:avLst/>
          </a:prstGeom>
          <a:solidFill>
            <a:schemeClr val="bg1"/>
          </a:solidFill>
          <a:ln w="9525">
            <a:noFill/>
          </a:ln>
        </p:spPr>
        <p:txBody>
          <a:bodyPr wrap="square" anchor="t" anchorCtr="0">
            <a:spAutoFit/>
          </a:bodyPr>
          <a:p>
            <a:r>
              <a:rPr lang="zh-CN" altLang="en-US" sz="2400" b="1" dirty="0">
                <a:solidFill>
                  <a:srgbClr val="0000FF"/>
                </a:solidFill>
                <a:latin typeface="Times New Roman" panose="02020603050405020304" pitchFamily="18" charset="0"/>
                <a:ea typeface="宋体" panose="02010600030101010101" pitchFamily="2" charset="-122"/>
              </a:rPr>
              <a:t>角位移很小时，单摆的振动是简谐振动。</a:t>
            </a:r>
            <a:endParaRPr lang="zh-CN" altLang="en-US" sz="2400" b="1" dirty="0">
              <a:solidFill>
                <a:srgbClr val="0000FF"/>
              </a:solidFill>
              <a:latin typeface="Times New Roman" panose="02020603050405020304" pitchFamily="18" charset="0"/>
              <a:ea typeface="宋体" panose="02010600030101010101" pitchFamily="2" charset="-122"/>
            </a:endParaRPr>
          </a:p>
        </p:txBody>
      </p:sp>
      <p:graphicFrame>
        <p:nvGraphicFramePr>
          <p:cNvPr id="202756" name="Object 4"/>
          <p:cNvGraphicFramePr>
            <a:graphicFrameLocks noChangeAspect="1"/>
          </p:cNvGraphicFramePr>
          <p:nvPr/>
        </p:nvGraphicFramePr>
        <p:xfrm>
          <a:off x="1209675" y="4486275"/>
          <a:ext cx="979488" cy="960438"/>
        </p:xfrm>
        <a:graphic>
          <a:graphicData uri="http://schemas.openxmlformats.org/presentationml/2006/ole">
            <mc:AlternateContent xmlns:mc="http://schemas.openxmlformats.org/markup-compatibility/2006">
              <mc:Choice xmlns:v="urn:schemas-microsoft-com:vml" Requires="v">
                <p:oleObj spid="_x0000_s3262" name="" r:id="rId3" imgW="12801600" imgH="10668000" progId="Equation.DSMT4">
                  <p:embed/>
                </p:oleObj>
              </mc:Choice>
              <mc:Fallback>
                <p:oleObj name="" r:id="rId3" imgW="12801600" imgH="10668000" progId="Equation.DSMT4">
                  <p:embed/>
                  <p:pic>
                    <p:nvPicPr>
                      <p:cNvPr id="0" name="图片 3261"/>
                      <p:cNvPicPr/>
                      <p:nvPr/>
                    </p:nvPicPr>
                    <p:blipFill>
                      <a:blip r:embed="rId4"/>
                      <a:stretch>
                        <a:fillRect/>
                      </a:stretch>
                    </p:blipFill>
                    <p:spPr>
                      <a:xfrm>
                        <a:off x="1209675" y="4486275"/>
                        <a:ext cx="979488" cy="960438"/>
                      </a:xfrm>
                      <a:prstGeom prst="rect">
                        <a:avLst/>
                      </a:prstGeom>
                      <a:noFill/>
                      <a:ln w="38100">
                        <a:noFill/>
                        <a:miter/>
                      </a:ln>
                    </p:spPr>
                  </p:pic>
                </p:oleObj>
              </mc:Fallback>
            </mc:AlternateContent>
          </a:graphicData>
        </a:graphic>
      </p:graphicFrame>
      <p:graphicFrame>
        <p:nvGraphicFramePr>
          <p:cNvPr id="202757" name="Object 5"/>
          <p:cNvGraphicFramePr>
            <a:graphicFrameLocks noChangeAspect="1"/>
          </p:cNvGraphicFramePr>
          <p:nvPr/>
        </p:nvGraphicFramePr>
        <p:xfrm>
          <a:off x="971550" y="2797175"/>
          <a:ext cx="1352550" cy="417513"/>
        </p:xfrm>
        <a:graphic>
          <a:graphicData uri="http://schemas.openxmlformats.org/presentationml/2006/ole">
            <mc:AlternateContent xmlns:mc="http://schemas.openxmlformats.org/markup-compatibility/2006">
              <mc:Choice xmlns:v="urn:schemas-microsoft-com:vml" Requires="v">
                <p:oleObj spid="_x0000_s3259" name="" r:id="rId5" imgW="570865" imgH="177800" progId="Equation.3">
                  <p:embed/>
                </p:oleObj>
              </mc:Choice>
              <mc:Fallback>
                <p:oleObj name="" r:id="rId5" imgW="570865" imgH="177800" progId="Equation.3">
                  <p:embed/>
                  <p:pic>
                    <p:nvPicPr>
                      <p:cNvPr id="0" name="图片 3258"/>
                      <p:cNvPicPr/>
                      <p:nvPr/>
                    </p:nvPicPr>
                    <p:blipFill>
                      <a:blip r:embed="rId6"/>
                      <a:stretch>
                        <a:fillRect/>
                      </a:stretch>
                    </p:blipFill>
                    <p:spPr>
                      <a:xfrm>
                        <a:off x="971550" y="2797175"/>
                        <a:ext cx="1352550" cy="417513"/>
                      </a:xfrm>
                      <a:prstGeom prst="rect">
                        <a:avLst/>
                      </a:prstGeom>
                      <a:noFill/>
                      <a:ln w="38100">
                        <a:noFill/>
                        <a:miter/>
                      </a:ln>
                    </p:spPr>
                  </p:pic>
                </p:oleObj>
              </mc:Fallback>
            </mc:AlternateContent>
          </a:graphicData>
        </a:graphic>
      </p:graphicFrame>
      <p:sp>
        <p:nvSpPr>
          <p:cNvPr id="202758" name="Text Box 6"/>
          <p:cNvSpPr txBox="1"/>
          <p:nvPr/>
        </p:nvSpPr>
        <p:spPr>
          <a:xfrm>
            <a:off x="539750" y="2278063"/>
            <a:ext cx="2447925" cy="457200"/>
          </a:xfrm>
          <a:prstGeom prst="rect">
            <a:avLst/>
          </a:prstGeom>
          <a:noFill/>
          <a:ln w="9525">
            <a:noFill/>
          </a:ln>
        </p:spPr>
        <p:txBody>
          <a:bodyPr anchor="ctr" anchorCtr="0">
            <a:spAutoFit/>
          </a:bodyPr>
          <a:p>
            <a:pPr algn="ctr"/>
            <a:r>
              <a:rPr lang="zh-CN" altLang="en-US" sz="2400" b="1" dirty="0">
                <a:solidFill>
                  <a:srgbClr val="FF3300"/>
                </a:solidFill>
                <a:latin typeface="Arial" panose="020B0604020202020204" pitchFamily="34" charset="0"/>
                <a:ea typeface="宋体" panose="02010600030101010101" pitchFamily="2" charset="-122"/>
              </a:rPr>
              <a:t>角位移很小</a:t>
            </a:r>
            <a:r>
              <a:rPr lang="zh-CN" altLang="en-US" sz="2400" b="1" dirty="0">
                <a:latin typeface="Times New Roman" panose="02020603050405020304" pitchFamily="18" charset="0"/>
                <a:ea typeface="宋体" panose="02010600030101010101" pitchFamily="2" charset="-122"/>
              </a:rPr>
              <a:t>时：</a:t>
            </a:r>
            <a:endParaRPr lang="zh-CN" altLang="en-US" sz="2400" b="1" dirty="0">
              <a:latin typeface="Times New Roman" panose="02020603050405020304" pitchFamily="18" charset="0"/>
              <a:ea typeface="宋体" panose="02010600030101010101" pitchFamily="2" charset="-122"/>
            </a:endParaRPr>
          </a:p>
        </p:txBody>
      </p:sp>
      <p:graphicFrame>
        <p:nvGraphicFramePr>
          <p:cNvPr id="202759" name="Object 7"/>
          <p:cNvGraphicFramePr>
            <a:graphicFrameLocks noChangeAspect="1"/>
          </p:cNvGraphicFramePr>
          <p:nvPr/>
        </p:nvGraphicFramePr>
        <p:xfrm>
          <a:off x="2335213" y="1273175"/>
          <a:ext cx="2924175" cy="1004888"/>
        </p:xfrm>
        <a:graphic>
          <a:graphicData uri="http://schemas.openxmlformats.org/presentationml/2006/ole">
            <mc:AlternateContent xmlns:mc="http://schemas.openxmlformats.org/markup-compatibility/2006">
              <mc:Choice xmlns:v="urn:schemas-microsoft-com:vml" Requires="v">
                <p:oleObj spid="_x0000_s3261" name="" r:id="rId7" imgW="29260800" imgH="10058400" progId="Equation.DSMT4">
                  <p:embed/>
                </p:oleObj>
              </mc:Choice>
              <mc:Fallback>
                <p:oleObj name="" r:id="rId7" imgW="29260800" imgH="10058400" progId="Equation.DSMT4">
                  <p:embed/>
                  <p:pic>
                    <p:nvPicPr>
                      <p:cNvPr id="0" name="图片 3260"/>
                      <p:cNvPicPr/>
                      <p:nvPr/>
                    </p:nvPicPr>
                    <p:blipFill>
                      <a:blip r:embed="rId8"/>
                      <a:stretch>
                        <a:fillRect/>
                      </a:stretch>
                    </p:blipFill>
                    <p:spPr>
                      <a:xfrm>
                        <a:off x="2335213" y="1273175"/>
                        <a:ext cx="2924175" cy="1004888"/>
                      </a:xfrm>
                      <a:prstGeom prst="rect">
                        <a:avLst/>
                      </a:prstGeom>
                      <a:noFill/>
                      <a:ln w="38100">
                        <a:noFill/>
                        <a:miter/>
                      </a:ln>
                    </p:spPr>
                  </p:pic>
                </p:oleObj>
              </mc:Fallback>
            </mc:AlternateContent>
          </a:graphicData>
        </a:graphic>
      </p:graphicFrame>
      <p:sp>
        <p:nvSpPr>
          <p:cNvPr id="48136" name="Line 8"/>
          <p:cNvSpPr/>
          <p:nvPr/>
        </p:nvSpPr>
        <p:spPr>
          <a:xfrm>
            <a:off x="7142163" y="792163"/>
            <a:ext cx="1587" cy="1755775"/>
          </a:xfrm>
          <a:prstGeom prst="line">
            <a:avLst/>
          </a:prstGeom>
          <a:ln w="41275" cap="flat" cmpd="sng">
            <a:solidFill>
              <a:schemeClr val="tx1"/>
            </a:solidFill>
            <a:prstDash val="sysDot"/>
            <a:round/>
            <a:headEnd type="none" w="med" len="med"/>
            <a:tailEnd type="none" w="med" len="med"/>
          </a:ln>
        </p:spPr>
      </p:sp>
      <p:sp>
        <p:nvSpPr>
          <p:cNvPr id="48137" name="Oval 9"/>
          <p:cNvSpPr/>
          <p:nvPr/>
        </p:nvSpPr>
        <p:spPr>
          <a:xfrm>
            <a:off x="7912100" y="2368550"/>
            <a:ext cx="144463" cy="101600"/>
          </a:xfrm>
          <a:prstGeom prst="ellipse">
            <a:avLst/>
          </a:prstGeom>
          <a:solidFill>
            <a:srgbClr val="800000"/>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8138" name="Line 10"/>
          <p:cNvSpPr/>
          <p:nvPr/>
        </p:nvSpPr>
        <p:spPr>
          <a:xfrm>
            <a:off x="7948613" y="2435225"/>
            <a:ext cx="1587" cy="849313"/>
          </a:xfrm>
          <a:prstGeom prst="line">
            <a:avLst/>
          </a:prstGeom>
          <a:ln w="9525" cap="flat" cmpd="sng">
            <a:solidFill>
              <a:srgbClr val="0000FF"/>
            </a:solidFill>
            <a:prstDash val="solid"/>
            <a:round/>
            <a:headEnd type="none" w="med" len="med"/>
            <a:tailEnd type="arrow" w="med" len="lg"/>
          </a:ln>
        </p:spPr>
      </p:sp>
      <p:sp>
        <p:nvSpPr>
          <p:cNvPr id="48139" name="Line 11"/>
          <p:cNvSpPr/>
          <p:nvPr/>
        </p:nvSpPr>
        <p:spPr>
          <a:xfrm flipH="1">
            <a:off x="7451725" y="2435225"/>
            <a:ext cx="496888" cy="274638"/>
          </a:xfrm>
          <a:prstGeom prst="line">
            <a:avLst/>
          </a:prstGeom>
          <a:ln w="9525" cap="flat" cmpd="sng">
            <a:solidFill>
              <a:srgbClr val="FF6600"/>
            </a:solidFill>
            <a:prstDash val="solid"/>
            <a:round/>
            <a:headEnd type="none" w="med" len="med"/>
            <a:tailEnd type="arrow" w="med" len="lg"/>
          </a:ln>
        </p:spPr>
      </p:sp>
      <p:graphicFrame>
        <p:nvGraphicFramePr>
          <p:cNvPr id="48140" name="Object 12"/>
          <p:cNvGraphicFramePr>
            <a:graphicFrameLocks noChangeAspect="1"/>
          </p:cNvGraphicFramePr>
          <p:nvPr/>
        </p:nvGraphicFramePr>
        <p:xfrm>
          <a:off x="7123113" y="1301750"/>
          <a:ext cx="341312" cy="339725"/>
        </p:xfrm>
        <a:graphic>
          <a:graphicData uri="http://schemas.openxmlformats.org/presentationml/2006/ole">
            <mc:AlternateContent xmlns:mc="http://schemas.openxmlformats.org/markup-compatibility/2006">
              <mc:Choice xmlns:v="urn:schemas-microsoft-com:vml" Requires="v">
                <p:oleObj spid="_x0000_s3263" name="" r:id="rId9" imgW="127000" imgH="177165" progId="Equation.3">
                  <p:embed/>
                </p:oleObj>
              </mc:Choice>
              <mc:Fallback>
                <p:oleObj name="" r:id="rId9" imgW="127000" imgH="177165" progId="Equation.3">
                  <p:embed/>
                  <p:pic>
                    <p:nvPicPr>
                      <p:cNvPr id="0" name="图片 3262"/>
                      <p:cNvPicPr/>
                      <p:nvPr/>
                    </p:nvPicPr>
                    <p:blipFill>
                      <a:blip r:embed="rId10"/>
                      <a:stretch>
                        <a:fillRect/>
                      </a:stretch>
                    </p:blipFill>
                    <p:spPr>
                      <a:xfrm>
                        <a:off x="7123113" y="1301750"/>
                        <a:ext cx="341312" cy="339725"/>
                      </a:xfrm>
                      <a:prstGeom prst="rect">
                        <a:avLst/>
                      </a:prstGeom>
                      <a:noFill/>
                      <a:ln w="38100">
                        <a:noFill/>
                        <a:miter/>
                      </a:ln>
                    </p:spPr>
                  </p:pic>
                </p:oleObj>
              </mc:Fallback>
            </mc:AlternateContent>
          </a:graphicData>
        </a:graphic>
      </p:graphicFrame>
      <p:graphicFrame>
        <p:nvGraphicFramePr>
          <p:cNvPr id="48141" name="Object 13"/>
          <p:cNvGraphicFramePr>
            <a:graphicFrameLocks noChangeAspect="1"/>
          </p:cNvGraphicFramePr>
          <p:nvPr/>
        </p:nvGraphicFramePr>
        <p:xfrm>
          <a:off x="7986713" y="3040063"/>
          <a:ext cx="688975" cy="390525"/>
        </p:xfrm>
        <a:graphic>
          <a:graphicData uri="http://schemas.openxmlformats.org/presentationml/2006/ole">
            <mc:AlternateContent xmlns:mc="http://schemas.openxmlformats.org/markup-compatibility/2006">
              <mc:Choice xmlns:v="urn:schemas-microsoft-com:vml" Requires="v">
                <p:oleObj spid="_x0000_s3260" name="" r:id="rId11" imgW="254000" imgH="203200" progId="Equation.3">
                  <p:embed/>
                </p:oleObj>
              </mc:Choice>
              <mc:Fallback>
                <p:oleObj name="" r:id="rId11" imgW="254000" imgH="203200" progId="Equation.3">
                  <p:embed/>
                  <p:pic>
                    <p:nvPicPr>
                      <p:cNvPr id="0" name="图片 3259"/>
                      <p:cNvPicPr/>
                      <p:nvPr/>
                    </p:nvPicPr>
                    <p:blipFill>
                      <a:blip r:embed="rId12"/>
                      <a:stretch>
                        <a:fillRect/>
                      </a:stretch>
                    </p:blipFill>
                    <p:spPr>
                      <a:xfrm>
                        <a:off x="7986713" y="3040063"/>
                        <a:ext cx="688975" cy="390525"/>
                      </a:xfrm>
                      <a:prstGeom prst="rect">
                        <a:avLst/>
                      </a:prstGeom>
                      <a:noFill/>
                      <a:ln w="38100">
                        <a:noFill/>
                        <a:miter/>
                      </a:ln>
                    </p:spPr>
                  </p:pic>
                </p:oleObj>
              </mc:Fallback>
            </mc:AlternateContent>
          </a:graphicData>
        </a:graphic>
      </p:graphicFrame>
      <p:graphicFrame>
        <p:nvGraphicFramePr>
          <p:cNvPr id="48142" name="Object 14"/>
          <p:cNvGraphicFramePr>
            <a:graphicFrameLocks noChangeAspect="1"/>
          </p:cNvGraphicFramePr>
          <p:nvPr/>
        </p:nvGraphicFramePr>
        <p:xfrm>
          <a:off x="7132638" y="2474913"/>
          <a:ext cx="515937" cy="465137"/>
        </p:xfrm>
        <a:graphic>
          <a:graphicData uri="http://schemas.openxmlformats.org/presentationml/2006/ole">
            <mc:AlternateContent xmlns:mc="http://schemas.openxmlformats.org/markup-compatibility/2006">
              <mc:Choice xmlns:v="urn:schemas-microsoft-com:vml" Requires="v">
                <p:oleObj spid="_x0000_s3264" name="" r:id="rId13" imgW="190500" imgH="241300" progId="Equation.3">
                  <p:embed/>
                </p:oleObj>
              </mc:Choice>
              <mc:Fallback>
                <p:oleObj name="" r:id="rId13" imgW="190500" imgH="241300" progId="Equation.3">
                  <p:embed/>
                  <p:pic>
                    <p:nvPicPr>
                      <p:cNvPr id="0" name="图片 3263"/>
                      <p:cNvPicPr/>
                      <p:nvPr/>
                    </p:nvPicPr>
                    <p:blipFill>
                      <a:blip r:embed="rId14"/>
                      <a:stretch>
                        <a:fillRect/>
                      </a:stretch>
                    </p:blipFill>
                    <p:spPr>
                      <a:xfrm>
                        <a:off x="7132638" y="2474913"/>
                        <a:ext cx="515937" cy="465137"/>
                      </a:xfrm>
                      <a:prstGeom prst="rect">
                        <a:avLst/>
                      </a:prstGeom>
                      <a:noFill/>
                      <a:ln w="38100">
                        <a:noFill/>
                        <a:miter/>
                      </a:ln>
                    </p:spPr>
                  </p:pic>
                </p:oleObj>
              </mc:Fallback>
            </mc:AlternateContent>
          </a:graphicData>
        </a:graphic>
      </p:graphicFrame>
      <p:grpSp>
        <p:nvGrpSpPr>
          <p:cNvPr id="48143" name="Group 15"/>
          <p:cNvGrpSpPr/>
          <p:nvPr/>
        </p:nvGrpSpPr>
        <p:grpSpPr>
          <a:xfrm>
            <a:off x="6443663" y="622300"/>
            <a:ext cx="1516062" cy="1755775"/>
            <a:chOff x="4042" y="288"/>
            <a:chExt cx="902" cy="1488"/>
          </a:xfrm>
        </p:grpSpPr>
        <p:sp>
          <p:nvSpPr>
            <p:cNvPr id="48144" name="Line 16"/>
            <p:cNvSpPr/>
            <p:nvPr/>
          </p:nvSpPr>
          <p:spPr>
            <a:xfrm>
              <a:off x="4458" y="432"/>
              <a:ext cx="486" cy="1344"/>
            </a:xfrm>
            <a:prstGeom prst="line">
              <a:avLst/>
            </a:prstGeom>
            <a:ln w="41275" cap="flat" cmpd="sng">
              <a:solidFill>
                <a:schemeClr val="tx1"/>
              </a:solidFill>
              <a:prstDash val="solid"/>
              <a:round/>
              <a:headEnd type="none" w="med" len="med"/>
              <a:tailEnd type="none" w="med" len="med"/>
            </a:ln>
          </p:spPr>
        </p:sp>
        <p:grpSp>
          <p:nvGrpSpPr>
            <p:cNvPr id="48145" name="Group 17"/>
            <p:cNvGrpSpPr/>
            <p:nvPr/>
          </p:nvGrpSpPr>
          <p:grpSpPr>
            <a:xfrm>
              <a:off x="4042" y="288"/>
              <a:ext cx="848" cy="144"/>
              <a:chOff x="4042" y="288"/>
              <a:chExt cx="848" cy="144"/>
            </a:xfrm>
          </p:grpSpPr>
          <p:sp>
            <p:nvSpPr>
              <p:cNvPr id="48146" name="Line 18"/>
              <p:cNvSpPr/>
              <p:nvPr/>
            </p:nvSpPr>
            <p:spPr>
              <a:xfrm>
                <a:off x="4042" y="432"/>
                <a:ext cx="848" cy="0"/>
              </a:xfrm>
              <a:prstGeom prst="line">
                <a:avLst/>
              </a:prstGeom>
              <a:ln w="79375" cap="flat" cmpd="sng">
                <a:solidFill>
                  <a:srgbClr val="808000"/>
                </a:solidFill>
                <a:prstDash val="solid"/>
                <a:round/>
                <a:headEnd type="none" w="med" len="med"/>
                <a:tailEnd type="none" w="med" len="med"/>
              </a:ln>
            </p:spPr>
          </p:sp>
          <p:sp>
            <p:nvSpPr>
              <p:cNvPr id="48147" name="Line 19"/>
              <p:cNvSpPr/>
              <p:nvPr/>
            </p:nvSpPr>
            <p:spPr>
              <a:xfrm flipH="1">
                <a:off x="4176" y="288"/>
                <a:ext cx="96" cy="144"/>
              </a:xfrm>
              <a:prstGeom prst="line">
                <a:avLst/>
              </a:prstGeom>
              <a:ln w="57150" cap="flat" cmpd="sng">
                <a:solidFill>
                  <a:srgbClr val="000000"/>
                </a:solidFill>
                <a:prstDash val="solid"/>
                <a:round/>
                <a:headEnd type="none" w="med" len="med"/>
                <a:tailEnd type="none" w="lg" len="lg"/>
              </a:ln>
            </p:spPr>
          </p:sp>
          <p:sp>
            <p:nvSpPr>
              <p:cNvPr id="48148" name="Line 20"/>
              <p:cNvSpPr/>
              <p:nvPr/>
            </p:nvSpPr>
            <p:spPr>
              <a:xfrm flipH="1">
                <a:off x="4272" y="288"/>
                <a:ext cx="96" cy="144"/>
              </a:xfrm>
              <a:prstGeom prst="line">
                <a:avLst/>
              </a:prstGeom>
              <a:ln w="57150" cap="flat" cmpd="sng">
                <a:solidFill>
                  <a:srgbClr val="000000"/>
                </a:solidFill>
                <a:prstDash val="solid"/>
                <a:round/>
                <a:headEnd type="none" w="med" len="med"/>
                <a:tailEnd type="none" w="lg" len="lg"/>
              </a:ln>
            </p:spPr>
          </p:sp>
          <p:sp>
            <p:nvSpPr>
              <p:cNvPr id="48149" name="Line 21"/>
              <p:cNvSpPr/>
              <p:nvPr/>
            </p:nvSpPr>
            <p:spPr>
              <a:xfrm flipH="1">
                <a:off x="4368" y="288"/>
                <a:ext cx="96" cy="144"/>
              </a:xfrm>
              <a:prstGeom prst="line">
                <a:avLst/>
              </a:prstGeom>
              <a:ln w="57150" cap="flat" cmpd="sng">
                <a:solidFill>
                  <a:srgbClr val="000000"/>
                </a:solidFill>
                <a:prstDash val="solid"/>
                <a:round/>
                <a:headEnd type="none" w="med" len="med"/>
                <a:tailEnd type="none" w="lg" len="lg"/>
              </a:ln>
            </p:spPr>
          </p:sp>
          <p:sp>
            <p:nvSpPr>
              <p:cNvPr id="48150" name="Line 22"/>
              <p:cNvSpPr/>
              <p:nvPr/>
            </p:nvSpPr>
            <p:spPr>
              <a:xfrm flipH="1">
                <a:off x="4464" y="288"/>
                <a:ext cx="96" cy="144"/>
              </a:xfrm>
              <a:prstGeom prst="line">
                <a:avLst/>
              </a:prstGeom>
              <a:ln w="57150" cap="flat" cmpd="sng">
                <a:solidFill>
                  <a:srgbClr val="000000"/>
                </a:solidFill>
                <a:prstDash val="solid"/>
                <a:round/>
                <a:headEnd type="none" w="med" len="med"/>
                <a:tailEnd type="none" w="lg" len="lg"/>
              </a:ln>
            </p:spPr>
          </p:sp>
          <p:sp>
            <p:nvSpPr>
              <p:cNvPr id="48151" name="Line 23"/>
              <p:cNvSpPr/>
              <p:nvPr/>
            </p:nvSpPr>
            <p:spPr>
              <a:xfrm flipH="1">
                <a:off x="4560" y="288"/>
                <a:ext cx="96" cy="144"/>
              </a:xfrm>
              <a:prstGeom prst="line">
                <a:avLst/>
              </a:prstGeom>
              <a:ln w="57150" cap="flat" cmpd="sng">
                <a:solidFill>
                  <a:srgbClr val="000000"/>
                </a:solidFill>
                <a:prstDash val="solid"/>
                <a:round/>
                <a:headEnd type="none" w="med" len="med"/>
                <a:tailEnd type="none" w="lg" len="lg"/>
              </a:ln>
            </p:spPr>
          </p:sp>
          <p:sp>
            <p:nvSpPr>
              <p:cNvPr id="48152" name="Line 24"/>
              <p:cNvSpPr/>
              <p:nvPr/>
            </p:nvSpPr>
            <p:spPr>
              <a:xfrm flipH="1">
                <a:off x="4656" y="288"/>
                <a:ext cx="96" cy="144"/>
              </a:xfrm>
              <a:prstGeom prst="line">
                <a:avLst/>
              </a:prstGeom>
              <a:ln w="57150" cap="flat" cmpd="sng">
                <a:solidFill>
                  <a:srgbClr val="000000"/>
                </a:solidFill>
                <a:prstDash val="solid"/>
                <a:round/>
                <a:headEnd type="none" w="med" len="med"/>
                <a:tailEnd type="none" w="lg" len="lg"/>
              </a:ln>
            </p:spPr>
          </p:sp>
          <p:sp>
            <p:nvSpPr>
              <p:cNvPr id="48153" name="Line 25"/>
              <p:cNvSpPr/>
              <p:nvPr/>
            </p:nvSpPr>
            <p:spPr>
              <a:xfrm flipH="1">
                <a:off x="4752" y="288"/>
                <a:ext cx="96" cy="144"/>
              </a:xfrm>
              <a:prstGeom prst="line">
                <a:avLst/>
              </a:prstGeom>
              <a:ln w="57150" cap="flat" cmpd="sng">
                <a:solidFill>
                  <a:srgbClr val="000000"/>
                </a:solidFill>
                <a:prstDash val="solid"/>
                <a:round/>
                <a:headEnd type="none" w="med" len="med"/>
                <a:tailEnd type="none" w="lg" len="lg"/>
              </a:ln>
            </p:spPr>
          </p:sp>
        </p:grpSp>
      </p:grpSp>
      <p:graphicFrame>
        <p:nvGraphicFramePr>
          <p:cNvPr id="202778" name="Object 26"/>
          <p:cNvGraphicFramePr>
            <a:graphicFrameLocks noChangeAspect="1"/>
          </p:cNvGraphicFramePr>
          <p:nvPr/>
        </p:nvGraphicFramePr>
        <p:xfrm>
          <a:off x="806450" y="5373688"/>
          <a:ext cx="2108200" cy="962025"/>
        </p:xfrm>
        <a:graphic>
          <a:graphicData uri="http://schemas.openxmlformats.org/presentationml/2006/ole">
            <mc:AlternateContent xmlns:mc="http://schemas.openxmlformats.org/markup-compatibility/2006">
              <mc:Choice xmlns:v="urn:schemas-microsoft-com:vml" Requires="v">
                <p:oleObj spid="_x0000_s3267" name="" r:id="rId15" imgW="24688800" imgH="11277600" progId="Equation.DSMT4">
                  <p:embed/>
                </p:oleObj>
              </mc:Choice>
              <mc:Fallback>
                <p:oleObj name="" r:id="rId15" imgW="24688800" imgH="11277600" progId="Equation.DSMT4">
                  <p:embed/>
                  <p:pic>
                    <p:nvPicPr>
                      <p:cNvPr id="0" name="图片 3266"/>
                      <p:cNvPicPr/>
                      <p:nvPr/>
                    </p:nvPicPr>
                    <p:blipFill>
                      <a:blip r:embed="rId16"/>
                      <a:stretch>
                        <a:fillRect/>
                      </a:stretch>
                    </p:blipFill>
                    <p:spPr>
                      <a:xfrm>
                        <a:off x="806450" y="5373688"/>
                        <a:ext cx="2108200" cy="962025"/>
                      </a:xfrm>
                      <a:prstGeom prst="rect">
                        <a:avLst/>
                      </a:prstGeom>
                      <a:noFill/>
                      <a:ln w="38100">
                        <a:noFill/>
                        <a:miter/>
                      </a:ln>
                    </p:spPr>
                  </p:pic>
                </p:oleObj>
              </mc:Fallback>
            </mc:AlternateContent>
          </a:graphicData>
        </a:graphic>
      </p:graphicFrame>
      <p:graphicFrame>
        <p:nvGraphicFramePr>
          <p:cNvPr id="202779" name="Object 27"/>
          <p:cNvGraphicFramePr>
            <a:graphicFrameLocks noChangeAspect="1"/>
          </p:cNvGraphicFramePr>
          <p:nvPr/>
        </p:nvGraphicFramePr>
        <p:xfrm>
          <a:off x="1476375" y="558800"/>
          <a:ext cx="2663825" cy="639763"/>
        </p:xfrm>
        <a:graphic>
          <a:graphicData uri="http://schemas.openxmlformats.org/presentationml/2006/ole">
            <mc:AlternateContent xmlns:mc="http://schemas.openxmlformats.org/markup-compatibility/2006">
              <mc:Choice xmlns:v="urn:schemas-microsoft-com:vml" Requires="v">
                <p:oleObj spid="_x0000_s3268" name="" r:id="rId17" imgW="951865" imgH="228600" progId="Equation.3">
                  <p:embed/>
                </p:oleObj>
              </mc:Choice>
              <mc:Fallback>
                <p:oleObj name="" r:id="rId17" imgW="951865" imgH="228600" progId="Equation.3">
                  <p:embed/>
                  <p:pic>
                    <p:nvPicPr>
                      <p:cNvPr id="0" name="图片 3267"/>
                      <p:cNvPicPr/>
                      <p:nvPr/>
                    </p:nvPicPr>
                    <p:blipFill>
                      <a:blip r:embed="rId18"/>
                      <a:stretch>
                        <a:fillRect/>
                      </a:stretch>
                    </p:blipFill>
                    <p:spPr>
                      <a:xfrm>
                        <a:off x="1476375" y="558800"/>
                        <a:ext cx="2663825" cy="639763"/>
                      </a:xfrm>
                      <a:prstGeom prst="rect">
                        <a:avLst/>
                      </a:prstGeom>
                      <a:noFill/>
                      <a:ln w="38100">
                        <a:noFill/>
                        <a:miter/>
                      </a:ln>
                    </p:spPr>
                  </p:pic>
                </p:oleObj>
              </mc:Fallback>
            </mc:AlternateContent>
          </a:graphicData>
        </a:graphic>
      </p:graphicFrame>
      <p:sp>
        <p:nvSpPr>
          <p:cNvPr id="48156" name="Rectangle 28"/>
          <p:cNvSpPr/>
          <p:nvPr/>
        </p:nvSpPr>
        <p:spPr>
          <a:xfrm>
            <a:off x="323850" y="534988"/>
            <a:ext cx="1524000" cy="522287"/>
          </a:xfrm>
          <a:prstGeom prst="rect">
            <a:avLst/>
          </a:prstGeom>
          <a:noFill/>
          <a:ln w="9525">
            <a:noFill/>
          </a:ln>
        </p:spPr>
        <p:txBody>
          <a:bodyPr anchor="t" anchorCtr="0">
            <a:spAutoFit/>
          </a:bodyPr>
          <a:p>
            <a:pPr eaLnBrk="0" hangingPunct="0"/>
            <a:r>
              <a:rPr lang="en-US" altLang="zh-CN" sz="2800" b="1" dirty="0">
                <a:solidFill>
                  <a:srgbClr val="0000FF"/>
                </a:solidFill>
                <a:latin typeface="Times New Roman" panose="02020603050405020304" pitchFamily="18" charset="0"/>
                <a:ea typeface="宋体" panose="02010600030101010101" pitchFamily="2" charset="-122"/>
              </a:rPr>
              <a:t> </a:t>
            </a:r>
            <a:r>
              <a:rPr lang="zh-CN" altLang="en-US" sz="2400" b="1" dirty="0">
                <a:solidFill>
                  <a:srgbClr val="0000FF"/>
                </a:solidFill>
                <a:latin typeface="Times New Roman" panose="02020603050405020304" pitchFamily="18" charset="0"/>
                <a:ea typeface="宋体" panose="02010600030101010101" pitchFamily="2" charset="-122"/>
              </a:rPr>
              <a:t>单摆</a:t>
            </a:r>
            <a:endParaRPr lang="zh-CN" altLang="en-US" sz="2400" b="1" dirty="0">
              <a:solidFill>
                <a:srgbClr val="0000FF"/>
              </a:solidFill>
              <a:latin typeface="Times New Roman" panose="02020603050405020304" pitchFamily="18" charset="0"/>
              <a:ea typeface="宋体" panose="02010600030101010101" pitchFamily="2" charset="-122"/>
            </a:endParaRPr>
          </a:p>
        </p:txBody>
      </p:sp>
      <p:graphicFrame>
        <p:nvGraphicFramePr>
          <p:cNvPr id="202781" name="Object 29"/>
          <p:cNvGraphicFramePr>
            <a:graphicFrameLocks noChangeAspect="1"/>
          </p:cNvGraphicFramePr>
          <p:nvPr/>
        </p:nvGraphicFramePr>
        <p:xfrm>
          <a:off x="4451350" y="4192588"/>
          <a:ext cx="2395538" cy="865187"/>
        </p:xfrm>
        <a:graphic>
          <a:graphicData uri="http://schemas.openxmlformats.org/presentationml/2006/ole">
            <mc:AlternateContent xmlns:mc="http://schemas.openxmlformats.org/markup-compatibility/2006">
              <mc:Choice xmlns:v="urn:schemas-microsoft-com:vml" Requires="v">
                <p:oleObj spid="_x0000_s3266" name="" r:id="rId19" imgW="1091565" imgH="393700" progId="Equation.DSMT4">
                  <p:embed/>
                </p:oleObj>
              </mc:Choice>
              <mc:Fallback>
                <p:oleObj name="" r:id="rId19" imgW="1091565" imgH="393700" progId="Equation.DSMT4">
                  <p:embed/>
                  <p:pic>
                    <p:nvPicPr>
                      <p:cNvPr id="0" name="图片 3265"/>
                      <p:cNvPicPr/>
                      <p:nvPr/>
                    </p:nvPicPr>
                    <p:blipFill>
                      <a:blip r:embed="rId20"/>
                      <a:stretch>
                        <a:fillRect/>
                      </a:stretch>
                    </p:blipFill>
                    <p:spPr>
                      <a:xfrm>
                        <a:off x="4451350" y="4192588"/>
                        <a:ext cx="2395538" cy="865187"/>
                      </a:xfrm>
                      <a:prstGeom prst="rect">
                        <a:avLst/>
                      </a:prstGeom>
                      <a:noFill/>
                      <a:ln w="38100">
                        <a:noFill/>
                        <a:miter/>
                      </a:ln>
                    </p:spPr>
                  </p:pic>
                </p:oleObj>
              </mc:Fallback>
            </mc:AlternateContent>
          </a:graphicData>
        </a:graphic>
      </p:graphicFrame>
      <p:graphicFrame>
        <p:nvGraphicFramePr>
          <p:cNvPr id="202782" name="Object 30"/>
          <p:cNvGraphicFramePr>
            <a:graphicFrameLocks noChangeAspect="1"/>
          </p:cNvGraphicFramePr>
          <p:nvPr/>
        </p:nvGraphicFramePr>
        <p:xfrm>
          <a:off x="4530725" y="5137150"/>
          <a:ext cx="1558925" cy="471488"/>
        </p:xfrm>
        <a:graphic>
          <a:graphicData uri="http://schemas.openxmlformats.org/presentationml/2006/ole">
            <mc:AlternateContent xmlns:mc="http://schemas.openxmlformats.org/markup-compatibility/2006">
              <mc:Choice xmlns:v="urn:schemas-microsoft-com:vml" Requires="v">
                <p:oleObj spid="_x0000_s3269" name="" r:id="rId21" imgW="711200" imgH="215900" progId="Equation.3">
                  <p:embed/>
                </p:oleObj>
              </mc:Choice>
              <mc:Fallback>
                <p:oleObj name="" r:id="rId21" imgW="711200" imgH="215900" progId="Equation.3">
                  <p:embed/>
                  <p:pic>
                    <p:nvPicPr>
                      <p:cNvPr id="0" name="图片 3268"/>
                      <p:cNvPicPr/>
                      <p:nvPr/>
                    </p:nvPicPr>
                    <p:blipFill>
                      <a:blip r:embed="rId22"/>
                      <a:stretch>
                        <a:fillRect/>
                      </a:stretch>
                    </p:blipFill>
                    <p:spPr>
                      <a:xfrm>
                        <a:off x="4530725" y="5137150"/>
                        <a:ext cx="1558925" cy="471488"/>
                      </a:xfrm>
                      <a:prstGeom prst="rect">
                        <a:avLst/>
                      </a:prstGeom>
                      <a:noFill/>
                      <a:ln w="38100">
                        <a:noFill/>
                        <a:miter/>
                      </a:ln>
                    </p:spPr>
                  </p:pic>
                </p:oleObj>
              </mc:Fallback>
            </mc:AlternateContent>
          </a:graphicData>
        </a:graphic>
      </p:graphicFrame>
      <p:sp>
        <p:nvSpPr>
          <p:cNvPr id="202783" name="Text Box 31"/>
          <p:cNvSpPr txBox="1"/>
          <p:nvPr/>
        </p:nvSpPr>
        <p:spPr>
          <a:xfrm>
            <a:off x="595313" y="3935413"/>
            <a:ext cx="4654550" cy="460375"/>
          </a:xfrm>
          <a:prstGeom prst="rect">
            <a:avLst/>
          </a:prstGeom>
          <a:noFill/>
          <a:ln w="9525">
            <a:noFill/>
          </a:ln>
        </p:spPr>
        <p:txBody>
          <a:bodyPr wrap="square" anchor="t" anchorCtr="0">
            <a:spAutoFit/>
          </a:bodyPr>
          <a:p>
            <a:r>
              <a:rPr lang="zh-CN" altLang="en-US" sz="2400" b="1" dirty="0">
                <a:latin typeface="Times New Roman" panose="02020603050405020304" pitchFamily="18" charset="0"/>
                <a:ea typeface="宋体" panose="02010600030101010101" pitchFamily="2" charset="-122"/>
              </a:rPr>
              <a:t>其圆频率</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振动的周期分别为：</a:t>
            </a:r>
            <a:endParaRPr lang="zh-CN" altLang="en-US" sz="2400" b="1" dirty="0">
              <a:latin typeface="Times New Roman" panose="02020603050405020304" pitchFamily="18" charset="0"/>
              <a:ea typeface="宋体" panose="02010600030101010101" pitchFamily="2" charset="-122"/>
            </a:endParaRPr>
          </a:p>
        </p:txBody>
      </p:sp>
      <p:grpSp>
        <p:nvGrpSpPr>
          <p:cNvPr id="202784" name="Group 32"/>
          <p:cNvGrpSpPr/>
          <p:nvPr/>
        </p:nvGrpSpPr>
        <p:grpSpPr>
          <a:xfrm>
            <a:off x="7164388" y="3430588"/>
            <a:ext cx="1522412" cy="2401887"/>
            <a:chOff x="4273" y="480"/>
            <a:chExt cx="959" cy="1513"/>
          </a:xfrm>
        </p:grpSpPr>
        <p:sp>
          <p:nvSpPr>
            <p:cNvPr id="48161" name="Line 33"/>
            <p:cNvSpPr/>
            <p:nvPr/>
          </p:nvSpPr>
          <p:spPr>
            <a:xfrm>
              <a:off x="4417" y="672"/>
              <a:ext cx="432" cy="384"/>
            </a:xfrm>
            <a:prstGeom prst="line">
              <a:avLst/>
            </a:prstGeom>
            <a:ln w="9525" cap="flat" cmpd="sng">
              <a:solidFill>
                <a:schemeClr val="tx1"/>
              </a:solidFill>
              <a:prstDash val="dash"/>
              <a:round/>
              <a:headEnd type="none" w="med" len="med"/>
              <a:tailEnd type="none" w="med" len="med"/>
            </a:ln>
          </p:spPr>
        </p:sp>
        <p:sp>
          <p:nvSpPr>
            <p:cNvPr id="48162" name="Oval 34"/>
            <p:cNvSpPr/>
            <p:nvPr/>
          </p:nvSpPr>
          <p:spPr>
            <a:xfrm>
              <a:off x="4801" y="1008"/>
              <a:ext cx="48" cy="4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8163" name="Text Box 35"/>
            <p:cNvSpPr txBox="1"/>
            <p:nvPr/>
          </p:nvSpPr>
          <p:spPr>
            <a:xfrm>
              <a:off x="4780" y="960"/>
              <a:ext cx="244" cy="288"/>
            </a:xfrm>
            <a:prstGeom prst="rect">
              <a:avLst/>
            </a:prstGeom>
            <a:noFill/>
            <a:ln w="9525">
              <a:noFill/>
            </a:ln>
          </p:spPr>
          <p:txBody>
            <a:bodyPr wrap="none" anchor="t" anchorCtr="0">
              <a:spAutoFit/>
            </a:bodyPr>
            <a:p>
              <a:pPr algn="ctr"/>
              <a:r>
                <a:rPr lang="en-US" altLang="zh-CN" sz="2400" dirty="0">
                  <a:solidFill>
                    <a:srgbClr val="FF0000"/>
                  </a:solidFill>
                  <a:latin typeface="Times New Roman" panose="02020603050405020304" pitchFamily="18" charset="0"/>
                  <a:ea typeface="宋体" panose="02010600030101010101" pitchFamily="2" charset="-122"/>
                </a:rPr>
                <a:t>C</a:t>
              </a:r>
              <a:endParaRPr lang="en-US" altLang="zh-CN" sz="2400" dirty="0">
                <a:solidFill>
                  <a:srgbClr val="FF0000"/>
                </a:solidFill>
                <a:latin typeface="Times New Roman" panose="02020603050405020304" pitchFamily="18" charset="0"/>
                <a:ea typeface="宋体" panose="02010600030101010101" pitchFamily="2" charset="-122"/>
              </a:endParaRPr>
            </a:p>
          </p:txBody>
        </p:sp>
        <p:grpSp>
          <p:nvGrpSpPr>
            <p:cNvPr id="48164" name="Group 36"/>
            <p:cNvGrpSpPr/>
            <p:nvPr/>
          </p:nvGrpSpPr>
          <p:grpSpPr>
            <a:xfrm>
              <a:off x="4417" y="768"/>
              <a:ext cx="203" cy="380"/>
              <a:chOff x="4080" y="768"/>
              <a:chExt cx="203" cy="380"/>
            </a:xfrm>
          </p:grpSpPr>
          <p:graphicFrame>
            <p:nvGraphicFramePr>
              <p:cNvPr id="48165" name="Object 37"/>
              <p:cNvGraphicFramePr>
                <a:graphicFrameLocks noChangeAspect="1"/>
              </p:cNvGraphicFramePr>
              <p:nvPr/>
            </p:nvGraphicFramePr>
            <p:xfrm>
              <a:off x="4080" y="864"/>
              <a:ext cx="203" cy="284"/>
            </p:xfrm>
            <a:graphic>
              <a:graphicData uri="http://schemas.openxmlformats.org/presentationml/2006/ole">
                <mc:AlternateContent xmlns:mc="http://schemas.openxmlformats.org/markup-compatibility/2006">
                  <mc:Choice xmlns:v="urn:schemas-microsoft-com:vml" Requires="v">
                    <p:oleObj spid="_x0000_s3270" name="" r:id="rId23" imgW="101600" imgH="139700" progId="Equation.3">
                      <p:embed/>
                    </p:oleObj>
                  </mc:Choice>
                  <mc:Fallback>
                    <p:oleObj name="" r:id="rId23" imgW="101600" imgH="139700" progId="Equation.3">
                      <p:embed/>
                      <p:pic>
                        <p:nvPicPr>
                          <p:cNvPr id="0" name="图片 3269"/>
                          <p:cNvPicPr/>
                          <p:nvPr/>
                        </p:nvPicPr>
                        <p:blipFill>
                          <a:blip r:embed="rId24"/>
                          <a:stretch>
                            <a:fillRect/>
                          </a:stretch>
                        </p:blipFill>
                        <p:spPr>
                          <a:xfrm>
                            <a:off x="4080" y="864"/>
                            <a:ext cx="203" cy="284"/>
                          </a:xfrm>
                          <a:prstGeom prst="rect">
                            <a:avLst/>
                          </a:prstGeom>
                          <a:noFill/>
                          <a:ln w="38100">
                            <a:noFill/>
                            <a:miter/>
                          </a:ln>
                        </p:spPr>
                      </p:pic>
                    </p:oleObj>
                  </mc:Fallback>
                </mc:AlternateContent>
              </a:graphicData>
            </a:graphic>
          </p:graphicFrame>
          <p:sp>
            <p:nvSpPr>
              <p:cNvPr id="48166" name="Arc 38"/>
              <p:cNvSpPr/>
              <p:nvPr/>
            </p:nvSpPr>
            <p:spPr>
              <a:xfrm flipV="1">
                <a:off x="4080" y="768"/>
                <a:ext cx="96" cy="48"/>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rgbClr val="FF0000"/>
                </a:solidFill>
                <a:prstDash val="solid"/>
                <a:round/>
                <a:headEnd type="none" w="med" len="med"/>
                <a:tailEnd type="none" w="med" len="med"/>
              </a:ln>
            </p:spPr>
            <p:txBody>
              <a:bodyPr/>
              <a:p>
                <a:endParaRPr lang="zh-CN" altLang="en-US"/>
              </a:p>
            </p:txBody>
          </p:sp>
        </p:grpSp>
        <p:grpSp>
          <p:nvGrpSpPr>
            <p:cNvPr id="48167" name="Group 39"/>
            <p:cNvGrpSpPr/>
            <p:nvPr/>
          </p:nvGrpSpPr>
          <p:grpSpPr>
            <a:xfrm>
              <a:off x="4273" y="480"/>
              <a:ext cx="959" cy="912"/>
              <a:chOff x="3888" y="480"/>
              <a:chExt cx="959" cy="912"/>
            </a:xfrm>
          </p:grpSpPr>
          <p:grpSp>
            <p:nvGrpSpPr>
              <p:cNvPr id="48168" name="Group 40"/>
              <p:cNvGrpSpPr/>
              <p:nvPr/>
            </p:nvGrpSpPr>
            <p:grpSpPr>
              <a:xfrm>
                <a:off x="3888" y="528"/>
                <a:ext cx="959" cy="864"/>
                <a:chOff x="3936" y="480"/>
                <a:chExt cx="960" cy="864"/>
              </a:xfrm>
            </p:grpSpPr>
            <p:sp>
              <p:nvSpPr>
                <p:cNvPr id="48169" name="Line 41"/>
                <p:cNvSpPr/>
                <p:nvPr/>
              </p:nvSpPr>
              <p:spPr>
                <a:xfrm>
                  <a:off x="3984" y="480"/>
                  <a:ext cx="912" cy="576"/>
                </a:xfrm>
                <a:prstGeom prst="line">
                  <a:avLst/>
                </a:prstGeom>
                <a:ln w="9525" cap="flat" cmpd="sng">
                  <a:solidFill>
                    <a:schemeClr val="tx1"/>
                  </a:solidFill>
                  <a:prstDash val="solid"/>
                  <a:round/>
                  <a:headEnd type="none" w="med" len="med"/>
                  <a:tailEnd type="none" w="med" len="med"/>
                </a:ln>
              </p:spPr>
            </p:sp>
            <p:sp>
              <p:nvSpPr>
                <p:cNvPr id="48170" name="Line 42"/>
                <p:cNvSpPr/>
                <p:nvPr/>
              </p:nvSpPr>
              <p:spPr>
                <a:xfrm>
                  <a:off x="3936" y="576"/>
                  <a:ext cx="720" cy="768"/>
                </a:xfrm>
                <a:prstGeom prst="line">
                  <a:avLst/>
                </a:prstGeom>
                <a:ln w="9525" cap="flat" cmpd="sng">
                  <a:solidFill>
                    <a:schemeClr val="tx1"/>
                  </a:solidFill>
                  <a:prstDash val="solid"/>
                  <a:round/>
                  <a:headEnd type="none" w="med" len="med"/>
                  <a:tailEnd type="none" w="med" len="med"/>
                </a:ln>
              </p:spPr>
            </p:sp>
            <p:sp>
              <p:nvSpPr>
                <p:cNvPr id="48171" name="Arc 43"/>
                <p:cNvSpPr/>
                <p:nvPr/>
              </p:nvSpPr>
              <p:spPr>
                <a:xfrm flipH="1">
                  <a:off x="3936" y="480"/>
                  <a:ext cx="48" cy="96"/>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8172" name="Arc 44"/>
                <p:cNvSpPr/>
                <p:nvPr/>
              </p:nvSpPr>
              <p:spPr>
                <a:xfrm flipV="1">
                  <a:off x="4656" y="1056"/>
                  <a:ext cx="240" cy="288"/>
                </a:xfrm>
                <a:custGeom>
                  <a:avLst/>
                  <a:gdLst/>
                  <a:ahLst/>
                  <a:cxnLst>
                    <a:cxn ang="0">
                      <a:pos x="0" y="0"/>
                    </a:cxn>
                    <a:cxn ang="0">
                      <a:pos x="3" y="4"/>
                    </a:cxn>
                    <a:cxn ang="0">
                      <a:pos x="0" y="4"/>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48173" name="Text Box 45"/>
              <p:cNvSpPr txBox="1"/>
              <p:nvPr/>
            </p:nvSpPr>
            <p:spPr>
              <a:xfrm>
                <a:off x="3888" y="480"/>
                <a:ext cx="250" cy="288"/>
              </a:xfrm>
              <a:prstGeom prst="rect">
                <a:avLst/>
              </a:prstGeom>
              <a:noFill/>
              <a:ln w="9525">
                <a:noFill/>
              </a:ln>
            </p:spPr>
            <p:txBody>
              <a:bodyPr anchor="t" anchorCtr="0">
                <a:spAutoFit/>
              </a:bodyPr>
              <a:p>
                <a:pPr algn="ctr"/>
                <a:r>
                  <a:rPr lang="en-US" altLang="zh-CN" sz="2400" dirty="0">
                    <a:latin typeface="Times New Roman" panose="02020603050405020304" pitchFamily="18" charset="0"/>
                    <a:ea typeface="宋体" panose="02010600030101010101" pitchFamily="2" charset="-122"/>
                  </a:rPr>
                  <a:t>o</a:t>
                </a:r>
                <a:endParaRPr lang="en-US" altLang="zh-CN" sz="2400" dirty="0">
                  <a:latin typeface="Times New Roman" panose="02020603050405020304" pitchFamily="18" charset="0"/>
                  <a:ea typeface="宋体" panose="02010600030101010101" pitchFamily="2" charset="-122"/>
                </a:endParaRPr>
              </a:p>
            </p:txBody>
          </p:sp>
        </p:grpSp>
        <p:sp>
          <p:nvSpPr>
            <p:cNvPr id="48174" name="Line 46"/>
            <p:cNvSpPr/>
            <p:nvPr/>
          </p:nvSpPr>
          <p:spPr>
            <a:xfrm>
              <a:off x="4417" y="672"/>
              <a:ext cx="0" cy="864"/>
            </a:xfrm>
            <a:prstGeom prst="line">
              <a:avLst/>
            </a:prstGeom>
            <a:ln w="9525" cap="flat" cmpd="sng">
              <a:solidFill>
                <a:schemeClr val="tx1"/>
              </a:solidFill>
              <a:prstDash val="dash"/>
              <a:round/>
              <a:headEnd type="none" w="med" len="med"/>
              <a:tailEnd type="none" w="med" len="med"/>
            </a:ln>
          </p:spPr>
        </p:sp>
        <p:sp>
          <p:nvSpPr>
            <p:cNvPr id="48175" name="Line 47"/>
            <p:cNvSpPr/>
            <p:nvPr/>
          </p:nvSpPr>
          <p:spPr>
            <a:xfrm>
              <a:off x="4801" y="1056"/>
              <a:ext cx="0" cy="624"/>
            </a:xfrm>
            <a:prstGeom prst="line">
              <a:avLst/>
            </a:prstGeom>
            <a:ln w="9525" cap="flat" cmpd="sng">
              <a:solidFill>
                <a:srgbClr val="000000"/>
              </a:solidFill>
              <a:prstDash val="solid"/>
              <a:round/>
              <a:headEnd type="none" w="med" len="med"/>
              <a:tailEnd type="triangle" w="lg" len="lg"/>
            </a:ln>
          </p:spPr>
        </p:sp>
        <p:graphicFrame>
          <p:nvGraphicFramePr>
            <p:cNvPr id="48176" name="Object 48"/>
            <p:cNvGraphicFramePr>
              <a:graphicFrameLocks noChangeAspect="1"/>
            </p:cNvGraphicFramePr>
            <p:nvPr/>
          </p:nvGraphicFramePr>
          <p:xfrm>
            <a:off x="4609" y="1680"/>
            <a:ext cx="440" cy="313"/>
          </p:xfrm>
          <a:graphic>
            <a:graphicData uri="http://schemas.openxmlformats.org/presentationml/2006/ole">
              <mc:AlternateContent xmlns:mc="http://schemas.openxmlformats.org/markup-compatibility/2006">
                <mc:Choice xmlns:v="urn:schemas-microsoft-com:vml" Requires="v">
                  <p:oleObj spid="_x0000_s3221" name="" r:id="rId25" imgW="177165" imgH="127000" progId="Equation.3">
                    <p:embed/>
                  </p:oleObj>
                </mc:Choice>
                <mc:Fallback>
                  <p:oleObj name="" r:id="rId25" imgW="177165" imgH="127000" progId="Equation.3">
                    <p:embed/>
                    <p:pic>
                      <p:nvPicPr>
                        <p:cNvPr id="0" name="图片 3220"/>
                        <p:cNvPicPr/>
                        <p:nvPr/>
                      </p:nvPicPr>
                      <p:blipFill>
                        <a:blip r:embed="rId26"/>
                        <a:stretch>
                          <a:fillRect/>
                        </a:stretch>
                      </p:blipFill>
                      <p:spPr>
                        <a:xfrm>
                          <a:off x="4609" y="1680"/>
                          <a:ext cx="440" cy="313"/>
                        </a:xfrm>
                        <a:prstGeom prst="rect">
                          <a:avLst/>
                        </a:prstGeom>
                        <a:noFill/>
                        <a:ln w="38100">
                          <a:noFill/>
                          <a:miter/>
                        </a:ln>
                      </p:spPr>
                    </p:pic>
                  </p:oleObj>
                </mc:Fallback>
              </mc:AlternateContent>
            </a:graphicData>
          </a:graphic>
        </p:graphicFrame>
        <p:graphicFrame>
          <p:nvGraphicFramePr>
            <p:cNvPr id="48177" name="Object 49"/>
            <p:cNvGraphicFramePr>
              <a:graphicFrameLocks noChangeAspect="1"/>
            </p:cNvGraphicFramePr>
            <p:nvPr/>
          </p:nvGraphicFramePr>
          <p:xfrm>
            <a:off x="4609" y="672"/>
            <a:ext cx="207" cy="244"/>
          </p:xfrm>
          <a:graphic>
            <a:graphicData uri="http://schemas.openxmlformats.org/presentationml/2006/ole">
              <mc:AlternateContent xmlns:mc="http://schemas.openxmlformats.org/markup-compatibility/2006">
                <mc:Choice xmlns:v="urn:schemas-microsoft-com:vml" Requires="v">
                  <p:oleObj spid="_x0000_s3224" name="" r:id="rId27" imgW="139700" imgH="165100" progId="Equation.3">
                    <p:embed/>
                  </p:oleObj>
                </mc:Choice>
                <mc:Fallback>
                  <p:oleObj name="" r:id="rId27" imgW="139700" imgH="165100" progId="Equation.3">
                    <p:embed/>
                    <p:pic>
                      <p:nvPicPr>
                        <p:cNvPr id="0" name="图片 3223"/>
                        <p:cNvPicPr/>
                        <p:nvPr/>
                      </p:nvPicPr>
                      <p:blipFill>
                        <a:blip r:embed="rId28"/>
                        <a:stretch>
                          <a:fillRect/>
                        </a:stretch>
                      </p:blipFill>
                      <p:spPr>
                        <a:xfrm>
                          <a:off x="4609" y="672"/>
                          <a:ext cx="207" cy="244"/>
                        </a:xfrm>
                        <a:prstGeom prst="rect">
                          <a:avLst/>
                        </a:prstGeom>
                        <a:noFill/>
                        <a:ln w="38100">
                          <a:noFill/>
                          <a:miter/>
                        </a:ln>
                      </p:spPr>
                    </p:pic>
                  </p:oleObj>
                </mc:Fallback>
              </mc:AlternateContent>
            </a:graphicData>
          </a:graphic>
        </p:graphicFrame>
      </p:grpSp>
      <p:sp>
        <p:nvSpPr>
          <p:cNvPr id="48178" name="Text Box 50"/>
          <p:cNvSpPr txBox="1"/>
          <p:nvPr/>
        </p:nvSpPr>
        <p:spPr>
          <a:xfrm>
            <a:off x="7524750" y="1270000"/>
            <a:ext cx="287338" cy="457200"/>
          </a:xfrm>
          <a:prstGeom prst="rect">
            <a:avLst/>
          </a:prstGeom>
          <a:noFill/>
          <a:ln w="9525">
            <a:noFill/>
          </a:ln>
        </p:spPr>
        <p:txBody>
          <a:bodyPr anchor="t" anchorCtr="0">
            <a:spAutoFit/>
          </a:bodyPr>
          <a:p>
            <a:pPr>
              <a:spcBef>
                <a:spcPct val="50000"/>
              </a:spcBef>
            </a:pPr>
            <a:r>
              <a:rPr lang="en-US" altLang="zh-CN" sz="2400" b="1" i="1" dirty="0">
                <a:latin typeface="Times New Roman" panose="02020603050405020304" pitchFamily="18" charset="0"/>
                <a:ea typeface="宋体" panose="02010600030101010101" pitchFamily="2" charset="-122"/>
              </a:rPr>
              <a:t>l</a:t>
            </a:r>
            <a:endParaRPr lang="en-US" altLang="zh-CN" sz="2400" b="1" i="1" dirty="0">
              <a:latin typeface="Times New Roman" panose="02020603050405020304" pitchFamily="18" charset="0"/>
              <a:ea typeface="宋体" panose="02010600030101010101" pitchFamily="2" charset="-122"/>
            </a:endParaRPr>
          </a:p>
        </p:txBody>
      </p:sp>
      <p:sp>
        <p:nvSpPr>
          <p:cNvPr id="48179" name="Line 51"/>
          <p:cNvSpPr/>
          <p:nvPr/>
        </p:nvSpPr>
        <p:spPr>
          <a:xfrm>
            <a:off x="7899400" y="2220913"/>
            <a:ext cx="358775" cy="792162"/>
          </a:xfrm>
          <a:prstGeom prst="line">
            <a:avLst/>
          </a:prstGeom>
          <a:ln w="15875" cap="flat" cmpd="sng">
            <a:solidFill>
              <a:schemeClr val="tx1"/>
            </a:solidFill>
            <a:prstDash val="dashDot"/>
            <a:round/>
            <a:headEnd type="none" w="med" len="med"/>
            <a:tailEnd type="none" w="med" len="med"/>
          </a:ln>
        </p:spPr>
      </p:sp>
      <p:graphicFrame>
        <p:nvGraphicFramePr>
          <p:cNvPr id="202804" name="Object 52"/>
          <p:cNvGraphicFramePr>
            <a:graphicFrameLocks noChangeAspect="1"/>
          </p:cNvGraphicFramePr>
          <p:nvPr/>
        </p:nvGraphicFramePr>
        <p:xfrm>
          <a:off x="4140200" y="577850"/>
          <a:ext cx="1976438" cy="547688"/>
        </p:xfrm>
        <a:graphic>
          <a:graphicData uri="http://schemas.openxmlformats.org/presentationml/2006/ole">
            <mc:AlternateContent xmlns:mc="http://schemas.openxmlformats.org/markup-compatibility/2006">
              <mc:Choice xmlns:v="urn:schemas-microsoft-com:vml" Requires="v">
                <p:oleObj spid="_x0000_s3222" name="" r:id="rId29" imgW="825500" imgH="228600" progId="Equation.3">
                  <p:embed/>
                </p:oleObj>
              </mc:Choice>
              <mc:Fallback>
                <p:oleObj name="" r:id="rId29" imgW="825500" imgH="228600" progId="Equation.3">
                  <p:embed/>
                  <p:pic>
                    <p:nvPicPr>
                      <p:cNvPr id="0" name="图片 3221"/>
                      <p:cNvPicPr/>
                      <p:nvPr/>
                    </p:nvPicPr>
                    <p:blipFill>
                      <a:blip r:embed="rId30"/>
                      <a:stretch>
                        <a:fillRect/>
                      </a:stretch>
                    </p:blipFill>
                    <p:spPr>
                      <a:xfrm>
                        <a:off x="4140200" y="577850"/>
                        <a:ext cx="1976438" cy="547688"/>
                      </a:xfrm>
                      <a:prstGeom prst="rect">
                        <a:avLst/>
                      </a:prstGeom>
                      <a:noFill/>
                      <a:ln w="38100">
                        <a:noFill/>
                        <a:miter/>
                      </a:ln>
                    </p:spPr>
                  </p:pic>
                </p:oleObj>
              </mc:Fallback>
            </mc:AlternateContent>
          </a:graphicData>
        </a:graphic>
      </p:graphicFrame>
      <p:graphicFrame>
        <p:nvGraphicFramePr>
          <p:cNvPr id="202805" name="Object 53"/>
          <p:cNvGraphicFramePr>
            <a:graphicFrameLocks noChangeAspect="1"/>
          </p:cNvGraphicFramePr>
          <p:nvPr/>
        </p:nvGraphicFramePr>
        <p:xfrm>
          <a:off x="4502150" y="5700713"/>
          <a:ext cx="1616075" cy="865187"/>
        </p:xfrm>
        <a:graphic>
          <a:graphicData uri="http://schemas.openxmlformats.org/presentationml/2006/ole">
            <mc:AlternateContent xmlns:mc="http://schemas.openxmlformats.org/markup-compatibility/2006">
              <mc:Choice xmlns:v="urn:schemas-microsoft-com:vml" Requires="v">
                <p:oleObj spid="_x0000_s3223" name="" r:id="rId31" imgW="735965" imgH="393700" progId="Equation.3">
                  <p:embed/>
                </p:oleObj>
              </mc:Choice>
              <mc:Fallback>
                <p:oleObj name="" r:id="rId31" imgW="735965" imgH="393700" progId="Equation.3">
                  <p:embed/>
                  <p:pic>
                    <p:nvPicPr>
                      <p:cNvPr id="0" name="图片 3222"/>
                      <p:cNvPicPr/>
                      <p:nvPr/>
                    </p:nvPicPr>
                    <p:blipFill>
                      <a:blip r:embed="rId32"/>
                      <a:stretch>
                        <a:fillRect/>
                      </a:stretch>
                    </p:blipFill>
                    <p:spPr>
                      <a:xfrm>
                        <a:off x="4502150" y="5700713"/>
                        <a:ext cx="1616075" cy="865187"/>
                      </a:xfrm>
                      <a:prstGeom prst="rect">
                        <a:avLst/>
                      </a:prstGeom>
                      <a:noFill/>
                      <a:ln w="38100">
                        <a:noFill/>
                        <a:miter/>
                      </a:ln>
                    </p:spPr>
                  </p:pic>
                </p:oleObj>
              </mc:Fallback>
            </mc:AlternateContent>
          </a:graphicData>
        </a:graphic>
      </p:graphicFrame>
      <p:sp>
        <p:nvSpPr>
          <p:cNvPr id="2" name="Text Box 34"/>
          <p:cNvSpPr txBox="1"/>
          <p:nvPr/>
        </p:nvSpPr>
        <p:spPr>
          <a:xfrm>
            <a:off x="6259513" y="5942013"/>
            <a:ext cx="2206625" cy="461962"/>
          </a:xfrm>
          <a:prstGeom prst="rect">
            <a:avLst/>
          </a:prstGeom>
          <a:noFill/>
          <a:ln w="25400">
            <a:noFill/>
          </a:ln>
        </p:spPr>
        <p:txBody>
          <a:bodyPr wrap="square" anchor="t" anchorCtr="0">
            <a:spAutoFit/>
          </a:bodyPr>
          <a:p>
            <a:pPr>
              <a:spcBef>
                <a:spcPct val="50000"/>
              </a:spcBef>
            </a:pPr>
            <a:r>
              <a:rPr lang="zh-CN" altLang="en-US" sz="2400" b="1" dirty="0">
                <a:solidFill>
                  <a:srgbClr val="0000FF"/>
                </a:solidFill>
                <a:latin typeface="Times New Roman" panose="02020603050405020304" pitchFamily="18" charset="0"/>
                <a:ea typeface="楷体_GB2312" pitchFamily="49" charset="-122"/>
              </a:rPr>
              <a:t>等值单摆长</a:t>
            </a:r>
            <a:r>
              <a:rPr lang="en-US" altLang="zh-CN" sz="2400" b="1" i="1" dirty="0">
                <a:solidFill>
                  <a:srgbClr val="0000FF"/>
                </a:solidFill>
                <a:latin typeface="Times New Roman" panose="02020603050405020304" pitchFamily="18" charset="0"/>
                <a:ea typeface="楷体_GB2312" pitchFamily="49" charset="-122"/>
              </a:rPr>
              <a:t>l</a:t>
            </a:r>
            <a:r>
              <a:rPr lang="en-US" altLang="zh-CN" sz="2400" b="1" dirty="0">
                <a:solidFill>
                  <a:srgbClr val="0000FF"/>
                </a:solidFill>
                <a:latin typeface="Times New Roman" panose="02020603050405020304" pitchFamily="18" charset="0"/>
                <a:ea typeface="楷体_GB2312" pitchFamily="49" charset="-122"/>
              </a:rPr>
              <a:t>=</a:t>
            </a:r>
            <a:r>
              <a:rPr lang="en-US" altLang="zh-CN" sz="2400" b="1" i="1" dirty="0">
                <a:solidFill>
                  <a:srgbClr val="0000FF"/>
                </a:solidFill>
                <a:latin typeface="Times New Roman" panose="02020603050405020304" pitchFamily="18" charset="0"/>
                <a:ea typeface="楷体_GB2312" pitchFamily="49" charset="-122"/>
              </a:rPr>
              <a:t>L</a:t>
            </a:r>
            <a:endParaRPr lang="en-US" altLang="zh-CN" sz="2400" b="1" i="1" dirty="0">
              <a:solidFill>
                <a:srgbClr val="0000FF"/>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2779"/>
                                        </p:tgtEl>
                                        <p:attrNameLst>
                                          <p:attrName>style.visibility</p:attrName>
                                        </p:attrNameLst>
                                      </p:cBhvr>
                                      <p:to>
                                        <p:strVal val="visible"/>
                                      </p:to>
                                    </p:set>
                                    <p:animEffect transition="in" filter="wipe(left)">
                                      <p:cBhvr>
                                        <p:cTn id="7" dur="500"/>
                                        <p:tgtEl>
                                          <p:spTgt spid="20277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02804"/>
                                        </p:tgtEl>
                                        <p:attrNameLst>
                                          <p:attrName>style.visibility</p:attrName>
                                        </p:attrNameLst>
                                      </p:cBhvr>
                                      <p:to>
                                        <p:strVal val="visible"/>
                                      </p:to>
                                    </p:set>
                                    <p:animEffect transition="in" filter="wipe(left)">
                                      <p:cBhvr>
                                        <p:cTn id="11" dur="500"/>
                                        <p:tgtEl>
                                          <p:spTgt spid="20280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02759"/>
                                        </p:tgtEl>
                                        <p:attrNameLst>
                                          <p:attrName>style.visibility</p:attrName>
                                        </p:attrNameLst>
                                      </p:cBhvr>
                                      <p:to>
                                        <p:strVal val="visible"/>
                                      </p:to>
                                    </p:set>
                                    <p:animEffect transition="in" filter="wipe(left)">
                                      <p:cBhvr>
                                        <p:cTn id="16" dur="500"/>
                                        <p:tgtEl>
                                          <p:spTgt spid="20275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2758"/>
                                        </p:tgtEl>
                                        <p:attrNameLst>
                                          <p:attrName>style.visibility</p:attrName>
                                        </p:attrNameLst>
                                      </p:cBhvr>
                                      <p:to>
                                        <p:strVal val="visible"/>
                                      </p:to>
                                    </p:set>
                                    <p:animEffect transition="in" filter="wipe(left)">
                                      <p:cBhvr>
                                        <p:cTn id="21" dur="500"/>
                                        <p:tgtEl>
                                          <p:spTgt spid="202758"/>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202757"/>
                                        </p:tgtEl>
                                        <p:attrNameLst>
                                          <p:attrName>style.visibility</p:attrName>
                                        </p:attrNameLst>
                                      </p:cBhvr>
                                      <p:to>
                                        <p:strVal val="visible"/>
                                      </p:to>
                                    </p:set>
                                    <p:animEffect transition="in" filter="wipe(left)">
                                      <p:cBhvr>
                                        <p:cTn id="25" dur="500"/>
                                        <p:tgtEl>
                                          <p:spTgt spid="20275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02754"/>
                                        </p:tgtEl>
                                        <p:attrNameLst>
                                          <p:attrName>style.visibility</p:attrName>
                                        </p:attrNameLst>
                                      </p:cBhvr>
                                      <p:to>
                                        <p:strVal val="visible"/>
                                      </p:to>
                                    </p:set>
                                    <p:animEffect transition="in" filter="wipe(left)">
                                      <p:cBhvr>
                                        <p:cTn id="30" dur="500"/>
                                        <p:tgtEl>
                                          <p:spTgt spid="202754"/>
                                        </p:tgtEl>
                                      </p:cBhvr>
                                    </p:animEffect>
                                  </p:childTnLst>
                                </p:cTn>
                              </p:par>
                            </p:childTnLst>
                          </p:cTn>
                        </p:par>
                        <p:par>
                          <p:cTn id="31" fill="hold">
                            <p:stCondLst>
                              <p:cond delay="500"/>
                            </p:stCondLst>
                            <p:childTnLst>
                              <p:par>
                                <p:cTn id="32" presetID="22" presetClass="entr" presetSubtype="8" fill="hold" grpId="0" nodeType="afterEffect">
                                  <p:stCondLst>
                                    <p:cond delay="0"/>
                                  </p:stCondLst>
                                  <p:iterate type="wd">
                                    <p:tmPct val="100000"/>
                                  </p:iterate>
                                  <p:childTnLst>
                                    <p:set>
                                      <p:cBhvr>
                                        <p:cTn id="33" dur="500" fill="hold">
                                          <p:stCondLst>
                                            <p:cond delay="0"/>
                                          </p:stCondLst>
                                        </p:cTn>
                                        <p:tgtEl>
                                          <p:spTgt spid="202755"/>
                                        </p:tgtEl>
                                        <p:attrNameLst>
                                          <p:attrName>style.visibility</p:attrName>
                                        </p:attrNameLst>
                                      </p:cBhvr>
                                      <p:to>
                                        <p:strVal val="visible"/>
                                      </p:to>
                                    </p:set>
                                    <p:animEffect transition="in" filter="wipe(left)">
                                      <p:cBhvr>
                                        <p:cTn id="34" dur="500"/>
                                        <p:tgtEl>
                                          <p:spTgt spid="20275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iterate type="wd">
                                    <p:tmPct val="100000"/>
                                  </p:iterate>
                                  <p:childTnLst>
                                    <p:set>
                                      <p:cBhvr>
                                        <p:cTn id="38" dur="500" fill="hold">
                                          <p:stCondLst>
                                            <p:cond delay="0"/>
                                          </p:stCondLst>
                                        </p:cTn>
                                        <p:tgtEl>
                                          <p:spTgt spid="202783"/>
                                        </p:tgtEl>
                                        <p:attrNameLst>
                                          <p:attrName>style.visibility</p:attrName>
                                        </p:attrNameLst>
                                      </p:cBhvr>
                                      <p:to>
                                        <p:strVal val="visible"/>
                                      </p:to>
                                    </p:set>
                                    <p:animEffect transition="in" filter="wipe(left)">
                                      <p:cBhvr>
                                        <p:cTn id="39" dur="500"/>
                                        <p:tgtEl>
                                          <p:spTgt spid="202783"/>
                                        </p:tgtEl>
                                      </p:cBhvr>
                                    </p:animEffect>
                                  </p:childTnLst>
                                </p:cTn>
                              </p:par>
                            </p:childTnLst>
                          </p:cTn>
                        </p:par>
                        <p:par>
                          <p:cTn id="40" fill="hold">
                            <p:stCondLst>
                              <p:cond delay="7000"/>
                            </p:stCondLst>
                            <p:childTnLst>
                              <p:par>
                                <p:cTn id="41" presetID="22" presetClass="entr" presetSubtype="8" fill="hold" nodeType="afterEffect">
                                  <p:stCondLst>
                                    <p:cond delay="0"/>
                                  </p:stCondLst>
                                  <p:childTnLst>
                                    <p:set>
                                      <p:cBhvr>
                                        <p:cTn id="42" dur="1" fill="hold">
                                          <p:stCondLst>
                                            <p:cond delay="0"/>
                                          </p:stCondLst>
                                        </p:cTn>
                                        <p:tgtEl>
                                          <p:spTgt spid="202756"/>
                                        </p:tgtEl>
                                        <p:attrNameLst>
                                          <p:attrName>style.visibility</p:attrName>
                                        </p:attrNameLst>
                                      </p:cBhvr>
                                      <p:to>
                                        <p:strVal val="visible"/>
                                      </p:to>
                                    </p:set>
                                    <p:animEffect transition="in" filter="wipe(left)">
                                      <p:cBhvr>
                                        <p:cTn id="43" dur="500"/>
                                        <p:tgtEl>
                                          <p:spTgt spid="202756"/>
                                        </p:tgtEl>
                                      </p:cBhvr>
                                    </p:animEffect>
                                  </p:childTnLst>
                                </p:cTn>
                              </p:par>
                            </p:childTnLst>
                          </p:cTn>
                        </p:par>
                        <p:par>
                          <p:cTn id="44" fill="hold">
                            <p:stCondLst>
                              <p:cond delay="7500"/>
                            </p:stCondLst>
                            <p:childTnLst>
                              <p:par>
                                <p:cTn id="45" presetID="22" presetClass="entr" presetSubtype="8" fill="hold" nodeType="afterEffect">
                                  <p:stCondLst>
                                    <p:cond delay="0"/>
                                  </p:stCondLst>
                                  <p:childTnLst>
                                    <p:set>
                                      <p:cBhvr>
                                        <p:cTn id="46" dur="1" fill="hold">
                                          <p:stCondLst>
                                            <p:cond delay="0"/>
                                          </p:stCondLst>
                                        </p:cTn>
                                        <p:tgtEl>
                                          <p:spTgt spid="202778"/>
                                        </p:tgtEl>
                                        <p:attrNameLst>
                                          <p:attrName>style.visibility</p:attrName>
                                        </p:attrNameLst>
                                      </p:cBhvr>
                                      <p:to>
                                        <p:strVal val="visible"/>
                                      </p:to>
                                    </p:set>
                                    <p:animEffect transition="in" filter="wipe(left)">
                                      <p:cBhvr>
                                        <p:cTn id="47" dur="500"/>
                                        <p:tgtEl>
                                          <p:spTgt spid="20277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2781"/>
                                        </p:tgtEl>
                                        <p:attrNameLst>
                                          <p:attrName>style.visibility</p:attrName>
                                        </p:attrNameLst>
                                      </p:cBhvr>
                                      <p:to>
                                        <p:strVal val="visible"/>
                                      </p:to>
                                    </p:set>
                                    <p:animEffect transition="in" filter="wipe(left)">
                                      <p:cBhvr>
                                        <p:cTn id="52" dur="500"/>
                                        <p:tgtEl>
                                          <p:spTgt spid="202781"/>
                                        </p:tgtEl>
                                      </p:cBhvr>
                                    </p:animEffect>
                                  </p:childTnLst>
                                </p:cTn>
                              </p:par>
                            </p:childTnLst>
                          </p:cTn>
                        </p:par>
                        <p:par>
                          <p:cTn id="53" fill="hold">
                            <p:stCondLst>
                              <p:cond delay="500"/>
                            </p:stCondLst>
                            <p:childTnLst>
                              <p:par>
                                <p:cTn id="54" presetID="22" presetClass="entr" presetSubtype="4" fill="hold" nodeType="afterEffect">
                                  <p:stCondLst>
                                    <p:cond delay="0"/>
                                  </p:stCondLst>
                                  <p:childTnLst>
                                    <p:set>
                                      <p:cBhvr>
                                        <p:cTn id="55" dur="1" fill="hold">
                                          <p:stCondLst>
                                            <p:cond delay="0"/>
                                          </p:stCondLst>
                                        </p:cTn>
                                        <p:tgtEl>
                                          <p:spTgt spid="202784"/>
                                        </p:tgtEl>
                                        <p:attrNameLst>
                                          <p:attrName>style.visibility</p:attrName>
                                        </p:attrNameLst>
                                      </p:cBhvr>
                                      <p:to>
                                        <p:strVal val="visible"/>
                                      </p:to>
                                    </p:set>
                                    <p:animEffect transition="in" filter="wipe(down)">
                                      <p:cBhvr>
                                        <p:cTn id="56" dur="500"/>
                                        <p:tgtEl>
                                          <p:spTgt spid="20278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02782"/>
                                        </p:tgtEl>
                                        <p:attrNameLst>
                                          <p:attrName>style.visibility</p:attrName>
                                        </p:attrNameLst>
                                      </p:cBhvr>
                                      <p:to>
                                        <p:strVal val="visible"/>
                                      </p:to>
                                    </p:set>
                                    <p:animEffect transition="in" filter="wipe(left)">
                                      <p:cBhvr>
                                        <p:cTn id="61" dur="500"/>
                                        <p:tgtEl>
                                          <p:spTgt spid="202782"/>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202805"/>
                                        </p:tgtEl>
                                        <p:attrNameLst>
                                          <p:attrName>style.visibility</p:attrName>
                                        </p:attrNameLst>
                                      </p:cBhvr>
                                      <p:to>
                                        <p:strVal val="visible"/>
                                      </p:to>
                                    </p:set>
                                    <p:animEffect transition="in" filter="wipe(left)">
                                      <p:cBhvr>
                                        <p:cTn id="65" dur="500"/>
                                        <p:tgtEl>
                                          <p:spTgt spid="202805"/>
                                        </p:tgtEl>
                                      </p:cBhvr>
                                    </p:animEffect>
                                  </p:childTnLst>
                                </p:cTn>
                              </p:par>
                            </p:childTnLst>
                          </p:cTn>
                        </p:par>
                        <p:par>
                          <p:cTn id="66" fill="hold">
                            <p:stCondLst>
                              <p:cond delay="1000"/>
                            </p:stCondLst>
                            <p:childTnLst>
                              <p:par>
                                <p:cTn id="67" presetID="3" presetClass="entr" presetSubtype="10" fill="hold" grpId="0" nodeType="after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blinds(horizontal)">
                                      <p:cBhvr>
                                        <p:cTn id="6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ldLvl="0" animBg="1"/>
      <p:bldP spid="202758" grpId="0"/>
      <p:bldP spid="202783"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9153" name="Object 5"/>
          <p:cNvGraphicFramePr>
            <a:graphicFrameLocks noChangeAspect="1"/>
          </p:cNvGraphicFramePr>
          <p:nvPr/>
        </p:nvGraphicFramePr>
        <p:xfrm>
          <a:off x="5627688" y="1062038"/>
          <a:ext cx="1539875" cy="560387"/>
        </p:xfrm>
        <a:graphic>
          <a:graphicData uri="http://schemas.openxmlformats.org/presentationml/2006/ole">
            <mc:AlternateContent xmlns:mc="http://schemas.openxmlformats.org/markup-compatibility/2006">
              <mc:Choice xmlns:v="urn:schemas-microsoft-com:vml" Requires="v">
                <p:oleObj spid="_x0000_s3228" name="" r:id="rId1" imgW="622300" imgH="228600" progId="Equation.3">
                  <p:embed/>
                </p:oleObj>
              </mc:Choice>
              <mc:Fallback>
                <p:oleObj name="" r:id="rId1" imgW="622300" imgH="228600" progId="Equation.3">
                  <p:embed/>
                  <p:pic>
                    <p:nvPicPr>
                      <p:cNvPr id="0" name="图片 3227"/>
                      <p:cNvPicPr/>
                      <p:nvPr/>
                    </p:nvPicPr>
                    <p:blipFill>
                      <a:blip r:embed="rId2"/>
                      <a:stretch>
                        <a:fillRect/>
                      </a:stretch>
                    </p:blipFill>
                    <p:spPr>
                      <a:xfrm>
                        <a:off x="5627688" y="1062038"/>
                        <a:ext cx="1539875" cy="560387"/>
                      </a:xfrm>
                      <a:prstGeom prst="rect">
                        <a:avLst/>
                      </a:prstGeom>
                      <a:noFill/>
                      <a:ln w="38100">
                        <a:noFill/>
                        <a:miter/>
                      </a:ln>
                    </p:spPr>
                  </p:pic>
                </p:oleObj>
              </mc:Fallback>
            </mc:AlternateContent>
          </a:graphicData>
        </a:graphic>
      </p:graphicFrame>
      <p:graphicFrame>
        <p:nvGraphicFramePr>
          <p:cNvPr id="49154" name="Object 8"/>
          <p:cNvGraphicFramePr>
            <a:graphicFrameLocks noChangeAspect="1"/>
          </p:cNvGraphicFramePr>
          <p:nvPr/>
        </p:nvGraphicFramePr>
        <p:xfrm>
          <a:off x="1862138" y="436563"/>
          <a:ext cx="2484437" cy="509587"/>
        </p:xfrm>
        <a:graphic>
          <a:graphicData uri="http://schemas.openxmlformats.org/presentationml/2006/ole">
            <mc:AlternateContent xmlns:mc="http://schemas.openxmlformats.org/markup-compatibility/2006">
              <mc:Choice xmlns:v="urn:schemas-microsoft-com:vml" Requires="v">
                <p:oleObj spid="_x0000_s3220" name="" r:id="rId3" imgW="940435" imgH="186690" progId="Equation.3">
                  <p:embed/>
                </p:oleObj>
              </mc:Choice>
              <mc:Fallback>
                <p:oleObj name="" r:id="rId3" imgW="940435" imgH="186690" progId="Equation.3">
                  <p:embed/>
                  <p:pic>
                    <p:nvPicPr>
                      <p:cNvPr id="0" name="图片 3219"/>
                      <p:cNvPicPr/>
                      <p:nvPr/>
                    </p:nvPicPr>
                    <p:blipFill>
                      <a:blip r:embed="rId4">
                        <a:clrChange>
                          <a:clrFrom>
                            <a:srgbClr val="000000"/>
                          </a:clrFrom>
                          <a:clrTo>
                            <a:srgbClr val="000000">
                              <a:alpha val="0"/>
                            </a:srgbClr>
                          </a:clrTo>
                        </a:clrChange>
                      </a:blip>
                      <a:stretch>
                        <a:fillRect/>
                      </a:stretch>
                    </p:blipFill>
                    <p:spPr>
                      <a:xfrm>
                        <a:off x="1862138" y="436563"/>
                        <a:ext cx="2484437" cy="509587"/>
                      </a:xfrm>
                      <a:prstGeom prst="rect">
                        <a:avLst/>
                      </a:prstGeom>
                      <a:noFill/>
                      <a:ln w="19050" cap="flat" cmpd="sng">
                        <a:solidFill>
                          <a:srgbClr val="FF0000"/>
                        </a:solidFill>
                        <a:prstDash val="solid"/>
                        <a:miter/>
                        <a:headEnd type="none" w="med" len="med"/>
                        <a:tailEnd type="none" w="med" len="med"/>
                      </a:ln>
                    </p:spPr>
                  </p:pic>
                </p:oleObj>
              </mc:Fallback>
            </mc:AlternateContent>
          </a:graphicData>
        </a:graphic>
      </p:graphicFrame>
      <p:sp>
        <p:nvSpPr>
          <p:cNvPr id="184339" name="Text Box 19"/>
          <p:cNvSpPr txBox="1"/>
          <p:nvPr/>
        </p:nvSpPr>
        <p:spPr>
          <a:xfrm>
            <a:off x="641350" y="1857375"/>
            <a:ext cx="641350" cy="460375"/>
          </a:xfrm>
          <a:prstGeom prst="rect">
            <a:avLst/>
          </a:prstGeom>
          <a:noFill/>
          <a:ln w="9525">
            <a:noFill/>
          </a:ln>
        </p:spPr>
        <p:txBody>
          <a:bodyPr wrap="none" anchor="t" anchorCtr="0">
            <a:spAutoFit/>
          </a:bodyPr>
          <a:p>
            <a:pPr algn="ctr"/>
            <a:r>
              <a:rPr lang="zh-CN" altLang="en-US" sz="2400" dirty="0">
                <a:latin typeface="微软雅黑" panose="020B0503020204020204" charset="-122"/>
                <a:ea typeface="微软雅黑" panose="020B0503020204020204" charset="-122"/>
              </a:rPr>
              <a:t>1：</a:t>
            </a:r>
            <a:endParaRPr lang="zh-CN" altLang="en-US" sz="2400" b="1" dirty="0">
              <a:solidFill>
                <a:schemeClr val="tx2"/>
              </a:solidFill>
              <a:latin typeface="Times New Roman" panose="02020603050405020304" pitchFamily="18" charset="0"/>
              <a:ea typeface="宋体" panose="02010600030101010101" pitchFamily="2" charset="-122"/>
            </a:endParaRPr>
          </a:p>
        </p:txBody>
      </p:sp>
      <p:graphicFrame>
        <p:nvGraphicFramePr>
          <p:cNvPr id="184340" name="Object 20"/>
          <p:cNvGraphicFramePr>
            <a:graphicFrameLocks noChangeAspect="1"/>
          </p:cNvGraphicFramePr>
          <p:nvPr/>
        </p:nvGraphicFramePr>
        <p:xfrm>
          <a:off x="1177925" y="1851025"/>
          <a:ext cx="430213" cy="485775"/>
        </p:xfrm>
        <a:graphic>
          <a:graphicData uri="http://schemas.openxmlformats.org/presentationml/2006/ole">
            <mc:AlternateContent xmlns:mc="http://schemas.openxmlformats.org/markup-compatibility/2006">
              <mc:Choice xmlns:v="urn:schemas-microsoft-com:vml" Requires="v">
                <p:oleObj spid="_x0000_s3225" name="" r:id="rId5" imgW="127000" imgH="114300" progId="Equation.3">
                  <p:embed/>
                </p:oleObj>
              </mc:Choice>
              <mc:Fallback>
                <p:oleObj name="" r:id="rId5" imgW="127000" imgH="114300" progId="Equation.3">
                  <p:embed/>
                  <p:pic>
                    <p:nvPicPr>
                      <p:cNvPr id="0" name="图片 3224"/>
                      <p:cNvPicPr/>
                      <p:nvPr/>
                    </p:nvPicPr>
                    <p:blipFill>
                      <a:blip r:embed="rId6"/>
                      <a:stretch>
                        <a:fillRect/>
                      </a:stretch>
                    </p:blipFill>
                    <p:spPr>
                      <a:xfrm>
                        <a:off x="1177925" y="1851025"/>
                        <a:ext cx="430213" cy="485775"/>
                      </a:xfrm>
                      <a:prstGeom prst="rect">
                        <a:avLst/>
                      </a:prstGeom>
                      <a:noFill/>
                      <a:ln w="38100">
                        <a:noFill/>
                        <a:miter/>
                      </a:ln>
                    </p:spPr>
                  </p:pic>
                </p:oleObj>
              </mc:Fallback>
            </mc:AlternateContent>
          </a:graphicData>
        </a:graphic>
      </p:graphicFrame>
      <p:graphicFrame>
        <p:nvGraphicFramePr>
          <p:cNvPr id="184341" name="Object 21"/>
          <p:cNvGraphicFramePr>
            <a:graphicFrameLocks noChangeAspect="1"/>
          </p:cNvGraphicFramePr>
          <p:nvPr/>
        </p:nvGraphicFramePr>
        <p:xfrm>
          <a:off x="1981200" y="2344738"/>
          <a:ext cx="1295400" cy="849312"/>
        </p:xfrm>
        <a:graphic>
          <a:graphicData uri="http://schemas.openxmlformats.org/presentationml/2006/ole">
            <mc:AlternateContent xmlns:mc="http://schemas.openxmlformats.org/markup-compatibility/2006">
              <mc:Choice xmlns:v="urn:schemas-microsoft-com:vml" Requires="v">
                <p:oleObj spid="_x0000_s3226" name="" r:id="rId7" imgW="596900" imgH="444500" progId="Equation.DSMT4">
                  <p:embed/>
                </p:oleObj>
              </mc:Choice>
              <mc:Fallback>
                <p:oleObj name="" r:id="rId7" imgW="596900" imgH="444500" progId="Equation.DSMT4">
                  <p:embed/>
                  <p:pic>
                    <p:nvPicPr>
                      <p:cNvPr id="0" name="图片 3225"/>
                      <p:cNvPicPr/>
                      <p:nvPr/>
                    </p:nvPicPr>
                    <p:blipFill>
                      <a:blip r:embed="rId8"/>
                      <a:stretch>
                        <a:fillRect/>
                      </a:stretch>
                    </p:blipFill>
                    <p:spPr>
                      <a:xfrm>
                        <a:off x="1981200" y="2344738"/>
                        <a:ext cx="1295400" cy="849312"/>
                      </a:xfrm>
                      <a:prstGeom prst="rect">
                        <a:avLst/>
                      </a:prstGeom>
                      <a:noFill/>
                      <a:ln w="38100">
                        <a:noFill/>
                        <a:miter/>
                      </a:ln>
                    </p:spPr>
                  </p:pic>
                </p:oleObj>
              </mc:Fallback>
            </mc:AlternateContent>
          </a:graphicData>
        </a:graphic>
      </p:graphicFrame>
      <p:graphicFrame>
        <p:nvGraphicFramePr>
          <p:cNvPr id="184342" name="Object 22"/>
          <p:cNvGraphicFramePr>
            <a:graphicFrameLocks noChangeAspect="1"/>
          </p:cNvGraphicFramePr>
          <p:nvPr/>
        </p:nvGraphicFramePr>
        <p:xfrm>
          <a:off x="1949450" y="3241675"/>
          <a:ext cx="1855788" cy="904875"/>
        </p:xfrm>
        <a:graphic>
          <a:graphicData uri="http://schemas.openxmlformats.org/presentationml/2006/ole">
            <mc:AlternateContent xmlns:mc="http://schemas.openxmlformats.org/markup-compatibility/2006">
              <mc:Choice xmlns:v="urn:schemas-microsoft-com:vml" Requires="v">
                <p:oleObj spid="_x0000_s3227" name="" r:id="rId9" imgW="25298400" imgH="10668000" progId="Equation.DSMT4">
                  <p:embed/>
                </p:oleObj>
              </mc:Choice>
              <mc:Fallback>
                <p:oleObj name="" r:id="rId9" imgW="25298400" imgH="10668000" progId="Equation.DSMT4">
                  <p:embed/>
                  <p:pic>
                    <p:nvPicPr>
                      <p:cNvPr id="0" name="图片 3226"/>
                      <p:cNvPicPr/>
                      <p:nvPr/>
                    </p:nvPicPr>
                    <p:blipFill>
                      <a:blip r:embed="rId10"/>
                      <a:stretch>
                        <a:fillRect/>
                      </a:stretch>
                    </p:blipFill>
                    <p:spPr>
                      <a:xfrm>
                        <a:off x="1949450" y="3241675"/>
                        <a:ext cx="1855788" cy="904875"/>
                      </a:xfrm>
                      <a:prstGeom prst="rect">
                        <a:avLst/>
                      </a:prstGeom>
                      <a:noFill/>
                      <a:ln w="38100">
                        <a:noFill/>
                        <a:miter/>
                      </a:ln>
                    </p:spPr>
                  </p:pic>
                </p:oleObj>
              </mc:Fallback>
            </mc:AlternateContent>
          </a:graphicData>
        </a:graphic>
      </p:graphicFrame>
      <p:sp>
        <p:nvSpPr>
          <p:cNvPr id="184343" name="Text Box 23"/>
          <p:cNvSpPr txBox="1"/>
          <p:nvPr/>
        </p:nvSpPr>
        <p:spPr>
          <a:xfrm>
            <a:off x="755650" y="2593975"/>
            <a:ext cx="1600200" cy="460375"/>
          </a:xfrm>
          <a:prstGeom prst="rect">
            <a:avLst/>
          </a:prstGeom>
          <a:noFill/>
          <a:ln w="9525">
            <a:noFill/>
          </a:ln>
        </p:spPr>
        <p:txBody>
          <a:bodyPr anchor="t" anchorCtr="0">
            <a:spAutoFit/>
          </a:bodyPr>
          <a:p>
            <a:pPr>
              <a:spcBef>
                <a:spcPct val="50000"/>
              </a:spcBef>
            </a:pPr>
            <a:r>
              <a:rPr lang="zh-CN" altLang="en-US" sz="2400" dirty="0">
                <a:latin typeface="微软雅黑" panose="020B0503020204020204" charset="-122"/>
                <a:ea typeface="微软雅黑" panose="020B0503020204020204" charset="-122"/>
              </a:rPr>
              <a:t>圆频率</a:t>
            </a:r>
            <a:endParaRPr lang="zh-CN" altLang="en-US" sz="2400" b="1" dirty="0">
              <a:solidFill>
                <a:srgbClr val="FF0000"/>
              </a:solidFill>
              <a:latin typeface="Times New Roman" panose="02020603050405020304" pitchFamily="18" charset="0"/>
              <a:ea typeface="楷体_GB2312" pitchFamily="49" charset="-122"/>
            </a:endParaRPr>
          </a:p>
        </p:txBody>
      </p:sp>
      <p:sp>
        <p:nvSpPr>
          <p:cNvPr id="184344" name="Text Box 24"/>
          <p:cNvSpPr txBox="1"/>
          <p:nvPr/>
        </p:nvSpPr>
        <p:spPr>
          <a:xfrm>
            <a:off x="752475" y="3490913"/>
            <a:ext cx="1524000" cy="460375"/>
          </a:xfrm>
          <a:prstGeom prst="rect">
            <a:avLst/>
          </a:prstGeom>
          <a:noFill/>
          <a:ln w="25400">
            <a:noFill/>
          </a:ln>
        </p:spPr>
        <p:txBody>
          <a:bodyPr anchor="t" anchorCtr="0">
            <a:spAutoFit/>
          </a:bodyPr>
          <a:p>
            <a:pPr>
              <a:spcBef>
                <a:spcPct val="50000"/>
              </a:spcBef>
            </a:pPr>
            <a:r>
              <a:rPr lang="zh-CN" altLang="en-US" sz="2400" dirty="0">
                <a:latin typeface="微软雅黑" panose="020B0503020204020204" charset="-122"/>
                <a:ea typeface="微软雅黑" panose="020B0503020204020204" charset="-122"/>
              </a:rPr>
              <a:t>周  期</a:t>
            </a:r>
            <a:endParaRPr lang="zh-CN" altLang="en-US" sz="2400" b="1" dirty="0">
              <a:solidFill>
                <a:srgbClr val="FF0000"/>
              </a:solidFill>
              <a:latin typeface="Times New Roman" panose="02020603050405020304" pitchFamily="18" charset="0"/>
              <a:ea typeface="楷体_GB2312" pitchFamily="49" charset="-122"/>
            </a:endParaRPr>
          </a:p>
        </p:txBody>
      </p:sp>
      <p:sp>
        <p:nvSpPr>
          <p:cNvPr id="184345" name="Text Box 25"/>
          <p:cNvSpPr txBox="1"/>
          <p:nvPr/>
        </p:nvSpPr>
        <p:spPr>
          <a:xfrm>
            <a:off x="5076825" y="2481263"/>
            <a:ext cx="2676525" cy="1568450"/>
          </a:xfrm>
          <a:prstGeom prst="rect">
            <a:avLst/>
          </a:prstGeom>
          <a:noFill/>
          <a:ln w="9525">
            <a:noFill/>
          </a:ln>
        </p:spPr>
        <p:txBody>
          <a:bodyPr wrap="square" anchor="t" anchorCtr="0">
            <a:spAutoFit/>
          </a:bodyPr>
          <a:p>
            <a:pPr>
              <a:spcBef>
                <a:spcPct val="50000"/>
              </a:spcBef>
            </a:pPr>
            <a:r>
              <a:rPr lang="zh-CN" altLang="en-US" sz="2400" dirty="0">
                <a:latin typeface="微软雅黑" panose="020B0503020204020204" charset="-122"/>
                <a:ea typeface="微软雅黑" panose="020B0503020204020204" charset="-122"/>
              </a:rPr>
              <a:t>系统的固有性质</a:t>
            </a:r>
            <a:endParaRPr lang="zh-CN" altLang="en-US" sz="2400" dirty="0">
              <a:latin typeface="微软雅黑" panose="020B0503020204020204" charset="-122"/>
              <a:ea typeface="微软雅黑" panose="020B0503020204020204" charset="-122"/>
            </a:endParaRPr>
          </a:p>
          <a:p>
            <a:pPr>
              <a:spcBef>
                <a:spcPct val="50000"/>
              </a:spcBef>
            </a:pPr>
            <a:r>
              <a:rPr lang="zh-CN" altLang="en-US" sz="2400" dirty="0">
                <a:latin typeface="微软雅黑" panose="020B0503020204020204" charset="-122"/>
                <a:ea typeface="微软雅黑" panose="020B0503020204020204" charset="-122"/>
              </a:rPr>
              <a:t>称固有圆频率、</a:t>
            </a:r>
            <a:endParaRPr lang="zh-CN" altLang="en-US" sz="2400" dirty="0">
              <a:latin typeface="微软雅黑" panose="020B0503020204020204" charset="-122"/>
              <a:ea typeface="微软雅黑" panose="020B0503020204020204" charset="-122"/>
            </a:endParaRPr>
          </a:p>
          <a:p>
            <a:pPr>
              <a:spcBef>
                <a:spcPct val="50000"/>
              </a:spcBef>
            </a:pPr>
            <a:r>
              <a:rPr lang="zh-CN" altLang="en-US" sz="2400" dirty="0">
                <a:latin typeface="微软雅黑" panose="020B0503020204020204" charset="-122"/>
                <a:ea typeface="微软雅黑" panose="020B0503020204020204" charset="-122"/>
              </a:rPr>
              <a:t>固有周期。</a:t>
            </a:r>
            <a:endParaRPr lang="zh-CN" altLang="en-US" sz="2400" b="1" dirty="0">
              <a:solidFill>
                <a:srgbClr val="FF0000"/>
              </a:solidFill>
              <a:latin typeface="Times New Roman" panose="02020603050405020304" pitchFamily="18" charset="0"/>
              <a:ea typeface="楷体_GB2312" pitchFamily="49" charset="-122"/>
            </a:endParaRPr>
          </a:p>
        </p:txBody>
      </p:sp>
      <p:sp>
        <p:nvSpPr>
          <p:cNvPr id="184346" name="AutoShape 26"/>
          <p:cNvSpPr/>
          <p:nvPr/>
        </p:nvSpPr>
        <p:spPr>
          <a:xfrm>
            <a:off x="4876800" y="2522538"/>
            <a:ext cx="80963" cy="1495425"/>
          </a:xfrm>
          <a:prstGeom prst="rightBrace">
            <a:avLst>
              <a:gd name="adj1" fmla="val 152979"/>
              <a:gd name="adj2" fmla="val 50000"/>
            </a:avLst>
          </a:prstGeom>
          <a:noFill/>
          <a:ln w="38100" cap="flat" cmpd="sng">
            <a:solidFill>
              <a:schemeClr val="accent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347" name="Text Box 27"/>
          <p:cNvSpPr txBox="1"/>
          <p:nvPr/>
        </p:nvSpPr>
        <p:spPr>
          <a:xfrm>
            <a:off x="900113" y="1849438"/>
            <a:ext cx="4859337" cy="460375"/>
          </a:xfrm>
          <a:prstGeom prst="rect">
            <a:avLst/>
          </a:prstGeom>
          <a:noFill/>
          <a:ln w="9525">
            <a:noFill/>
          </a:ln>
        </p:spPr>
        <p:txBody>
          <a:bodyPr anchor="t" anchorCtr="0">
            <a:spAutoFit/>
          </a:bodyPr>
          <a:p>
            <a:pPr algn="ctr"/>
            <a:r>
              <a:rPr lang="zh-CN" altLang="en-US" sz="2400" dirty="0">
                <a:latin typeface="微软雅黑" panose="020B0503020204020204" charset="-122"/>
                <a:ea typeface="微软雅黑" panose="020B0503020204020204" charset="-122"/>
              </a:rPr>
              <a:t>由</a:t>
            </a:r>
            <a:r>
              <a:rPr lang="zh-CN" altLang="en-US" sz="2400" dirty="0">
                <a:solidFill>
                  <a:srgbClr val="FF0000"/>
                </a:solidFill>
                <a:latin typeface="微软雅黑" panose="020B0503020204020204" charset="-122"/>
                <a:ea typeface="微软雅黑" panose="020B0503020204020204" charset="-122"/>
              </a:rPr>
              <a:t>系统本身的结构</a:t>
            </a:r>
            <a:r>
              <a:rPr lang="zh-CN" altLang="en-US" sz="2400" dirty="0">
                <a:latin typeface="微软雅黑" panose="020B0503020204020204" charset="-122"/>
                <a:ea typeface="微软雅黑" panose="020B0503020204020204" charset="-122"/>
              </a:rPr>
              <a:t>确定。</a:t>
            </a:r>
            <a:endParaRPr lang="zh-CN" altLang="en-US" sz="2400" dirty="0">
              <a:latin typeface="微软雅黑" panose="020B0503020204020204" charset="-122"/>
              <a:ea typeface="微软雅黑" panose="020B0503020204020204" charset="-122"/>
            </a:endParaRPr>
          </a:p>
        </p:txBody>
      </p:sp>
      <p:sp>
        <p:nvSpPr>
          <p:cNvPr id="184348" name="Text Box 28"/>
          <p:cNvSpPr txBox="1"/>
          <p:nvPr/>
        </p:nvSpPr>
        <p:spPr>
          <a:xfrm>
            <a:off x="514350" y="4391025"/>
            <a:ext cx="5181600" cy="460375"/>
          </a:xfrm>
          <a:prstGeom prst="rect">
            <a:avLst/>
          </a:prstGeom>
          <a:noFill/>
          <a:ln w="9525">
            <a:noFill/>
          </a:ln>
        </p:spPr>
        <p:txBody>
          <a:bodyPr anchor="t" anchorCtr="0">
            <a:spAutoFit/>
          </a:bodyPr>
          <a:p>
            <a:r>
              <a:rPr lang="zh-CN" altLang="en-US" sz="2400" dirty="0">
                <a:latin typeface="微软雅黑" panose="020B0503020204020204" charset="-122"/>
                <a:ea typeface="微软雅黑" panose="020B0503020204020204" charset="-122"/>
              </a:rPr>
              <a:t>2.常量</a:t>
            </a:r>
            <a:r>
              <a:rPr lang="en-US" altLang="zh-CN" sz="2400" b="1" i="1" dirty="0">
                <a:solidFill>
                  <a:srgbClr val="FF0000"/>
                </a:solidFill>
                <a:latin typeface="Times New Roman" panose="02020603050405020304" pitchFamily="18" charset="0"/>
                <a:ea typeface="楷体_GB2312" pitchFamily="49" charset="-122"/>
              </a:rPr>
              <a:t>A</a:t>
            </a:r>
            <a:r>
              <a:rPr lang="zh-CN" altLang="en-US" sz="2400" dirty="0">
                <a:solidFill>
                  <a:srgbClr val="FF0000"/>
                </a:solidFill>
                <a:latin typeface="微软雅黑" panose="020B0503020204020204" charset="-122"/>
                <a:ea typeface="微软雅黑" panose="020B0503020204020204" charset="-122"/>
              </a:rPr>
              <a:t>和</a:t>
            </a:r>
            <a:r>
              <a:rPr lang="zh-CN" altLang="en-US" sz="2400" b="1" i="1" dirty="0">
                <a:solidFill>
                  <a:srgbClr val="FF0000"/>
                </a:solidFill>
                <a:latin typeface="Times New Roman" panose="02020603050405020304" pitchFamily="18" charset="0"/>
                <a:ea typeface="楷体_GB2312" pitchFamily="49" charset="-122"/>
                <a:sym typeface="Symbol" panose="05050102010706020507" pitchFamily="18" charset="2"/>
              </a:rPr>
              <a:t></a:t>
            </a:r>
            <a:r>
              <a:rPr lang="en-US" altLang="zh-CN" sz="2400" b="1" baseline="-25000" dirty="0">
                <a:solidFill>
                  <a:srgbClr val="FF0000"/>
                </a:solidFill>
                <a:latin typeface="Times New Roman" panose="02020603050405020304" pitchFamily="18" charset="0"/>
                <a:ea typeface="楷体_GB2312" pitchFamily="49" charset="-122"/>
                <a:sym typeface="Symbol" panose="05050102010706020507" pitchFamily="18" charset="2"/>
              </a:rPr>
              <a:t>0</a:t>
            </a:r>
            <a:r>
              <a:rPr lang="zh-CN" altLang="en-US" sz="2400" dirty="0">
                <a:solidFill>
                  <a:srgbClr val="FF0000"/>
                </a:solidFill>
                <a:latin typeface="微软雅黑" panose="020B0503020204020204" charset="-122"/>
                <a:ea typeface="微软雅黑" panose="020B0503020204020204" charset="-122"/>
                <a:sym typeface="Symbol" panose="05050102010706020507" pitchFamily="18" charset="2"/>
              </a:rPr>
              <a:t>由初始条件</a:t>
            </a:r>
            <a:r>
              <a:rPr lang="zh-CN" altLang="en-US" sz="2400" dirty="0">
                <a:solidFill>
                  <a:srgbClr val="FF0000"/>
                </a:solidFill>
                <a:latin typeface="微软雅黑" panose="020B0503020204020204" charset="-122"/>
                <a:ea typeface="微软雅黑" panose="020B0503020204020204" charset="-122"/>
              </a:rPr>
              <a:t>确定</a:t>
            </a:r>
            <a:endParaRPr lang="zh-CN" altLang="en-US" sz="2400" b="1" dirty="0">
              <a:solidFill>
                <a:srgbClr val="FF0000"/>
              </a:solidFill>
              <a:latin typeface="楷体_GB2312" pitchFamily="49" charset="-122"/>
              <a:ea typeface="楷体_GB2312" pitchFamily="49" charset="-122"/>
            </a:endParaRPr>
          </a:p>
        </p:txBody>
      </p:sp>
      <p:sp>
        <p:nvSpPr>
          <p:cNvPr id="184349" name="Text Box 29"/>
          <p:cNvSpPr txBox="1"/>
          <p:nvPr/>
        </p:nvSpPr>
        <p:spPr>
          <a:xfrm>
            <a:off x="514350" y="4938713"/>
            <a:ext cx="7543800" cy="460375"/>
          </a:xfrm>
          <a:prstGeom prst="rect">
            <a:avLst/>
          </a:prstGeom>
          <a:noFill/>
          <a:ln w="9525">
            <a:noFill/>
          </a:ln>
        </p:spPr>
        <p:txBody>
          <a:bodyPr anchor="t" anchorCtr="0">
            <a:spAutoFit/>
          </a:bodyPr>
          <a:p>
            <a:pPr>
              <a:spcBef>
                <a:spcPct val="50000"/>
              </a:spcBef>
            </a:pPr>
            <a:r>
              <a:rPr lang="zh-CN" altLang="en-US" sz="2400" dirty="0">
                <a:latin typeface="微软雅黑" panose="020B0503020204020204" charset="-122"/>
                <a:ea typeface="微软雅黑" panose="020B0503020204020204" charset="-122"/>
              </a:rPr>
              <a:t>根据初始条件：</a:t>
            </a:r>
            <a:r>
              <a:rPr lang="en-US" altLang="zh-CN" sz="2400" b="1" i="1" dirty="0">
                <a:solidFill>
                  <a:srgbClr val="000000"/>
                </a:solidFill>
                <a:latin typeface="Times New Roman" panose="02020603050405020304" pitchFamily="18" charset="0"/>
                <a:ea typeface="楷体_GB2312" pitchFamily="49" charset="-122"/>
              </a:rPr>
              <a:t>t = </a:t>
            </a:r>
            <a:r>
              <a:rPr lang="en-US" altLang="zh-CN" sz="2400" b="1" dirty="0">
                <a:solidFill>
                  <a:srgbClr val="000000"/>
                </a:solidFill>
                <a:latin typeface="Times New Roman" panose="02020603050405020304" pitchFamily="18" charset="0"/>
                <a:ea typeface="楷体_GB2312" pitchFamily="49" charset="-122"/>
              </a:rPr>
              <a:t>0</a:t>
            </a:r>
            <a:r>
              <a:rPr lang="en-US" altLang="zh-CN" sz="2400" b="1" i="1" dirty="0">
                <a:solidFill>
                  <a:srgbClr val="000000"/>
                </a:solidFill>
                <a:latin typeface="Times New Roman" panose="02020603050405020304" pitchFamily="18" charset="0"/>
                <a:ea typeface="楷体_GB2312" pitchFamily="49" charset="-122"/>
              </a:rPr>
              <a:t> </a:t>
            </a:r>
            <a:r>
              <a:rPr lang="zh-CN" altLang="en-US" sz="2400" b="1" dirty="0">
                <a:solidFill>
                  <a:srgbClr val="000000"/>
                </a:solidFill>
                <a:latin typeface="Times New Roman" panose="02020603050405020304" pitchFamily="18" charset="0"/>
                <a:ea typeface="楷体_GB2312" pitchFamily="49" charset="-122"/>
              </a:rPr>
              <a:t>时，</a:t>
            </a:r>
            <a:r>
              <a:rPr lang="en-US" altLang="zh-CN" sz="2400" b="1" i="1" dirty="0">
                <a:solidFill>
                  <a:srgbClr val="000000"/>
                </a:solidFill>
                <a:latin typeface="Times New Roman" panose="02020603050405020304" pitchFamily="18" charset="0"/>
                <a:ea typeface="楷体_GB2312" pitchFamily="49" charset="-122"/>
              </a:rPr>
              <a:t>x = x</a:t>
            </a:r>
            <a:r>
              <a:rPr lang="en-US" altLang="zh-CN" sz="2400" b="1" baseline="-25000" dirty="0">
                <a:solidFill>
                  <a:srgbClr val="000000"/>
                </a:solidFill>
                <a:latin typeface="Times New Roman" panose="02020603050405020304" pitchFamily="18" charset="0"/>
                <a:ea typeface="楷体_GB2312" pitchFamily="49" charset="-122"/>
              </a:rPr>
              <a:t>0</a:t>
            </a:r>
            <a:r>
              <a:rPr lang="en-US" altLang="zh-CN" sz="2400" b="1" i="1" baseline="-25000" dirty="0">
                <a:solidFill>
                  <a:srgbClr val="000000"/>
                </a:solidFill>
                <a:latin typeface="Times New Roman" panose="02020603050405020304" pitchFamily="18" charset="0"/>
                <a:ea typeface="楷体_GB2312" pitchFamily="49" charset="-122"/>
              </a:rPr>
              <a:t> </a:t>
            </a:r>
            <a:r>
              <a:rPr lang="en-US" altLang="zh-CN" sz="2400" b="1" i="1" dirty="0">
                <a:solidFill>
                  <a:srgbClr val="000000"/>
                </a:solidFill>
                <a:latin typeface="Times New Roman" panose="02020603050405020304" pitchFamily="18" charset="0"/>
                <a:ea typeface="楷体_GB2312" pitchFamily="49" charset="-122"/>
              </a:rPr>
              <a:t>, </a:t>
            </a:r>
            <a:r>
              <a:rPr lang="en-US" altLang="zh-CN" sz="2400" i="1" dirty="0">
                <a:solidFill>
                  <a:srgbClr val="000000"/>
                </a:solidFill>
                <a:latin typeface="Bookman Old Style" panose="02050604050505020204" pitchFamily="18" charset="0"/>
                <a:ea typeface="楷体_GB2312" pitchFamily="49" charset="-122"/>
              </a:rPr>
              <a:t>v</a:t>
            </a:r>
            <a:r>
              <a:rPr lang="en-US" altLang="zh-CN" sz="2400" b="1" i="1" dirty="0">
                <a:solidFill>
                  <a:srgbClr val="000000"/>
                </a:solidFill>
                <a:latin typeface="Garamond" panose="02020404030301010803" pitchFamily="18" charset="0"/>
                <a:ea typeface="楷体_GB2312" pitchFamily="49" charset="-122"/>
              </a:rPr>
              <a:t> </a:t>
            </a:r>
            <a:r>
              <a:rPr lang="en-US" altLang="zh-CN" sz="2400" b="1" i="1" dirty="0">
                <a:solidFill>
                  <a:srgbClr val="000000"/>
                </a:solidFill>
                <a:latin typeface="Times New Roman" panose="02020603050405020304" pitchFamily="18" charset="0"/>
                <a:ea typeface="楷体_GB2312" pitchFamily="49" charset="-122"/>
              </a:rPr>
              <a:t>= </a:t>
            </a:r>
            <a:r>
              <a:rPr lang="en-US" altLang="zh-CN" sz="2400" i="1" dirty="0">
                <a:solidFill>
                  <a:srgbClr val="000000"/>
                </a:solidFill>
                <a:latin typeface="Bookman Old Style" panose="02050604050505020204" pitchFamily="18" charset="0"/>
                <a:ea typeface="楷体_GB2312" pitchFamily="49" charset="-122"/>
              </a:rPr>
              <a:t>v</a:t>
            </a:r>
            <a:r>
              <a:rPr lang="en-US" altLang="zh-CN" sz="2400" b="1" baseline="-25000" dirty="0">
                <a:solidFill>
                  <a:srgbClr val="000000"/>
                </a:solidFill>
                <a:latin typeface="Times New Roman" panose="02020603050405020304" pitchFamily="18" charset="0"/>
                <a:ea typeface="楷体_GB2312" pitchFamily="49" charset="-122"/>
              </a:rPr>
              <a:t>0</a:t>
            </a:r>
            <a:endParaRPr lang="en-US" altLang="zh-CN" sz="2400" b="1" dirty="0">
              <a:solidFill>
                <a:srgbClr val="000000"/>
              </a:solidFill>
              <a:latin typeface="Times New Roman" panose="02020603050405020304" pitchFamily="18" charset="0"/>
              <a:ea typeface="楷体_GB2312" pitchFamily="49" charset="-122"/>
            </a:endParaRPr>
          </a:p>
        </p:txBody>
      </p:sp>
      <p:graphicFrame>
        <p:nvGraphicFramePr>
          <p:cNvPr id="184350" name="Object 30"/>
          <p:cNvGraphicFramePr>
            <a:graphicFrameLocks noChangeAspect="1"/>
          </p:cNvGraphicFramePr>
          <p:nvPr/>
        </p:nvGraphicFramePr>
        <p:xfrm>
          <a:off x="611188" y="5443538"/>
          <a:ext cx="2473325" cy="471487"/>
        </p:xfrm>
        <a:graphic>
          <a:graphicData uri="http://schemas.openxmlformats.org/presentationml/2006/ole">
            <mc:AlternateContent xmlns:mc="http://schemas.openxmlformats.org/markup-compatibility/2006">
              <mc:Choice xmlns:v="urn:schemas-microsoft-com:vml" Requires="v">
                <p:oleObj spid="_x0000_s3229" name="" r:id="rId11" imgW="1129665" imgH="228600" progId="Equation.3">
                  <p:embed/>
                </p:oleObj>
              </mc:Choice>
              <mc:Fallback>
                <p:oleObj name="" r:id="rId11" imgW="1129665" imgH="228600" progId="Equation.3">
                  <p:embed/>
                  <p:pic>
                    <p:nvPicPr>
                      <p:cNvPr id="0" name="图片 3228"/>
                      <p:cNvPicPr/>
                      <p:nvPr/>
                    </p:nvPicPr>
                    <p:blipFill>
                      <a:blip r:embed="rId12"/>
                      <a:stretch>
                        <a:fillRect/>
                      </a:stretch>
                    </p:blipFill>
                    <p:spPr>
                      <a:xfrm>
                        <a:off x="611188" y="5443538"/>
                        <a:ext cx="2473325" cy="471487"/>
                      </a:xfrm>
                      <a:prstGeom prst="rect">
                        <a:avLst/>
                      </a:prstGeom>
                      <a:noFill/>
                      <a:ln w="38100">
                        <a:noFill/>
                        <a:miter/>
                      </a:ln>
                    </p:spPr>
                  </p:pic>
                </p:oleObj>
              </mc:Fallback>
            </mc:AlternateContent>
          </a:graphicData>
        </a:graphic>
      </p:graphicFrame>
      <p:graphicFrame>
        <p:nvGraphicFramePr>
          <p:cNvPr id="184351" name="Object 31"/>
          <p:cNvGraphicFramePr>
            <a:graphicFrameLocks noChangeAspect="1"/>
          </p:cNvGraphicFramePr>
          <p:nvPr/>
        </p:nvGraphicFramePr>
        <p:xfrm>
          <a:off x="684213" y="6056313"/>
          <a:ext cx="3143250" cy="488950"/>
        </p:xfrm>
        <a:graphic>
          <a:graphicData uri="http://schemas.openxmlformats.org/presentationml/2006/ole">
            <mc:AlternateContent xmlns:mc="http://schemas.openxmlformats.org/markup-compatibility/2006">
              <mc:Choice xmlns:v="urn:schemas-microsoft-com:vml" Requires="v">
                <p:oleObj spid="_x0000_s3233" name="" r:id="rId13" imgW="1230630" imgH="203200" progId="Equation.3">
                  <p:embed/>
                </p:oleObj>
              </mc:Choice>
              <mc:Fallback>
                <p:oleObj name="" r:id="rId13" imgW="1230630" imgH="203200" progId="Equation.3">
                  <p:embed/>
                  <p:pic>
                    <p:nvPicPr>
                      <p:cNvPr id="0" name="图片 3232"/>
                      <p:cNvPicPr/>
                      <p:nvPr/>
                    </p:nvPicPr>
                    <p:blipFill>
                      <a:blip r:embed="rId14"/>
                      <a:stretch>
                        <a:fillRect/>
                      </a:stretch>
                    </p:blipFill>
                    <p:spPr>
                      <a:xfrm>
                        <a:off x="684213" y="6056313"/>
                        <a:ext cx="3143250" cy="488950"/>
                      </a:xfrm>
                      <a:prstGeom prst="rect">
                        <a:avLst/>
                      </a:prstGeom>
                      <a:noFill/>
                      <a:ln w="38100">
                        <a:noFill/>
                        <a:miter/>
                      </a:ln>
                    </p:spPr>
                  </p:pic>
                </p:oleObj>
              </mc:Fallback>
            </mc:AlternateContent>
          </a:graphicData>
        </a:graphic>
      </p:graphicFrame>
      <p:graphicFrame>
        <p:nvGraphicFramePr>
          <p:cNvPr id="184352" name="Object 32"/>
          <p:cNvGraphicFramePr>
            <a:graphicFrameLocks noChangeAspect="1"/>
          </p:cNvGraphicFramePr>
          <p:nvPr/>
        </p:nvGraphicFramePr>
        <p:xfrm>
          <a:off x="4572000" y="5586413"/>
          <a:ext cx="1465263" cy="431800"/>
        </p:xfrm>
        <a:graphic>
          <a:graphicData uri="http://schemas.openxmlformats.org/presentationml/2006/ole">
            <mc:AlternateContent xmlns:mc="http://schemas.openxmlformats.org/markup-compatibility/2006">
              <mc:Choice xmlns:v="urn:schemas-microsoft-com:vml" Requires="v">
                <p:oleObj spid="_x0000_s3235" name="" r:id="rId15" imgW="761365" imgH="228600" progId="Equation.3">
                  <p:embed/>
                </p:oleObj>
              </mc:Choice>
              <mc:Fallback>
                <p:oleObj name="" r:id="rId15" imgW="761365" imgH="228600" progId="Equation.3">
                  <p:embed/>
                  <p:pic>
                    <p:nvPicPr>
                      <p:cNvPr id="0" name="图片 3234"/>
                      <p:cNvPicPr/>
                      <p:nvPr/>
                    </p:nvPicPr>
                    <p:blipFill>
                      <a:blip r:embed="rId16"/>
                      <a:stretch>
                        <a:fillRect/>
                      </a:stretch>
                    </p:blipFill>
                    <p:spPr>
                      <a:xfrm>
                        <a:off x="4572000" y="5586413"/>
                        <a:ext cx="1465263" cy="431800"/>
                      </a:xfrm>
                      <a:prstGeom prst="rect">
                        <a:avLst/>
                      </a:prstGeom>
                      <a:noFill/>
                      <a:ln w="38100">
                        <a:noFill/>
                        <a:miter/>
                      </a:ln>
                    </p:spPr>
                  </p:pic>
                </p:oleObj>
              </mc:Fallback>
            </mc:AlternateContent>
          </a:graphicData>
        </a:graphic>
      </p:graphicFrame>
      <p:graphicFrame>
        <p:nvGraphicFramePr>
          <p:cNvPr id="184353" name="Object 33"/>
          <p:cNvGraphicFramePr>
            <a:graphicFrameLocks noChangeAspect="1"/>
          </p:cNvGraphicFramePr>
          <p:nvPr/>
        </p:nvGraphicFramePr>
        <p:xfrm>
          <a:off x="3924300" y="6046788"/>
          <a:ext cx="601663" cy="315912"/>
        </p:xfrm>
        <a:graphic>
          <a:graphicData uri="http://schemas.openxmlformats.org/presentationml/2006/ole">
            <mc:AlternateContent xmlns:mc="http://schemas.openxmlformats.org/markup-compatibility/2006">
              <mc:Choice xmlns:v="urn:schemas-microsoft-com:vml" Requires="v">
                <p:oleObj spid="_x0000_s3230" name="" r:id="rId17" imgW="317500" imgH="152400" progId="Equation.3">
                  <p:embed/>
                </p:oleObj>
              </mc:Choice>
              <mc:Fallback>
                <p:oleObj name="" r:id="rId17" imgW="317500" imgH="152400" progId="Equation.3">
                  <p:embed/>
                  <p:pic>
                    <p:nvPicPr>
                      <p:cNvPr id="0" name="图片 3229"/>
                      <p:cNvPicPr/>
                      <p:nvPr/>
                    </p:nvPicPr>
                    <p:blipFill>
                      <a:blip r:embed="rId18"/>
                      <a:stretch>
                        <a:fillRect/>
                      </a:stretch>
                    </p:blipFill>
                    <p:spPr>
                      <a:xfrm>
                        <a:off x="3924300" y="6046788"/>
                        <a:ext cx="601663" cy="315912"/>
                      </a:xfrm>
                      <a:prstGeom prst="rect">
                        <a:avLst/>
                      </a:prstGeom>
                      <a:noFill/>
                      <a:ln w="38100">
                        <a:noFill/>
                        <a:miter/>
                      </a:ln>
                    </p:spPr>
                  </p:pic>
                </p:oleObj>
              </mc:Fallback>
            </mc:AlternateContent>
          </a:graphicData>
        </a:graphic>
      </p:graphicFrame>
      <p:graphicFrame>
        <p:nvGraphicFramePr>
          <p:cNvPr id="184354" name="Object 34"/>
          <p:cNvGraphicFramePr>
            <a:graphicFrameLocks noChangeAspect="1"/>
          </p:cNvGraphicFramePr>
          <p:nvPr/>
        </p:nvGraphicFramePr>
        <p:xfrm>
          <a:off x="4572000" y="6137275"/>
          <a:ext cx="1968500" cy="444500"/>
        </p:xfrm>
        <a:graphic>
          <a:graphicData uri="http://schemas.openxmlformats.org/presentationml/2006/ole">
            <mc:AlternateContent xmlns:mc="http://schemas.openxmlformats.org/markup-compatibility/2006">
              <mc:Choice xmlns:v="urn:schemas-microsoft-com:vml" Requires="v">
                <p:oleObj spid="_x0000_s3232" name="" r:id="rId19" imgW="901065" imgH="203200" progId="Equation.3">
                  <p:embed/>
                </p:oleObj>
              </mc:Choice>
              <mc:Fallback>
                <p:oleObj name="" r:id="rId19" imgW="901065" imgH="203200" progId="Equation.3">
                  <p:embed/>
                  <p:pic>
                    <p:nvPicPr>
                      <p:cNvPr id="0" name="图片 3231"/>
                      <p:cNvPicPr/>
                      <p:nvPr/>
                    </p:nvPicPr>
                    <p:blipFill>
                      <a:blip r:embed="rId20"/>
                      <a:stretch>
                        <a:fillRect/>
                      </a:stretch>
                    </p:blipFill>
                    <p:spPr>
                      <a:xfrm>
                        <a:off x="4572000" y="6137275"/>
                        <a:ext cx="1968500" cy="444500"/>
                      </a:xfrm>
                      <a:prstGeom prst="rect">
                        <a:avLst/>
                      </a:prstGeom>
                      <a:noFill/>
                      <a:ln w="38100">
                        <a:noFill/>
                        <a:miter/>
                      </a:ln>
                    </p:spPr>
                  </p:pic>
                </p:oleObj>
              </mc:Fallback>
            </mc:AlternateContent>
          </a:graphicData>
        </a:graphic>
      </p:graphicFrame>
      <p:graphicFrame>
        <p:nvGraphicFramePr>
          <p:cNvPr id="184355" name="Object 35"/>
          <p:cNvGraphicFramePr>
            <a:graphicFrameLocks noChangeAspect="1"/>
          </p:cNvGraphicFramePr>
          <p:nvPr/>
        </p:nvGraphicFramePr>
        <p:xfrm>
          <a:off x="6562725" y="4435475"/>
          <a:ext cx="2041525" cy="1006475"/>
        </p:xfrm>
        <a:graphic>
          <a:graphicData uri="http://schemas.openxmlformats.org/presentationml/2006/ole">
            <mc:AlternateContent xmlns:mc="http://schemas.openxmlformats.org/markup-compatibility/2006">
              <mc:Choice xmlns:v="urn:schemas-microsoft-com:vml" Requires="v">
                <p:oleObj spid="_x0000_s3231" name="" r:id="rId21" imgW="901065" imgH="444500" progId="Equation.3">
                  <p:embed/>
                </p:oleObj>
              </mc:Choice>
              <mc:Fallback>
                <p:oleObj name="" r:id="rId21" imgW="901065" imgH="444500" progId="Equation.3">
                  <p:embed/>
                  <p:pic>
                    <p:nvPicPr>
                      <p:cNvPr id="0" name="图片 3230"/>
                      <p:cNvPicPr/>
                      <p:nvPr/>
                    </p:nvPicPr>
                    <p:blipFill>
                      <a:blip r:embed="rId22"/>
                      <a:stretch>
                        <a:fillRect/>
                      </a:stretch>
                    </p:blipFill>
                    <p:spPr>
                      <a:xfrm>
                        <a:off x="6562725" y="4435475"/>
                        <a:ext cx="2041525" cy="1006475"/>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184356" name="Object 36"/>
          <p:cNvGraphicFramePr>
            <a:graphicFrameLocks noChangeAspect="1"/>
          </p:cNvGraphicFramePr>
          <p:nvPr/>
        </p:nvGraphicFramePr>
        <p:xfrm>
          <a:off x="6562725" y="5526088"/>
          <a:ext cx="2041525" cy="973137"/>
        </p:xfrm>
        <a:graphic>
          <a:graphicData uri="http://schemas.openxmlformats.org/presentationml/2006/ole">
            <mc:AlternateContent xmlns:mc="http://schemas.openxmlformats.org/markup-compatibility/2006">
              <mc:Choice xmlns:v="urn:schemas-microsoft-com:vml" Requires="v">
                <p:oleObj spid="_x0000_s3234" name="" r:id="rId23" imgW="875665" imgH="405765" progId="Equation.3">
                  <p:embed/>
                </p:oleObj>
              </mc:Choice>
              <mc:Fallback>
                <p:oleObj name="" r:id="rId23" imgW="875665" imgH="405765" progId="Equation.3">
                  <p:embed/>
                  <p:pic>
                    <p:nvPicPr>
                      <p:cNvPr id="0" name="图片 3233"/>
                      <p:cNvPicPr/>
                      <p:nvPr/>
                    </p:nvPicPr>
                    <p:blipFill>
                      <a:blip r:embed="rId24"/>
                      <a:stretch>
                        <a:fillRect/>
                      </a:stretch>
                    </p:blipFill>
                    <p:spPr>
                      <a:xfrm>
                        <a:off x="6562725" y="5526088"/>
                        <a:ext cx="2041525" cy="973137"/>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49173" name="矩形 19"/>
          <p:cNvSpPr/>
          <p:nvPr/>
        </p:nvSpPr>
        <p:spPr>
          <a:xfrm>
            <a:off x="1462088" y="1062038"/>
            <a:ext cx="4165600" cy="496887"/>
          </a:xfrm>
          <a:prstGeom prst="rect">
            <a:avLst/>
          </a:prstGeom>
          <a:noFill/>
          <a:ln w="9525">
            <a:noFill/>
          </a:ln>
        </p:spPr>
        <p:txBody>
          <a:bodyPr wrap="square" anchor="t" anchorCtr="0">
            <a:spAutoFit/>
          </a:bodyPr>
          <a:p>
            <a:pPr>
              <a:lnSpc>
                <a:spcPct val="110000"/>
              </a:lnSpc>
            </a:pPr>
            <a:r>
              <a:rPr lang="zh-CN" altLang="en-US" sz="2400" dirty="0">
                <a:latin typeface="微软雅黑" panose="020B0503020204020204" charset="-122"/>
                <a:ea typeface="微软雅黑" panose="020B0503020204020204" charset="-122"/>
              </a:rPr>
              <a:t>如何确定简谐振动的特征参量</a:t>
            </a:r>
            <a:endParaRPr lang="zh-CN" altLang="en-US" sz="2400" dirty="0">
              <a:latin typeface="微软雅黑" panose="020B0503020204020204" charset="-122"/>
              <a:ea typeface="微软雅黑" panose="020B0503020204020204" charset="-122"/>
            </a:endParaRPr>
          </a:p>
        </p:txBody>
      </p:sp>
      <p:sp>
        <p:nvSpPr>
          <p:cNvPr id="3" name="矩形 2"/>
          <p:cNvSpPr/>
          <p:nvPr/>
        </p:nvSpPr>
        <p:spPr>
          <a:xfrm>
            <a:off x="260350" y="330200"/>
            <a:ext cx="8632825" cy="6454775"/>
          </a:xfrm>
          <a:prstGeom prst="rect">
            <a:avLst/>
          </a:prstGeom>
          <a:noFill/>
          <a:ln w="19050">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9175" name="五边形 37889" descr="pic097"/>
          <p:cNvSpPr/>
          <p:nvPr/>
        </p:nvSpPr>
        <p:spPr>
          <a:xfrm>
            <a:off x="611188" y="1096963"/>
            <a:ext cx="850900" cy="419100"/>
          </a:xfrm>
          <a:prstGeom prst="homePlate">
            <a:avLst>
              <a:gd name="adj" fmla="val 50315"/>
            </a:avLst>
          </a:prstGeom>
          <a:blipFill rotWithShape="0">
            <a:blip r:embed="rId25"/>
            <a:stretch>
              <a:fillRect/>
            </a:stretch>
          </a:blipFill>
          <a:ln w="9525"/>
          <a:scene3d>
            <a:camera prst="legacyObliqueBottomLeft">
              <a:rot lat="0" lon="0" rev="0"/>
            </a:camera>
            <a:lightRig rig="legacyFlat3" dir="t"/>
          </a:scene3d>
          <a:sp3d extrusionH="277800" prstMaterial="legacyMatte">
            <a:bevelT w="13500" h="13500" prst="angle"/>
            <a:bevelB w="13500" h="13500" prst="angle"/>
            <a:extrusionClr>
              <a:srgbClr val="DCAD68"/>
            </a:extrusionClr>
          </a:sp3d>
        </p:spPr>
        <p:txBody>
          <a:bodyPr wrap="none" anchor="ctr" anchorCtr="0">
            <a:flatTx/>
          </a:bodyPr>
          <a:p>
            <a:pPr algn="ctr" eaLnBrk="0" hangingPunct="0"/>
            <a:r>
              <a:rPr lang="zh-CN" altLang="en-US" sz="2800" b="1" dirty="0">
                <a:latin typeface="Times New Roman" panose="02020603050405020304" pitchFamily="18" charset="0"/>
                <a:ea typeface="宋体" panose="02010600030101010101" pitchFamily="2" charset="-122"/>
              </a:rPr>
              <a:t>讨论</a:t>
            </a:r>
            <a:r>
              <a:rPr lang="zh-CN" altLang="en-US" sz="2100" b="1" dirty="0">
                <a:latin typeface="Times New Roman" panose="02020603050405020304" pitchFamily="18" charset="0"/>
                <a:ea typeface="宋体" panose="02010600030101010101" pitchFamily="2" charset="-122"/>
              </a:rPr>
              <a:t> </a:t>
            </a:r>
            <a:endParaRPr lang="zh-CN" altLang="en-US" sz="21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39"/>
                                        </p:tgtEl>
                                        <p:attrNameLst>
                                          <p:attrName>style.visibility</p:attrName>
                                        </p:attrNameLst>
                                      </p:cBhvr>
                                      <p:to>
                                        <p:strVal val="visible"/>
                                      </p:to>
                                    </p:set>
                                    <p:animEffect transition="in" filter="wipe(left)">
                                      <p:cBhvr>
                                        <p:cTn id="7" dur="500"/>
                                        <p:tgtEl>
                                          <p:spTgt spid="18433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4340"/>
                                        </p:tgtEl>
                                        <p:attrNameLst>
                                          <p:attrName>style.visibility</p:attrName>
                                        </p:attrNameLst>
                                      </p:cBhvr>
                                      <p:to>
                                        <p:strVal val="visible"/>
                                      </p:to>
                                    </p:set>
                                    <p:animEffect transition="in" filter="wipe(left)">
                                      <p:cBhvr>
                                        <p:cTn id="11" dur="500"/>
                                        <p:tgtEl>
                                          <p:spTgt spid="18434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4343"/>
                                        </p:tgtEl>
                                        <p:attrNameLst>
                                          <p:attrName>style.visibility</p:attrName>
                                        </p:attrNameLst>
                                      </p:cBhvr>
                                      <p:to>
                                        <p:strVal val="visible"/>
                                      </p:to>
                                    </p:set>
                                    <p:animEffect transition="in" filter="wipe(left)">
                                      <p:cBhvr>
                                        <p:cTn id="16" dur="500"/>
                                        <p:tgtEl>
                                          <p:spTgt spid="184343"/>
                                        </p:tgtEl>
                                      </p:cBhvr>
                                    </p:animEffect>
                                  </p:childTnLst>
                                </p:cTn>
                              </p:par>
                            </p:childTnLst>
                          </p:cTn>
                        </p:par>
                        <p:par>
                          <p:cTn id="17" fill="hold">
                            <p:stCondLst>
                              <p:cond delay="500"/>
                            </p:stCondLst>
                            <p:childTnLst>
                              <p:par>
                                <p:cTn id="18" presetID="3" presetClass="entr" presetSubtype="5" fill="hold" nodeType="afterEffect">
                                  <p:stCondLst>
                                    <p:cond delay="0"/>
                                  </p:stCondLst>
                                  <p:childTnLst>
                                    <p:set>
                                      <p:cBhvr>
                                        <p:cTn id="19" dur="1" fill="hold">
                                          <p:stCondLst>
                                            <p:cond delay="0"/>
                                          </p:stCondLst>
                                        </p:cTn>
                                        <p:tgtEl>
                                          <p:spTgt spid="184341"/>
                                        </p:tgtEl>
                                        <p:attrNameLst>
                                          <p:attrName>style.visibility</p:attrName>
                                        </p:attrNameLst>
                                      </p:cBhvr>
                                      <p:to>
                                        <p:strVal val="visible"/>
                                      </p:to>
                                    </p:set>
                                    <p:animEffect transition="in" filter="blinds(vertical)">
                                      <p:cBhvr>
                                        <p:cTn id="20" dur="500"/>
                                        <p:tgtEl>
                                          <p:spTgt spid="18434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84344"/>
                                        </p:tgtEl>
                                        <p:attrNameLst>
                                          <p:attrName>style.visibility</p:attrName>
                                        </p:attrNameLst>
                                      </p:cBhvr>
                                      <p:to>
                                        <p:strVal val="visible"/>
                                      </p:to>
                                    </p:set>
                                    <p:animEffect transition="in" filter="wipe(left)">
                                      <p:cBhvr>
                                        <p:cTn id="25" dur="500"/>
                                        <p:tgtEl>
                                          <p:spTgt spid="184344"/>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84342"/>
                                        </p:tgtEl>
                                        <p:attrNameLst>
                                          <p:attrName>style.visibility</p:attrName>
                                        </p:attrNameLst>
                                      </p:cBhvr>
                                      <p:to>
                                        <p:strVal val="visible"/>
                                      </p:to>
                                    </p:set>
                                    <p:animEffect transition="in" filter="wipe(left)">
                                      <p:cBhvr>
                                        <p:cTn id="29" dur="500"/>
                                        <p:tgtEl>
                                          <p:spTgt spid="18434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84346"/>
                                        </p:tgtEl>
                                        <p:attrNameLst>
                                          <p:attrName>style.visibility</p:attrName>
                                        </p:attrNameLst>
                                      </p:cBhvr>
                                      <p:to>
                                        <p:strVal val="visible"/>
                                      </p:to>
                                    </p:set>
                                    <p:animEffect transition="in" filter="wipe(up)">
                                      <p:cBhvr>
                                        <p:cTn id="34" dur="500"/>
                                        <p:tgtEl>
                                          <p:spTgt spid="184346"/>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84345"/>
                                        </p:tgtEl>
                                        <p:attrNameLst>
                                          <p:attrName>style.visibility</p:attrName>
                                        </p:attrNameLst>
                                      </p:cBhvr>
                                      <p:to>
                                        <p:strVal val="visible"/>
                                      </p:to>
                                    </p:set>
                                    <p:animEffect transition="in" filter="wipe(left)">
                                      <p:cBhvr>
                                        <p:cTn id="38" dur="500"/>
                                        <p:tgtEl>
                                          <p:spTgt spid="18434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84347"/>
                                        </p:tgtEl>
                                        <p:attrNameLst>
                                          <p:attrName>style.visibility</p:attrName>
                                        </p:attrNameLst>
                                      </p:cBhvr>
                                      <p:to>
                                        <p:strVal val="visible"/>
                                      </p:to>
                                    </p:set>
                                    <p:animEffect transition="in" filter="wipe(left)">
                                      <p:cBhvr>
                                        <p:cTn id="43" dur="500"/>
                                        <p:tgtEl>
                                          <p:spTgt spid="18434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84350"/>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nodeType="afterEffect">
                                  <p:stCondLst>
                                    <p:cond delay="0"/>
                                  </p:stCondLst>
                                  <p:childTnLst>
                                    <p:set>
                                      <p:cBhvr>
                                        <p:cTn id="50" dur="1" fill="hold">
                                          <p:stCondLst>
                                            <p:cond delay="0"/>
                                          </p:stCondLst>
                                        </p:cTn>
                                        <p:tgtEl>
                                          <p:spTgt spid="18435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4349"/>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499"/>
                                          </p:stCondLst>
                                        </p:cTn>
                                        <p:tgtEl>
                                          <p:spTgt spid="184353"/>
                                        </p:tgtEl>
                                        <p:attrNameLst>
                                          <p:attrName>style.visibility</p:attrName>
                                        </p:attrNameLst>
                                      </p:cBhvr>
                                      <p:to>
                                        <p:strVal val="visible"/>
                                      </p:to>
                                    </p:set>
                                  </p:childTnLst>
                                </p:cTn>
                              </p:par>
                            </p:childTnLst>
                          </p:cTn>
                        </p:par>
                        <p:par>
                          <p:cTn id="58" fill="hold">
                            <p:stCondLst>
                              <p:cond delay="500"/>
                            </p:stCondLst>
                            <p:childTnLst>
                              <p:par>
                                <p:cTn id="59" presetID="1" presetClass="entr" presetSubtype="0" fill="hold" nodeType="afterEffect">
                                  <p:stCondLst>
                                    <p:cond delay="0"/>
                                  </p:stCondLst>
                                  <p:childTnLst>
                                    <p:set>
                                      <p:cBhvr>
                                        <p:cTn id="60" dur="1" fill="hold">
                                          <p:stCondLst>
                                            <p:cond delay="499"/>
                                          </p:stCondLst>
                                        </p:cTn>
                                        <p:tgtEl>
                                          <p:spTgt spid="184352"/>
                                        </p:tgtEl>
                                        <p:attrNameLst>
                                          <p:attrName>style.visibility</p:attrName>
                                        </p:attrNameLst>
                                      </p:cBhvr>
                                      <p:to>
                                        <p:strVal val="visible"/>
                                      </p:to>
                                    </p:set>
                                  </p:childTnLst>
                                </p:cTn>
                              </p:par>
                            </p:childTnLst>
                          </p:cTn>
                        </p:par>
                        <p:par>
                          <p:cTn id="61" fill="hold">
                            <p:stCondLst>
                              <p:cond delay="1000"/>
                            </p:stCondLst>
                            <p:childTnLst>
                              <p:par>
                                <p:cTn id="62" presetID="1" presetClass="entr" presetSubtype="0" fill="hold" nodeType="afterEffect">
                                  <p:stCondLst>
                                    <p:cond delay="0"/>
                                  </p:stCondLst>
                                  <p:childTnLst>
                                    <p:set>
                                      <p:cBhvr>
                                        <p:cTn id="63" dur="1" fill="hold">
                                          <p:stCondLst>
                                            <p:cond delay="0"/>
                                          </p:stCondLst>
                                        </p:cTn>
                                        <p:tgtEl>
                                          <p:spTgt spid="18435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84355"/>
                                        </p:tgtEl>
                                        <p:attrNameLst>
                                          <p:attrName>style.visibility</p:attrName>
                                        </p:attrNameLst>
                                      </p:cBhvr>
                                      <p:to>
                                        <p:strVal val="visible"/>
                                      </p:to>
                                    </p:set>
                                  </p:childTnLst>
                                </p:cTn>
                              </p:par>
                            </p:childTnLst>
                          </p:cTn>
                        </p:par>
                        <p:par>
                          <p:cTn id="68" fill="hold">
                            <p:stCondLst>
                              <p:cond delay="0"/>
                            </p:stCondLst>
                            <p:childTnLst>
                              <p:par>
                                <p:cTn id="69" presetID="1" presetClass="entr" presetSubtype="0" fill="hold" nodeType="afterEffect">
                                  <p:stCondLst>
                                    <p:cond delay="0"/>
                                  </p:stCondLst>
                                  <p:childTnLst>
                                    <p:set>
                                      <p:cBhvr>
                                        <p:cTn id="70" dur="1" fill="hold">
                                          <p:stCondLst>
                                            <p:cond delay="0"/>
                                          </p:stCondLst>
                                        </p:cTn>
                                        <p:tgtEl>
                                          <p:spTgt spid="18435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84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39" grpId="0"/>
      <p:bldP spid="184343" grpId="0"/>
      <p:bldP spid="184344" grpId="0"/>
      <p:bldP spid="184345" grpId="0"/>
      <p:bldP spid="184346" grpId="0" bldLvl="0" animBg="1"/>
      <p:bldP spid="184347" grpId="0"/>
      <p:bldP spid="184348" grpId="0"/>
      <p:bldP spid="18434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50178" name="Text Box 2"/>
          <p:cNvSpPr txBox="1"/>
          <p:nvPr/>
        </p:nvSpPr>
        <p:spPr>
          <a:xfrm>
            <a:off x="539750" y="479425"/>
            <a:ext cx="8064500" cy="1106488"/>
          </a:xfrm>
          <a:prstGeom prst="rect">
            <a:avLst/>
          </a:prstGeom>
          <a:noFill/>
          <a:ln w="9525">
            <a:noFill/>
          </a:ln>
        </p:spPr>
        <p:txBody>
          <a:bodyPr anchor="t" anchorCtr="0">
            <a:spAutoFit/>
          </a:bodyPr>
          <a:p>
            <a:pPr>
              <a:spcBef>
                <a:spcPct val="50000"/>
              </a:spcBef>
            </a:pPr>
            <a:r>
              <a:rPr lang="en-US" altLang="zh-CN" sz="2200" b="1" dirty="0">
                <a:solidFill>
                  <a:srgbClr val="CC3300"/>
                </a:solidFill>
                <a:latin typeface="Arial" panose="020B0604020202020204" pitchFamily="34" charset="0"/>
                <a:ea typeface="宋体" panose="02010600030101010101" pitchFamily="2" charset="-122"/>
              </a:rPr>
              <a:t>【</a:t>
            </a:r>
            <a:r>
              <a:rPr lang="zh-CN" altLang="en-US" sz="2200" b="1" dirty="0">
                <a:solidFill>
                  <a:srgbClr val="CC3300"/>
                </a:solidFill>
                <a:latin typeface="Arial" panose="020B0604020202020204" pitchFamily="34" charset="0"/>
                <a:ea typeface="宋体" panose="02010600030101010101" pitchFamily="2" charset="-122"/>
              </a:rPr>
              <a:t>练习</a:t>
            </a:r>
            <a:r>
              <a:rPr lang="en-US" altLang="zh-CN" sz="2200" b="1" dirty="0">
                <a:solidFill>
                  <a:srgbClr val="CC3300"/>
                </a:solidFill>
                <a:latin typeface="Arial" panose="020B0604020202020204" pitchFamily="34" charset="0"/>
                <a:ea typeface="宋体" panose="02010600030101010101" pitchFamily="2" charset="-122"/>
              </a:rPr>
              <a:t>】</a:t>
            </a:r>
            <a:r>
              <a:rPr lang="zh-CN" altLang="en-US" sz="2200" b="1" dirty="0">
                <a:solidFill>
                  <a:srgbClr val="000000"/>
                </a:solidFill>
                <a:latin typeface="Times New Roman" panose="02020603050405020304" pitchFamily="18" charset="0"/>
                <a:ea typeface="楷体_GB2312" pitchFamily="49" charset="-122"/>
              </a:rPr>
              <a:t>一质量为</a:t>
            </a:r>
            <a:r>
              <a:rPr lang="en-US" altLang="zh-CN" sz="2200" b="1" i="1" dirty="0">
                <a:solidFill>
                  <a:srgbClr val="000000"/>
                </a:solidFill>
                <a:latin typeface="Times New Roman" panose="02020603050405020304" pitchFamily="18" charset="0"/>
                <a:ea typeface="宋体" panose="02010600030101010101" pitchFamily="2" charset="-122"/>
              </a:rPr>
              <a:t>m</a:t>
            </a:r>
            <a:r>
              <a:rPr lang="zh-CN" altLang="en-US" sz="2200" b="1" dirty="0">
                <a:solidFill>
                  <a:srgbClr val="000000"/>
                </a:solidFill>
                <a:latin typeface="Times New Roman" panose="02020603050405020304" pitchFamily="18" charset="0"/>
                <a:ea typeface="楷体_GB2312" pitchFamily="49" charset="-122"/>
              </a:rPr>
              <a:t>的物体从倾角为</a:t>
            </a:r>
            <a:r>
              <a:rPr lang="zh-CN" altLang="en-US" sz="22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lang="zh-CN" altLang="en-US" sz="2200" b="1" dirty="0">
                <a:solidFill>
                  <a:srgbClr val="000000"/>
                </a:solidFill>
                <a:latin typeface="Times New Roman" panose="02020603050405020304" pitchFamily="18" charset="0"/>
                <a:ea typeface="楷体_GB2312" pitchFamily="49" charset="-122"/>
                <a:sym typeface="Symbol" panose="05050102010706020507" pitchFamily="18" charset="2"/>
              </a:rPr>
              <a:t>的光滑斜面顶点处由静止滑下，滑行</a:t>
            </a:r>
            <a:r>
              <a:rPr lang="zh-CN" altLang="en-US" sz="2200" b="1" dirty="0">
                <a:solidFill>
                  <a:srgbClr val="000000"/>
                </a:solidFill>
                <a:latin typeface="Times New Roman" panose="02020603050405020304" pitchFamily="18" charset="0"/>
                <a:ea typeface="宋体" panose="02010600030101010101" pitchFamily="2" charset="-122"/>
                <a:sym typeface="MT Extra" panose="05050102010205020202" pitchFamily="18" charset="2"/>
              </a:rPr>
              <a:t> </a:t>
            </a:r>
            <a:r>
              <a:rPr lang="zh-CN" altLang="en-US" sz="2200" b="1" dirty="0">
                <a:solidFill>
                  <a:srgbClr val="000000"/>
                </a:solidFill>
                <a:latin typeface="Times New Roman" panose="02020603050405020304" pitchFamily="18" charset="0"/>
                <a:ea typeface="楷体_GB2312" pitchFamily="49" charset="-122"/>
                <a:sym typeface="MT Extra" panose="05050102010205020202" pitchFamily="18" charset="2"/>
              </a:rPr>
              <a:t>远后与质量为</a:t>
            </a:r>
            <a:r>
              <a:rPr lang="en-US" altLang="zh-CN" sz="2200" b="1" i="1" dirty="0">
                <a:solidFill>
                  <a:srgbClr val="000000"/>
                </a:solidFill>
                <a:latin typeface="Times New Roman" panose="02020603050405020304" pitchFamily="18" charset="0"/>
                <a:ea typeface="宋体" panose="02010600030101010101" pitchFamily="2" charset="-122"/>
                <a:sym typeface="MT Extra" panose="05050102010205020202" pitchFamily="18" charset="2"/>
              </a:rPr>
              <a:t>M </a:t>
            </a:r>
            <a:r>
              <a:rPr lang="zh-CN" altLang="en-US" sz="2200" b="1" dirty="0">
                <a:solidFill>
                  <a:srgbClr val="000000"/>
                </a:solidFill>
                <a:latin typeface="Times New Roman" panose="02020603050405020304" pitchFamily="18" charset="0"/>
                <a:ea typeface="楷体_GB2312" pitchFamily="49" charset="-122"/>
                <a:sym typeface="MT Extra" panose="05050102010205020202" pitchFamily="18" charset="2"/>
              </a:rPr>
              <a:t>的物体发生完全非弹性碰撞。</a:t>
            </a:r>
            <a:r>
              <a:rPr lang="en-US" altLang="zh-CN" sz="2200" b="1" i="1" dirty="0">
                <a:solidFill>
                  <a:srgbClr val="000000"/>
                </a:solidFill>
                <a:latin typeface="Times New Roman" panose="02020603050405020304" pitchFamily="18" charset="0"/>
                <a:ea typeface="宋体" panose="02010600030101010101" pitchFamily="2" charset="-122"/>
                <a:sym typeface="MT Extra" panose="05050102010205020202" pitchFamily="18" charset="2"/>
              </a:rPr>
              <a:t>M</a:t>
            </a:r>
            <a:r>
              <a:rPr lang="zh-CN" altLang="en-US" sz="2200" b="1" dirty="0">
                <a:solidFill>
                  <a:srgbClr val="000000"/>
                </a:solidFill>
                <a:latin typeface="楷体_GB2312" pitchFamily="49" charset="-122"/>
                <a:ea typeface="楷体_GB2312" pitchFamily="49" charset="-122"/>
                <a:sym typeface="MT Extra" panose="05050102010205020202" pitchFamily="18" charset="2"/>
              </a:rPr>
              <a:t>与倔强系数为</a:t>
            </a:r>
            <a:r>
              <a:rPr lang="en-US" altLang="zh-CN" sz="2200" b="1" i="1" dirty="0">
                <a:solidFill>
                  <a:srgbClr val="000000"/>
                </a:solidFill>
                <a:latin typeface="Times New Roman" panose="02020603050405020304" pitchFamily="18" charset="0"/>
                <a:ea typeface="楷体_GB2312" pitchFamily="49" charset="-122"/>
                <a:sym typeface="MT Extra" panose="05050102010205020202" pitchFamily="18" charset="2"/>
              </a:rPr>
              <a:t>k</a:t>
            </a:r>
            <a:r>
              <a:rPr lang="zh-CN" altLang="en-US" sz="2200" b="1" dirty="0">
                <a:solidFill>
                  <a:srgbClr val="000000"/>
                </a:solidFill>
                <a:latin typeface="楷体_GB2312" pitchFamily="49" charset="-122"/>
                <a:ea typeface="楷体_GB2312" pitchFamily="49" charset="-122"/>
                <a:sym typeface="MT Extra" panose="05050102010205020202" pitchFamily="18" charset="2"/>
              </a:rPr>
              <a:t>的弹簧相连，碰前</a:t>
            </a:r>
            <a:r>
              <a:rPr lang="en-US" altLang="zh-CN" sz="2200" b="1" i="1" dirty="0">
                <a:solidFill>
                  <a:srgbClr val="000000"/>
                </a:solidFill>
                <a:latin typeface="Times New Roman" panose="02020603050405020304" pitchFamily="18" charset="0"/>
                <a:ea typeface="楷体_GB2312" pitchFamily="49" charset="-122"/>
                <a:sym typeface="MT Extra" panose="05050102010205020202" pitchFamily="18" charset="2"/>
              </a:rPr>
              <a:t>M </a:t>
            </a:r>
            <a:r>
              <a:rPr lang="zh-CN" altLang="en-US" sz="2200" b="1" dirty="0">
                <a:solidFill>
                  <a:srgbClr val="000000"/>
                </a:solidFill>
                <a:latin typeface="Times New Roman" panose="02020603050405020304" pitchFamily="18" charset="0"/>
                <a:ea typeface="楷体_GB2312" pitchFamily="49" charset="-122"/>
                <a:sym typeface="Symbol" panose="05050102010706020507" pitchFamily="18" charset="2"/>
              </a:rPr>
              <a:t>静止于斜面。求：运动方程。</a:t>
            </a:r>
            <a:endParaRPr lang="zh-CN" altLang="en-US" sz="2200"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grpSp>
        <p:nvGrpSpPr>
          <p:cNvPr id="50179" name="Group 3"/>
          <p:cNvGrpSpPr/>
          <p:nvPr/>
        </p:nvGrpSpPr>
        <p:grpSpPr>
          <a:xfrm>
            <a:off x="487363" y="1966913"/>
            <a:ext cx="4156075" cy="2278062"/>
            <a:chOff x="480" y="1536"/>
            <a:chExt cx="2618" cy="1435"/>
          </a:xfrm>
        </p:grpSpPr>
        <p:grpSp>
          <p:nvGrpSpPr>
            <p:cNvPr id="50180" name="Group 4"/>
            <p:cNvGrpSpPr/>
            <p:nvPr/>
          </p:nvGrpSpPr>
          <p:grpSpPr>
            <a:xfrm>
              <a:off x="480" y="1536"/>
              <a:ext cx="2618" cy="1435"/>
              <a:chOff x="480" y="1536"/>
              <a:chExt cx="2618" cy="1435"/>
            </a:xfrm>
          </p:grpSpPr>
          <p:grpSp>
            <p:nvGrpSpPr>
              <p:cNvPr id="50181" name="Group 5"/>
              <p:cNvGrpSpPr/>
              <p:nvPr/>
            </p:nvGrpSpPr>
            <p:grpSpPr>
              <a:xfrm>
                <a:off x="480" y="1536"/>
                <a:ext cx="2618" cy="1435"/>
                <a:chOff x="480" y="1536"/>
                <a:chExt cx="2618" cy="1435"/>
              </a:xfrm>
            </p:grpSpPr>
            <p:grpSp>
              <p:nvGrpSpPr>
                <p:cNvPr id="50182" name="Group 6"/>
                <p:cNvGrpSpPr/>
                <p:nvPr/>
              </p:nvGrpSpPr>
              <p:grpSpPr>
                <a:xfrm>
                  <a:off x="480" y="1536"/>
                  <a:ext cx="2618" cy="1435"/>
                  <a:chOff x="480" y="1536"/>
                  <a:chExt cx="2618" cy="1435"/>
                </a:xfrm>
              </p:grpSpPr>
              <p:grpSp>
                <p:nvGrpSpPr>
                  <p:cNvPr id="50183" name="Group 7"/>
                  <p:cNvGrpSpPr/>
                  <p:nvPr/>
                </p:nvGrpSpPr>
                <p:grpSpPr>
                  <a:xfrm>
                    <a:off x="480" y="1536"/>
                    <a:ext cx="2400" cy="1435"/>
                    <a:chOff x="480" y="1536"/>
                    <a:chExt cx="2400" cy="1435"/>
                  </a:xfrm>
                </p:grpSpPr>
                <p:grpSp>
                  <p:nvGrpSpPr>
                    <p:cNvPr id="50184" name="Group 8"/>
                    <p:cNvGrpSpPr/>
                    <p:nvPr/>
                  </p:nvGrpSpPr>
                  <p:grpSpPr>
                    <a:xfrm>
                      <a:off x="480" y="1728"/>
                      <a:ext cx="2400" cy="1243"/>
                      <a:chOff x="480" y="1728"/>
                      <a:chExt cx="2400" cy="1243"/>
                    </a:xfrm>
                  </p:grpSpPr>
                  <p:grpSp>
                    <p:nvGrpSpPr>
                      <p:cNvPr id="50185" name="Group 9"/>
                      <p:cNvGrpSpPr/>
                      <p:nvPr/>
                    </p:nvGrpSpPr>
                    <p:grpSpPr>
                      <a:xfrm>
                        <a:off x="480" y="1728"/>
                        <a:ext cx="2400" cy="1200"/>
                        <a:chOff x="480" y="1728"/>
                        <a:chExt cx="2400" cy="1200"/>
                      </a:xfrm>
                    </p:grpSpPr>
                    <p:sp>
                      <p:nvSpPr>
                        <p:cNvPr id="50186" name="AutoShape 10"/>
                        <p:cNvSpPr/>
                        <p:nvPr/>
                      </p:nvSpPr>
                      <p:spPr>
                        <a:xfrm>
                          <a:off x="480" y="1728"/>
                          <a:ext cx="2400" cy="1200"/>
                        </a:xfrm>
                        <a:prstGeom prst="rtTriangle">
                          <a:avLst/>
                        </a:prstGeom>
                        <a:noFill/>
                        <a:ln w="28575" cap="flat" cmpd="sng">
                          <a:solidFill>
                            <a:srgbClr val="000000"/>
                          </a:solidFill>
                          <a:prstDash val="solid"/>
                          <a:miter/>
                          <a:headEnd type="none" w="med" len="med"/>
                          <a:tailEnd type="none" w="lg" len="lg"/>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0187" name="Line 11"/>
                        <p:cNvSpPr/>
                        <p:nvPr/>
                      </p:nvSpPr>
                      <p:spPr>
                        <a:xfrm>
                          <a:off x="2625" y="2821"/>
                          <a:ext cx="0" cy="96"/>
                        </a:xfrm>
                        <a:prstGeom prst="line">
                          <a:avLst/>
                        </a:prstGeom>
                        <a:ln w="9525" cap="flat" cmpd="sng">
                          <a:solidFill>
                            <a:srgbClr val="000000"/>
                          </a:solidFill>
                          <a:prstDash val="solid"/>
                          <a:round/>
                          <a:headEnd type="none" w="med" len="med"/>
                          <a:tailEnd type="none" w="lg" len="lg"/>
                        </a:ln>
                      </p:spPr>
                    </p:sp>
                  </p:grpSp>
                  <p:sp>
                    <p:nvSpPr>
                      <p:cNvPr id="50188" name="Text Box 12"/>
                      <p:cNvSpPr txBox="1"/>
                      <p:nvPr/>
                    </p:nvSpPr>
                    <p:spPr>
                      <a:xfrm>
                        <a:off x="2348" y="2721"/>
                        <a:ext cx="336" cy="250"/>
                      </a:xfrm>
                      <a:prstGeom prst="rect">
                        <a:avLst/>
                      </a:prstGeom>
                      <a:noFill/>
                      <a:ln w="9525">
                        <a:noFill/>
                      </a:ln>
                    </p:spPr>
                    <p:txBody>
                      <a:bodyPr anchor="t" anchorCtr="0">
                        <a:spAutoFit/>
                      </a:bodyPr>
                      <a:p>
                        <a:pPr algn="ctr">
                          <a:spcBef>
                            <a:spcPct val="50000"/>
                          </a:spcBef>
                        </a:pPr>
                        <a:r>
                          <a:rPr lang="en-US" altLang="zh-CN" sz="2000" b="1" i="1" dirty="0">
                            <a:latin typeface="Times New Roman" panose="02020603050405020304" pitchFamily="18" charset="0"/>
                            <a:ea typeface="宋体" panose="02010600030101010101" pitchFamily="2" charset="-122"/>
                            <a:sym typeface="Symbol" panose="05050102010706020507" pitchFamily="18" charset="2"/>
                          </a:rPr>
                          <a:t></a:t>
                        </a:r>
                        <a:endParaRPr lang="en-US" altLang="zh-CN" sz="2000" b="1" i="1" dirty="0">
                          <a:latin typeface="Times New Roman" panose="02020603050405020304" pitchFamily="18" charset="0"/>
                          <a:ea typeface="宋体" panose="02010600030101010101" pitchFamily="2" charset="-122"/>
                        </a:endParaRPr>
                      </a:p>
                    </p:txBody>
                  </p:sp>
                </p:grpSp>
                <p:grpSp>
                  <p:nvGrpSpPr>
                    <p:cNvPr id="50189" name="Group 13"/>
                    <p:cNvGrpSpPr/>
                    <p:nvPr/>
                  </p:nvGrpSpPr>
                  <p:grpSpPr>
                    <a:xfrm>
                      <a:off x="528" y="1536"/>
                      <a:ext cx="480" cy="336"/>
                      <a:chOff x="528" y="1536"/>
                      <a:chExt cx="480" cy="336"/>
                    </a:xfrm>
                  </p:grpSpPr>
                  <p:sp>
                    <p:nvSpPr>
                      <p:cNvPr id="50190" name="Rectangle 14"/>
                      <p:cNvSpPr/>
                      <p:nvPr/>
                    </p:nvSpPr>
                    <p:spPr>
                      <a:xfrm rot="1622360">
                        <a:off x="528" y="1536"/>
                        <a:ext cx="480" cy="336"/>
                      </a:xfrm>
                      <a:prstGeom prst="rect">
                        <a:avLst/>
                      </a:prstGeom>
                      <a:solidFill>
                        <a:srgbClr val="66FF66"/>
                      </a:solidFill>
                      <a:ln w="38100" cap="flat" cmpd="sng">
                        <a:solidFill>
                          <a:srgbClr val="000000"/>
                        </a:solidFill>
                        <a:prstDash val="solid"/>
                        <a:miter/>
                        <a:headEnd type="none" w="med" len="med"/>
                        <a:tailEnd type="none" w="lg" len="lg"/>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0191" name="Text Box 15"/>
                      <p:cNvSpPr txBox="1"/>
                      <p:nvPr/>
                    </p:nvSpPr>
                    <p:spPr>
                      <a:xfrm>
                        <a:off x="576" y="1536"/>
                        <a:ext cx="336" cy="288"/>
                      </a:xfrm>
                      <a:prstGeom prst="rect">
                        <a:avLst/>
                      </a:prstGeom>
                      <a:noFill/>
                      <a:ln w="9525">
                        <a:noFill/>
                      </a:ln>
                    </p:spPr>
                    <p:txBody>
                      <a:bodyPr anchor="t" anchorCtr="0">
                        <a:spAutoFit/>
                      </a:bodyPr>
                      <a:p>
                        <a:pPr algn="ctr">
                          <a:spcBef>
                            <a:spcPct val="50000"/>
                          </a:spcBef>
                        </a:pPr>
                        <a:r>
                          <a:rPr lang="en-US" altLang="zh-CN" sz="2400" b="1" i="1" dirty="0">
                            <a:solidFill>
                              <a:schemeClr val="tx2"/>
                            </a:solidFill>
                            <a:latin typeface="Times New Roman" panose="02020603050405020304" pitchFamily="18" charset="0"/>
                            <a:ea typeface="宋体" panose="02010600030101010101" pitchFamily="2" charset="-122"/>
                          </a:rPr>
                          <a:t>m</a:t>
                        </a:r>
                        <a:endParaRPr lang="en-US" altLang="zh-CN" sz="2400" b="1" i="1" dirty="0">
                          <a:solidFill>
                            <a:schemeClr val="tx2"/>
                          </a:solidFill>
                          <a:latin typeface="Times New Roman" panose="02020603050405020304" pitchFamily="18" charset="0"/>
                          <a:ea typeface="宋体" panose="02010600030101010101" pitchFamily="2" charset="-122"/>
                        </a:endParaRPr>
                      </a:p>
                    </p:txBody>
                  </p:sp>
                </p:grpSp>
              </p:grpSp>
              <p:sp>
                <p:nvSpPr>
                  <p:cNvPr id="50192" name="Line 16"/>
                  <p:cNvSpPr/>
                  <p:nvPr/>
                </p:nvSpPr>
                <p:spPr>
                  <a:xfrm rot="-412147" flipV="1">
                    <a:off x="2858" y="2581"/>
                    <a:ext cx="240" cy="336"/>
                  </a:xfrm>
                  <a:prstGeom prst="line">
                    <a:avLst/>
                  </a:prstGeom>
                  <a:ln w="76200" cap="flat" cmpd="sng">
                    <a:solidFill>
                      <a:srgbClr val="000000"/>
                    </a:solidFill>
                    <a:prstDash val="solid"/>
                    <a:round/>
                    <a:headEnd type="none" w="med" len="med"/>
                    <a:tailEnd type="none" w="lg" len="lg"/>
                  </a:ln>
                </p:spPr>
              </p:sp>
            </p:grpSp>
            <p:sp>
              <p:nvSpPr>
                <p:cNvPr id="50193" name="Rectangle 17"/>
                <p:cNvSpPr/>
                <p:nvPr/>
              </p:nvSpPr>
              <p:spPr>
                <a:xfrm rot="1726219">
                  <a:off x="1800" y="1866"/>
                  <a:ext cx="144" cy="528"/>
                </a:xfrm>
                <a:prstGeom prst="rect">
                  <a:avLst/>
                </a:prstGeom>
                <a:solidFill>
                  <a:srgbClr val="FF66CC"/>
                </a:solidFill>
                <a:ln w="28575" cap="flat" cmpd="sng">
                  <a:solidFill>
                    <a:srgbClr val="000000"/>
                  </a:solidFill>
                  <a:prstDash val="solid"/>
                  <a:miter/>
                  <a:headEnd type="none" w="med" len="med"/>
                  <a:tailEnd type="none" w="lg" len="lg"/>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0194" name="Text Box 18"/>
                <p:cNvSpPr txBox="1"/>
                <p:nvPr/>
              </p:nvSpPr>
              <p:spPr>
                <a:xfrm>
                  <a:off x="1920" y="1584"/>
                  <a:ext cx="240" cy="288"/>
                </a:xfrm>
                <a:prstGeom prst="rect">
                  <a:avLst/>
                </a:prstGeom>
                <a:noFill/>
                <a:ln w="9525">
                  <a:noFill/>
                </a:ln>
              </p:spPr>
              <p:txBody>
                <a:bodyPr anchor="t" anchorCtr="0">
                  <a:spAutoFit/>
                </a:bodyPr>
                <a:p>
                  <a:pPr algn="ctr">
                    <a:spcBef>
                      <a:spcPct val="50000"/>
                    </a:spcBef>
                  </a:pPr>
                  <a:r>
                    <a:rPr lang="en-US" altLang="zh-CN" sz="2400" b="1" i="1" dirty="0">
                      <a:solidFill>
                        <a:schemeClr val="tx2"/>
                      </a:solidFill>
                      <a:latin typeface="Times New Roman" panose="02020603050405020304" pitchFamily="18" charset="0"/>
                      <a:ea typeface="宋体" panose="02010600030101010101" pitchFamily="2" charset="-122"/>
                    </a:rPr>
                    <a:t>M</a:t>
                  </a:r>
                  <a:endParaRPr lang="en-US" altLang="zh-CN" sz="2400" b="1" i="1" dirty="0">
                    <a:solidFill>
                      <a:schemeClr val="tx2"/>
                    </a:solidFill>
                    <a:latin typeface="Times New Roman" panose="02020603050405020304" pitchFamily="18" charset="0"/>
                    <a:ea typeface="宋体" panose="02010600030101010101" pitchFamily="2" charset="-122"/>
                  </a:endParaRPr>
                </a:p>
              </p:txBody>
            </p:sp>
          </p:grpSp>
          <p:sp>
            <p:nvSpPr>
              <p:cNvPr id="50195" name="Line 19"/>
              <p:cNvSpPr/>
              <p:nvPr/>
            </p:nvSpPr>
            <p:spPr>
              <a:xfrm>
                <a:off x="1968" y="2112"/>
                <a:ext cx="1056" cy="528"/>
              </a:xfrm>
              <a:prstGeom prst="line">
                <a:avLst/>
              </a:prstGeom>
              <a:ln w="28575" cap="flat" cmpd="sng">
                <a:solidFill>
                  <a:srgbClr val="000000"/>
                </a:solidFill>
                <a:prstDash val="solid"/>
                <a:round/>
                <a:headEnd type="none" w="med" len="med"/>
                <a:tailEnd type="none" w="lg" len="lg"/>
              </a:ln>
            </p:spPr>
          </p:sp>
        </p:grpSp>
        <p:sp>
          <p:nvSpPr>
            <p:cNvPr id="50196" name="Text Box 20"/>
            <p:cNvSpPr txBox="1"/>
            <p:nvPr/>
          </p:nvSpPr>
          <p:spPr>
            <a:xfrm>
              <a:off x="2448" y="2064"/>
              <a:ext cx="192" cy="288"/>
            </a:xfrm>
            <a:prstGeom prst="rect">
              <a:avLst/>
            </a:prstGeom>
            <a:noFill/>
            <a:ln w="9525">
              <a:noFill/>
            </a:ln>
          </p:spPr>
          <p:txBody>
            <a:bodyPr anchor="t" anchorCtr="0">
              <a:spAutoFit/>
            </a:bodyPr>
            <a:p>
              <a:pPr algn="ctr">
                <a:spcBef>
                  <a:spcPct val="50000"/>
                </a:spcBef>
              </a:pPr>
              <a:r>
                <a:rPr lang="en-US" altLang="zh-CN" sz="2400" b="1" i="1" dirty="0">
                  <a:solidFill>
                    <a:schemeClr val="tx2"/>
                  </a:solidFill>
                  <a:latin typeface="Times New Roman" panose="02020603050405020304" pitchFamily="18" charset="0"/>
                  <a:ea typeface="宋体" panose="02010600030101010101" pitchFamily="2" charset="-122"/>
                </a:rPr>
                <a:t>k</a:t>
              </a:r>
              <a:endParaRPr lang="en-US" altLang="zh-CN" sz="2400" b="1" i="1" dirty="0">
                <a:solidFill>
                  <a:schemeClr val="tx2"/>
                </a:solidFill>
                <a:latin typeface="Times New Roman" panose="02020603050405020304" pitchFamily="18" charset="0"/>
                <a:ea typeface="宋体" panose="02010600030101010101" pitchFamily="2" charset="-122"/>
              </a:endParaRPr>
            </a:p>
          </p:txBody>
        </p:sp>
      </p:grpSp>
      <p:sp>
        <p:nvSpPr>
          <p:cNvPr id="170005" name="Text Box 21"/>
          <p:cNvSpPr txBox="1"/>
          <p:nvPr/>
        </p:nvSpPr>
        <p:spPr>
          <a:xfrm>
            <a:off x="3348038" y="1630363"/>
            <a:ext cx="5184775" cy="762000"/>
          </a:xfrm>
          <a:prstGeom prst="rect">
            <a:avLst/>
          </a:prstGeom>
          <a:noFill/>
          <a:ln w="9525">
            <a:noFill/>
          </a:ln>
        </p:spPr>
        <p:txBody>
          <a:bodyPr anchor="t" anchorCtr="0">
            <a:spAutoFit/>
          </a:bodyPr>
          <a:p>
            <a:pPr>
              <a:spcBef>
                <a:spcPct val="50000"/>
              </a:spcBef>
            </a:pPr>
            <a:r>
              <a:rPr lang="zh-CN" altLang="en-US" sz="2200" b="1" dirty="0">
                <a:solidFill>
                  <a:srgbClr val="000000"/>
                </a:solidFill>
                <a:latin typeface="Times New Roman" panose="02020603050405020304" pitchFamily="18" charset="0"/>
                <a:ea typeface="宋体" panose="02010600030101010101" pitchFamily="2" charset="-122"/>
              </a:rPr>
              <a:t>解</a:t>
            </a:r>
            <a:r>
              <a:rPr lang="en-US" altLang="zh-CN" sz="2200" b="1" dirty="0">
                <a:solidFill>
                  <a:srgbClr val="000000"/>
                </a:solidFill>
                <a:latin typeface="Times New Roman" panose="02020603050405020304" pitchFamily="18" charset="0"/>
                <a:ea typeface="宋体" panose="02010600030101010101" pitchFamily="2" charset="-122"/>
              </a:rPr>
              <a:t>1</a:t>
            </a:r>
            <a:r>
              <a:rPr lang="zh-CN" altLang="en-US" sz="2200" b="1" dirty="0">
                <a:solidFill>
                  <a:srgbClr val="000000"/>
                </a:solidFill>
                <a:latin typeface="Times New Roman" panose="02020603050405020304" pitchFamily="18" charset="0"/>
                <a:ea typeface="宋体" panose="02010600030101010101" pitchFamily="2" charset="-122"/>
              </a:rPr>
              <a:t>：</a:t>
            </a:r>
            <a:r>
              <a:rPr lang="zh-CN" altLang="en-US" sz="2200" b="1" dirty="0">
                <a:solidFill>
                  <a:srgbClr val="000000"/>
                </a:solidFill>
                <a:latin typeface="楷体_GB2312" pitchFamily="49" charset="-122"/>
                <a:ea typeface="楷体_GB2312" pitchFamily="49" charset="-122"/>
              </a:rPr>
              <a:t>取</a:t>
            </a:r>
            <a:r>
              <a:rPr lang="en-US" altLang="zh-CN" sz="2200" b="1" i="1" dirty="0">
                <a:solidFill>
                  <a:srgbClr val="000000"/>
                </a:solidFill>
                <a:latin typeface="Times New Roman" panose="02020603050405020304" pitchFamily="18" charset="0"/>
                <a:ea typeface="楷体_GB2312" pitchFamily="49" charset="-122"/>
              </a:rPr>
              <a:t>m</a:t>
            </a:r>
            <a:r>
              <a:rPr lang="zh-CN" altLang="en-US" sz="2200" b="1" dirty="0">
                <a:solidFill>
                  <a:srgbClr val="000000"/>
                </a:solidFill>
                <a:latin typeface="楷体_GB2312" pitchFamily="49" charset="-122"/>
                <a:ea typeface="楷体_GB2312" pitchFamily="49" charset="-122"/>
              </a:rPr>
              <a:t>与</a:t>
            </a:r>
            <a:r>
              <a:rPr lang="en-US" altLang="zh-CN" sz="2200" b="1" i="1" dirty="0">
                <a:solidFill>
                  <a:srgbClr val="000000"/>
                </a:solidFill>
                <a:latin typeface="Times New Roman" panose="02020603050405020304" pitchFamily="18" charset="0"/>
                <a:ea typeface="楷体_GB2312" pitchFamily="49" charset="-122"/>
              </a:rPr>
              <a:t>M</a:t>
            </a:r>
            <a:r>
              <a:rPr lang="en-US" altLang="zh-CN" sz="2200" b="1" i="1" dirty="0">
                <a:solidFill>
                  <a:srgbClr val="000000"/>
                </a:solidFill>
                <a:latin typeface="楷体_GB2312" pitchFamily="49" charset="-122"/>
                <a:ea typeface="楷体_GB2312" pitchFamily="49" charset="-122"/>
              </a:rPr>
              <a:t> </a:t>
            </a:r>
            <a:r>
              <a:rPr lang="zh-CN" altLang="en-US" sz="2200" b="1" dirty="0">
                <a:solidFill>
                  <a:srgbClr val="000000"/>
                </a:solidFill>
                <a:latin typeface="楷体_GB2312" pitchFamily="49" charset="-122"/>
                <a:ea typeface="楷体_GB2312" pitchFamily="49" charset="-122"/>
                <a:sym typeface="MT Extra" panose="05050102010205020202" pitchFamily="18" charset="2"/>
              </a:rPr>
              <a:t>碰撞连在一起后的平衡位置为坐标原点。</a:t>
            </a:r>
            <a:endParaRPr lang="zh-CN" altLang="en-US" sz="2200" b="1" dirty="0">
              <a:solidFill>
                <a:srgbClr val="000000"/>
              </a:solidFill>
              <a:latin typeface="楷体_GB2312" pitchFamily="49" charset="-122"/>
              <a:ea typeface="楷体_GB2312" pitchFamily="49" charset="-122"/>
              <a:sym typeface="MT Extra" panose="05050102010205020202" pitchFamily="18" charset="2"/>
            </a:endParaRPr>
          </a:p>
        </p:txBody>
      </p:sp>
      <p:sp>
        <p:nvSpPr>
          <p:cNvPr id="170006" name="Text Box 22"/>
          <p:cNvSpPr txBox="1"/>
          <p:nvPr/>
        </p:nvSpPr>
        <p:spPr>
          <a:xfrm>
            <a:off x="4572000" y="2495550"/>
            <a:ext cx="3581400" cy="762000"/>
          </a:xfrm>
          <a:prstGeom prst="rect">
            <a:avLst/>
          </a:prstGeom>
          <a:noFill/>
          <a:ln w="9525">
            <a:noFill/>
          </a:ln>
        </p:spPr>
        <p:txBody>
          <a:bodyPr anchor="t" anchorCtr="0">
            <a:spAutoFit/>
          </a:bodyPr>
          <a:p>
            <a:pPr>
              <a:spcBef>
                <a:spcPct val="50000"/>
              </a:spcBef>
            </a:pPr>
            <a:r>
              <a:rPr lang="zh-CN" altLang="en-US" sz="2200" b="1" dirty="0">
                <a:solidFill>
                  <a:srgbClr val="000000"/>
                </a:solidFill>
                <a:latin typeface="楷体_GB2312" pitchFamily="49" charset="-122"/>
                <a:ea typeface="楷体_GB2312" pitchFamily="49" charset="-122"/>
              </a:rPr>
              <a:t>设此时弹簧在</a:t>
            </a:r>
            <a:r>
              <a:rPr lang="en-US" altLang="zh-CN" sz="2200" b="1" i="1" dirty="0">
                <a:solidFill>
                  <a:srgbClr val="000000"/>
                </a:solidFill>
                <a:latin typeface="Times New Roman" panose="02020603050405020304" pitchFamily="18" charset="0"/>
                <a:ea typeface="楷体_GB2312" pitchFamily="49" charset="-122"/>
              </a:rPr>
              <a:t>m</a:t>
            </a:r>
            <a:r>
              <a:rPr lang="zh-CN" altLang="en-US" sz="2200" b="1" dirty="0">
                <a:solidFill>
                  <a:srgbClr val="000000"/>
                </a:solidFill>
                <a:latin typeface="楷体_GB2312" pitchFamily="49" charset="-122"/>
                <a:ea typeface="楷体_GB2312" pitchFamily="49" charset="-122"/>
              </a:rPr>
              <a:t>与</a:t>
            </a:r>
            <a:r>
              <a:rPr lang="en-US" altLang="zh-CN" sz="2200" b="1" i="1" dirty="0">
                <a:solidFill>
                  <a:srgbClr val="000000"/>
                </a:solidFill>
                <a:latin typeface="Times New Roman" panose="02020603050405020304" pitchFamily="18" charset="0"/>
                <a:ea typeface="楷体_GB2312" pitchFamily="49" charset="-122"/>
              </a:rPr>
              <a:t>M</a:t>
            </a:r>
            <a:r>
              <a:rPr lang="zh-CN" altLang="en-US" sz="2200" b="1" dirty="0">
                <a:solidFill>
                  <a:srgbClr val="000000"/>
                </a:solidFill>
                <a:latin typeface="楷体_GB2312" pitchFamily="49" charset="-122"/>
                <a:ea typeface="楷体_GB2312" pitchFamily="49" charset="-122"/>
              </a:rPr>
              <a:t>的压缩下退了</a:t>
            </a:r>
            <a:r>
              <a:rPr lang="en-US" altLang="zh-CN" sz="2200" b="1" i="1" dirty="0">
                <a:solidFill>
                  <a:srgbClr val="000000"/>
                </a:solidFill>
                <a:latin typeface="Times New Roman" panose="02020603050405020304" pitchFamily="18" charset="0"/>
                <a:ea typeface="楷体_GB2312" pitchFamily="49" charset="-122"/>
              </a:rPr>
              <a:t>x</a:t>
            </a:r>
            <a:r>
              <a:rPr lang="en-US" altLang="zh-CN" sz="2200" b="1" baseline="-25000" dirty="0">
                <a:solidFill>
                  <a:srgbClr val="000000"/>
                </a:solidFill>
                <a:latin typeface="Times New Roman" panose="02020603050405020304" pitchFamily="18" charset="0"/>
                <a:ea typeface="楷体_GB2312" pitchFamily="49" charset="-122"/>
              </a:rPr>
              <a:t>0</a:t>
            </a:r>
            <a:r>
              <a:rPr lang="en-US" altLang="zh-CN" sz="2200" b="1" baseline="30000" dirty="0">
                <a:solidFill>
                  <a:srgbClr val="000000"/>
                </a:solidFill>
                <a:latin typeface="Times New Roman" panose="02020603050405020304" pitchFamily="18" charset="0"/>
                <a:ea typeface="楷体_GB2312" pitchFamily="49" charset="-122"/>
                <a:sym typeface="Symbol" panose="05050102010706020507" pitchFamily="18" charset="2"/>
              </a:rPr>
              <a:t></a:t>
            </a:r>
            <a:r>
              <a:rPr lang="zh-CN" altLang="en-US" sz="2200" b="1" dirty="0">
                <a:solidFill>
                  <a:srgbClr val="000000"/>
                </a:solidFill>
                <a:latin typeface="楷体_GB2312" pitchFamily="49" charset="-122"/>
                <a:ea typeface="楷体_GB2312" pitchFamily="49" charset="-122"/>
              </a:rPr>
              <a:t>。</a:t>
            </a:r>
            <a:endParaRPr lang="zh-CN" altLang="en-US" sz="2200" b="1" dirty="0">
              <a:solidFill>
                <a:srgbClr val="000000"/>
              </a:solidFill>
              <a:latin typeface="楷体_GB2312" pitchFamily="49" charset="-122"/>
              <a:ea typeface="楷体_GB2312" pitchFamily="49" charset="-122"/>
            </a:endParaRPr>
          </a:p>
        </p:txBody>
      </p:sp>
      <p:grpSp>
        <p:nvGrpSpPr>
          <p:cNvPr id="170007" name="Group 23"/>
          <p:cNvGrpSpPr/>
          <p:nvPr/>
        </p:nvGrpSpPr>
        <p:grpSpPr>
          <a:xfrm>
            <a:off x="2392363" y="2787650"/>
            <a:ext cx="954087" cy="1171575"/>
            <a:chOff x="1680" y="2053"/>
            <a:chExt cx="601" cy="738"/>
          </a:xfrm>
        </p:grpSpPr>
        <p:sp>
          <p:nvSpPr>
            <p:cNvPr id="50200" name="Rectangle 24"/>
            <p:cNvSpPr/>
            <p:nvPr/>
          </p:nvSpPr>
          <p:spPr>
            <a:xfrm rot="1652336">
              <a:off x="2137" y="2053"/>
              <a:ext cx="144" cy="528"/>
            </a:xfrm>
            <a:prstGeom prst="rect">
              <a:avLst/>
            </a:prstGeom>
            <a:solidFill>
              <a:srgbClr val="FF66CC"/>
            </a:solidFill>
            <a:ln w="28575" cap="flat" cmpd="sng">
              <a:solidFill>
                <a:srgbClr val="000000"/>
              </a:solidFill>
              <a:prstDash val="sysDot"/>
              <a:miter/>
              <a:headEnd type="none" w="med" len="med"/>
              <a:tailEnd type="none" w="lg" len="lg"/>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0201" name="Line 25"/>
            <p:cNvSpPr/>
            <p:nvPr/>
          </p:nvSpPr>
          <p:spPr>
            <a:xfrm rot="-241815" flipH="1">
              <a:off x="1680" y="2400"/>
              <a:ext cx="144" cy="240"/>
            </a:xfrm>
            <a:prstGeom prst="line">
              <a:avLst/>
            </a:prstGeom>
            <a:ln w="9525" cap="flat" cmpd="sng">
              <a:solidFill>
                <a:srgbClr val="000000"/>
              </a:solidFill>
              <a:prstDash val="solid"/>
              <a:round/>
              <a:headEnd type="none" w="med" len="med"/>
              <a:tailEnd type="none" w="lg" len="lg"/>
            </a:ln>
          </p:spPr>
        </p:sp>
        <p:sp>
          <p:nvSpPr>
            <p:cNvPr id="50202" name="Line 26"/>
            <p:cNvSpPr/>
            <p:nvPr/>
          </p:nvSpPr>
          <p:spPr>
            <a:xfrm rot="-241815" flipH="1">
              <a:off x="2020" y="2551"/>
              <a:ext cx="144" cy="240"/>
            </a:xfrm>
            <a:prstGeom prst="line">
              <a:avLst/>
            </a:prstGeom>
            <a:ln w="9525" cap="flat" cmpd="sng">
              <a:solidFill>
                <a:srgbClr val="000000"/>
              </a:solidFill>
              <a:prstDash val="solid"/>
              <a:round/>
              <a:headEnd type="none" w="med" len="med"/>
              <a:tailEnd type="none" w="lg" len="lg"/>
            </a:ln>
          </p:spPr>
        </p:sp>
        <p:sp>
          <p:nvSpPr>
            <p:cNvPr id="50203" name="Text Box 27"/>
            <p:cNvSpPr txBox="1"/>
            <p:nvPr/>
          </p:nvSpPr>
          <p:spPr>
            <a:xfrm>
              <a:off x="1776" y="2448"/>
              <a:ext cx="288" cy="288"/>
            </a:xfrm>
            <a:prstGeom prst="rect">
              <a:avLst/>
            </a:prstGeom>
            <a:noFill/>
            <a:ln w="9525">
              <a:noFill/>
            </a:ln>
          </p:spPr>
          <p:txBody>
            <a:bodyPr anchor="t" anchorCtr="0">
              <a:spAutoFit/>
            </a:bodyPr>
            <a:p>
              <a:pPr algn="ctr">
                <a:spcBef>
                  <a:spcPct val="50000"/>
                </a:spcBef>
              </a:pPr>
              <a:r>
                <a:rPr lang="en-US" altLang="zh-CN" sz="2400" b="1" i="1" dirty="0">
                  <a:solidFill>
                    <a:srgbClr val="0000FF"/>
                  </a:solidFill>
                  <a:latin typeface="Times New Roman" panose="02020603050405020304" pitchFamily="18" charset="0"/>
                  <a:ea typeface="宋体" panose="02010600030101010101" pitchFamily="2" charset="-122"/>
                </a:rPr>
                <a:t>x</a:t>
              </a:r>
              <a:r>
                <a:rPr lang="en-US" altLang="zh-CN" sz="2400" b="1" baseline="-25000" dirty="0">
                  <a:solidFill>
                    <a:srgbClr val="0000FF"/>
                  </a:solidFill>
                  <a:latin typeface="Times New Roman" panose="02020603050405020304" pitchFamily="18" charset="0"/>
                  <a:ea typeface="宋体" panose="02010600030101010101" pitchFamily="2" charset="-122"/>
                </a:rPr>
                <a:t>0</a:t>
              </a:r>
              <a:endParaRPr lang="en-US" altLang="zh-CN" sz="2400" b="1" dirty="0">
                <a:solidFill>
                  <a:srgbClr val="0000FF"/>
                </a:solidFill>
                <a:latin typeface="Times New Roman" panose="02020603050405020304" pitchFamily="18" charset="0"/>
                <a:ea typeface="宋体" panose="02010600030101010101" pitchFamily="2" charset="-122"/>
              </a:endParaRPr>
            </a:p>
          </p:txBody>
        </p:sp>
        <p:sp>
          <p:nvSpPr>
            <p:cNvPr id="50204" name="Line 28"/>
            <p:cNvSpPr/>
            <p:nvPr/>
          </p:nvSpPr>
          <p:spPr>
            <a:xfrm>
              <a:off x="1695" y="2625"/>
              <a:ext cx="336" cy="144"/>
            </a:xfrm>
            <a:prstGeom prst="line">
              <a:avLst/>
            </a:prstGeom>
            <a:ln w="9525" cap="flat" cmpd="sng">
              <a:solidFill>
                <a:srgbClr val="0000FF"/>
              </a:solidFill>
              <a:prstDash val="solid"/>
              <a:round/>
              <a:headEnd type="triangle" w="med" len="med"/>
              <a:tailEnd type="triangle" w="med" len="med"/>
            </a:ln>
          </p:spPr>
        </p:sp>
      </p:grpSp>
      <p:grpSp>
        <p:nvGrpSpPr>
          <p:cNvPr id="170013" name="Group 29"/>
          <p:cNvGrpSpPr/>
          <p:nvPr/>
        </p:nvGrpSpPr>
        <p:grpSpPr>
          <a:xfrm>
            <a:off x="1081088" y="3074988"/>
            <a:ext cx="625475" cy="990600"/>
            <a:chOff x="854" y="2256"/>
            <a:chExt cx="394" cy="624"/>
          </a:xfrm>
        </p:grpSpPr>
        <p:sp>
          <p:nvSpPr>
            <p:cNvPr id="50206" name="Line 30"/>
            <p:cNvSpPr/>
            <p:nvPr/>
          </p:nvSpPr>
          <p:spPr>
            <a:xfrm flipH="1">
              <a:off x="1008" y="2448"/>
              <a:ext cx="240" cy="432"/>
            </a:xfrm>
            <a:prstGeom prst="line">
              <a:avLst/>
            </a:prstGeom>
            <a:ln w="28575" cap="flat" cmpd="sng">
              <a:solidFill>
                <a:srgbClr val="000000"/>
              </a:solidFill>
              <a:prstDash val="solid"/>
              <a:round/>
              <a:headEnd type="none" w="med" len="med"/>
              <a:tailEnd type="none" w="lg" len="lg"/>
            </a:ln>
          </p:spPr>
        </p:sp>
        <p:sp>
          <p:nvSpPr>
            <p:cNvPr id="50207" name="Text Box 31"/>
            <p:cNvSpPr txBox="1"/>
            <p:nvPr/>
          </p:nvSpPr>
          <p:spPr>
            <a:xfrm>
              <a:off x="854" y="2256"/>
              <a:ext cx="308" cy="480"/>
            </a:xfrm>
            <a:prstGeom prst="rect">
              <a:avLst/>
            </a:prstGeom>
            <a:noFill/>
            <a:ln w="9525">
              <a:noFill/>
            </a:ln>
          </p:spPr>
          <p:txBody>
            <a:bodyPr vert="eaVert" anchor="t" anchorCtr="0">
              <a:spAutoFit/>
            </a:bodyPr>
            <a:p>
              <a:pPr algn="ctr">
                <a:spcBef>
                  <a:spcPct val="50000"/>
                </a:spcBef>
              </a:pPr>
              <a:r>
                <a:rPr lang="zh-CN" altLang="en-US" sz="2000" b="1" dirty="0">
                  <a:solidFill>
                    <a:srgbClr val="FF0000"/>
                  </a:solidFill>
                  <a:latin typeface="Times New Roman" panose="02020603050405020304" pitchFamily="18" charset="0"/>
                  <a:ea typeface="黑体" panose="02010609060101010101" pitchFamily="2" charset="-122"/>
                </a:rPr>
                <a:t>原长</a:t>
              </a:r>
              <a:endParaRPr lang="zh-CN" altLang="en-US" sz="2000" b="1" dirty="0">
                <a:solidFill>
                  <a:srgbClr val="FF0000"/>
                </a:solidFill>
                <a:latin typeface="Times New Roman" panose="02020603050405020304" pitchFamily="18" charset="0"/>
                <a:ea typeface="黑体" panose="02010609060101010101" pitchFamily="2" charset="-122"/>
              </a:endParaRPr>
            </a:p>
          </p:txBody>
        </p:sp>
      </p:grpSp>
      <p:grpSp>
        <p:nvGrpSpPr>
          <p:cNvPr id="170016" name="Group 32"/>
          <p:cNvGrpSpPr/>
          <p:nvPr/>
        </p:nvGrpSpPr>
        <p:grpSpPr>
          <a:xfrm>
            <a:off x="1676400" y="3186113"/>
            <a:ext cx="762000" cy="1219200"/>
            <a:chOff x="1218" y="2304"/>
            <a:chExt cx="480" cy="768"/>
          </a:xfrm>
        </p:grpSpPr>
        <p:sp>
          <p:nvSpPr>
            <p:cNvPr id="50209" name="Line 33"/>
            <p:cNvSpPr/>
            <p:nvPr/>
          </p:nvSpPr>
          <p:spPr>
            <a:xfrm flipH="1">
              <a:off x="1440" y="2640"/>
              <a:ext cx="240" cy="432"/>
            </a:xfrm>
            <a:prstGeom prst="line">
              <a:avLst/>
            </a:prstGeom>
            <a:ln w="28575" cap="flat" cmpd="sng">
              <a:solidFill>
                <a:srgbClr val="000000"/>
              </a:solidFill>
              <a:prstDash val="solid"/>
              <a:round/>
              <a:headEnd type="none" w="med" len="med"/>
              <a:tailEnd type="none" w="lg" len="lg"/>
            </a:ln>
          </p:spPr>
        </p:sp>
        <p:sp>
          <p:nvSpPr>
            <p:cNvPr id="50210" name="Text Box 34"/>
            <p:cNvSpPr txBox="1"/>
            <p:nvPr/>
          </p:nvSpPr>
          <p:spPr>
            <a:xfrm>
              <a:off x="1226" y="2640"/>
              <a:ext cx="192" cy="288"/>
            </a:xfrm>
            <a:prstGeom prst="rect">
              <a:avLst/>
            </a:prstGeom>
            <a:noFill/>
            <a:ln w="9525">
              <a:noFill/>
            </a:ln>
          </p:spPr>
          <p:txBody>
            <a:bodyPr anchor="t" anchorCtr="0">
              <a:spAutoFit/>
            </a:bodyPr>
            <a:p>
              <a:pPr algn="ctr">
                <a:spcBef>
                  <a:spcPct val="50000"/>
                </a:spcBef>
              </a:pPr>
              <a:r>
                <a:rPr lang="en-US" altLang="zh-CN" sz="2400" b="1" i="1" dirty="0">
                  <a:solidFill>
                    <a:schemeClr val="tx2"/>
                  </a:solidFill>
                  <a:latin typeface="Times New Roman" panose="02020603050405020304" pitchFamily="18" charset="0"/>
                  <a:ea typeface="宋体" panose="02010600030101010101" pitchFamily="2" charset="-122"/>
                </a:rPr>
                <a:t>M</a:t>
              </a:r>
              <a:endParaRPr lang="en-US" altLang="zh-CN" sz="2400" b="1" i="1" dirty="0">
                <a:solidFill>
                  <a:schemeClr val="tx2"/>
                </a:solidFill>
                <a:latin typeface="Times New Roman" panose="02020603050405020304" pitchFamily="18" charset="0"/>
                <a:ea typeface="宋体" panose="02010600030101010101" pitchFamily="2" charset="-122"/>
              </a:endParaRPr>
            </a:p>
          </p:txBody>
        </p:sp>
        <p:sp>
          <p:nvSpPr>
            <p:cNvPr id="50211" name="Line 35"/>
            <p:cNvSpPr/>
            <p:nvPr/>
          </p:nvSpPr>
          <p:spPr>
            <a:xfrm>
              <a:off x="1218" y="2418"/>
              <a:ext cx="480" cy="240"/>
            </a:xfrm>
            <a:prstGeom prst="line">
              <a:avLst/>
            </a:prstGeom>
            <a:ln w="9525" cap="flat" cmpd="sng">
              <a:solidFill>
                <a:srgbClr val="000000"/>
              </a:solidFill>
              <a:prstDash val="solid"/>
              <a:round/>
              <a:headEnd type="triangle" w="med" len="med"/>
              <a:tailEnd type="triangle" w="med" len="med"/>
            </a:ln>
          </p:spPr>
        </p:sp>
        <p:sp>
          <p:nvSpPr>
            <p:cNvPr id="50212" name="Text Box 36"/>
            <p:cNvSpPr txBox="1"/>
            <p:nvPr/>
          </p:nvSpPr>
          <p:spPr>
            <a:xfrm>
              <a:off x="1322" y="2304"/>
              <a:ext cx="336" cy="288"/>
            </a:xfrm>
            <a:prstGeom prst="rect">
              <a:avLst/>
            </a:prstGeom>
            <a:noFill/>
            <a:ln w="9525">
              <a:noFill/>
            </a:ln>
          </p:spPr>
          <p:txBody>
            <a:bodyPr anchor="t" anchorCtr="0">
              <a:spAutoFit/>
            </a:bodyPr>
            <a:p>
              <a:pPr algn="ctr">
                <a:spcBef>
                  <a:spcPct val="50000"/>
                </a:spcBef>
              </a:pPr>
              <a:endParaRPr lang="zh-CN" altLang="zh-CN" sz="2400" b="1" dirty="0">
                <a:solidFill>
                  <a:schemeClr val="tx2"/>
                </a:solidFill>
                <a:latin typeface="Times New Roman" panose="02020603050405020304" pitchFamily="18" charset="0"/>
                <a:ea typeface="宋体" panose="02010600030101010101" pitchFamily="2" charset="-122"/>
              </a:endParaRPr>
            </a:p>
          </p:txBody>
        </p:sp>
      </p:grpSp>
      <p:grpSp>
        <p:nvGrpSpPr>
          <p:cNvPr id="170021" name="Group 37"/>
          <p:cNvGrpSpPr/>
          <p:nvPr/>
        </p:nvGrpSpPr>
        <p:grpSpPr>
          <a:xfrm>
            <a:off x="2427288" y="3767138"/>
            <a:ext cx="533400" cy="866775"/>
            <a:chOff x="1702" y="2670"/>
            <a:chExt cx="336" cy="546"/>
          </a:xfrm>
        </p:grpSpPr>
        <p:sp>
          <p:nvSpPr>
            <p:cNvPr id="50214" name="Line 38"/>
            <p:cNvSpPr/>
            <p:nvPr/>
          </p:nvSpPr>
          <p:spPr>
            <a:xfrm flipH="1">
              <a:off x="1798" y="2784"/>
              <a:ext cx="240" cy="432"/>
            </a:xfrm>
            <a:prstGeom prst="line">
              <a:avLst/>
            </a:prstGeom>
            <a:ln w="28575" cap="flat" cmpd="sng">
              <a:solidFill>
                <a:srgbClr val="000000"/>
              </a:solidFill>
              <a:prstDash val="solid"/>
              <a:round/>
              <a:headEnd type="none" w="med" len="med"/>
              <a:tailEnd type="none" w="lg" len="lg"/>
            </a:ln>
          </p:spPr>
        </p:sp>
        <p:sp>
          <p:nvSpPr>
            <p:cNvPr id="50215" name="Text Box 39"/>
            <p:cNvSpPr txBox="1"/>
            <p:nvPr/>
          </p:nvSpPr>
          <p:spPr>
            <a:xfrm>
              <a:off x="1702" y="2670"/>
              <a:ext cx="192" cy="288"/>
            </a:xfrm>
            <a:prstGeom prst="rect">
              <a:avLst/>
            </a:prstGeom>
            <a:noFill/>
            <a:ln w="9525">
              <a:noFill/>
            </a:ln>
          </p:spPr>
          <p:txBody>
            <a:bodyPr anchor="t" anchorCtr="0">
              <a:spAutoFit/>
            </a:bodyPr>
            <a:p>
              <a:pPr algn="ctr">
                <a:spcBef>
                  <a:spcPct val="50000"/>
                </a:spcBef>
              </a:pPr>
              <a:r>
                <a:rPr lang="en-US" altLang="zh-CN" sz="2400" b="1" i="1" dirty="0">
                  <a:solidFill>
                    <a:srgbClr val="0000FF"/>
                  </a:solidFill>
                  <a:latin typeface="Times New Roman" panose="02020603050405020304" pitchFamily="18" charset="0"/>
                  <a:ea typeface="宋体" panose="02010600030101010101" pitchFamily="2" charset="-122"/>
                </a:rPr>
                <a:t>m</a:t>
              </a:r>
              <a:endParaRPr lang="en-US" altLang="zh-CN" sz="2400" b="1" i="1" dirty="0">
                <a:solidFill>
                  <a:srgbClr val="0000FF"/>
                </a:solidFill>
                <a:latin typeface="Times New Roman" panose="02020603050405020304" pitchFamily="18" charset="0"/>
                <a:ea typeface="宋体" panose="02010600030101010101" pitchFamily="2" charset="-122"/>
              </a:endParaRPr>
            </a:p>
          </p:txBody>
        </p:sp>
      </p:grpSp>
      <p:grpSp>
        <p:nvGrpSpPr>
          <p:cNvPr id="170024" name="Group 40"/>
          <p:cNvGrpSpPr/>
          <p:nvPr/>
        </p:nvGrpSpPr>
        <p:grpSpPr>
          <a:xfrm>
            <a:off x="1325563" y="4024313"/>
            <a:ext cx="1295400" cy="835025"/>
            <a:chOff x="1008" y="2832"/>
            <a:chExt cx="816" cy="526"/>
          </a:xfrm>
        </p:grpSpPr>
        <p:sp>
          <p:nvSpPr>
            <p:cNvPr id="50217" name="Line 41"/>
            <p:cNvSpPr/>
            <p:nvPr/>
          </p:nvSpPr>
          <p:spPr>
            <a:xfrm>
              <a:off x="1008" y="2832"/>
              <a:ext cx="816" cy="336"/>
            </a:xfrm>
            <a:prstGeom prst="line">
              <a:avLst/>
            </a:prstGeom>
            <a:ln w="9525" cap="flat" cmpd="sng">
              <a:solidFill>
                <a:srgbClr val="FF3300"/>
              </a:solidFill>
              <a:prstDash val="solid"/>
              <a:round/>
              <a:headEnd type="triangle" w="lg" len="med"/>
              <a:tailEnd type="triangle" w="lg" len="lg"/>
            </a:ln>
          </p:spPr>
        </p:sp>
        <p:sp>
          <p:nvSpPr>
            <p:cNvPr id="50218" name="Text Box 42"/>
            <p:cNvSpPr txBox="1"/>
            <p:nvPr/>
          </p:nvSpPr>
          <p:spPr>
            <a:xfrm>
              <a:off x="1152" y="3031"/>
              <a:ext cx="528" cy="327"/>
            </a:xfrm>
            <a:prstGeom prst="rect">
              <a:avLst/>
            </a:prstGeom>
            <a:noFill/>
            <a:ln w="9525">
              <a:noFill/>
            </a:ln>
          </p:spPr>
          <p:txBody>
            <a:bodyPr anchor="t" anchorCtr="0">
              <a:spAutoFit/>
            </a:bodyPr>
            <a:p>
              <a:pPr algn="ctr">
                <a:spcBef>
                  <a:spcPct val="50000"/>
                </a:spcBef>
              </a:pPr>
              <a:r>
                <a:rPr lang="en-US" altLang="zh-CN" sz="2400" b="1" i="1" dirty="0">
                  <a:solidFill>
                    <a:srgbClr val="FF3300"/>
                  </a:solidFill>
                  <a:latin typeface="Times New Roman" panose="02020603050405020304" pitchFamily="18" charset="0"/>
                  <a:ea typeface="宋体" panose="02010600030101010101" pitchFamily="2" charset="-122"/>
                </a:rPr>
                <a:t>x</a:t>
              </a:r>
              <a:r>
                <a:rPr lang="en-US" altLang="zh-CN" sz="2400" b="1" baseline="-25000" dirty="0">
                  <a:solidFill>
                    <a:srgbClr val="FF3300"/>
                  </a:solidFill>
                  <a:latin typeface="Times New Roman" panose="02020603050405020304" pitchFamily="18" charset="0"/>
                  <a:ea typeface="宋体" panose="02010600030101010101" pitchFamily="2" charset="-122"/>
                </a:rPr>
                <a:t>0</a:t>
              </a:r>
              <a:r>
                <a:rPr lang="en-US" altLang="zh-CN" sz="2800" b="1" baseline="30000" dirty="0">
                  <a:solidFill>
                    <a:srgbClr val="FF33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rgbClr val="FF3300"/>
                </a:solidFill>
                <a:latin typeface="Times New Roman" panose="02020603050405020304" pitchFamily="18" charset="0"/>
                <a:ea typeface="宋体" panose="02010600030101010101" pitchFamily="2" charset="-122"/>
                <a:sym typeface="Symbol" panose="05050102010706020507" pitchFamily="18" charset="2"/>
              </a:endParaRPr>
            </a:p>
          </p:txBody>
        </p:sp>
      </p:grpSp>
      <p:sp>
        <p:nvSpPr>
          <p:cNvPr id="170027" name="Text Box 43"/>
          <p:cNvSpPr txBox="1"/>
          <p:nvPr/>
        </p:nvSpPr>
        <p:spPr>
          <a:xfrm>
            <a:off x="5994400" y="2898775"/>
            <a:ext cx="1522413" cy="366713"/>
          </a:xfrm>
          <a:prstGeom prst="rect">
            <a:avLst/>
          </a:prstGeom>
          <a:noFill/>
          <a:ln w="9525">
            <a:noFill/>
          </a:ln>
        </p:spPr>
        <p:txBody>
          <a:bodyPr anchor="t" anchorCtr="0">
            <a:spAutoFit/>
          </a:bodyPr>
          <a:p>
            <a:pPr>
              <a:spcBef>
                <a:spcPct val="50000"/>
              </a:spcBef>
            </a:pPr>
            <a:r>
              <a:rPr lang="zh-CN" altLang="en-US" b="1" dirty="0">
                <a:solidFill>
                  <a:srgbClr val="FF0000"/>
                </a:solidFill>
                <a:latin typeface="Times New Roman" panose="02020603050405020304" pitchFamily="18" charset="0"/>
                <a:ea typeface="宋体" panose="02010600030101010101" pitchFamily="2" charset="-122"/>
              </a:rPr>
              <a:t>坐标系如图</a:t>
            </a:r>
            <a:endParaRPr lang="zh-CN" altLang="en-US" b="1" dirty="0">
              <a:solidFill>
                <a:srgbClr val="FF0000"/>
              </a:solidFill>
              <a:latin typeface="Times New Roman" panose="02020603050405020304" pitchFamily="18" charset="0"/>
              <a:ea typeface="宋体" panose="02010600030101010101" pitchFamily="2" charset="-122"/>
            </a:endParaRPr>
          </a:p>
        </p:txBody>
      </p:sp>
      <p:grpSp>
        <p:nvGrpSpPr>
          <p:cNvPr id="170028" name="Group 44"/>
          <p:cNvGrpSpPr/>
          <p:nvPr/>
        </p:nvGrpSpPr>
        <p:grpSpPr>
          <a:xfrm>
            <a:off x="2544763" y="4252913"/>
            <a:ext cx="1447800" cy="831850"/>
            <a:chOff x="1776" y="2976"/>
            <a:chExt cx="912" cy="524"/>
          </a:xfrm>
        </p:grpSpPr>
        <p:sp>
          <p:nvSpPr>
            <p:cNvPr id="50221" name="Text Box 45"/>
            <p:cNvSpPr txBox="1"/>
            <p:nvPr/>
          </p:nvSpPr>
          <p:spPr>
            <a:xfrm>
              <a:off x="1776" y="2976"/>
              <a:ext cx="384" cy="250"/>
            </a:xfrm>
            <a:prstGeom prst="rect">
              <a:avLst/>
            </a:prstGeom>
            <a:noFill/>
            <a:ln w="9525">
              <a:noFill/>
            </a:ln>
          </p:spPr>
          <p:txBody>
            <a:bodyPr anchor="t" anchorCtr="0">
              <a:spAutoFit/>
            </a:bodyPr>
            <a:p>
              <a:pPr algn="ctr">
                <a:spcBef>
                  <a:spcPct val="50000"/>
                </a:spcBef>
              </a:pPr>
              <a:r>
                <a:rPr lang="zh-CN" altLang="zh-CN" sz="2000" b="1" dirty="0">
                  <a:solidFill>
                    <a:schemeClr val="tx2"/>
                  </a:solidFill>
                  <a:latin typeface="Times New Roman" panose="02020603050405020304" pitchFamily="18" charset="0"/>
                  <a:ea typeface="宋体" panose="02010600030101010101" pitchFamily="2" charset="-122"/>
                </a:rPr>
                <a:t>0</a:t>
              </a:r>
              <a:endParaRPr lang="en-US" altLang="zh-CN" sz="2000" b="1" dirty="0">
                <a:solidFill>
                  <a:schemeClr val="tx2"/>
                </a:solidFill>
                <a:latin typeface="Times New Roman" panose="02020603050405020304" pitchFamily="18" charset="0"/>
                <a:ea typeface="宋体" panose="02010600030101010101" pitchFamily="2" charset="-122"/>
              </a:endParaRPr>
            </a:p>
          </p:txBody>
        </p:sp>
        <p:sp>
          <p:nvSpPr>
            <p:cNvPr id="50222" name="Text Box 46"/>
            <p:cNvSpPr txBox="1"/>
            <p:nvPr/>
          </p:nvSpPr>
          <p:spPr>
            <a:xfrm>
              <a:off x="2304" y="3212"/>
              <a:ext cx="384" cy="288"/>
            </a:xfrm>
            <a:prstGeom prst="rect">
              <a:avLst/>
            </a:prstGeom>
            <a:noFill/>
            <a:ln w="9525">
              <a:noFill/>
            </a:ln>
          </p:spPr>
          <p:txBody>
            <a:bodyPr anchor="t" anchorCtr="0">
              <a:spAutoFit/>
            </a:bodyPr>
            <a:p>
              <a:pPr algn="ctr">
                <a:spcBef>
                  <a:spcPct val="50000"/>
                </a:spcBef>
              </a:pPr>
              <a:r>
                <a:rPr lang="en-US" altLang="zh-CN" sz="2400" b="1" i="1" dirty="0">
                  <a:solidFill>
                    <a:schemeClr val="tx2"/>
                  </a:solidFill>
                  <a:latin typeface="Times New Roman" panose="02020603050405020304" pitchFamily="18" charset="0"/>
                  <a:ea typeface="宋体" panose="02010600030101010101" pitchFamily="2" charset="-122"/>
                </a:rPr>
                <a:t>x</a:t>
              </a:r>
              <a:endParaRPr lang="en-US" altLang="zh-CN" sz="2400" b="1" i="1" dirty="0">
                <a:solidFill>
                  <a:schemeClr val="tx2"/>
                </a:solidFill>
                <a:latin typeface="Times New Roman" panose="02020603050405020304" pitchFamily="18" charset="0"/>
                <a:ea typeface="宋体" panose="02010600030101010101" pitchFamily="2" charset="-122"/>
              </a:endParaRPr>
            </a:p>
          </p:txBody>
        </p:sp>
        <p:sp>
          <p:nvSpPr>
            <p:cNvPr id="50223" name="Line 47"/>
            <p:cNvSpPr/>
            <p:nvPr/>
          </p:nvSpPr>
          <p:spPr>
            <a:xfrm>
              <a:off x="1946" y="2976"/>
              <a:ext cx="720" cy="336"/>
            </a:xfrm>
            <a:prstGeom prst="line">
              <a:avLst/>
            </a:prstGeom>
            <a:ln w="9525" cap="flat" cmpd="sng">
              <a:solidFill>
                <a:srgbClr val="000000"/>
              </a:solidFill>
              <a:prstDash val="solid"/>
              <a:round/>
              <a:headEnd type="none" w="med" len="med"/>
              <a:tailEnd type="triangle" w="lg" len="lg"/>
            </a:ln>
          </p:spPr>
        </p:sp>
      </p:grpSp>
      <p:graphicFrame>
        <p:nvGraphicFramePr>
          <p:cNvPr id="170032" name="Object 48"/>
          <p:cNvGraphicFramePr>
            <a:graphicFrameLocks noChangeAspect="1"/>
          </p:cNvGraphicFramePr>
          <p:nvPr/>
        </p:nvGraphicFramePr>
        <p:xfrm>
          <a:off x="4891088" y="3476625"/>
          <a:ext cx="2197100" cy="396875"/>
        </p:xfrm>
        <a:graphic>
          <a:graphicData uri="http://schemas.openxmlformats.org/presentationml/2006/ole">
            <mc:AlternateContent xmlns:mc="http://schemas.openxmlformats.org/markup-compatibility/2006">
              <mc:Choice xmlns:v="urn:schemas-microsoft-com:vml" Requires="v">
                <p:oleObj spid="_x0000_s3271" name="" r:id="rId1" imgW="1333500" imgH="241300" progId="Equation.3">
                  <p:embed/>
                </p:oleObj>
              </mc:Choice>
              <mc:Fallback>
                <p:oleObj name="" r:id="rId1" imgW="1333500" imgH="241300" progId="Equation.3">
                  <p:embed/>
                  <p:pic>
                    <p:nvPicPr>
                      <p:cNvPr id="0" name="图片 3270"/>
                      <p:cNvPicPr/>
                      <p:nvPr/>
                    </p:nvPicPr>
                    <p:blipFill>
                      <a:blip r:embed="rId2"/>
                      <a:stretch>
                        <a:fillRect/>
                      </a:stretch>
                    </p:blipFill>
                    <p:spPr>
                      <a:xfrm>
                        <a:off x="4891088" y="3476625"/>
                        <a:ext cx="2197100" cy="396875"/>
                      </a:xfrm>
                      <a:prstGeom prst="rect">
                        <a:avLst/>
                      </a:prstGeom>
                      <a:noFill/>
                      <a:ln w="38100">
                        <a:noFill/>
                        <a:miter/>
                      </a:ln>
                    </p:spPr>
                  </p:pic>
                </p:oleObj>
              </mc:Fallback>
            </mc:AlternateContent>
          </a:graphicData>
        </a:graphic>
      </p:graphicFrame>
      <p:graphicFrame>
        <p:nvGraphicFramePr>
          <p:cNvPr id="170033" name="Object 49"/>
          <p:cNvGraphicFramePr>
            <a:graphicFrameLocks noChangeAspect="1"/>
          </p:cNvGraphicFramePr>
          <p:nvPr/>
        </p:nvGraphicFramePr>
        <p:xfrm>
          <a:off x="4927600" y="3981450"/>
          <a:ext cx="3103563" cy="835025"/>
        </p:xfrm>
        <a:graphic>
          <a:graphicData uri="http://schemas.openxmlformats.org/presentationml/2006/ole">
            <mc:AlternateContent xmlns:mc="http://schemas.openxmlformats.org/markup-compatibility/2006">
              <mc:Choice xmlns:v="urn:schemas-microsoft-com:vml" Requires="v">
                <p:oleObj spid="_x0000_s3272" name="" r:id="rId3" imgW="1790700" imgH="482600" progId="Equation.3">
                  <p:embed/>
                </p:oleObj>
              </mc:Choice>
              <mc:Fallback>
                <p:oleObj name="" r:id="rId3" imgW="1790700" imgH="482600" progId="Equation.3">
                  <p:embed/>
                  <p:pic>
                    <p:nvPicPr>
                      <p:cNvPr id="0" name="图片 3271"/>
                      <p:cNvPicPr/>
                      <p:nvPr/>
                    </p:nvPicPr>
                    <p:blipFill>
                      <a:blip r:embed="rId4"/>
                      <a:stretch>
                        <a:fillRect/>
                      </a:stretch>
                    </p:blipFill>
                    <p:spPr>
                      <a:xfrm>
                        <a:off x="4927600" y="3981450"/>
                        <a:ext cx="3103563" cy="835025"/>
                      </a:xfrm>
                      <a:prstGeom prst="rect">
                        <a:avLst/>
                      </a:prstGeom>
                      <a:noFill/>
                      <a:ln w="38100">
                        <a:noFill/>
                        <a:miter/>
                      </a:ln>
                    </p:spPr>
                  </p:pic>
                </p:oleObj>
              </mc:Fallback>
            </mc:AlternateContent>
          </a:graphicData>
        </a:graphic>
      </p:graphicFrame>
      <p:graphicFrame>
        <p:nvGraphicFramePr>
          <p:cNvPr id="170034" name="Object 50"/>
          <p:cNvGraphicFramePr>
            <a:graphicFrameLocks noChangeAspect="1"/>
          </p:cNvGraphicFramePr>
          <p:nvPr/>
        </p:nvGraphicFramePr>
        <p:xfrm>
          <a:off x="5076825" y="4794250"/>
          <a:ext cx="2265363" cy="777875"/>
        </p:xfrm>
        <a:graphic>
          <a:graphicData uri="http://schemas.openxmlformats.org/presentationml/2006/ole">
            <mc:AlternateContent xmlns:mc="http://schemas.openxmlformats.org/markup-compatibility/2006">
              <mc:Choice xmlns:v="urn:schemas-microsoft-com:vml" Requires="v">
                <p:oleObj spid="_x0000_s3274" name="" r:id="rId5" imgW="1143000" imgH="393700" progId="Equation.3">
                  <p:embed/>
                </p:oleObj>
              </mc:Choice>
              <mc:Fallback>
                <p:oleObj name="" r:id="rId5" imgW="1143000" imgH="393700" progId="Equation.3">
                  <p:embed/>
                  <p:pic>
                    <p:nvPicPr>
                      <p:cNvPr id="0" name="图片 3273"/>
                      <p:cNvPicPr/>
                      <p:nvPr/>
                    </p:nvPicPr>
                    <p:blipFill>
                      <a:blip r:embed="rId6"/>
                      <a:stretch>
                        <a:fillRect/>
                      </a:stretch>
                    </p:blipFill>
                    <p:spPr>
                      <a:xfrm>
                        <a:off x="5076825" y="4794250"/>
                        <a:ext cx="2265363" cy="777875"/>
                      </a:xfrm>
                      <a:prstGeom prst="rect">
                        <a:avLst/>
                      </a:prstGeom>
                      <a:noFill/>
                      <a:ln w="38100">
                        <a:noFill/>
                        <a:miter/>
                      </a:ln>
                    </p:spPr>
                  </p:pic>
                </p:oleObj>
              </mc:Fallback>
            </mc:AlternateContent>
          </a:graphicData>
        </a:graphic>
      </p:graphicFrame>
      <p:sp>
        <p:nvSpPr>
          <p:cNvPr id="170035" name="Text Box 51"/>
          <p:cNvSpPr txBox="1"/>
          <p:nvPr/>
        </p:nvSpPr>
        <p:spPr>
          <a:xfrm>
            <a:off x="1120775" y="5718175"/>
            <a:ext cx="7156450" cy="708025"/>
          </a:xfrm>
          <a:prstGeom prst="rect">
            <a:avLst/>
          </a:prstGeom>
          <a:noFill/>
          <a:ln w="9525">
            <a:noFill/>
          </a:ln>
        </p:spPr>
        <p:txBody>
          <a:bodyPr wrap="square" anchor="t" anchorCtr="0">
            <a:spAutoFit/>
          </a:bodyPr>
          <a:p>
            <a:pPr>
              <a:spcBef>
                <a:spcPct val="50000"/>
              </a:spcBef>
            </a:pPr>
            <a:r>
              <a:rPr lang="zh-CN" altLang="en-US" sz="2000" b="1" dirty="0">
                <a:solidFill>
                  <a:srgbClr val="FF0000"/>
                </a:solidFill>
                <a:latin typeface="Times New Roman" panose="02020603050405020304" pitchFamily="18" charset="0"/>
                <a:ea typeface="黑体" panose="02010609060101010101" pitchFamily="2" charset="-122"/>
              </a:rPr>
              <a:t>以振动系统在恒力作用下的平衡位置为原点，则可按常规立刻写出简谐振动的微分方程或振动表达式。</a:t>
            </a:r>
            <a:endParaRPr lang="zh-CN" altLang="en-US" sz="2000" b="1" dirty="0">
              <a:solidFill>
                <a:srgbClr val="FF0000"/>
              </a:solidFill>
              <a:latin typeface="Times New Roman" panose="02020603050405020304" pitchFamily="18" charset="0"/>
              <a:ea typeface="黑体" panose="02010609060101010101" pitchFamily="2" charset="-122"/>
            </a:endParaRPr>
          </a:p>
        </p:txBody>
      </p:sp>
      <p:sp>
        <p:nvSpPr>
          <p:cNvPr id="70663" name="Text Box 7"/>
          <p:cNvSpPr txBox="1"/>
          <p:nvPr/>
        </p:nvSpPr>
        <p:spPr>
          <a:xfrm>
            <a:off x="673100" y="5087938"/>
            <a:ext cx="3816350" cy="460375"/>
          </a:xfrm>
          <a:prstGeom prst="rect">
            <a:avLst/>
          </a:prstGeom>
          <a:noFill/>
          <a:ln w="9525">
            <a:noFill/>
          </a:ln>
        </p:spPr>
        <p:txBody>
          <a:bodyPr anchor="t" anchorCtr="0">
            <a:spAutoFit/>
          </a:bodyPr>
          <a:p>
            <a:pPr algn="ctr" eaLnBrk="0" hangingPunct="0">
              <a:spcBef>
                <a:spcPct val="50000"/>
              </a:spcBef>
            </a:pPr>
            <a:r>
              <a:rPr lang="en-US" altLang="zh-CN" sz="2400" b="1" dirty="0">
                <a:solidFill>
                  <a:srgbClr val="FF0000"/>
                </a:solidFill>
                <a:latin typeface="Times New Roman" panose="02020603050405020304" pitchFamily="18" charset="0"/>
                <a:ea typeface="宋体" panose="02010600030101010101" pitchFamily="2" charset="-122"/>
              </a:rPr>
              <a:t>1.</a:t>
            </a:r>
            <a:r>
              <a:rPr lang="zh-CN" altLang="en-US" sz="2400" b="1" dirty="0">
                <a:solidFill>
                  <a:srgbClr val="FF0000"/>
                </a:solidFill>
                <a:latin typeface="Times New Roman" panose="02020603050405020304" pitchFamily="18" charset="0"/>
                <a:ea typeface="宋体" panose="02010600030101010101" pitchFamily="2" charset="-122"/>
              </a:rPr>
              <a:t>简谐振动的动力学解法</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0005"/>
                                        </p:tgtEl>
                                        <p:attrNameLst>
                                          <p:attrName>style.visibility</p:attrName>
                                        </p:attrNameLst>
                                      </p:cBhvr>
                                      <p:to>
                                        <p:strVal val="visible"/>
                                      </p:to>
                                    </p:set>
                                    <p:animEffect transition="in" filter="wipe(up)">
                                      <p:cBhvr>
                                        <p:cTn id="7" dur="500"/>
                                        <p:tgtEl>
                                          <p:spTgt spid="17000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70006"/>
                                        </p:tgtEl>
                                        <p:attrNameLst>
                                          <p:attrName>style.visibility</p:attrName>
                                        </p:attrNameLst>
                                      </p:cBhvr>
                                      <p:to>
                                        <p:strVal val="visible"/>
                                      </p:to>
                                    </p:set>
                                    <p:animEffect transition="in" filter="wipe(up)">
                                      <p:cBhvr>
                                        <p:cTn id="11" dur="500"/>
                                        <p:tgtEl>
                                          <p:spTgt spid="17000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70013"/>
                                        </p:tgtEl>
                                        <p:attrNameLst>
                                          <p:attrName>style.visibility</p:attrName>
                                        </p:attrNameLst>
                                      </p:cBhvr>
                                      <p:to>
                                        <p:strVal val="visible"/>
                                      </p:to>
                                    </p:set>
                                    <p:animEffect transition="in" filter="wipe(up)">
                                      <p:cBhvr>
                                        <p:cTn id="16" dur="500"/>
                                        <p:tgtEl>
                                          <p:spTgt spid="170013"/>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70016"/>
                                        </p:tgtEl>
                                        <p:attrNameLst>
                                          <p:attrName>style.visibility</p:attrName>
                                        </p:attrNameLst>
                                      </p:cBhvr>
                                      <p:to>
                                        <p:strVal val="visible"/>
                                      </p:to>
                                    </p:set>
                                    <p:animEffect transition="in" filter="wipe(left)">
                                      <p:cBhvr>
                                        <p:cTn id="20" dur="500"/>
                                        <p:tgtEl>
                                          <p:spTgt spid="1700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70007"/>
                                        </p:tgtEl>
                                        <p:attrNameLst>
                                          <p:attrName>style.visibility</p:attrName>
                                        </p:attrNameLst>
                                      </p:cBhvr>
                                      <p:to>
                                        <p:strVal val="visible"/>
                                      </p:to>
                                    </p:set>
                                    <p:animEffect transition="in" filter="wipe(left)">
                                      <p:cBhvr>
                                        <p:cTn id="25" dur="500"/>
                                        <p:tgtEl>
                                          <p:spTgt spid="170007"/>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70021"/>
                                        </p:tgtEl>
                                        <p:attrNameLst>
                                          <p:attrName>style.visibility</p:attrName>
                                        </p:attrNameLst>
                                      </p:cBhvr>
                                      <p:to>
                                        <p:strVal val="visible"/>
                                      </p:to>
                                    </p:set>
                                    <p:animEffect transition="in" filter="wipe(left)">
                                      <p:cBhvr>
                                        <p:cTn id="29" dur="500"/>
                                        <p:tgtEl>
                                          <p:spTgt spid="170021"/>
                                        </p:tgtEl>
                                      </p:cBhvr>
                                    </p:animEffect>
                                  </p:childTnLst>
                                </p:cTn>
                              </p:par>
                            </p:childTnLst>
                          </p:cTn>
                        </p:par>
                        <p:par>
                          <p:cTn id="30" fill="hold">
                            <p:stCondLst>
                              <p:cond delay="1000"/>
                            </p:stCondLst>
                            <p:childTnLst>
                              <p:par>
                                <p:cTn id="31" presetID="22" presetClass="entr" presetSubtype="4" fill="hold" nodeType="afterEffect">
                                  <p:stCondLst>
                                    <p:cond delay="0"/>
                                  </p:stCondLst>
                                  <p:childTnLst>
                                    <p:set>
                                      <p:cBhvr>
                                        <p:cTn id="32" dur="1" fill="hold">
                                          <p:stCondLst>
                                            <p:cond delay="0"/>
                                          </p:stCondLst>
                                        </p:cTn>
                                        <p:tgtEl>
                                          <p:spTgt spid="170024"/>
                                        </p:tgtEl>
                                        <p:attrNameLst>
                                          <p:attrName>style.visibility</p:attrName>
                                        </p:attrNameLst>
                                      </p:cBhvr>
                                      <p:to>
                                        <p:strVal val="visible"/>
                                      </p:to>
                                    </p:set>
                                    <p:animEffect transition="in" filter="wipe(down)">
                                      <p:cBhvr>
                                        <p:cTn id="33" dur="500"/>
                                        <p:tgtEl>
                                          <p:spTgt spid="170024"/>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170027"/>
                                        </p:tgtEl>
                                        <p:attrNameLst>
                                          <p:attrName>style.visibility</p:attrName>
                                        </p:attrNameLst>
                                      </p:cBhvr>
                                      <p:to>
                                        <p:strVal val="visible"/>
                                      </p:to>
                                    </p:set>
                                    <p:animEffect transition="in" filter="wipe(left)">
                                      <p:cBhvr>
                                        <p:cTn id="37" dur="500"/>
                                        <p:tgtEl>
                                          <p:spTgt spid="170027"/>
                                        </p:tgtEl>
                                      </p:cBhvr>
                                    </p:animEffect>
                                  </p:childTnLst>
                                </p:cTn>
                              </p:par>
                            </p:childTnLst>
                          </p:cTn>
                        </p:par>
                        <p:par>
                          <p:cTn id="38" fill="hold">
                            <p:stCondLst>
                              <p:cond delay="2000"/>
                            </p:stCondLst>
                            <p:childTnLst>
                              <p:par>
                                <p:cTn id="39" presetID="22" presetClass="entr" presetSubtype="8" fill="hold" nodeType="afterEffect">
                                  <p:stCondLst>
                                    <p:cond delay="0"/>
                                  </p:stCondLst>
                                  <p:childTnLst>
                                    <p:set>
                                      <p:cBhvr>
                                        <p:cTn id="40" dur="1" fill="hold">
                                          <p:stCondLst>
                                            <p:cond delay="0"/>
                                          </p:stCondLst>
                                        </p:cTn>
                                        <p:tgtEl>
                                          <p:spTgt spid="170028"/>
                                        </p:tgtEl>
                                        <p:attrNameLst>
                                          <p:attrName>style.visibility</p:attrName>
                                        </p:attrNameLst>
                                      </p:cBhvr>
                                      <p:to>
                                        <p:strVal val="visible"/>
                                      </p:to>
                                    </p:set>
                                    <p:animEffect transition="in" filter="wipe(left)">
                                      <p:cBhvr>
                                        <p:cTn id="41" dur="500"/>
                                        <p:tgtEl>
                                          <p:spTgt spid="17002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70032"/>
                                        </p:tgtEl>
                                        <p:attrNameLst>
                                          <p:attrName>style.visibility</p:attrName>
                                        </p:attrNameLst>
                                      </p:cBhvr>
                                      <p:to>
                                        <p:strVal val="visible"/>
                                      </p:to>
                                    </p:set>
                                    <p:animEffect transition="in" filter="wipe(left)">
                                      <p:cBhvr>
                                        <p:cTn id="46" dur="500"/>
                                        <p:tgtEl>
                                          <p:spTgt spid="17003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70033"/>
                                        </p:tgtEl>
                                        <p:attrNameLst>
                                          <p:attrName>style.visibility</p:attrName>
                                        </p:attrNameLst>
                                      </p:cBhvr>
                                      <p:to>
                                        <p:strVal val="visible"/>
                                      </p:to>
                                    </p:set>
                                    <p:animEffect transition="in" filter="wipe(up)">
                                      <p:cBhvr>
                                        <p:cTn id="51" dur="500"/>
                                        <p:tgtEl>
                                          <p:spTgt spid="170033"/>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170034"/>
                                        </p:tgtEl>
                                        <p:attrNameLst>
                                          <p:attrName>style.visibility</p:attrName>
                                        </p:attrNameLst>
                                      </p:cBhvr>
                                      <p:to>
                                        <p:strVal val="visible"/>
                                      </p:to>
                                    </p:set>
                                    <p:animEffect transition="in" filter="barn(inVertical)">
                                      <p:cBhvr>
                                        <p:cTn id="56" dur="500"/>
                                        <p:tgtEl>
                                          <p:spTgt spid="170034"/>
                                        </p:tgtEl>
                                      </p:cBhvr>
                                    </p:animEffect>
                                  </p:childTnLst>
                                </p:cTn>
                              </p:par>
                            </p:childTnLst>
                          </p:cTn>
                        </p:par>
                        <p:par>
                          <p:cTn id="57" fill="hold">
                            <p:stCondLst>
                              <p:cond delay="500"/>
                            </p:stCondLst>
                            <p:childTnLst>
                              <p:par>
                                <p:cTn id="58" presetID="22" presetClass="entr" presetSubtype="1" fill="hold" grpId="0" nodeType="afterEffect">
                                  <p:stCondLst>
                                    <p:cond delay="0"/>
                                  </p:stCondLst>
                                  <p:childTnLst>
                                    <p:set>
                                      <p:cBhvr>
                                        <p:cTn id="59" dur="1" fill="hold">
                                          <p:stCondLst>
                                            <p:cond delay="0"/>
                                          </p:stCondLst>
                                        </p:cTn>
                                        <p:tgtEl>
                                          <p:spTgt spid="170035"/>
                                        </p:tgtEl>
                                        <p:attrNameLst>
                                          <p:attrName>style.visibility</p:attrName>
                                        </p:attrNameLst>
                                      </p:cBhvr>
                                      <p:to>
                                        <p:strVal val="visible"/>
                                      </p:to>
                                    </p:set>
                                    <p:animEffect transition="in" filter="wipe(up)">
                                      <p:cBhvr>
                                        <p:cTn id="60" dur="500"/>
                                        <p:tgtEl>
                                          <p:spTgt spid="17003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70663"/>
                                        </p:tgtEl>
                                        <p:attrNameLst>
                                          <p:attrName>style.visibility</p:attrName>
                                        </p:attrNameLst>
                                      </p:cBhvr>
                                      <p:to>
                                        <p:strVal val="visible"/>
                                      </p:to>
                                    </p:set>
                                    <p:animEffect transition="in" filter="wipe(left)">
                                      <p:cBhvr>
                                        <p:cTn id="65" dur="500"/>
                                        <p:tgtEl>
                                          <p:spTgt spid="70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05" grpId="0"/>
      <p:bldP spid="170006" grpId="0"/>
      <p:bldP spid="170027" grpId="0"/>
      <p:bldP spid="170035" grpId="0"/>
      <p:bldP spid="7066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52226" name="Text Box 2"/>
          <p:cNvSpPr txBox="1"/>
          <p:nvPr/>
        </p:nvSpPr>
        <p:spPr>
          <a:xfrm>
            <a:off x="538163" y="404813"/>
            <a:ext cx="8137525" cy="1106487"/>
          </a:xfrm>
          <a:prstGeom prst="rect">
            <a:avLst/>
          </a:prstGeom>
          <a:noFill/>
          <a:ln w="9525">
            <a:noFill/>
          </a:ln>
        </p:spPr>
        <p:txBody>
          <a:bodyPr anchor="t" anchorCtr="0">
            <a:spAutoFit/>
          </a:bodyPr>
          <a:p>
            <a:pPr>
              <a:spcBef>
                <a:spcPct val="50000"/>
              </a:spcBef>
            </a:pPr>
            <a:r>
              <a:rPr lang="en-US" altLang="zh-CN" sz="2200" b="1" dirty="0">
                <a:solidFill>
                  <a:srgbClr val="CC3300"/>
                </a:solidFill>
                <a:latin typeface="Arial" panose="020B0604020202020204" pitchFamily="34" charset="0"/>
                <a:ea typeface="宋体" panose="02010600030101010101" pitchFamily="2" charset="-122"/>
              </a:rPr>
              <a:t>【</a:t>
            </a:r>
            <a:r>
              <a:rPr lang="zh-CN" altLang="en-US" sz="2200" b="1" dirty="0">
                <a:solidFill>
                  <a:srgbClr val="CC3300"/>
                </a:solidFill>
                <a:latin typeface="Arial" panose="020B0604020202020204" pitchFamily="34" charset="0"/>
                <a:ea typeface="宋体" panose="02010600030101010101" pitchFamily="2" charset="-122"/>
              </a:rPr>
              <a:t>练习</a:t>
            </a:r>
            <a:r>
              <a:rPr lang="en-US" altLang="zh-CN" sz="2200" b="1" dirty="0">
                <a:solidFill>
                  <a:srgbClr val="CC3300"/>
                </a:solidFill>
                <a:latin typeface="Arial" panose="020B0604020202020204" pitchFamily="34" charset="0"/>
                <a:ea typeface="宋体" panose="02010600030101010101" pitchFamily="2" charset="-122"/>
              </a:rPr>
              <a:t>】</a:t>
            </a:r>
            <a:r>
              <a:rPr lang="zh-CN" altLang="en-US" sz="2200" b="1" dirty="0">
                <a:solidFill>
                  <a:srgbClr val="000000"/>
                </a:solidFill>
                <a:latin typeface="楷体_GB2312" pitchFamily="49" charset="-122"/>
                <a:ea typeface="楷体_GB2312" pitchFamily="49" charset="-122"/>
              </a:rPr>
              <a:t>一质量为</a:t>
            </a:r>
            <a:r>
              <a:rPr lang="en-US" altLang="zh-CN" sz="2200" b="1" i="1" dirty="0">
                <a:solidFill>
                  <a:srgbClr val="000000"/>
                </a:solidFill>
                <a:latin typeface="Times New Roman" panose="02020603050405020304" pitchFamily="18" charset="0"/>
                <a:ea typeface="楷体_GB2312" pitchFamily="49" charset="-122"/>
              </a:rPr>
              <a:t>m</a:t>
            </a:r>
            <a:r>
              <a:rPr lang="zh-CN" altLang="en-US" sz="2200" b="1" dirty="0">
                <a:solidFill>
                  <a:srgbClr val="000000"/>
                </a:solidFill>
                <a:latin typeface="楷体_GB2312" pitchFamily="49" charset="-122"/>
                <a:ea typeface="楷体_GB2312" pitchFamily="49" charset="-122"/>
              </a:rPr>
              <a:t>的物体从倾角为</a:t>
            </a:r>
            <a:r>
              <a:rPr lang="zh-CN" altLang="en-US" sz="22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zh-CN" altLang="en-US" sz="2200" b="1" i="1" dirty="0">
                <a:solidFill>
                  <a:srgbClr val="000000"/>
                </a:solidFill>
                <a:latin typeface="楷体_GB2312" pitchFamily="49" charset="-122"/>
                <a:ea typeface="楷体_GB2312" pitchFamily="49" charset="-122"/>
                <a:sym typeface="Symbol" panose="05050102010706020507" pitchFamily="18" charset="2"/>
              </a:rPr>
              <a:t> </a:t>
            </a:r>
            <a:r>
              <a:rPr lang="zh-CN" altLang="en-US" sz="2200" b="1" dirty="0">
                <a:solidFill>
                  <a:srgbClr val="000000"/>
                </a:solidFill>
                <a:latin typeface="楷体_GB2312" pitchFamily="49" charset="-122"/>
                <a:ea typeface="楷体_GB2312" pitchFamily="49" charset="-122"/>
                <a:sym typeface="Symbol" panose="05050102010706020507" pitchFamily="18" charset="2"/>
              </a:rPr>
              <a:t>的光滑斜面顶点处由静止滑下，滑行</a:t>
            </a:r>
            <a:r>
              <a:rPr lang="zh-CN" altLang="en-US" sz="2200" b="1" dirty="0">
                <a:solidFill>
                  <a:srgbClr val="000000"/>
                </a:solidFill>
                <a:latin typeface="Times New Roman" panose="02020603050405020304" pitchFamily="18" charset="0"/>
                <a:ea typeface="楷体_GB2312" pitchFamily="49" charset="-122"/>
                <a:sym typeface="MT Extra" panose="05050102010205020202" pitchFamily="18" charset="2"/>
              </a:rPr>
              <a:t> </a:t>
            </a:r>
            <a:r>
              <a:rPr lang="zh-CN" altLang="en-US" sz="2200" b="1" dirty="0">
                <a:solidFill>
                  <a:srgbClr val="000000"/>
                </a:solidFill>
                <a:latin typeface="楷体_GB2312" pitchFamily="49" charset="-122"/>
                <a:ea typeface="楷体_GB2312" pitchFamily="49" charset="-122"/>
                <a:sym typeface="MT Extra" panose="05050102010205020202" pitchFamily="18" charset="2"/>
              </a:rPr>
              <a:t>后远后与质量为</a:t>
            </a:r>
            <a:r>
              <a:rPr lang="en-US" altLang="zh-CN" sz="2200" b="1" i="1" dirty="0">
                <a:solidFill>
                  <a:srgbClr val="000000"/>
                </a:solidFill>
                <a:latin typeface="Times New Roman" panose="02020603050405020304" pitchFamily="18" charset="0"/>
                <a:ea typeface="楷体_GB2312" pitchFamily="49" charset="-122"/>
                <a:sym typeface="MT Extra" panose="05050102010205020202" pitchFamily="18" charset="2"/>
              </a:rPr>
              <a:t>M</a:t>
            </a:r>
            <a:r>
              <a:rPr lang="zh-CN" altLang="en-US" sz="2200" b="1" dirty="0">
                <a:solidFill>
                  <a:srgbClr val="000000"/>
                </a:solidFill>
                <a:latin typeface="楷体_GB2312" pitchFamily="49" charset="-122"/>
                <a:ea typeface="楷体_GB2312" pitchFamily="49" charset="-122"/>
                <a:sym typeface="MT Extra" panose="05050102010205020202" pitchFamily="18" charset="2"/>
              </a:rPr>
              <a:t>的物体发生完全非弹性碰撞。</a:t>
            </a:r>
            <a:r>
              <a:rPr lang="en-US" altLang="zh-CN" sz="2200" b="1" i="1" dirty="0">
                <a:solidFill>
                  <a:srgbClr val="000000"/>
                </a:solidFill>
                <a:latin typeface="Times New Roman" panose="02020603050405020304" pitchFamily="18" charset="0"/>
                <a:ea typeface="楷体_GB2312" pitchFamily="49" charset="-122"/>
                <a:sym typeface="MT Extra" panose="05050102010205020202" pitchFamily="18" charset="2"/>
              </a:rPr>
              <a:t>M</a:t>
            </a:r>
            <a:r>
              <a:rPr lang="zh-CN" altLang="en-US" sz="2200" b="1" dirty="0">
                <a:solidFill>
                  <a:srgbClr val="000000"/>
                </a:solidFill>
                <a:latin typeface="楷体_GB2312" pitchFamily="49" charset="-122"/>
                <a:ea typeface="楷体_GB2312" pitchFamily="49" charset="-122"/>
                <a:sym typeface="MT Extra" panose="05050102010205020202" pitchFamily="18" charset="2"/>
              </a:rPr>
              <a:t>与倔强系数为</a:t>
            </a:r>
            <a:r>
              <a:rPr lang="en-US" altLang="zh-CN" sz="2200" b="1" i="1" dirty="0">
                <a:solidFill>
                  <a:srgbClr val="000000"/>
                </a:solidFill>
                <a:latin typeface="Times New Roman" panose="02020603050405020304" pitchFamily="18" charset="0"/>
                <a:ea typeface="楷体_GB2312" pitchFamily="49" charset="-122"/>
                <a:sym typeface="MT Extra" panose="05050102010205020202" pitchFamily="18" charset="2"/>
              </a:rPr>
              <a:t>k</a:t>
            </a:r>
            <a:r>
              <a:rPr lang="zh-CN" altLang="en-US" sz="2200" b="1" dirty="0">
                <a:solidFill>
                  <a:srgbClr val="000000"/>
                </a:solidFill>
                <a:latin typeface="楷体_GB2312" pitchFamily="49" charset="-122"/>
                <a:ea typeface="楷体_GB2312" pitchFamily="49" charset="-122"/>
                <a:sym typeface="MT Extra" panose="05050102010205020202" pitchFamily="18" charset="2"/>
              </a:rPr>
              <a:t>的弹簧相连，碰前</a:t>
            </a:r>
            <a:r>
              <a:rPr lang="en-US" altLang="zh-CN" sz="2200" b="1" i="1" dirty="0">
                <a:solidFill>
                  <a:srgbClr val="000000"/>
                </a:solidFill>
                <a:latin typeface="Times New Roman" panose="02020603050405020304" pitchFamily="18" charset="0"/>
                <a:ea typeface="楷体_GB2312" pitchFamily="49" charset="-122"/>
                <a:sym typeface="MT Extra" panose="05050102010205020202" pitchFamily="18" charset="2"/>
              </a:rPr>
              <a:t>M</a:t>
            </a:r>
            <a:r>
              <a:rPr lang="zh-CN" altLang="en-US" sz="2200" b="1" dirty="0">
                <a:solidFill>
                  <a:srgbClr val="000000"/>
                </a:solidFill>
                <a:latin typeface="楷体_GB2312" pitchFamily="49" charset="-122"/>
                <a:ea typeface="楷体_GB2312" pitchFamily="49" charset="-122"/>
                <a:sym typeface="Symbol" panose="05050102010706020507" pitchFamily="18" charset="2"/>
              </a:rPr>
              <a:t>静止于斜面。求：运动方程。</a:t>
            </a:r>
            <a:endParaRPr lang="zh-CN" altLang="en-US" sz="2200" b="1" dirty="0">
              <a:solidFill>
                <a:srgbClr val="000000"/>
              </a:solidFill>
              <a:latin typeface="楷体_GB2312" pitchFamily="49" charset="-122"/>
              <a:ea typeface="楷体_GB2312" pitchFamily="49" charset="-122"/>
              <a:sym typeface="Symbol" panose="05050102010706020507" pitchFamily="18" charset="2"/>
            </a:endParaRPr>
          </a:p>
        </p:txBody>
      </p:sp>
      <p:graphicFrame>
        <p:nvGraphicFramePr>
          <p:cNvPr id="52227" name="Object 3"/>
          <p:cNvGraphicFramePr>
            <a:graphicFrameLocks noChangeAspect="1"/>
          </p:cNvGraphicFramePr>
          <p:nvPr/>
        </p:nvGraphicFramePr>
        <p:xfrm>
          <a:off x="1258888" y="5084763"/>
          <a:ext cx="2241550" cy="766762"/>
        </p:xfrm>
        <a:graphic>
          <a:graphicData uri="http://schemas.openxmlformats.org/presentationml/2006/ole">
            <mc:AlternateContent xmlns:mc="http://schemas.openxmlformats.org/markup-compatibility/2006">
              <mc:Choice xmlns:v="urn:schemas-microsoft-com:vml" Requires="v">
                <p:oleObj spid="_x0000_s3273" name="" r:id="rId1" imgW="1143000" imgH="393700" progId="Equation.3">
                  <p:embed/>
                </p:oleObj>
              </mc:Choice>
              <mc:Fallback>
                <p:oleObj name="" r:id="rId1" imgW="1143000" imgH="393700" progId="Equation.3">
                  <p:embed/>
                  <p:pic>
                    <p:nvPicPr>
                      <p:cNvPr id="0" name="图片 3272"/>
                      <p:cNvPicPr/>
                      <p:nvPr/>
                    </p:nvPicPr>
                    <p:blipFill>
                      <a:blip r:embed="rId2"/>
                      <a:stretch>
                        <a:fillRect/>
                      </a:stretch>
                    </p:blipFill>
                    <p:spPr>
                      <a:xfrm>
                        <a:off x="1258888" y="5084763"/>
                        <a:ext cx="2241550" cy="766762"/>
                      </a:xfrm>
                      <a:prstGeom prst="rect">
                        <a:avLst/>
                      </a:prstGeom>
                      <a:noFill/>
                      <a:ln w="38100">
                        <a:noFill/>
                        <a:miter/>
                      </a:ln>
                    </p:spPr>
                  </p:pic>
                </p:oleObj>
              </mc:Fallback>
            </mc:AlternateContent>
          </a:graphicData>
        </a:graphic>
      </p:graphicFrame>
      <p:graphicFrame>
        <p:nvGraphicFramePr>
          <p:cNvPr id="172036" name="Object 4"/>
          <p:cNvGraphicFramePr>
            <a:graphicFrameLocks noChangeAspect="1"/>
          </p:cNvGraphicFramePr>
          <p:nvPr/>
        </p:nvGraphicFramePr>
        <p:xfrm>
          <a:off x="4284663" y="1628775"/>
          <a:ext cx="1439862" cy="735013"/>
        </p:xfrm>
        <a:graphic>
          <a:graphicData uri="http://schemas.openxmlformats.org/presentationml/2006/ole">
            <mc:AlternateContent xmlns:mc="http://schemas.openxmlformats.org/markup-compatibility/2006">
              <mc:Choice xmlns:v="urn:schemas-microsoft-com:vml" Requires="v">
                <p:oleObj spid="_x0000_s3277" name="" r:id="rId3" imgW="862965" imgH="444500" progId="Equation.3">
                  <p:embed/>
                </p:oleObj>
              </mc:Choice>
              <mc:Fallback>
                <p:oleObj name="" r:id="rId3" imgW="862965" imgH="444500" progId="Equation.3">
                  <p:embed/>
                  <p:pic>
                    <p:nvPicPr>
                      <p:cNvPr id="0" name="图片 3276"/>
                      <p:cNvPicPr/>
                      <p:nvPr/>
                    </p:nvPicPr>
                    <p:blipFill>
                      <a:blip r:embed="rId4"/>
                      <a:stretch>
                        <a:fillRect/>
                      </a:stretch>
                    </p:blipFill>
                    <p:spPr>
                      <a:xfrm>
                        <a:off x="4284663" y="1628775"/>
                        <a:ext cx="1439862" cy="735013"/>
                      </a:xfrm>
                      <a:prstGeom prst="rect">
                        <a:avLst/>
                      </a:prstGeom>
                      <a:noFill/>
                      <a:ln w="38100">
                        <a:noFill/>
                        <a:miter/>
                      </a:ln>
                    </p:spPr>
                  </p:pic>
                </p:oleObj>
              </mc:Fallback>
            </mc:AlternateContent>
          </a:graphicData>
        </a:graphic>
      </p:graphicFrame>
      <p:sp>
        <p:nvSpPr>
          <p:cNvPr id="172037" name="Text Box 5"/>
          <p:cNvSpPr txBox="1"/>
          <p:nvPr/>
        </p:nvSpPr>
        <p:spPr>
          <a:xfrm>
            <a:off x="5867400" y="1557338"/>
            <a:ext cx="2209800" cy="762000"/>
          </a:xfrm>
          <a:prstGeom prst="rect">
            <a:avLst/>
          </a:prstGeom>
          <a:noFill/>
          <a:ln w="9525">
            <a:noFill/>
          </a:ln>
        </p:spPr>
        <p:txBody>
          <a:bodyPr anchor="t" anchorCtr="0">
            <a:spAutoFit/>
          </a:bodyPr>
          <a:p>
            <a:pPr>
              <a:spcBef>
                <a:spcPct val="50000"/>
              </a:spcBef>
            </a:pPr>
            <a:r>
              <a:rPr lang="zh-CN" altLang="en-US" sz="2200" b="1" dirty="0">
                <a:solidFill>
                  <a:srgbClr val="FF0000"/>
                </a:solidFill>
                <a:latin typeface="Times New Roman" panose="02020603050405020304" pitchFamily="18" charset="0"/>
                <a:ea typeface="楷体_GB2312" pitchFamily="49" charset="-122"/>
              </a:rPr>
              <a:t>以</a:t>
            </a:r>
            <a:r>
              <a:rPr lang="zh-CN" altLang="en-US" sz="2200" b="1" dirty="0">
                <a:solidFill>
                  <a:srgbClr val="FF0000"/>
                </a:solidFill>
                <a:latin typeface="Times New Roman" panose="02020603050405020304" pitchFamily="18" charset="0"/>
                <a:ea typeface="楷体_GB2312" pitchFamily="49" charset="-122"/>
                <a:sym typeface="MT Extra" panose="05050102010205020202" pitchFamily="18" charset="2"/>
              </a:rPr>
              <a:t>碰撞时作为记时起点</a:t>
            </a:r>
            <a:endParaRPr lang="zh-CN" altLang="en-US" sz="2200" b="1" dirty="0">
              <a:solidFill>
                <a:srgbClr val="FF0000"/>
              </a:solidFill>
              <a:latin typeface="Times New Roman" panose="02020603050405020304" pitchFamily="18" charset="0"/>
              <a:ea typeface="楷体_GB2312" pitchFamily="49" charset="-122"/>
              <a:sym typeface="MT Extra" panose="05050102010205020202" pitchFamily="18" charset="2"/>
            </a:endParaRPr>
          </a:p>
        </p:txBody>
      </p:sp>
      <p:sp>
        <p:nvSpPr>
          <p:cNvPr id="172038" name="Text Box 6"/>
          <p:cNvSpPr txBox="1"/>
          <p:nvPr/>
        </p:nvSpPr>
        <p:spPr>
          <a:xfrm>
            <a:off x="4140200" y="4537075"/>
            <a:ext cx="2252663" cy="427038"/>
          </a:xfrm>
          <a:prstGeom prst="rect">
            <a:avLst/>
          </a:prstGeom>
          <a:noFill/>
          <a:ln w="9525">
            <a:noFill/>
          </a:ln>
        </p:spPr>
        <p:txBody>
          <a:bodyPr anchor="t" anchorCtr="0">
            <a:spAutoFit/>
          </a:bodyPr>
          <a:p>
            <a:pPr>
              <a:spcBef>
                <a:spcPct val="50000"/>
              </a:spcBef>
            </a:pPr>
            <a:r>
              <a:rPr lang="zh-CN" altLang="en-US" sz="2200" b="1" dirty="0">
                <a:solidFill>
                  <a:srgbClr val="000000"/>
                </a:solidFill>
                <a:latin typeface="Times New Roman" panose="02020603050405020304" pitchFamily="18" charset="0"/>
                <a:ea typeface="楷体_GB2312" pitchFamily="49" charset="-122"/>
              </a:rPr>
              <a:t>动量守恒</a:t>
            </a:r>
            <a:endParaRPr lang="zh-CN" altLang="en-US" sz="2200" b="1" dirty="0">
              <a:solidFill>
                <a:srgbClr val="000000"/>
              </a:solidFill>
              <a:latin typeface="Times New Roman" panose="02020603050405020304" pitchFamily="18" charset="0"/>
              <a:ea typeface="楷体_GB2312" pitchFamily="49" charset="-122"/>
            </a:endParaRPr>
          </a:p>
        </p:txBody>
      </p:sp>
      <p:graphicFrame>
        <p:nvGraphicFramePr>
          <p:cNvPr id="172039" name="Object 7"/>
          <p:cNvGraphicFramePr>
            <a:graphicFrameLocks noChangeAspect="1"/>
          </p:cNvGraphicFramePr>
          <p:nvPr/>
        </p:nvGraphicFramePr>
        <p:xfrm>
          <a:off x="5718175" y="4443413"/>
          <a:ext cx="2319338" cy="646112"/>
        </p:xfrm>
        <a:graphic>
          <a:graphicData uri="http://schemas.openxmlformats.org/presentationml/2006/ole">
            <mc:AlternateContent xmlns:mc="http://schemas.openxmlformats.org/markup-compatibility/2006">
              <mc:Choice xmlns:v="urn:schemas-microsoft-com:vml" Requires="v">
                <p:oleObj spid="_x0000_s3280" name="" r:id="rId5" imgW="1320800" imgH="368300" progId="Equation.3">
                  <p:embed/>
                </p:oleObj>
              </mc:Choice>
              <mc:Fallback>
                <p:oleObj name="" r:id="rId5" imgW="1320800" imgH="368300" progId="Equation.3">
                  <p:embed/>
                  <p:pic>
                    <p:nvPicPr>
                      <p:cNvPr id="0" name="图片 3279"/>
                      <p:cNvPicPr/>
                      <p:nvPr/>
                    </p:nvPicPr>
                    <p:blipFill>
                      <a:blip r:embed="rId6"/>
                      <a:stretch>
                        <a:fillRect/>
                      </a:stretch>
                    </p:blipFill>
                    <p:spPr>
                      <a:xfrm>
                        <a:off x="5718175" y="4443413"/>
                        <a:ext cx="2319338" cy="646112"/>
                      </a:xfrm>
                      <a:prstGeom prst="rect">
                        <a:avLst/>
                      </a:prstGeom>
                      <a:noFill/>
                      <a:ln w="38100">
                        <a:noFill/>
                        <a:miter/>
                      </a:ln>
                    </p:spPr>
                  </p:pic>
                </p:oleObj>
              </mc:Fallback>
            </mc:AlternateContent>
          </a:graphicData>
        </a:graphic>
      </p:graphicFrame>
      <p:sp>
        <p:nvSpPr>
          <p:cNvPr id="172040" name="Text Box 8"/>
          <p:cNvSpPr txBox="1"/>
          <p:nvPr/>
        </p:nvSpPr>
        <p:spPr>
          <a:xfrm>
            <a:off x="4211638" y="5373688"/>
            <a:ext cx="1943100" cy="427037"/>
          </a:xfrm>
          <a:prstGeom prst="rect">
            <a:avLst/>
          </a:prstGeom>
          <a:noFill/>
          <a:ln w="9525">
            <a:noFill/>
          </a:ln>
        </p:spPr>
        <p:txBody>
          <a:bodyPr anchor="t" anchorCtr="0">
            <a:spAutoFit/>
          </a:bodyPr>
          <a:p>
            <a:pPr>
              <a:spcBef>
                <a:spcPct val="50000"/>
              </a:spcBef>
            </a:pPr>
            <a:r>
              <a:rPr lang="zh-CN" altLang="en-US" sz="2200" b="1" dirty="0">
                <a:solidFill>
                  <a:srgbClr val="000000"/>
                </a:solidFill>
                <a:latin typeface="Times New Roman" panose="02020603050405020304" pitchFamily="18" charset="0"/>
                <a:ea typeface="楷体_GB2312" pitchFamily="49" charset="-122"/>
              </a:rPr>
              <a:t>初位置</a:t>
            </a:r>
            <a:endParaRPr lang="zh-CN" altLang="en-US" sz="2200" b="1" dirty="0">
              <a:solidFill>
                <a:srgbClr val="000000"/>
              </a:solidFill>
              <a:latin typeface="Times New Roman" panose="02020603050405020304" pitchFamily="18" charset="0"/>
              <a:ea typeface="楷体_GB2312" pitchFamily="49" charset="-122"/>
            </a:endParaRPr>
          </a:p>
        </p:txBody>
      </p:sp>
      <p:graphicFrame>
        <p:nvGraphicFramePr>
          <p:cNvPr id="172041" name="Object 9"/>
          <p:cNvGraphicFramePr>
            <a:graphicFrameLocks noChangeAspect="1"/>
          </p:cNvGraphicFramePr>
          <p:nvPr/>
        </p:nvGraphicFramePr>
        <p:xfrm>
          <a:off x="5680075" y="5229225"/>
          <a:ext cx="1655763" cy="741363"/>
        </p:xfrm>
        <a:graphic>
          <a:graphicData uri="http://schemas.openxmlformats.org/presentationml/2006/ole">
            <mc:AlternateContent xmlns:mc="http://schemas.openxmlformats.org/markup-compatibility/2006">
              <mc:Choice xmlns:v="urn:schemas-microsoft-com:vml" Requires="v">
                <p:oleObj spid="_x0000_s3278" name="" r:id="rId7" imgW="989965" imgH="393700" progId="Equation.3">
                  <p:embed/>
                </p:oleObj>
              </mc:Choice>
              <mc:Fallback>
                <p:oleObj name="" r:id="rId7" imgW="989965" imgH="393700" progId="Equation.3">
                  <p:embed/>
                  <p:pic>
                    <p:nvPicPr>
                      <p:cNvPr id="0" name="图片 3277"/>
                      <p:cNvPicPr/>
                      <p:nvPr/>
                    </p:nvPicPr>
                    <p:blipFill>
                      <a:blip r:embed="rId8"/>
                      <a:stretch>
                        <a:fillRect/>
                      </a:stretch>
                    </p:blipFill>
                    <p:spPr>
                      <a:xfrm>
                        <a:off x="5680075" y="5229225"/>
                        <a:ext cx="1655763" cy="741363"/>
                      </a:xfrm>
                      <a:prstGeom prst="rect">
                        <a:avLst/>
                      </a:prstGeom>
                      <a:noFill/>
                      <a:ln w="38100">
                        <a:noFill/>
                        <a:miter/>
                      </a:ln>
                    </p:spPr>
                  </p:pic>
                </p:oleObj>
              </mc:Fallback>
            </mc:AlternateContent>
          </a:graphicData>
        </a:graphic>
      </p:graphicFrame>
      <p:graphicFrame>
        <p:nvGraphicFramePr>
          <p:cNvPr id="172042" name="Object 10"/>
          <p:cNvGraphicFramePr>
            <a:graphicFrameLocks noChangeAspect="1"/>
          </p:cNvGraphicFramePr>
          <p:nvPr/>
        </p:nvGraphicFramePr>
        <p:xfrm>
          <a:off x="4191000" y="3481388"/>
          <a:ext cx="2257425" cy="884237"/>
        </p:xfrm>
        <a:graphic>
          <a:graphicData uri="http://schemas.openxmlformats.org/presentationml/2006/ole">
            <mc:AlternateContent xmlns:mc="http://schemas.openxmlformats.org/markup-compatibility/2006">
              <mc:Choice xmlns:v="urn:schemas-microsoft-com:vml" Requires="v">
                <p:oleObj spid="_x0000_s3281" name="" r:id="rId9" imgW="1168400" imgH="508000" progId="Equation.3">
                  <p:embed/>
                </p:oleObj>
              </mc:Choice>
              <mc:Fallback>
                <p:oleObj name="" r:id="rId9" imgW="1168400" imgH="508000" progId="Equation.3">
                  <p:embed/>
                  <p:pic>
                    <p:nvPicPr>
                      <p:cNvPr id="0" name="图片 3280"/>
                      <p:cNvPicPr/>
                      <p:nvPr/>
                    </p:nvPicPr>
                    <p:blipFill>
                      <a:blip r:embed="rId10"/>
                      <a:stretch>
                        <a:fillRect/>
                      </a:stretch>
                    </p:blipFill>
                    <p:spPr>
                      <a:xfrm>
                        <a:off x="4191000" y="3481388"/>
                        <a:ext cx="2257425" cy="884237"/>
                      </a:xfrm>
                      <a:prstGeom prst="rect">
                        <a:avLst/>
                      </a:prstGeom>
                      <a:noFill/>
                      <a:ln w="38100">
                        <a:noFill/>
                        <a:miter/>
                      </a:ln>
                    </p:spPr>
                  </p:pic>
                </p:oleObj>
              </mc:Fallback>
            </mc:AlternateContent>
          </a:graphicData>
        </a:graphic>
      </p:graphicFrame>
      <p:graphicFrame>
        <p:nvGraphicFramePr>
          <p:cNvPr id="172043" name="Object 11"/>
          <p:cNvGraphicFramePr>
            <a:graphicFrameLocks noChangeAspect="1"/>
          </p:cNvGraphicFramePr>
          <p:nvPr/>
        </p:nvGraphicFramePr>
        <p:xfrm>
          <a:off x="4284663" y="2520950"/>
          <a:ext cx="1871662" cy="376238"/>
        </p:xfrm>
        <a:graphic>
          <a:graphicData uri="http://schemas.openxmlformats.org/presentationml/2006/ole">
            <mc:AlternateContent xmlns:mc="http://schemas.openxmlformats.org/markup-compatibility/2006">
              <mc:Choice xmlns:v="urn:schemas-microsoft-com:vml" Requires="v">
                <p:oleObj spid="_x0000_s3282" name="" r:id="rId11" imgW="989965" imgH="190500" progId="Equation.3">
                  <p:embed/>
                </p:oleObj>
              </mc:Choice>
              <mc:Fallback>
                <p:oleObj name="" r:id="rId11" imgW="989965" imgH="190500" progId="Equation.3">
                  <p:embed/>
                  <p:pic>
                    <p:nvPicPr>
                      <p:cNvPr id="0" name="图片 3281"/>
                      <p:cNvPicPr/>
                      <p:nvPr/>
                    </p:nvPicPr>
                    <p:blipFill>
                      <a:blip r:embed="rId12"/>
                      <a:stretch>
                        <a:fillRect/>
                      </a:stretch>
                    </p:blipFill>
                    <p:spPr>
                      <a:xfrm>
                        <a:off x="4284663" y="2520950"/>
                        <a:ext cx="1871662" cy="376238"/>
                      </a:xfrm>
                      <a:prstGeom prst="rect">
                        <a:avLst/>
                      </a:prstGeom>
                      <a:noFill/>
                      <a:ln w="38100">
                        <a:noFill/>
                        <a:miter/>
                      </a:ln>
                    </p:spPr>
                  </p:pic>
                </p:oleObj>
              </mc:Fallback>
            </mc:AlternateContent>
          </a:graphicData>
        </a:graphic>
      </p:graphicFrame>
      <p:sp>
        <p:nvSpPr>
          <p:cNvPr id="172044" name="Text Box 12"/>
          <p:cNvSpPr txBox="1"/>
          <p:nvPr/>
        </p:nvSpPr>
        <p:spPr>
          <a:xfrm>
            <a:off x="4211638" y="3001963"/>
            <a:ext cx="4103687" cy="427037"/>
          </a:xfrm>
          <a:prstGeom prst="rect">
            <a:avLst/>
          </a:prstGeom>
          <a:noFill/>
          <a:ln w="9525">
            <a:noFill/>
          </a:ln>
        </p:spPr>
        <p:txBody>
          <a:bodyPr anchor="t" anchorCtr="0">
            <a:spAutoFit/>
          </a:bodyPr>
          <a:p>
            <a:r>
              <a:rPr lang="en-US" altLang="zh-CN" sz="2200" b="1" dirty="0">
                <a:solidFill>
                  <a:srgbClr val="000000"/>
                </a:solidFill>
                <a:latin typeface="Times New Roman" panose="02020603050405020304" pitchFamily="18" charset="0"/>
                <a:ea typeface="楷体_GB2312" pitchFamily="49" charset="-122"/>
              </a:rPr>
              <a:t>A</a:t>
            </a:r>
            <a:r>
              <a:rPr lang="zh-CN" altLang="en-US" sz="2200" b="1" dirty="0">
                <a:solidFill>
                  <a:srgbClr val="000000"/>
                </a:solidFill>
                <a:latin typeface="楷体_GB2312" pitchFamily="49" charset="-122"/>
                <a:ea typeface="楷体_GB2312" pitchFamily="49" charset="-122"/>
              </a:rPr>
              <a:t>和</a:t>
            </a:r>
            <a:r>
              <a:rPr lang="zh-CN" altLang="en-US" sz="22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200" b="1" baseline="-25000" dirty="0">
                <a:solidFill>
                  <a:srgbClr val="000000"/>
                </a:solidFill>
                <a:latin typeface="Times New Roman" panose="02020603050405020304" pitchFamily="18" charset="0"/>
                <a:ea typeface="楷体_GB2312" pitchFamily="49" charset="-122"/>
                <a:sym typeface="Symbol" panose="05050102010706020507" pitchFamily="18" charset="2"/>
              </a:rPr>
              <a:t>0</a:t>
            </a:r>
            <a:r>
              <a:rPr lang="zh-CN" altLang="en-US" sz="2200" b="1" dirty="0">
                <a:solidFill>
                  <a:srgbClr val="000000"/>
                </a:solidFill>
                <a:latin typeface="Times New Roman" panose="02020603050405020304" pitchFamily="18" charset="0"/>
                <a:ea typeface="楷体_GB2312" pitchFamily="49" charset="-122"/>
                <a:sym typeface="Symbol" panose="05050102010706020507" pitchFamily="18" charset="2"/>
              </a:rPr>
              <a:t>由初始条件</a:t>
            </a:r>
            <a:r>
              <a:rPr lang="zh-CN" altLang="en-US" sz="2200" b="1" dirty="0">
                <a:solidFill>
                  <a:srgbClr val="000000"/>
                </a:solidFill>
                <a:latin typeface="楷体_GB2312" pitchFamily="49" charset="-122"/>
                <a:ea typeface="楷体_GB2312" pitchFamily="49" charset="-122"/>
              </a:rPr>
              <a:t>确定</a:t>
            </a:r>
            <a:endParaRPr lang="zh-CN" altLang="en-US" sz="2200" b="1" dirty="0">
              <a:solidFill>
                <a:srgbClr val="000000"/>
              </a:solidFill>
              <a:latin typeface="楷体_GB2312" pitchFamily="49" charset="-122"/>
              <a:ea typeface="楷体_GB2312" pitchFamily="49" charset="-122"/>
            </a:endParaRPr>
          </a:p>
        </p:txBody>
      </p:sp>
      <p:pic>
        <p:nvPicPr>
          <p:cNvPr id="52237" name="Picture 13"/>
          <p:cNvPicPr>
            <a:picLocks noChangeAspect="1"/>
          </p:cNvPicPr>
          <p:nvPr/>
        </p:nvPicPr>
        <p:blipFill>
          <a:blip r:embed="rId13"/>
          <a:stretch>
            <a:fillRect/>
          </a:stretch>
        </p:blipFill>
        <p:spPr>
          <a:xfrm>
            <a:off x="827088" y="1989138"/>
            <a:ext cx="3040062" cy="2438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2036"/>
                                        </p:tgtEl>
                                        <p:attrNameLst>
                                          <p:attrName>style.visibility</p:attrName>
                                        </p:attrNameLst>
                                      </p:cBhvr>
                                      <p:to>
                                        <p:strVal val="visible"/>
                                      </p:to>
                                    </p:set>
                                    <p:animEffect transition="in" filter="wipe(left)">
                                      <p:cBhvr>
                                        <p:cTn id="7" dur="500"/>
                                        <p:tgtEl>
                                          <p:spTgt spid="17203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2037"/>
                                        </p:tgtEl>
                                        <p:attrNameLst>
                                          <p:attrName>style.visibility</p:attrName>
                                        </p:attrNameLst>
                                      </p:cBhvr>
                                      <p:to>
                                        <p:strVal val="visible"/>
                                      </p:to>
                                    </p:set>
                                    <p:animEffect transition="in" filter="wipe(left)">
                                      <p:cBhvr>
                                        <p:cTn id="11" dur="500"/>
                                        <p:tgtEl>
                                          <p:spTgt spid="17203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72043"/>
                                        </p:tgtEl>
                                        <p:attrNameLst>
                                          <p:attrName>style.visibility</p:attrName>
                                        </p:attrNameLst>
                                      </p:cBhvr>
                                      <p:to>
                                        <p:strVal val="visible"/>
                                      </p:to>
                                    </p:set>
                                    <p:animEffect transition="in" filter="wipe(left)">
                                      <p:cBhvr>
                                        <p:cTn id="15" dur="500"/>
                                        <p:tgtEl>
                                          <p:spTgt spid="17204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72044"/>
                                        </p:tgtEl>
                                        <p:attrNameLst>
                                          <p:attrName>style.visibility</p:attrName>
                                        </p:attrNameLst>
                                      </p:cBhvr>
                                      <p:to>
                                        <p:strVal val="visible"/>
                                      </p:to>
                                    </p:set>
                                    <p:animEffect transition="in" filter="wipe(left)">
                                      <p:cBhvr>
                                        <p:cTn id="20" dur="500"/>
                                        <p:tgtEl>
                                          <p:spTgt spid="172044"/>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172042"/>
                                        </p:tgtEl>
                                        <p:attrNameLst>
                                          <p:attrName>style.visibility</p:attrName>
                                        </p:attrNameLst>
                                      </p:cBhvr>
                                      <p:to>
                                        <p:strVal val="visible"/>
                                      </p:to>
                                    </p:set>
                                    <p:animEffect transition="in" filter="wipe(up)">
                                      <p:cBhvr>
                                        <p:cTn id="24" dur="500"/>
                                        <p:tgtEl>
                                          <p:spTgt spid="17204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72038"/>
                                        </p:tgtEl>
                                        <p:attrNameLst>
                                          <p:attrName>style.visibility</p:attrName>
                                        </p:attrNameLst>
                                      </p:cBhvr>
                                      <p:to>
                                        <p:strVal val="visible"/>
                                      </p:to>
                                    </p:set>
                                    <p:animEffect transition="in" filter="wipe(left)">
                                      <p:cBhvr>
                                        <p:cTn id="29" dur="500"/>
                                        <p:tgtEl>
                                          <p:spTgt spid="172038"/>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72039"/>
                                        </p:tgtEl>
                                        <p:attrNameLst>
                                          <p:attrName>style.visibility</p:attrName>
                                        </p:attrNameLst>
                                      </p:cBhvr>
                                      <p:to>
                                        <p:strVal val="visible"/>
                                      </p:to>
                                    </p:set>
                                    <p:animEffect transition="in" filter="wipe(left)">
                                      <p:cBhvr>
                                        <p:cTn id="33" dur="500"/>
                                        <p:tgtEl>
                                          <p:spTgt spid="17203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72040"/>
                                        </p:tgtEl>
                                        <p:attrNameLst>
                                          <p:attrName>style.visibility</p:attrName>
                                        </p:attrNameLst>
                                      </p:cBhvr>
                                      <p:to>
                                        <p:strVal val="visible"/>
                                      </p:to>
                                    </p:set>
                                    <p:animEffect transition="in" filter="wipe(left)">
                                      <p:cBhvr>
                                        <p:cTn id="38" dur="500"/>
                                        <p:tgtEl>
                                          <p:spTgt spid="172040"/>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172041"/>
                                        </p:tgtEl>
                                        <p:attrNameLst>
                                          <p:attrName>style.visibility</p:attrName>
                                        </p:attrNameLst>
                                      </p:cBhvr>
                                      <p:to>
                                        <p:strVal val="visible"/>
                                      </p:to>
                                    </p:set>
                                    <p:animEffect transition="in" filter="wipe(left)">
                                      <p:cBhvr>
                                        <p:cTn id="42" dur="500"/>
                                        <p:tgtEl>
                                          <p:spTgt spid="172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7" grpId="0"/>
      <p:bldP spid="172038" grpId="0"/>
      <p:bldP spid="172040" grpId="0"/>
      <p:bldP spid="17204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aphicFrame>
        <p:nvGraphicFramePr>
          <p:cNvPr id="173058" name="Object 2"/>
          <p:cNvGraphicFramePr>
            <a:graphicFrameLocks noChangeAspect="1"/>
          </p:cNvGraphicFramePr>
          <p:nvPr/>
        </p:nvGraphicFramePr>
        <p:xfrm>
          <a:off x="4533900" y="2300288"/>
          <a:ext cx="2667000" cy="720725"/>
        </p:xfrm>
        <a:graphic>
          <a:graphicData uri="http://schemas.openxmlformats.org/presentationml/2006/ole">
            <mc:AlternateContent xmlns:mc="http://schemas.openxmlformats.org/markup-compatibility/2006">
              <mc:Choice xmlns:v="urn:schemas-microsoft-com:vml" Requires="v">
                <p:oleObj spid="_x0000_s3276" name="" r:id="rId1" imgW="1435100" imgH="368300" progId="Equation.3">
                  <p:embed/>
                </p:oleObj>
              </mc:Choice>
              <mc:Fallback>
                <p:oleObj name="" r:id="rId1" imgW="1435100" imgH="368300" progId="Equation.3">
                  <p:embed/>
                  <p:pic>
                    <p:nvPicPr>
                      <p:cNvPr id="0" name="图片 3275"/>
                      <p:cNvPicPr/>
                      <p:nvPr/>
                    </p:nvPicPr>
                    <p:blipFill>
                      <a:blip r:embed="rId2"/>
                      <a:stretch>
                        <a:fillRect/>
                      </a:stretch>
                    </p:blipFill>
                    <p:spPr>
                      <a:xfrm>
                        <a:off x="4533900" y="2300288"/>
                        <a:ext cx="2667000" cy="720725"/>
                      </a:xfrm>
                      <a:prstGeom prst="rect">
                        <a:avLst/>
                      </a:prstGeom>
                      <a:noFill/>
                      <a:ln w="38100">
                        <a:noFill/>
                        <a:miter/>
                      </a:ln>
                    </p:spPr>
                  </p:pic>
                </p:oleObj>
              </mc:Fallback>
            </mc:AlternateContent>
          </a:graphicData>
        </a:graphic>
      </p:graphicFrame>
      <p:graphicFrame>
        <p:nvGraphicFramePr>
          <p:cNvPr id="173059" name="Object 3"/>
          <p:cNvGraphicFramePr>
            <a:graphicFrameLocks noChangeAspect="1"/>
          </p:cNvGraphicFramePr>
          <p:nvPr/>
        </p:nvGraphicFramePr>
        <p:xfrm>
          <a:off x="4500563" y="3184525"/>
          <a:ext cx="2376487" cy="741363"/>
        </p:xfrm>
        <a:graphic>
          <a:graphicData uri="http://schemas.openxmlformats.org/presentationml/2006/ole">
            <mc:AlternateContent xmlns:mc="http://schemas.openxmlformats.org/markup-compatibility/2006">
              <mc:Choice xmlns:v="urn:schemas-microsoft-com:vml" Requires="v">
                <p:oleObj spid="_x0000_s3283" name="" r:id="rId3" imgW="1181100" imgH="368300" progId="Equation.3">
                  <p:embed/>
                </p:oleObj>
              </mc:Choice>
              <mc:Fallback>
                <p:oleObj name="" r:id="rId3" imgW="1181100" imgH="368300" progId="Equation.3">
                  <p:embed/>
                  <p:pic>
                    <p:nvPicPr>
                      <p:cNvPr id="0" name="图片 3282"/>
                      <p:cNvPicPr/>
                      <p:nvPr/>
                    </p:nvPicPr>
                    <p:blipFill>
                      <a:blip r:embed="rId4"/>
                      <a:stretch>
                        <a:fillRect/>
                      </a:stretch>
                    </p:blipFill>
                    <p:spPr>
                      <a:xfrm>
                        <a:off x="4500563" y="3184525"/>
                        <a:ext cx="2376487" cy="741363"/>
                      </a:xfrm>
                      <a:prstGeom prst="rect">
                        <a:avLst/>
                      </a:prstGeom>
                      <a:noFill/>
                      <a:ln w="38100">
                        <a:noFill/>
                        <a:miter/>
                      </a:ln>
                    </p:spPr>
                  </p:pic>
                </p:oleObj>
              </mc:Fallback>
            </mc:AlternateContent>
          </a:graphicData>
        </a:graphic>
      </p:graphicFrame>
      <p:graphicFrame>
        <p:nvGraphicFramePr>
          <p:cNvPr id="173060" name="Object 4"/>
          <p:cNvGraphicFramePr>
            <a:graphicFrameLocks noChangeAspect="1"/>
          </p:cNvGraphicFramePr>
          <p:nvPr/>
        </p:nvGraphicFramePr>
        <p:xfrm>
          <a:off x="4500563" y="4076700"/>
          <a:ext cx="2519362" cy="788988"/>
        </p:xfrm>
        <a:graphic>
          <a:graphicData uri="http://schemas.openxmlformats.org/presentationml/2006/ole">
            <mc:AlternateContent xmlns:mc="http://schemas.openxmlformats.org/markup-compatibility/2006">
              <mc:Choice xmlns:v="urn:schemas-microsoft-com:vml" Requires="v">
                <p:oleObj spid="_x0000_s3275" name="" r:id="rId5" imgW="1256665" imgH="393700" progId="Equation.3">
                  <p:embed/>
                </p:oleObj>
              </mc:Choice>
              <mc:Fallback>
                <p:oleObj name="" r:id="rId5" imgW="1256665" imgH="393700" progId="Equation.3">
                  <p:embed/>
                  <p:pic>
                    <p:nvPicPr>
                      <p:cNvPr id="0" name="图片 3274"/>
                      <p:cNvPicPr/>
                      <p:nvPr/>
                    </p:nvPicPr>
                    <p:blipFill>
                      <a:blip r:embed="rId6"/>
                      <a:stretch>
                        <a:fillRect/>
                      </a:stretch>
                    </p:blipFill>
                    <p:spPr>
                      <a:xfrm>
                        <a:off x="4500563" y="4076700"/>
                        <a:ext cx="2519362" cy="788988"/>
                      </a:xfrm>
                      <a:prstGeom prst="rect">
                        <a:avLst/>
                      </a:prstGeom>
                      <a:noFill/>
                      <a:ln w="38100">
                        <a:noFill/>
                        <a:miter/>
                      </a:ln>
                    </p:spPr>
                  </p:pic>
                </p:oleObj>
              </mc:Fallback>
            </mc:AlternateContent>
          </a:graphicData>
        </a:graphic>
      </p:graphicFrame>
      <p:sp>
        <p:nvSpPr>
          <p:cNvPr id="173061" name="Text Box 5"/>
          <p:cNvSpPr txBox="1"/>
          <p:nvPr/>
        </p:nvSpPr>
        <p:spPr>
          <a:xfrm>
            <a:off x="4284663" y="765175"/>
            <a:ext cx="4103687" cy="822325"/>
          </a:xfrm>
          <a:prstGeom prst="rect">
            <a:avLst/>
          </a:prstGeom>
          <a:noFill/>
          <a:ln w="9525">
            <a:noFill/>
          </a:ln>
        </p:spPr>
        <p:txBody>
          <a:bodyPr anchor="t" anchorCtr="0">
            <a:spAutoFit/>
          </a:bodyPr>
          <a:p>
            <a:pPr>
              <a:spcBef>
                <a:spcPct val="50000"/>
              </a:spcBef>
            </a:pPr>
            <a:r>
              <a:rPr lang="zh-CN" altLang="en-US" sz="2400" b="1" dirty="0">
                <a:solidFill>
                  <a:srgbClr val="000000"/>
                </a:solidFill>
                <a:latin typeface="Times New Roman" panose="02020603050405020304" pitchFamily="18" charset="0"/>
                <a:ea typeface="宋体" panose="02010600030101010101" pitchFamily="2" charset="-122"/>
              </a:rPr>
              <a:t>解</a:t>
            </a:r>
            <a:r>
              <a:rPr lang="en-US" altLang="zh-CN" sz="2400" b="1" dirty="0">
                <a:solidFill>
                  <a:srgbClr val="000000"/>
                </a:solidFill>
                <a:latin typeface="Times New Roman" panose="02020603050405020304" pitchFamily="18" charset="0"/>
                <a:ea typeface="宋体" panose="02010600030101010101" pitchFamily="2" charset="-122"/>
              </a:rPr>
              <a:t>2 :   </a:t>
            </a:r>
            <a:r>
              <a:rPr lang="zh-CN" altLang="en-US" sz="2400" b="1" dirty="0">
                <a:solidFill>
                  <a:srgbClr val="000000"/>
                </a:solidFill>
                <a:latin typeface="Times New Roman" panose="02020603050405020304" pitchFamily="18" charset="0"/>
                <a:ea typeface="楷体_GB2312" pitchFamily="49" charset="-122"/>
              </a:rPr>
              <a:t>取平衡位置</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i="1" dirty="0">
                <a:solidFill>
                  <a:srgbClr val="000000"/>
                </a:solidFill>
                <a:latin typeface="Times New Roman" panose="02020603050405020304" pitchFamily="18" charset="0"/>
                <a:ea typeface="宋体" panose="02010600030101010101" pitchFamily="2" charset="-122"/>
              </a:rPr>
              <a:t>x</a:t>
            </a:r>
            <a:r>
              <a:rPr lang="en-US" altLang="zh-CN" sz="2400" b="1" dirty="0">
                <a:solidFill>
                  <a:srgbClr val="000000"/>
                </a:solidFill>
                <a:latin typeface="Times New Roman" panose="02020603050405020304" pitchFamily="18" charset="0"/>
                <a:ea typeface="宋体" panose="02010600030101010101" pitchFamily="2" charset="-122"/>
              </a:rPr>
              <a:t> = 0</a:t>
            </a:r>
            <a:r>
              <a:rPr lang="zh-CN" altLang="en-US"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楷体_GB2312" pitchFamily="49" charset="-122"/>
              </a:rPr>
              <a:t>为</a:t>
            </a:r>
            <a:r>
              <a:rPr lang="zh-CN" altLang="en-US" sz="2400" b="1" dirty="0">
                <a:solidFill>
                  <a:srgbClr val="FF0000"/>
                </a:solidFill>
                <a:latin typeface="Times New Roman" panose="02020603050405020304" pitchFamily="18" charset="0"/>
                <a:ea typeface="楷体_GB2312" pitchFamily="49" charset="-122"/>
              </a:rPr>
              <a:t>系统势能</a:t>
            </a:r>
            <a:r>
              <a:rPr lang="zh-CN" altLang="en-US" sz="2400" b="1" dirty="0">
                <a:solidFill>
                  <a:srgbClr val="000000"/>
                </a:solidFill>
                <a:latin typeface="Times New Roman" panose="02020603050405020304" pitchFamily="18" charset="0"/>
                <a:ea typeface="楷体_GB2312" pitchFamily="49" charset="-122"/>
              </a:rPr>
              <a:t>的零点。</a:t>
            </a:r>
            <a:endParaRPr lang="zh-CN" altLang="en-US" sz="2400" b="1" dirty="0">
              <a:solidFill>
                <a:srgbClr val="000000"/>
              </a:solidFill>
              <a:latin typeface="Times New Roman" panose="02020603050405020304" pitchFamily="18" charset="0"/>
              <a:ea typeface="楷体_GB2312" pitchFamily="49" charset="-122"/>
            </a:endParaRPr>
          </a:p>
        </p:txBody>
      </p:sp>
      <p:sp>
        <p:nvSpPr>
          <p:cNvPr id="173062" name="Text Box 6"/>
          <p:cNvSpPr txBox="1"/>
          <p:nvPr/>
        </p:nvSpPr>
        <p:spPr>
          <a:xfrm>
            <a:off x="4284663" y="1628775"/>
            <a:ext cx="4038600" cy="457200"/>
          </a:xfrm>
          <a:prstGeom prst="rect">
            <a:avLst/>
          </a:prstGeom>
          <a:noFill/>
          <a:ln w="9525">
            <a:noFill/>
          </a:ln>
        </p:spPr>
        <p:txBody>
          <a:bodyPr anchor="t" anchorCtr="0">
            <a:spAutoFit/>
          </a:bodyPr>
          <a:p>
            <a:pPr algn="just"/>
            <a:r>
              <a:rPr lang="zh-CN" altLang="en-US" sz="2400" b="1" dirty="0">
                <a:solidFill>
                  <a:srgbClr val="000000"/>
                </a:solidFill>
                <a:latin typeface="Symbol" panose="05050102010706020507" pitchFamily="18" charset="2"/>
                <a:ea typeface="楷体_GB2312" pitchFamily="49" charset="-122"/>
              </a:rPr>
              <a:t>系统机械能守恒，有</a:t>
            </a:r>
            <a:endParaRPr lang="zh-CN" altLang="en-US" sz="2400" b="1" dirty="0">
              <a:solidFill>
                <a:srgbClr val="000000"/>
              </a:solidFill>
              <a:latin typeface="Times New Roman" panose="02020603050405020304" pitchFamily="18" charset="0"/>
              <a:ea typeface="楷体_GB2312" pitchFamily="49" charset="-122"/>
            </a:endParaRPr>
          </a:p>
        </p:txBody>
      </p:sp>
      <p:sp>
        <p:nvSpPr>
          <p:cNvPr id="173064" name="Text Box 8"/>
          <p:cNvSpPr txBox="1"/>
          <p:nvPr/>
        </p:nvSpPr>
        <p:spPr>
          <a:xfrm>
            <a:off x="827088" y="4292600"/>
            <a:ext cx="3581400" cy="457200"/>
          </a:xfrm>
          <a:prstGeom prst="rect">
            <a:avLst/>
          </a:prstGeom>
          <a:noFill/>
          <a:ln w="9525">
            <a:noFill/>
          </a:ln>
        </p:spPr>
        <p:txBody>
          <a:bodyPr anchor="t" anchorCtr="0">
            <a:spAutoFit/>
          </a:bodyPr>
          <a:p>
            <a:pPr algn="just" eaLnBrk="0" hangingPunct="0"/>
            <a:r>
              <a:rPr lang="en-US" altLang="zh-CN" sz="2400" b="1" dirty="0">
                <a:solidFill>
                  <a:srgbClr val="FF0000"/>
                </a:solidFill>
                <a:latin typeface="Times New Roman" panose="02020603050405020304" pitchFamily="18" charset="0"/>
                <a:ea typeface="宋体" panose="02010600030101010101" pitchFamily="2" charset="-122"/>
              </a:rPr>
              <a:t>2. </a:t>
            </a:r>
            <a:r>
              <a:rPr lang="zh-CN" altLang="en-US" sz="2400" b="1" dirty="0">
                <a:solidFill>
                  <a:srgbClr val="FF0000"/>
                </a:solidFill>
                <a:latin typeface="宋体" panose="02010600030101010101" pitchFamily="2" charset="-122"/>
                <a:ea typeface="宋体" panose="02010600030101010101" pitchFamily="2" charset="-122"/>
              </a:rPr>
              <a:t>由分析能量出发</a:t>
            </a:r>
            <a:endParaRPr lang="zh-CN" altLang="en-US" sz="2400" dirty="0">
              <a:solidFill>
                <a:srgbClr val="FF0000"/>
              </a:solidFill>
              <a:latin typeface="Times New Roman" panose="02020603050405020304" pitchFamily="18" charset="0"/>
              <a:ea typeface="宋体" panose="02010600030101010101" pitchFamily="2" charset="-122"/>
            </a:endParaRPr>
          </a:p>
        </p:txBody>
      </p:sp>
      <p:sp>
        <p:nvSpPr>
          <p:cNvPr id="173065" name="Text Box 9"/>
          <p:cNvSpPr txBox="1"/>
          <p:nvPr/>
        </p:nvSpPr>
        <p:spPr>
          <a:xfrm>
            <a:off x="755650" y="5013325"/>
            <a:ext cx="3778250" cy="457200"/>
          </a:xfrm>
          <a:prstGeom prst="rect">
            <a:avLst/>
          </a:prstGeom>
          <a:noFill/>
          <a:ln w="9525">
            <a:noFill/>
          </a:ln>
        </p:spPr>
        <p:txBody>
          <a:bodyPr wrap="square" anchor="t" anchorCtr="0">
            <a:spAutoFit/>
          </a:bodyPr>
          <a:p>
            <a:pPr algn="just" eaLnBrk="0" hangingPunct="0"/>
            <a:r>
              <a:rPr lang="en-US" altLang="zh-CN" sz="2400" b="1" dirty="0">
                <a:solidFill>
                  <a:srgbClr val="000000"/>
                </a:solidFill>
                <a:latin typeface="黑体" panose="02010609060101010101" pitchFamily="2" charset="-122"/>
                <a:ea typeface="黑体" panose="02010609060101010101" pitchFamily="2" charset="-122"/>
              </a:rPr>
              <a:t>(</a:t>
            </a:r>
            <a:r>
              <a:rPr lang="zh-CN" altLang="en-US" sz="2400" b="1" dirty="0">
                <a:solidFill>
                  <a:srgbClr val="000000"/>
                </a:solidFill>
                <a:latin typeface="黑体" panose="02010609060101010101" pitchFamily="2" charset="-122"/>
                <a:ea typeface="黑体" panose="02010609060101010101" pitchFamily="2" charset="-122"/>
              </a:rPr>
              <a:t>将能量守恒式对</a:t>
            </a:r>
            <a:r>
              <a:rPr lang="en-US" altLang="zh-CN" sz="2400" b="1" i="1" dirty="0">
                <a:solidFill>
                  <a:srgbClr val="000000"/>
                </a:solidFill>
                <a:latin typeface="Times New Roman" panose="02020603050405020304" pitchFamily="18" charset="0"/>
                <a:ea typeface="黑体" panose="02010609060101010101" pitchFamily="2" charset="-122"/>
              </a:rPr>
              <a:t>t </a:t>
            </a:r>
            <a:r>
              <a:rPr lang="zh-CN" altLang="en-US" sz="2400" b="1" dirty="0">
                <a:solidFill>
                  <a:srgbClr val="000000"/>
                </a:solidFill>
                <a:latin typeface="黑体" panose="02010609060101010101" pitchFamily="2" charset="-122"/>
                <a:ea typeface="黑体" panose="02010609060101010101" pitchFamily="2" charset="-122"/>
              </a:rPr>
              <a:t>求导</a:t>
            </a:r>
            <a:r>
              <a:rPr lang="en-US" altLang="zh-CN" sz="2400" b="1" dirty="0">
                <a:solidFill>
                  <a:srgbClr val="000000"/>
                </a:solidFill>
                <a:latin typeface="黑体" panose="02010609060101010101" pitchFamily="2" charset="-122"/>
                <a:ea typeface="黑体" panose="02010609060101010101" pitchFamily="2" charset="-122"/>
              </a:rPr>
              <a:t>)</a:t>
            </a:r>
            <a:endParaRPr lang="en-US" altLang="zh-CN" sz="2400" dirty="0">
              <a:solidFill>
                <a:srgbClr val="000000"/>
              </a:solidFill>
              <a:latin typeface="黑体" panose="02010609060101010101" pitchFamily="2" charset="-122"/>
              <a:ea typeface="黑体" panose="02010609060101010101" pitchFamily="2" charset="-122"/>
            </a:endParaRPr>
          </a:p>
        </p:txBody>
      </p:sp>
      <p:graphicFrame>
        <p:nvGraphicFramePr>
          <p:cNvPr id="173066" name="Object 10"/>
          <p:cNvGraphicFramePr>
            <a:graphicFrameLocks noChangeAspect="1"/>
          </p:cNvGraphicFramePr>
          <p:nvPr/>
        </p:nvGraphicFramePr>
        <p:xfrm>
          <a:off x="4572000" y="5157788"/>
          <a:ext cx="1728788" cy="885825"/>
        </p:xfrm>
        <a:graphic>
          <a:graphicData uri="http://schemas.openxmlformats.org/presentationml/2006/ole">
            <mc:AlternateContent xmlns:mc="http://schemas.openxmlformats.org/markup-compatibility/2006">
              <mc:Choice xmlns:v="urn:schemas-microsoft-com:vml" Requires="v">
                <p:oleObj spid="_x0000_s3279" name="" r:id="rId7" imgW="862965" imgH="444500" progId="Equation.3">
                  <p:embed/>
                </p:oleObj>
              </mc:Choice>
              <mc:Fallback>
                <p:oleObj name="" r:id="rId7" imgW="862965" imgH="444500" progId="Equation.3">
                  <p:embed/>
                  <p:pic>
                    <p:nvPicPr>
                      <p:cNvPr id="0" name="图片 3278"/>
                      <p:cNvPicPr/>
                      <p:nvPr/>
                    </p:nvPicPr>
                    <p:blipFill>
                      <a:blip r:embed="rId8"/>
                      <a:stretch>
                        <a:fillRect/>
                      </a:stretch>
                    </p:blipFill>
                    <p:spPr>
                      <a:xfrm>
                        <a:off x="4572000" y="5157788"/>
                        <a:ext cx="1728788" cy="885825"/>
                      </a:xfrm>
                      <a:prstGeom prst="rect">
                        <a:avLst/>
                      </a:prstGeom>
                      <a:noFill/>
                      <a:ln w="38100">
                        <a:noFill/>
                        <a:miter/>
                      </a:ln>
                    </p:spPr>
                  </p:pic>
                </p:oleObj>
              </mc:Fallback>
            </mc:AlternateContent>
          </a:graphicData>
        </a:graphic>
      </p:graphicFrame>
      <p:pic>
        <p:nvPicPr>
          <p:cNvPr id="53258" name="Picture 11"/>
          <p:cNvPicPr>
            <a:picLocks noChangeAspect="1"/>
          </p:cNvPicPr>
          <p:nvPr/>
        </p:nvPicPr>
        <p:blipFill>
          <a:blip r:embed="rId9"/>
          <a:stretch>
            <a:fillRect/>
          </a:stretch>
        </p:blipFill>
        <p:spPr>
          <a:xfrm>
            <a:off x="900113" y="836613"/>
            <a:ext cx="3040062" cy="2438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306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7306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73061"/>
                                        </p:tgtEl>
                                        <p:attrNameLst>
                                          <p:attrName>style.visibility</p:attrName>
                                        </p:attrNameLst>
                                      </p:cBhvr>
                                      <p:to>
                                        <p:strVal val="visible"/>
                                      </p:to>
                                    </p:set>
                                    <p:animEffect transition="in" filter="wipe(left)">
                                      <p:cBhvr>
                                        <p:cTn id="14" dur="500"/>
                                        <p:tgtEl>
                                          <p:spTgt spid="173061"/>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173062"/>
                                        </p:tgtEl>
                                        <p:attrNameLst>
                                          <p:attrName>style.visibility</p:attrName>
                                        </p:attrNameLst>
                                      </p:cBhvr>
                                      <p:to>
                                        <p:strVal val="visible"/>
                                      </p:to>
                                    </p:set>
                                    <p:animEffect transition="in" filter="wipe(left)">
                                      <p:cBhvr>
                                        <p:cTn id="18" dur="500"/>
                                        <p:tgtEl>
                                          <p:spTgt spid="173062"/>
                                        </p:tgtEl>
                                      </p:cBhvr>
                                    </p:animEffect>
                                  </p:childTnLst>
                                </p:cTn>
                              </p:par>
                            </p:childTnLst>
                          </p:cTn>
                        </p:par>
                        <p:par>
                          <p:cTn id="19" fill="hold">
                            <p:stCondLst>
                              <p:cond delay="1000"/>
                            </p:stCondLst>
                            <p:childTnLst>
                              <p:par>
                                <p:cTn id="20" presetID="22" presetClass="entr" presetSubtype="8" fill="hold" nodeType="afterEffect">
                                  <p:stCondLst>
                                    <p:cond delay="0"/>
                                  </p:stCondLst>
                                  <p:childTnLst>
                                    <p:set>
                                      <p:cBhvr>
                                        <p:cTn id="21" dur="1" fill="hold">
                                          <p:stCondLst>
                                            <p:cond delay="0"/>
                                          </p:stCondLst>
                                        </p:cTn>
                                        <p:tgtEl>
                                          <p:spTgt spid="173058"/>
                                        </p:tgtEl>
                                        <p:attrNameLst>
                                          <p:attrName>style.visibility</p:attrName>
                                        </p:attrNameLst>
                                      </p:cBhvr>
                                      <p:to>
                                        <p:strVal val="visible"/>
                                      </p:to>
                                    </p:set>
                                    <p:animEffect transition="in" filter="wipe(left)">
                                      <p:cBhvr>
                                        <p:cTn id="22" dur="500"/>
                                        <p:tgtEl>
                                          <p:spTgt spid="1730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3059"/>
                                        </p:tgtEl>
                                        <p:attrNameLst>
                                          <p:attrName>style.visibility</p:attrName>
                                        </p:attrNameLst>
                                      </p:cBhvr>
                                      <p:to>
                                        <p:strVal val="visible"/>
                                      </p:to>
                                    </p:set>
                                    <p:animEffect transition="in" filter="wipe(left)">
                                      <p:cBhvr>
                                        <p:cTn id="27" dur="500"/>
                                        <p:tgtEl>
                                          <p:spTgt spid="173059"/>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73060"/>
                                        </p:tgtEl>
                                        <p:attrNameLst>
                                          <p:attrName>style.visibility</p:attrName>
                                        </p:attrNameLst>
                                      </p:cBhvr>
                                      <p:to>
                                        <p:strVal val="visible"/>
                                      </p:to>
                                    </p:set>
                                    <p:animEffect transition="in" filter="wipe(left)">
                                      <p:cBhvr>
                                        <p:cTn id="31" dur="500"/>
                                        <p:tgtEl>
                                          <p:spTgt spid="173060"/>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173066"/>
                                        </p:tgtEl>
                                        <p:attrNameLst>
                                          <p:attrName>style.visibility</p:attrName>
                                        </p:attrNameLst>
                                      </p:cBhvr>
                                      <p:to>
                                        <p:strVal val="visible"/>
                                      </p:to>
                                    </p:set>
                                    <p:animEffect transition="in" filter="wipe(left)">
                                      <p:cBhvr>
                                        <p:cTn id="35" dur="500"/>
                                        <p:tgtEl>
                                          <p:spTgt spid="173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p:bldP spid="173062" grpId="0"/>
      <p:bldP spid="173064" grpId="0"/>
      <p:bldP spid="17306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54274" name="Text Box 2"/>
          <p:cNvSpPr txBox="1"/>
          <p:nvPr/>
        </p:nvSpPr>
        <p:spPr>
          <a:xfrm>
            <a:off x="4500563" y="309563"/>
            <a:ext cx="3352800" cy="457200"/>
          </a:xfrm>
          <a:prstGeom prst="rect">
            <a:avLst/>
          </a:prstGeom>
          <a:noFill/>
          <a:ln w="9525">
            <a:noFill/>
          </a:ln>
        </p:spPr>
        <p:txBody>
          <a:bodyPr anchor="t" anchorCtr="0">
            <a:spAutoFit/>
          </a:bodyPr>
          <a:p>
            <a:pPr>
              <a:spcBef>
                <a:spcPct val="50000"/>
              </a:spcBef>
            </a:pPr>
            <a:r>
              <a:rPr lang="zh-CN" altLang="en-US" sz="2400" b="1" dirty="0">
                <a:solidFill>
                  <a:srgbClr val="0070C0"/>
                </a:solidFill>
                <a:latin typeface="Times New Roman" panose="02020603050405020304" pitchFamily="18" charset="0"/>
                <a:ea typeface="黑体" panose="02010609060101010101" pitchFamily="2" charset="-122"/>
              </a:rPr>
              <a:t>势能讨论</a:t>
            </a:r>
            <a:endParaRPr lang="zh-CN" altLang="en-US" sz="2400" b="1" dirty="0">
              <a:solidFill>
                <a:srgbClr val="0070C0"/>
              </a:solidFill>
              <a:latin typeface="Times New Roman" panose="02020603050405020304" pitchFamily="18" charset="0"/>
              <a:ea typeface="黑体" panose="02010609060101010101" pitchFamily="2" charset="-122"/>
            </a:endParaRPr>
          </a:p>
        </p:txBody>
      </p:sp>
      <p:sp>
        <p:nvSpPr>
          <p:cNvPr id="174083" name="Text Box 3"/>
          <p:cNvSpPr txBox="1"/>
          <p:nvPr/>
        </p:nvSpPr>
        <p:spPr>
          <a:xfrm>
            <a:off x="4572000" y="990600"/>
            <a:ext cx="4038600" cy="822325"/>
          </a:xfrm>
          <a:prstGeom prst="rect">
            <a:avLst/>
          </a:prstGeom>
          <a:noFill/>
          <a:ln w="9525">
            <a:noFill/>
          </a:ln>
        </p:spPr>
        <p:txBody>
          <a:bodyPr anchor="t" anchorCtr="0">
            <a:spAutoFit/>
          </a:bodyPr>
          <a:p>
            <a:pPr>
              <a:spcBef>
                <a:spcPct val="50000"/>
              </a:spcBef>
            </a:pPr>
            <a:r>
              <a:rPr lang="zh-CN" altLang="en-US" sz="2400" b="1" dirty="0">
                <a:solidFill>
                  <a:srgbClr val="000000"/>
                </a:solidFill>
                <a:latin typeface="Times New Roman" panose="02020603050405020304" pitchFamily="18" charset="0"/>
                <a:ea typeface="楷体_GB2312" pitchFamily="49" charset="-122"/>
              </a:rPr>
              <a:t>取平衡位置</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i="1" dirty="0">
                <a:solidFill>
                  <a:srgbClr val="000000"/>
                </a:solidFill>
                <a:latin typeface="Times New Roman" panose="02020603050405020304" pitchFamily="18" charset="0"/>
                <a:ea typeface="宋体" panose="02010600030101010101" pitchFamily="2" charset="-122"/>
              </a:rPr>
              <a:t>x</a:t>
            </a:r>
            <a:r>
              <a:rPr lang="en-US" altLang="zh-CN" sz="2400" b="1" dirty="0">
                <a:solidFill>
                  <a:srgbClr val="000000"/>
                </a:solidFill>
                <a:latin typeface="Times New Roman" panose="02020603050405020304" pitchFamily="18" charset="0"/>
                <a:ea typeface="宋体" panose="02010600030101010101" pitchFamily="2" charset="-122"/>
              </a:rPr>
              <a:t> = 0</a:t>
            </a:r>
            <a:r>
              <a:rPr lang="zh-CN" altLang="en-US"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楷体_GB2312" pitchFamily="49" charset="-122"/>
              </a:rPr>
              <a:t>为系统势能的零点。</a:t>
            </a:r>
            <a:endParaRPr lang="zh-CN" altLang="en-US" sz="2400" b="1" dirty="0">
              <a:solidFill>
                <a:srgbClr val="000000"/>
              </a:solidFill>
              <a:latin typeface="Times New Roman" panose="02020603050405020304" pitchFamily="18" charset="0"/>
              <a:ea typeface="楷体_GB2312" pitchFamily="49" charset="-122"/>
            </a:endParaRPr>
          </a:p>
        </p:txBody>
      </p:sp>
      <p:graphicFrame>
        <p:nvGraphicFramePr>
          <p:cNvPr id="174084" name="Object 4"/>
          <p:cNvGraphicFramePr>
            <a:graphicFrameLocks noChangeAspect="1"/>
          </p:cNvGraphicFramePr>
          <p:nvPr/>
        </p:nvGraphicFramePr>
        <p:xfrm>
          <a:off x="4640263" y="2236788"/>
          <a:ext cx="3748087" cy="831850"/>
        </p:xfrm>
        <a:graphic>
          <a:graphicData uri="http://schemas.openxmlformats.org/presentationml/2006/ole">
            <mc:AlternateContent xmlns:mc="http://schemas.openxmlformats.org/markup-compatibility/2006">
              <mc:Choice xmlns:v="urn:schemas-microsoft-com:vml" Requires="v">
                <p:oleObj spid="_x0000_s3288" name="" r:id="rId1" imgW="2044700" imgH="431800" progId="Equation.3">
                  <p:embed/>
                </p:oleObj>
              </mc:Choice>
              <mc:Fallback>
                <p:oleObj name="" r:id="rId1" imgW="2044700" imgH="431800" progId="Equation.3">
                  <p:embed/>
                  <p:pic>
                    <p:nvPicPr>
                      <p:cNvPr id="0" name="图片 3287"/>
                      <p:cNvPicPr/>
                      <p:nvPr/>
                    </p:nvPicPr>
                    <p:blipFill>
                      <a:blip r:embed="rId2"/>
                      <a:stretch>
                        <a:fillRect/>
                      </a:stretch>
                    </p:blipFill>
                    <p:spPr>
                      <a:xfrm>
                        <a:off x="4640263" y="2236788"/>
                        <a:ext cx="3748087" cy="831850"/>
                      </a:xfrm>
                      <a:prstGeom prst="rect">
                        <a:avLst/>
                      </a:prstGeom>
                      <a:noFill/>
                      <a:ln w="38100">
                        <a:noFill/>
                        <a:miter/>
                      </a:ln>
                    </p:spPr>
                  </p:pic>
                </p:oleObj>
              </mc:Fallback>
            </mc:AlternateContent>
          </a:graphicData>
        </a:graphic>
      </p:graphicFrame>
      <p:sp>
        <p:nvSpPr>
          <p:cNvPr id="174085" name="Text Box 5"/>
          <p:cNvSpPr txBox="1"/>
          <p:nvPr/>
        </p:nvSpPr>
        <p:spPr>
          <a:xfrm>
            <a:off x="4572000" y="1773238"/>
            <a:ext cx="4464050" cy="457200"/>
          </a:xfrm>
          <a:prstGeom prst="rect">
            <a:avLst/>
          </a:prstGeom>
          <a:noFill/>
          <a:ln w="9525">
            <a:noFill/>
          </a:ln>
        </p:spPr>
        <p:txBody>
          <a:bodyPr anchor="t" anchorCtr="0">
            <a:spAutoFit/>
          </a:bodyPr>
          <a:p>
            <a:pPr>
              <a:spcBef>
                <a:spcPct val="50000"/>
              </a:spcBef>
            </a:pPr>
            <a:r>
              <a:rPr lang="zh-CN" altLang="en-US" sz="2400" b="1" dirty="0">
                <a:solidFill>
                  <a:srgbClr val="FF0000"/>
                </a:solidFill>
                <a:latin typeface="Times New Roman" panose="02020603050405020304" pitchFamily="18" charset="0"/>
                <a:ea typeface="黑体" panose="02010609060101010101" pitchFamily="2" charset="-122"/>
              </a:rPr>
              <a:t>机械能守恒 </a:t>
            </a:r>
            <a:r>
              <a:rPr lang="zh-CN" altLang="en-US" sz="2000" b="1" dirty="0">
                <a:solidFill>
                  <a:srgbClr val="FF0000"/>
                </a:solidFill>
                <a:latin typeface="Times New Roman" panose="02020603050405020304" pitchFamily="18" charset="0"/>
                <a:ea typeface="黑体" panose="02010609060101010101" pitchFamily="2" charset="-122"/>
              </a:rPr>
              <a:t>（初始</a:t>
            </a:r>
            <a:r>
              <a:rPr lang="zh-CN" altLang="en-US" sz="2000" b="1" dirty="0">
                <a:solidFill>
                  <a:srgbClr val="FF0000"/>
                </a:solidFill>
                <a:latin typeface="Times New Roman" panose="02020603050405020304" pitchFamily="18" charset="0"/>
                <a:ea typeface="黑体" panose="02010609060101010101" pitchFamily="2" charset="-122"/>
                <a:sym typeface="Symbol" panose="05050102010706020507" pitchFamily="18" charset="2"/>
              </a:rPr>
              <a:t>最大位移）</a:t>
            </a:r>
            <a:endParaRPr lang="zh-CN" altLang="en-US" sz="2000" b="1" dirty="0">
              <a:solidFill>
                <a:srgbClr val="FF0000"/>
              </a:solidFill>
              <a:latin typeface="Times New Roman" panose="02020603050405020304" pitchFamily="18" charset="0"/>
              <a:ea typeface="黑体" panose="02010609060101010101" pitchFamily="2" charset="-122"/>
              <a:sym typeface="Symbol" panose="05050102010706020507" pitchFamily="18" charset="2"/>
            </a:endParaRPr>
          </a:p>
        </p:txBody>
      </p:sp>
      <p:sp>
        <p:nvSpPr>
          <p:cNvPr id="174086" name="Text Box 6"/>
          <p:cNvSpPr txBox="1"/>
          <p:nvPr/>
        </p:nvSpPr>
        <p:spPr>
          <a:xfrm>
            <a:off x="611188" y="3068638"/>
            <a:ext cx="7993062" cy="822325"/>
          </a:xfrm>
          <a:prstGeom prst="rect">
            <a:avLst/>
          </a:prstGeom>
          <a:noFill/>
          <a:ln w="9525">
            <a:noFill/>
          </a:ln>
        </p:spPr>
        <p:txBody>
          <a:bodyPr anchor="t" anchorCtr="0">
            <a:spAutoFit/>
          </a:bodyPr>
          <a:p>
            <a:pPr>
              <a:spcBef>
                <a:spcPct val="50000"/>
              </a:spcBef>
            </a:pPr>
            <a:r>
              <a:rPr lang="zh-CN" altLang="en-US" sz="2400" b="1" dirty="0">
                <a:solidFill>
                  <a:srgbClr val="000000"/>
                </a:solidFill>
                <a:latin typeface="楷体_GB2312" pitchFamily="49" charset="-122"/>
                <a:ea typeface="楷体_GB2312" pitchFamily="49" charset="-122"/>
              </a:rPr>
              <a:t>另，设弹簧自然长度（未形变）时弹性势能为零，重力势能的零点取在</a:t>
            </a:r>
            <a:r>
              <a:rPr lang="zh-CN" altLang="en-US" sz="900" b="1" dirty="0">
                <a:solidFill>
                  <a:srgbClr val="000000"/>
                </a:solidFill>
                <a:latin typeface="楷体_GB2312" pitchFamily="49" charset="-122"/>
                <a:ea typeface="楷体_GB2312" pitchFamily="49" charset="-122"/>
              </a:rPr>
              <a:t> </a:t>
            </a:r>
            <a:r>
              <a:rPr lang="en-US" altLang="zh-CN" sz="2400" b="1" i="1" dirty="0">
                <a:solidFill>
                  <a:srgbClr val="000000"/>
                </a:solidFill>
                <a:latin typeface="Times New Roman" panose="02020603050405020304" pitchFamily="18" charset="0"/>
                <a:ea typeface="楷体_GB2312" pitchFamily="49" charset="-122"/>
              </a:rPr>
              <a:t>x</a:t>
            </a:r>
            <a:r>
              <a:rPr lang="en-US" altLang="zh-CN" sz="2400" b="1" dirty="0">
                <a:solidFill>
                  <a:srgbClr val="000000"/>
                </a:solidFill>
                <a:latin typeface="Times New Roman" panose="02020603050405020304" pitchFamily="18" charset="0"/>
                <a:ea typeface="楷体_GB2312" pitchFamily="49" charset="-122"/>
              </a:rPr>
              <a:t> = 0</a:t>
            </a: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处。</a:t>
            </a:r>
            <a:endParaRPr lang="zh-CN" altLang="en-US" sz="2400" b="1" dirty="0">
              <a:solidFill>
                <a:srgbClr val="000000"/>
              </a:solidFill>
              <a:latin typeface="楷体_GB2312" pitchFamily="49" charset="-122"/>
              <a:ea typeface="楷体_GB2312" pitchFamily="49" charset="-122"/>
            </a:endParaRPr>
          </a:p>
        </p:txBody>
      </p:sp>
      <p:graphicFrame>
        <p:nvGraphicFramePr>
          <p:cNvPr id="174087" name="Object 7"/>
          <p:cNvGraphicFramePr>
            <a:graphicFrameLocks noChangeAspect="1"/>
          </p:cNvGraphicFramePr>
          <p:nvPr/>
        </p:nvGraphicFramePr>
        <p:xfrm>
          <a:off x="1822450" y="4057650"/>
          <a:ext cx="5354638" cy="723900"/>
        </p:xfrm>
        <a:graphic>
          <a:graphicData uri="http://schemas.openxmlformats.org/presentationml/2006/ole">
            <mc:AlternateContent xmlns:mc="http://schemas.openxmlformats.org/markup-compatibility/2006">
              <mc:Choice xmlns:v="urn:schemas-microsoft-com:vml" Requires="v">
                <p:oleObj spid="_x0000_s3287" name="" r:id="rId3" imgW="2705100" imgH="368300" progId="Equation.3">
                  <p:embed/>
                </p:oleObj>
              </mc:Choice>
              <mc:Fallback>
                <p:oleObj name="" r:id="rId3" imgW="2705100" imgH="368300" progId="Equation.3">
                  <p:embed/>
                  <p:pic>
                    <p:nvPicPr>
                      <p:cNvPr id="0" name="图片 3286"/>
                      <p:cNvPicPr/>
                      <p:nvPr/>
                    </p:nvPicPr>
                    <p:blipFill>
                      <a:blip r:embed="rId4"/>
                      <a:stretch>
                        <a:fillRect/>
                      </a:stretch>
                    </p:blipFill>
                    <p:spPr>
                      <a:xfrm>
                        <a:off x="1822450" y="4057650"/>
                        <a:ext cx="5354638" cy="723900"/>
                      </a:xfrm>
                      <a:prstGeom prst="rect">
                        <a:avLst/>
                      </a:prstGeom>
                      <a:noFill/>
                      <a:ln w="38100">
                        <a:noFill/>
                        <a:miter/>
                      </a:ln>
                    </p:spPr>
                  </p:pic>
                </p:oleObj>
              </mc:Fallback>
            </mc:AlternateContent>
          </a:graphicData>
        </a:graphic>
      </p:graphicFrame>
      <p:graphicFrame>
        <p:nvGraphicFramePr>
          <p:cNvPr id="174088" name="Object 8"/>
          <p:cNvGraphicFramePr>
            <a:graphicFrameLocks noChangeAspect="1"/>
          </p:cNvGraphicFramePr>
          <p:nvPr/>
        </p:nvGraphicFramePr>
        <p:xfrm>
          <a:off x="2627313" y="4797425"/>
          <a:ext cx="5184775" cy="723900"/>
        </p:xfrm>
        <a:graphic>
          <a:graphicData uri="http://schemas.openxmlformats.org/presentationml/2006/ole">
            <mc:AlternateContent xmlns:mc="http://schemas.openxmlformats.org/markup-compatibility/2006">
              <mc:Choice xmlns:v="urn:schemas-microsoft-com:vml" Requires="v">
                <p:oleObj spid="_x0000_s3285" name="" r:id="rId5" imgW="2882900" imgH="368300" progId="Equation.3">
                  <p:embed/>
                </p:oleObj>
              </mc:Choice>
              <mc:Fallback>
                <p:oleObj name="" r:id="rId5" imgW="2882900" imgH="368300" progId="Equation.3">
                  <p:embed/>
                  <p:pic>
                    <p:nvPicPr>
                      <p:cNvPr id="0" name="图片 3284"/>
                      <p:cNvPicPr/>
                      <p:nvPr/>
                    </p:nvPicPr>
                    <p:blipFill>
                      <a:blip r:embed="rId6"/>
                      <a:stretch>
                        <a:fillRect/>
                      </a:stretch>
                    </p:blipFill>
                    <p:spPr>
                      <a:xfrm>
                        <a:off x="2627313" y="4797425"/>
                        <a:ext cx="5184775" cy="723900"/>
                      </a:xfrm>
                      <a:prstGeom prst="rect">
                        <a:avLst/>
                      </a:prstGeom>
                      <a:noFill/>
                      <a:ln w="38100">
                        <a:noFill/>
                        <a:miter/>
                      </a:ln>
                    </p:spPr>
                  </p:pic>
                </p:oleObj>
              </mc:Fallback>
            </mc:AlternateContent>
          </a:graphicData>
        </a:graphic>
      </p:graphicFrame>
      <p:sp>
        <p:nvSpPr>
          <p:cNvPr id="174089" name="Text Box 9"/>
          <p:cNvSpPr txBox="1"/>
          <p:nvPr/>
        </p:nvSpPr>
        <p:spPr>
          <a:xfrm>
            <a:off x="1116013" y="5645150"/>
            <a:ext cx="1828800" cy="396875"/>
          </a:xfrm>
          <a:prstGeom prst="rect">
            <a:avLst/>
          </a:prstGeom>
          <a:noFill/>
          <a:ln w="9525">
            <a:noFill/>
          </a:ln>
        </p:spPr>
        <p:txBody>
          <a:bodyPr anchor="t" anchorCtr="0">
            <a:spAutoFit/>
          </a:bodyPr>
          <a:p>
            <a:pPr algn="ctr">
              <a:spcBef>
                <a:spcPct val="50000"/>
              </a:spcBef>
            </a:pPr>
            <a:r>
              <a:rPr lang="en-US" altLang="zh-CN" sz="2000" b="1" dirty="0">
                <a:latin typeface="Times New Roman" panose="02020603050405020304" pitchFamily="18" charset="0"/>
                <a:ea typeface="宋体" panose="02010600030101010101" pitchFamily="2" charset="-122"/>
              </a:rPr>
              <a:t>(2) </a:t>
            </a:r>
            <a:r>
              <a:rPr lang="en-US" altLang="zh-CN" sz="2000" b="1" dirty="0">
                <a:latin typeface="Times New Roman" panose="02020603050405020304" pitchFamily="18" charset="0"/>
                <a:ea typeface="宋体" panose="02010600030101010101" pitchFamily="2" charset="-122"/>
                <a:sym typeface="Symbol" panose="05050102010706020507" pitchFamily="18" charset="2"/>
              </a:rPr>
              <a:t> </a:t>
            </a:r>
            <a:r>
              <a:rPr lang="en-US" altLang="zh-CN" sz="2000" b="1" dirty="0">
                <a:latin typeface="Times New Roman" panose="02020603050405020304" pitchFamily="18" charset="0"/>
                <a:ea typeface="宋体" panose="02010600030101010101" pitchFamily="2" charset="-122"/>
              </a:rPr>
              <a:t>(1)</a:t>
            </a:r>
            <a:endParaRPr lang="en-US" altLang="zh-CN" sz="2000" b="1" dirty="0">
              <a:latin typeface="Times New Roman" panose="02020603050405020304" pitchFamily="18" charset="0"/>
              <a:ea typeface="宋体" panose="02010600030101010101" pitchFamily="2" charset="-122"/>
            </a:endParaRPr>
          </a:p>
        </p:txBody>
      </p:sp>
      <p:graphicFrame>
        <p:nvGraphicFramePr>
          <p:cNvPr id="174090" name="Object 10"/>
          <p:cNvGraphicFramePr>
            <a:graphicFrameLocks noChangeAspect="1"/>
          </p:cNvGraphicFramePr>
          <p:nvPr/>
        </p:nvGraphicFramePr>
        <p:xfrm>
          <a:off x="3348038" y="5622925"/>
          <a:ext cx="2614612" cy="441325"/>
        </p:xfrm>
        <a:graphic>
          <a:graphicData uri="http://schemas.openxmlformats.org/presentationml/2006/ole">
            <mc:AlternateContent xmlns:mc="http://schemas.openxmlformats.org/markup-compatibility/2006">
              <mc:Choice xmlns:v="urn:schemas-microsoft-com:vml" Requires="v">
                <p:oleObj spid="_x0000_s3284" name="" r:id="rId7" imgW="1193800" imgH="203200" progId="Equation.3">
                  <p:embed/>
                </p:oleObj>
              </mc:Choice>
              <mc:Fallback>
                <p:oleObj name="" r:id="rId7" imgW="1193800" imgH="203200" progId="Equation.3">
                  <p:embed/>
                  <p:pic>
                    <p:nvPicPr>
                      <p:cNvPr id="0" name="图片 3283"/>
                      <p:cNvPicPr/>
                      <p:nvPr/>
                    </p:nvPicPr>
                    <p:blipFill>
                      <a:blip r:embed="rId8"/>
                      <a:stretch>
                        <a:fillRect/>
                      </a:stretch>
                    </p:blipFill>
                    <p:spPr>
                      <a:xfrm>
                        <a:off x="3348038" y="5622925"/>
                        <a:ext cx="2614612" cy="441325"/>
                      </a:xfrm>
                      <a:prstGeom prst="rect">
                        <a:avLst/>
                      </a:prstGeom>
                      <a:noFill/>
                      <a:ln w="38100">
                        <a:noFill/>
                        <a:miter/>
                      </a:ln>
                    </p:spPr>
                  </p:pic>
                </p:oleObj>
              </mc:Fallback>
            </mc:AlternateContent>
          </a:graphicData>
        </a:graphic>
      </p:graphicFrame>
      <p:pic>
        <p:nvPicPr>
          <p:cNvPr id="54283" name="Picture 11"/>
          <p:cNvPicPr>
            <a:picLocks noChangeAspect="1"/>
          </p:cNvPicPr>
          <p:nvPr/>
        </p:nvPicPr>
        <p:blipFill>
          <a:blip r:embed="rId9"/>
          <a:stretch>
            <a:fillRect/>
          </a:stretch>
        </p:blipFill>
        <p:spPr>
          <a:xfrm>
            <a:off x="971550" y="620713"/>
            <a:ext cx="3040063" cy="2438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4083"/>
                                        </p:tgtEl>
                                        <p:attrNameLst>
                                          <p:attrName>style.visibility</p:attrName>
                                        </p:attrNameLst>
                                      </p:cBhvr>
                                      <p:to>
                                        <p:strVal val="visible"/>
                                      </p:to>
                                    </p:set>
                                    <p:animEffect transition="in" filter="wipe(up)">
                                      <p:cBhvr>
                                        <p:cTn id="7" dur="500"/>
                                        <p:tgtEl>
                                          <p:spTgt spid="17408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74085"/>
                                        </p:tgtEl>
                                        <p:attrNameLst>
                                          <p:attrName>style.visibility</p:attrName>
                                        </p:attrNameLst>
                                      </p:cBhvr>
                                      <p:to>
                                        <p:strVal val="visible"/>
                                      </p:to>
                                    </p:set>
                                    <p:animEffect transition="in" filter="wipe(up)">
                                      <p:cBhvr>
                                        <p:cTn id="11" dur="500"/>
                                        <p:tgtEl>
                                          <p:spTgt spid="174085"/>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74084"/>
                                        </p:tgtEl>
                                        <p:attrNameLst>
                                          <p:attrName>style.visibility</p:attrName>
                                        </p:attrNameLst>
                                      </p:cBhvr>
                                      <p:to>
                                        <p:strVal val="visible"/>
                                      </p:to>
                                    </p:set>
                                    <p:animEffect transition="in" filter="wipe(up)">
                                      <p:cBhvr>
                                        <p:cTn id="15" dur="500"/>
                                        <p:tgtEl>
                                          <p:spTgt spid="17408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74086"/>
                                        </p:tgtEl>
                                        <p:attrNameLst>
                                          <p:attrName>style.visibility</p:attrName>
                                        </p:attrNameLst>
                                      </p:cBhvr>
                                      <p:to>
                                        <p:strVal val="visible"/>
                                      </p:to>
                                    </p:set>
                                    <p:animEffect transition="in" filter="wipe(left)">
                                      <p:cBhvr>
                                        <p:cTn id="20" dur="500"/>
                                        <p:tgtEl>
                                          <p:spTgt spid="174086"/>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74087"/>
                                        </p:tgtEl>
                                        <p:attrNameLst>
                                          <p:attrName>style.visibility</p:attrName>
                                        </p:attrNameLst>
                                      </p:cBhvr>
                                      <p:to>
                                        <p:strVal val="visible"/>
                                      </p:to>
                                    </p:set>
                                    <p:animEffect transition="in" filter="wipe(left)">
                                      <p:cBhvr>
                                        <p:cTn id="24" dur="500"/>
                                        <p:tgtEl>
                                          <p:spTgt spid="174087"/>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74088"/>
                                        </p:tgtEl>
                                        <p:attrNameLst>
                                          <p:attrName>style.visibility</p:attrName>
                                        </p:attrNameLst>
                                      </p:cBhvr>
                                      <p:to>
                                        <p:strVal val="visible"/>
                                      </p:to>
                                    </p:set>
                                    <p:animEffect transition="in" filter="wipe(left)">
                                      <p:cBhvr>
                                        <p:cTn id="28" dur="500"/>
                                        <p:tgtEl>
                                          <p:spTgt spid="17408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74089"/>
                                        </p:tgtEl>
                                        <p:attrNameLst>
                                          <p:attrName>style.visibility</p:attrName>
                                        </p:attrNameLst>
                                      </p:cBhvr>
                                      <p:to>
                                        <p:strVal val="visible"/>
                                      </p:to>
                                    </p:set>
                                    <p:animEffect transition="in" filter="wipe(left)">
                                      <p:cBhvr>
                                        <p:cTn id="33" dur="500"/>
                                        <p:tgtEl>
                                          <p:spTgt spid="174089"/>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174090"/>
                                        </p:tgtEl>
                                        <p:attrNameLst>
                                          <p:attrName>style.visibility</p:attrName>
                                        </p:attrNameLst>
                                      </p:cBhvr>
                                      <p:to>
                                        <p:strVal val="visible"/>
                                      </p:to>
                                    </p:set>
                                    <p:animEffect transition="in" filter="wipe(left)">
                                      <p:cBhvr>
                                        <p:cTn id="37" dur="500"/>
                                        <p:tgtEl>
                                          <p:spTgt spid="174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p:bldP spid="174085" grpId="0"/>
      <p:bldP spid="174086" grpId="0"/>
      <p:bldP spid="17408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55298" name="Text Box 2"/>
          <p:cNvSpPr txBox="1"/>
          <p:nvPr/>
        </p:nvSpPr>
        <p:spPr>
          <a:xfrm>
            <a:off x="4603750" y="476250"/>
            <a:ext cx="3352800" cy="457200"/>
          </a:xfrm>
          <a:prstGeom prst="rect">
            <a:avLst/>
          </a:prstGeom>
          <a:noFill/>
          <a:ln w="9525">
            <a:noFill/>
          </a:ln>
        </p:spPr>
        <p:txBody>
          <a:bodyPr anchor="t" anchorCtr="0">
            <a:spAutoFit/>
          </a:bodyPr>
          <a:p>
            <a:pPr>
              <a:spcBef>
                <a:spcPct val="50000"/>
              </a:spcBef>
            </a:pPr>
            <a:r>
              <a:rPr lang="zh-CN" altLang="en-US" sz="2400" b="1" dirty="0">
                <a:solidFill>
                  <a:srgbClr val="0070C0"/>
                </a:solidFill>
                <a:latin typeface="Times New Roman" panose="02020603050405020304" pitchFamily="18" charset="0"/>
                <a:ea typeface="黑体" panose="02010609060101010101" pitchFamily="2" charset="-122"/>
              </a:rPr>
              <a:t>势能讨论</a:t>
            </a:r>
            <a:endParaRPr lang="zh-CN" altLang="en-US" sz="2400" b="1" dirty="0">
              <a:solidFill>
                <a:srgbClr val="0070C0"/>
              </a:solidFill>
              <a:latin typeface="Times New Roman" panose="02020603050405020304" pitchFamily="18" charset="0"/>
              <a:ea typeface="黑体" panose="02010609060101010101" pitchFamily="2" charset="-122"/>
            </a:endParaRPr>
          </a:p>
        </p:txBody>
      </p:sp>
      <p:sp>
        <p:nvSpPr>
          <p:cNvPr id="55299" name="Text Box 3"/>
          <p:cNvSpPr txBox="1"/>
          <p:nvPr/>
        </p:nvSpPr>
        <p:spPr>
          <a:xfrm>
            <a:off x="4572000" y="990600"/>
            <a:ext cx="4038600" cy="822325"/>
          </a:xfrm>
          <a:prstGeom prst="rect">
            <a:avLst/>
          </a:prstGeom>
          <a:noFill/>
          <a:ln w="9525">
            <a:noFill/>
          </a:ln>
        </p:spPr>
        <p:txBody>
          <a:bodyPr anchor="t" anchorCtr="0">
            <a:spAutoFit/>
          </a:bodyPr>
          <a:p>
            <a:pPr>
              <a:spcBef>
                <a:spcPct val="50000"/>
              </a:spcBef>
            </a:pPr>
            <a:r>
              <a:rPr lang="zh-CN" altLang="en-US" sz="2400" b="1" dirty="0">
                <a:solidFill>
                  <a:srgbClr val="000000"/>
                </a:solidFill>
                <a:latin typeface="Times New Roman" panose="02020603050405020304" pitchFamily="18" charset="0"/>
                <a:ea typeface="楷体_GB2312" pitchFamily="49" charset="-122"/>
              </a:rPr>
              <a:t>取平衡位置</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i="1" dirty="0">
                <a:solidFill>
                  <a:srgbClr val="000000"/>
                </a:solidFill>
                <a:latin typeface="Times New Roman" panose="02020603050405020304" pitchFamily="18" charset="0"/>
                <a:ea typeface="宋体" panose="02010600030101010101" pitchFamily="2" charset="-122"/>
              </a:rPr>
              <a:t>x</a:t>
            </a:r>
            <a:r>
              <a:rPr lang="en-US" altLang="zh-CN" sz="2400" b="1" dirty="0">
                <a:solidFill>
                  <a:srgbClr val="000000"/>
                </a:solidFill>
                <a:latin typeface="Times New Roman" panose="02020603050405020304" pitchFamily="18" charset="0"/>
                <a:ea typeface="宋体" panose="02010600030101010101" pitchFamily="2" charset="-122"/>
              </a:rPr>
              <a:t> = 0</a:t>
            </a:r>
            <a:r>
              <a:rPr lang="zh-CN" altLang="en-US"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楷体_GB2312" pitchFamily="49" charset="-122"/>
              </a:rPr>
              <a:t>为系统势能的零点。</a:t>
            </a:r>
            <a:endParaRPr lang="zh-CN" altLang="en-US" sz="2400" b="1" dirty="0">
              <a:solidFill>
                <a:srgbClr val="000000"/>
              </a:solidFill>
              <a:latin typeface="Times New Roman" panose="02020603050405020304" pitchFamily="18" charset="0"/>
              <a:ea typeface="楷体_GB2312" pitchFamily="49" charset="-122"/>
            </a:endParaRPr>
          </a:p>
        </p:txBody>
      </p:sp>
      <p:graphicFrame>
        <p:nvGraphicFramePr>
          <p:cNvPr id="55300" name="Object 4"/>
          <p:cNvGraphicFramePr>
            <a:graphicFrameLocks noChangeAspect="1"/>
          </p:cNvGraphicFramePr>
          <p:nvPr/>
        </p:nvGraphicFramePr>
        <p:xfrm>
          <a:off x="4640263" y="2236788"/>
          <a:ext cx="3748087" cy="831850"/>
        </p:xfrm>
        <a:graphic>
          <a:graphicData uri="http://schemas.openxmlformats.org/presentationml/2006/ole">
            <mc:AlternateContent xmlns:mc="http://schemas.openxmlformats.org/markup-compatibility/2006">
              <mc:Choice xmlns:v="urn:schemas-microsoft-com:vml" Requires="v">
                <p:oleObj spid="_x0000_s3286" name="" r:id="rId1" imgW="2044700" imgH="431800" progId="Equation.3">
                  <p:embed/>
                </p:oleObj>
              </mc:Choice>
              <mc:Fallback>
                <p:oleObj name="" r:id="rId1" imgW="2044700" imgH="431800" progId="Equation.3">
                  <p:embed/>
                  <p:pic>
                    <p:nvPicPr>
                      <p:cNvPr id="0" name="图片 3285"/>
                      <p:cNvPicPr/>
                      <p:nvPr/>
                    </p:nvPicPr>
                    <p:blipFill>
                      <a:blip r:embed="rId2"/>
                      <a:stretch>
                        <a:fillRect/>
                      </a:stretch>
                    </p:blipFill>
                    <p:spPr>
                      <a:xfrm>
                        <a:off x="4640263" y="2236788"/>
                        <a:ext cx="3748087" cy="831850"/>
                      </a:xfrm>
                      <a:prstGeom prst="rect">
                        <a:avLst/>
                      </a:prstGeom>
                      <a:noFill/>
                      <a:ln w="38100">
                        <a:noFill/>
                        <a:miter/>
                      </a:ln>
                    </p:spPr>
                  </p:pic>
                </p:oleObj>
              </mc:Fallback>
            </mc:AlternateContent>
          </a:graphicData>
        </a:graphic>
      </p:graphicFrame>
      <p:sp>
        <p:nvSpPr>
          <p:cNvPr id="55301" name="Text Box 5"/>
          <p:cNvSpPr txBox="1"/>
          <p:nvPr/>
        </p:nvSpPr>
        <p:spPr>
          <a:xfrm>
            <a:off x="4572000" y="1773238"/>
            <a:ext cx="3352800" cy="457200"/>
          </a:xfrm>
          <a:prstGeom prst="rect">
            <a:avLst/>
          </a:prstGeom>
          <a:noFill/>
          <a:ln w="9525">
            <a:noFill/>
          </a:ln>
        </p:spPr>
        <p:txBody>
          <a:bodyPr anchor="t" anchorCtr="0">
            <a:spAutoFit/>
          </a:bodyPr>
          <a:p>
            <a:pPr>
              <a:spcBef>
                <a:spcPct val="50000"/>
              </a:spcBef>
            </a:pPr>
            <a:r>
              <a:rPr lang="zh-CN" altLang="en-US" sz="2400" b="1" dirty="0">
                <a:solidFill>
                  <a:srgbClr val="FF0000"/>
                </a:solidFill>
                <a:latin typeface="Times New Roman" panose="02020603050405020304" pitchFamily="18" charset="0"/>
                <a:ea typeface="黑体" panose="02010609060101010101" pitchFamily="2" charset="-122"/>
              </a:rPr>
              <a:t>机械能守恒</a:t>
            </a:r>
            <a:endParaRPr lang="zh-CN" altLang="en-US" sz="2400" b="1" dirty="0">
              <a:solidFill>
                <a:srgbClr val="FF0000"/>
              </a:solidFill>
              <a:latin typeface="Times New Roman" panose="02020603050405020304" pitchFamily="18" charset="0"/>
              <a:ea typeface="黑体" panose="02010609060101010101" pitchFamily="2" charset="-122"/>
            </a:endParaRPr>
          </a:p>
        </p:txBody>
      </p:sp>
      <p:pic>
        <p:nvPicPr>
          <p:cNvPr id="55302" name="Picture 6"/>
          <p:cNvPicPr>
            <a:picLocks noChangeAspect="1"/>
          </p:cNvPicPr>
          <p:nvPr/>
        </p:nvPicPr>
        <p:blipFill>
          <a:blip r:embed="rId3"/>
          <a:stretch>
            <a:fillRect/>
          </a:stretch>
        </p:blipFill>
        <p:spPr>
          <a:xfrm>
            <a:off x="684213" y="549275"/>
            <a:ext cx="3040062" cy="2438400"/>
          </a:xfrm>
          <a:prstGeom prst="rect">
            <a:avLst/>
          </a:prstGeom>
          <a:noFill/>
          <a:ln w="9525">
            <a:noFill/>
          </a:ln>
        </p:spPr>
      </p:pic>
      <p:graphicFrame>
        <p:nvGraphicFramePr>
          <p:cNvPr id="175111" name="Object 7"/>
          <p:cNvGraphicFramePr>
            <a:graphicFrameLocks noChangeAspect="1"/>
          </p:cNvGraphicFramePr>
          <p:nvPr/>
        </p:nvGraphicFramePr>
        <p:xfrm>
          <a:off x="2954338" y="3092450"/>
          <a:ext cx="3232150" cy="723900"/>
        </p:xfrm>
        <a:graphic>
          <a:graphicData uri="http://schemas.openxmlformats.org/presentationml/2006/ole">
            <mc:AlternateContent xmlns:mc="http://schemas.openxmlformats.org/markup-compatibility/2006">
              <mc:Choice xmlns:v="urn:schemas-microsoft-com:vml" Requires="v">
                <p:oleObj spid="_x0000_s3289" name="" r:id="rId4" imgW="1651000" imgH="368300" progId="Equation.3">
                  <p:embed/>
                </p:oleObj>
              </mc:Choice>
              <mc:Fallback>
                <p:oleObj name="" r:id="rId4" imgW="1651000" imgH="368300" progId="Equation.3">
                  <p:embed/>
                  <p:pic>
                    <p:nvPicPr>
                      <p:cNvPr id="0" name="图片 3288"/>
                      <p:cNvPicPr/>
                      <p:nvPr/>
                    </p:nvPicPr>
                    <p:blipFill>
                      <a:blip r:embed="rId5"/>
                      <a:stretch>
                        <a:fillRect/>
                      </a:stretch>
                    </p:blipFill>
                    <p:spPr>
                      <a:xfrm>
                        <a:off x="2954338" y="3092450"/>
                        <a:ext cx="3232150" cy="723900"/>
                      </a:xfrm>
                      <a:prstGeom prst="rect">
                        <a:avLst/>
                      </a:prstGeom>
                      <a:noFill/>
                      <a:ln w="38100">
                        <a:noFill/>
                        <a:miter/>
                      </a:ln>
                    </p:spPr>
                  </p:pic>
                </p:oleObj>
              </mc:Fallback>
            </mc:AlternateContent>
          </a:graphicData>
        </a:graphic>
      </p:graphicFrame>
      <p:graphicFrame>
        <p:nvGraphicFramePr>
          <p:cNvPr id="175112" name="Object 8"/>
          <p:cNvGraphicFramePr>
            <a:graphicFrameLocks noChangeAspect="1"/>
          </p:cNvGraphicFramePr>
          <p:nvPr/>
        </p:nvGraphicFramePr>
        <p:xfrm>
          <a:off x="3495675" y="3959225"/>
          <a:ext cx="2295525" cy="728663"/>
        </p:xfrm>
        <a:graphic>
          <a:graphicData uri="http://schemas.openxmlformats.org/presentationml/2006/ole">
            <mc:AlternateContent xmlns:mc="http://schemas.openxmlformats.org/markup-compatibility/2006">
              <mc:Choice xmlns:v="urn:schemas-microsoft-com:vml" Requires="v">
                <p:oleObj spid="_x0000_s3292" name="" r:id="rId6" imgW="1155700" imgH="368300" progId="Equation.3">
                  <p:embed/>
                </p:oleObj>
              </mc:Choice>
              <mc:Fallback>
                <p:oleObj name="" r:id="rId6" imgW="1155700" imgH="368300" progId="Equation.3">
                  <p:embed/>
                  <p:pic>
                    <p:nvPicPr>
                      <p:cNvPr id="0" name="图片 3291"/>
                      <p:cNvPicPr/>
                      <p:nvPr/>
                    </p:nvPicPr>
                    <p:blipFill>
                      <a:blip r:embed="rId7"/>
                      <a:stretch>
                        <a:fillRect/>
                      </a:stretch>
                    </p:blipFill>
                    <p:spPr>
                      <a:xfrm>
                        <a:off x="3495675" y="3959225"/>
                        <a:ext cx="2295525" cy="728663"/>
                      </a:xfrm>
                      <a:prstGeom prst="rect">
                        <a:avLst/>
                      </a:prstGeom>
                      <a:noFill/>
                      <a:ln w="38100">
                        <a:noFill/>
                        <a:miter/>
                      </a:ln>
                    </p:spPr>
                  </p:pic>
                </p:oleObj>
              </mc:Fallback>
            </mc:AlternateContent>
          </a:graphicData>
        </a:graphic>
      </p:graphicFrame>
      <p:graphicFrame>
        <p:nvGraphicFramePr>
          <p:cNvPr id="175113" name="Object 9"/>
          <p:cNvGraphicFramePr>
            <a:graphicFrameLocks noChangeAspect="1"/>
          </p:cNvGraphicFramePr>
          <p:nvPr/>
        </p:nvGraphicFramePr>
        <p:xfrm>
          <a:off x="2555875" y="4797425"/>
          <a:ext cx="1800225" cy="922338"/>
        </p:xfrm>
        <a:graphic>
          <a:graphicData uri="http://schemas.openxmlformats.org/presentationml/2006/ole">
            <mc:AlternateContent xmlns:mc="http://schemas.openxmlformats.org/markup-compatibility/2006">
              <mc:Choice xmlns:v="urn:schemas-microsoft-com:vml" Requires="v">
                <p:oleObj spid="_x0000_s3291" name="" r:id="rId8" imgW="862965" imgH="444500" progId="Equation.3">
                  <p:embed/>
                </p:oleObj>
              </mc:Choice>
              <mc:Fallback>
                <p:oleObj name="" r:id="rId8" imgW="862965" imgH="444500" progId="Equation.3">
                  <p:embed/>
                  <p:pic>
                    <p:nvPicPr>
                      <p:cNvPr id="0" name="图片 3290"/>
                      <p:cNvPicPr/>
                      <p:nvPr/>
                    </p:nvPicPr>
                    <p:blipFill>
                      <a:blip r:embed="rId9"/>
                      <a:stretch>
                        <a:fillRect/>
                      </a:stretch>
                    </p:blipFill>
                    <p:spPr>
                      <a:xfrm>
                        <a:off x="2555875" y="4797425"/>
                        <a:ext cx="1800225" cy="922338"/>
                      </a:xfrm>
                      <a:prstGeom prst="rect">
                        <a:avLst/>
                      </a:prstGeom>
                      <a:noFill/>
                      <a:ln w="38100">
                        <a:noFill/>
                        <a:miter/>
                      </a:ln>
                    </p:spPr>
                  </p:pic>
                </p:oleObj>
              </mc:Fallback>
            </mc:AlternateContent>
          </a:graphicData>
        </a:graphic>
      </p:graphicFrame>
      <p:graphicFrame>
        <p:nvGraphicFramePr>
          <p:cNvPr id="175114" name="Object 10"/>
          <p:cNvGraphicFramePr>
            <a:graphicFrameLocks noChangeAspect="1"/>
          </p:cNvGraphicFramePr>
          <p:nvPr/>
        </p:nvGraphicFramePr>
        <p:xfrm>
          <a:off x="4924425" y="4822825"/>
          <a:ext cx="1739900" cy="896938"/>
        </p:xfrm>
        <a:graphic>
          <a:graphicData uri="http://schemas.openxmlformats.org/presentationml/2006/ole">
            <mc:AlternateContent xmlns:mc="http://schemas.openxmlformats.org/markup-compatibility/2006">
              <mc:Choice xmlns:v="urn:schemas-microsoft-com:vml" Requires="v">
                <p:oleObj spid="_x0000_s3290" name="" r:id="rId10" imgW="837565" imgH="431800" progId="Equation.3">
                  <p:embed/>
                </p:oleObj>
              </mc:Choice>
              <mc:Fallback>
                <p:oleObj name="" r:id="rId10" imgW="837565" imgH="431800" progId="Equation.3">
                  <p:embed/>
                  <p:pic>
                    <p:nvPicPr>
                      <p:cNvPr id="0" name="图片 3289"/>
                      <p:cNvPicPr/>
                      <p:nvPr/>
                    </p:nvPicPr>
                    <p:blipFill>
                      <a:blip r:embed="rId11"/>
                      <a:stretch>
                        <a:fillRect/>
                      </a:stretch>
                    </p:blipFill>
                    <p:spPr>
                      <a:xfrm>
                        <a:off x="4924425" y="4822825"/>
                        <a:ext cx="1739900" cy="896938"/>
                      </a:xfrm>
                      <a:prstGeom prst="rect">
                        <a:avLst/>
                      </a:prstGeom>
                      <a:noFill/>
                      <a:ln w="38100">
                        <a:noFill/>
                        <a:miter/>
                      </a:ln>
                    </p:spPr>
                  </p:pic>
                </p:oleObj>
              </mc:Fallback>
            </mc:AlternateContent>
          </a:graphicData>
        </a:graphic>
      </p:graphicFrame>
      <p:sp>
        <p:nvSpPr>
          <p:cNvPr id="175115" name="Text Box 11"/>
          <p:cNvSpPr txBox="1"/>
          <p:nvPr/>
        </p:nvSpPr>
        <p:spPr>
          <a:xfrm>
            <a:off x="1258888" y="5805488"/>
            <a:ext cx="7162800" cy="457200"/>
          </a:xfrm>
          <a:prstGeom prst="rect">
            <a:avLst/>
          </a:prstGeom>
          <a:noFill/>
          <a:ln w="9525">
            <a:noFill/>
          </a:ln>
        </p:spPr>
        <p:txBody>
          <a:bodyPr anchor="t" anchorCtr="0">
            <a:spAutoFit/>
          </a:bodyPr>
          <a:p>
            <a:pPr>
              <a:spcBef>
                <a:spcPct val="50000"/>
              </a:spcBef>
            </a:pPr>
            <a:r>
              <a:rPr lang="zh-CN" altLang="en-US" sz="2400" b="1" dirty="0">
                <a:solidFill>
                  <a:srgbClr val="FF0000"/>
                </a:solidFill>
                <a:latin typeface="黑体" panose="02010609060101010101" pitchFamily="2" charset="-122"/>
                <a:ea typeface="黑体" panose="02010609060101010101" pitchFamily="2" charset="-122"/>
              </a:rPr>
              <a:t>由初始条件决定</a:t>
            </a:r>
            <a:r>
              <a:rPr lang="en-US" altLang="zh-CN" sz="2400" b="1" i="1" dirty="0">
                <a:solidFill>
                  <a:srgbClr val="FF0000"/>
                </a:solidFill>
                <a:latin typeface="Times New Roman" panose="02020603050405020304" pitchFamily="18" charset="0"/>
                <a:ea typeface="黑体" panose="02010609060101010101" pitchFamily="2" charset="-122"/>
              </a:rPr>
              <a:t>A</a:t>
            </a:r>
            <a:r>
              <a:rPr lang="zh-CN" altLang="en-US" sz="2400" b="1" dirty="0">
                <a:solidFill>
                  <a:srgbClr val="FF0000"/>
                </a:solidFill>
                <a:latin typeface="黑体" panose="02010609060101010101" pitchFamily="2" charset="-122"/>
                <a:ea typeface="黑体" panose="02010609060101010101" pitchFamily="2" charset="-122"/>
              </a:rPr>
              <a:t>也是机械能守恒定律的必然结果。</a:t>
            </a:r>
            <a:endParaRPr lang="zh-CN" altLang="en-US" sz="2400" b="1" dirty="0">
              <a:solidFill>
                <a:srgbClr val="FF000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5111"/>
                                        </p:tgtEl>
                                        <p:attrNameLst>
                                          <p:attrName>style.visibility</p:attrName>
                                        </p:attrNameLst>
                                      </p:cBhvr>
                                      <p:to>
                                        <p:strVal val="visible"/>
                                      </p:to>
                                    </p:set>
                                    <p:animEffect transition="in" filter="wipe(left)">
                                      <p:cBhvr>
                                        <p:cTn id="7" dur="500"/>
                                        <p:tgtEl>
                                          <p:spTgt spid="1751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75112"/>
                                        </p:tgtEl>
                                        <p:attrNameLst>
                                          <p:attrName>style.visibility</p:attrName>
                                        </p:attrNameLst>
                                      </p:cBhvr>
                                      <p:to>
                                        <p:strVal val="visible"/>
                                      </p:to>
                                    </p:set>
                                    <p:animEffect transition="in" filter="wipe(left)">
                                      <p:cBhvr>
                                        <p:cTn id="11" dur="500"/>
                                        <p:tgtEl>
                                          <p:spTgt spid="1751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75113"/>
                                        </p:tgtEl>
                                        <p:attrNameLst>
                                          <p:attrName>style.visibility</p:attrName>
                                        </p:attrNameLst>
                                      </p:cBhvr>
                                      <p:to>
                                        <p:strVal val="visible"/>
                                      </p:to>
                                    </p:set>
                                    <p:animEffect transition="in" filter="wipe(left)">
                                      <p:cBhvr>
                                        <p:cTn id="16" dur="500"/>
                                        <p:tgtEl>
                                          <p:spTgt spid="175113"/>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75114"/>
                                        </p:tgtEl>
                                        <p:attrNameLst>
                                          <p:attrName>style.visibility</p:attrName>
                                        </p:attrNameLst>
                                      </p:cBhvr>
                                      <p:to>
                                        <p:strVal val="visible"/>
                                      </p:to>
                                    </p:set>
                                    <p:animEffect transition="in" filter="wipe(left)">
                                      <p:cBhvr>
                                        <p:cTn id="20" dur="500"/>
                                        <p:tgtEl>
                                          <p:spTgt spid="175114"/>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175115"/>
                                        </p:tgtEl>
                                        <p:attrNameLst>
                                          <p:attrName>style.visibility</p:attrName>
                                        </p:attrNameLst>
                                      </p:cBhvr>
                                      <p:to>
                                        <p:strVal val="visible"/>
                                      </p:to>
                                    </p:set>
                                    <p:animEffect transition="in" filter="wipe(left)">
                                      <p:cBhvr>
                                        <p:cTn id="24" dur="500"/>
                                        <p:tgtEl>
                                          <p:spTgt spid="175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文本框 1"/>
          <p:cNvSpPr txBox="1"/>
          <p:nvPr/>
        </p:nvSpPr>
        <p:spPr>
          <a:xfrm>
            <a:off x="423863" y="227013"/>
            <a:ext cx="2749550" cy="460375"/>
          </a:xfrm>
          <a:prstGeom prst="rect">
            <a:avLst/>
          </a:prstGeom>
          <a:noFill/>
          <a:ln w="9525">
            <a:noFill/>
          </a:ln>
        </p:spPr>
        <p:txBody>
          <a:bodyPr wrap="none" anchor="t" anchorCtr="0">
            <a:spAutoFit/>
          </a:bodyPr>
          <a:p>
            <a:pPr indent="127000"/>
            <a:r>
              <a:rPr lang="zh-CN" altLang="zh-CN" sz="2400">
                <a:solidFill>
                  <a:srgbClr val="C00000"/>
                </a:solidFill>
                <a:latin typeface="微软雅黑" panose="020B0503020204020204" charset="-122"/>
                <a:ea typeface="微软雅黑" panose="020B0503020204020204" charset="-122"/>
              </a:rPr>
              <a:t>实际问题与应用：</a:t>
            </a:r>
            <a:endParaRPr lang="zh-CN" altLang="zh-CN" sz="2400">
              <a:solidFill>
                <a:srgbClr val="C00000"/>
              </a:solidFill>
              <a:latin typeface="微软雅黑" panose="020B0503020204020204" charset="-122"/>
              <a:ea typeface="微软雅黑" panose="020B0503020204020204" charset="-122"/>
            </a:endParaRPr>
          </a:p>
        </p:txBody>
      </p:sp>
      <p:sp>
        <p:nvSpPr>
          <p:cNvPr id="100354" name="文本框 14"/>
          <p:cNvSpPr txBox="1"/>
          <p:nvPr/>
        </p:nvSpPr>
        <p:spPr>
          <a:xfrm>
            <a:off x="582613" y="793750"/>
            <a:ext cx="2878137" cy="522288"/>
          </a:xfrm>
          <a:prstGeom prst="rect">
            <a:avLst/>
          </a:prstGeom>
          <a:noFill/>
          <a:ln w="9525">
            <a:noFill/>
          </a:ln>
        </p:spPr>
        <p:txBody>
          <a:bodyPr wrap="square" anchor="t" anchorCtr="0">
            <a:spAutoFit/>
          </a:bodyPr>
          <a:p>
            <a:r>
              <a:rPr lang="zh-CN" altLang="en-US" sz="2800" b="1">
                <a:solidFill>
                  <a:srgbClr val="0070C0"/>
                </a:solidFill>
                <a:latin typeface="微软雅黑" panose="020B0503020204020204" charset="-122"/>
                <a:ea typeface="微软雅黑" panose="020B0503020204020204" charset="-122"/>
              </a:rPr>
              <a:t>振动传感器</a:t>
            </a:r>
            <a:endParaRPr lang="zh-CN" altLang="en-US" sz="2800" b="1">
              <a:solidFill>
                <a:srgbClr val="0070C0"/>
              </a:solidFill>
              <a:latin typeface="微软雅黑" panose="020B0503020204020204" charset="-122"/>
              <a:ea typeface="微软雅黑" panose="020B0503020204020204" charset="-122"/>
            </a:endParaRPr>
          </a:p>
        </p:txBody>
      </p:sp>
      <p:sp>
        <p:nvSpPr>
          <p:cNvPr id="13" name="矩形 12"/>
          <p:cNvSpPr/>
          <p:nvPr/>
        </p:nvSpPr>
        <p:spPr>
          <a:xfrm>
            <a:off x="107950" y="115888"/>
            <a:ext cx="8928100" cy="6629400"/>
          </a:xfrm>
          <a:prstGeom prst="rect">
            <a:avLst/>
          </a:prstGeom>
          <a:noFill/>
          <a:ln w="19050">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00356" name="文本框 2"/>
          <p:cNvSpPr txBox="1"/>
          <p:nvPr/>
        </p:nvSpPr>
        <p:spPr>
          <a:xfrm>
            <a:off x="568325" y="1427163"/>
            <a:ext cx="5195888" cy="398462"/>
          </a:xfrm>
          <a:prstGeom prst="rect">
            <a:avLst/>
          </a:prstGeom>
          <a:noFill/>
          <a:ln w="9525">
            <a:noFill/>
          </a:ln>
        </p:spPr>
        <p:txBody>
          <a:bodyPr wrap="square" anchor="t" anchorCtr="0">
            <a:spAutoFit/>
          </a:bodyPr>
          <a:p>
            <a:r>
              <a:rPr lang="zh-CN" altLang="en-US" sz="2000">
                <a:latin typeface="微软雅黑" panose="020B0503020204020204" charset="-122"/>
                <a:ea typeface="微软雅黑" panose="020B0503020204020204" charset="-122"/>
              </a:rPr>
              <a:t>振动传感器是测试技术中关键部件之一。</a:t>
            </a:r>
            <a:endParaRPr lang="zh-CN" altLang="en-US" sz="2000">
              <a:latin typeface="微软雅黑" panose="020B0503020204020204" charset="-122"/>
              <a:ea typeface="微软雅黑" panose="020B0503020204020204" charset="-122"/>
            </a:endParaRPr>
          </a:p>
        </p:txBody>
      </p:sp>
      <p:sp>
        <p:nvSpPr>
          <p:cNvPr id="100357" name="文本框 3"/>
          <p:cNvSpPr txBox="1"/>
          <p:nvPr/>
        </p:nvSpPr>
        <p:spPr>
          <a:xfrm>
            <a:off x="568325" y="4886325"/>
            <a:ext cx="8147050" cy="920750"/>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sym typeface="宋体" panose="02010600030101010101" pitchFamily="2" charset="-122"/>
              </a:rPr>
              <a:t>4、压电式振动传感器是利用晶体的压电效应完成振动测量。当被测物体的振动对压电式振动传感器形成压力后，晶体元件就会产生相应的电荷，电荷数即可换算为振动参数。</a:t>
            </a:r>
            <a:endParaRPr lang="zh-CN" altLang="en-US">
              <a:latin typeface="Arial" panose="020B0604020202020204" pitchFamily="34" charset="0"/>
              <a:ea typeface="宋体" panose="02010600030101010101" pitchFamily="2" charset="-122"/>
            </a:endParaRPr>
          </a:p>
        </p:txBody>
      </p:sp>
      <p:sp>
        <p:nvSpPr>
          <p:cNvPr id="100358" name="文本框 4"/>
          <p:cNvSpPr txBox="1"/>
          <p:nvPr/>
        </p:nvSpPr>
        <p:spPr>
          <a:xfrm>
            <a:off x="579438" y="4176713"/>
            <a:ext cx="8061325" cy="644525"/>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sym typeface="宋体" panose="02010600030101010101" pitchFamily="2" charset="-122"/>
              </a:rPr>
              <a:t>3、电容式振动传感器是通过间隙或公共面积的改变获得可变电容，再对电容量进行测定而后得到机械振动参数。</a:t>
            </a:r>
            <a:endParaRPr lang="zh-CN" altLang="en-US">
              <a:latin typeface="Arial" panose="020B0604020202020204" pitchFamily="34" charset="0"/>
              <a:ea typeface="宋体" panose="02010600030101010101" pitchFamily="2" charset="-122"/>
            </a:endParaRPr>
          </a:p>
        </p:txBody>
      </p:sp>
      <p:sp>
        <p:nvSpPr>
          <p:cNvPr id="100359" name="文本框 5"/>
          <p:cNvSpPr txBox="1"/>
          <p:nvPr/>
        </p:nvSpPr>
        <p:spPr>
          <a:xfrm>
            <a:off x="579438" y="3182938"/>
            <a:ext cx="8147050" cy="922337"/>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sym typeface="宋体" panose="02010600030101010101" pitchFamily="2" charset="-122"/>
              </a:rPr>
              <a:t>2、电感式振动传感器是依据电磁感应原理，传感器设置有磁铁和导磁体，对物体进行振动测量时，能将机械振动参数转化为电参量信号。电感式振动传感器能应用于振动速度、加速度等参数的测量。</a:t>
            </a:r>
            <a:endParaRPr lang="zh-CN" altLang="en-US">
              <a:latin typeface="Arial" panose="020B0604020202020204" pitchFamily="34" charset="0"/>
              <a:ea typeface="宋体" panose="02010600030101010101" pitchFamily="2" charset="-122"/>
            </a:endParaRPr>
          </a:p>
        </p:txBody>
      </p:sp>
      <p:sp>
        <p:nvSpPr>
          <p:cNvPr id="100360" name="文本框 6"/>
          <p:cNvSpPr txBox="1"/>
          <p:nvPr/>
        </p:nvSpPr>
        <p:spPr>
          <a:xfrm>
            <a:off x="584200" y="5807075"/>
            <a:ext cx="8253413" cy="646113"/>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sym typeface="宋体" panose="02010600030101010101" pitchFamily="2" charset="-122"/>
              </a:rPr>
              <a:t>5、电阻应变式振动传感器是以电阻变化量来表达被测物体机械振动量的一种振动传感器。</a:t>
            </a:r>
            <a:endParaRPr lang="zh-CN" altLang="en-US">
              <a:latin typeface="Arial" panose="020B0604020202020204" pitchFamily="34" charset="0"/>
              <a:ea typeface="宋体" panose="02010600030101010101" pitchFamily="2" charset="-122"/>
            </a:endParaRPr>
          </a:p>
        </p:txBody>
      </p:sp>
      <p:sp>
        <p:nvSpPr>
          <p:cNvPr id="100361" name="文本框 8"/>
          <p:cNvSpPr txBox="1"/>
          <p:nvPr/>
        </p:nvSpPr>
        <p:spPr>
          <a:xfrm>
            <a:off x="579438" y="1954213"/>
            <a:ext cx="4357687" cy="1198562"/>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sym typeface="宋体" panose="02010600030101010101" pitchFamily="2" charset="-122"/>
              </a:rPr>
              <a:t>1、电涡流式振动传感器是利用涡流效应，通过传感器的端部和被测对象之间距离上的变化来测量物体振动参数，主要用于振动位移的测量。</a:t>
            </a:r>
            <a:endParaRPr lang="zh-CN" altLang="en-US">
              <a:latin typeface="Arial" panose="020B0604020202020204" pitchFamily="34" charset="0"/>
              <a:ea typeface="宋体" panose="02010600030101010101" pitchFamily="2" charset="-122"/>
            </a:endParaRPr>
          </a:p>
        </p:txBody>
      </p:sp>
      <p:pic>
        <p:nvPicPr>
          <p:cNvPr id="100362" name="图片 9"/>
          <p:cNvPicPr>
            <a:picLocks noChangeAspect="1"/>
          </p:cNvPicPr>
          <p:nvPr/>
        </p:nvPicPr>
        <p:blipFill>
          <a:blip r:embed="rId1"/>
          <a:stretch>
            <a:fillRect/>
          </a:stretch>
        </p:blipFill>
        <p:spPr>
          <a:xfrm>
            <a:off x="5208588" y="265113"/>
            <a:ext cx="3630612" cy="2722562"/>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Text Box 2"/>
          <p:cNvSpPr txBox="1"/>
          <p:nvPr/>
        </p:nvSpPr>
        <p:spPr>
          <a:xfrm>
            <a:off x="1135063" y="1341438"/>
            <a:ext cx="6873875" cy="2816225"/>
          </a:xfrm>
          <a:prstGeom prst="rect">
            <a:avLst/>
          </a:prstGeom>
          <a:noFill/>
          <a:ln w="9525">
            <a:noFill/>
          </a:ln>
        </p:spPr>
        <p:txBody>
          <a:bodyPr wrap="square" anchor="t" anchorCtr="0">
            <a:spAutoFit/>
          </a:bodyPr>
          <a:p>
            <a:pPr algn="ctr" eaLnBrk="0" hangingPunct="0"/>
            <a:r>
              <a:rPr lang="zh-CN" altLang="en-US" sz="2800" b="1" dirty="0">
                <a:solidFill>
                  <a:srgbClr val="0070C0"/>
                </a:solidFill>
                <a:latin typeface="微软雅黑" panose="020B0503020204020204" charset="-122"/>
                <a:ea typeface="微软雅黑" panose="020B0503020204020204" charset="-122"/>
              </a:rPr>
              <a:t>课后思考题：</a:t>
            </a:r>
            <a:endParaRPr lang="en-US" altLang="zh-CN" sz="2800" b="1" dirty="0">
              <a:solidFill>
                <a:srgbClr val="0070C0"/>
              </a:solidFill>
              <a:latin typeface="微软雅黑" panose="020B0503020204020204" charset="-122"/>
              <a:ea typeface="微软雅黑" panose="020B0503020204020204" charset="-122"/>
            </a:endParaRPr>
          </a:p>
          <a:p>
            <a:pPr algn="ctr" eaLnBrk="0" hangingPunct="0"/>
            <a:endParaRPr lang="en-US" altLang="zh-CN" sz="2800" b="1" dirty="0">
              <a:solidFill>
                <a:srgbClr val="0070C0"/>
              </a:solidFill>
              <a:latin typeface="微软雅黑" panose="020B0503020204020204" charset="-122"/>
              <a:ea typeface="微软雅黑" panose="020B0503020204020204" charset="-122"/>
            </a:endParaRPr>
          </a:p>
          <a:p>
            <a:pPr eaLnBrk="0" hangingPunct="0">
              <a:lnSpc>
                <a:spcPct val="150000"/>
              </a:lnSpc>
            </a:pPr>
            <a:r>
              <a:rPr lang="zh-CN" altLang="en-US" sz="2800" dirty="0">
                <a:solidFill>
                  <a:srgbClr val="0070C0"/>
                </a:solidFill>
                <a:latin typeface="微软雅黑" panose="020B0503020204020204" charset="-122"/>
                <a:ea typeface="微软雅黑" panose="020B0503020204020204" charset="-122"/>
              </a:rPr>
              <a:t>       任何一个实际的弹簧都是有质量的，如果考虑弹簧的质量，弹簧振子的振动周期将变大还是变小？ </a:t>
            </a:r>
            <a:endParaRPr lang="zh-CN" altLang="en-US" sz="2800" dirty="0">
              <a:solidFill>
                <a:srgbClr val="0070C0"/>
              </a:solidFill>
              <a:latin typeface="微软雅黑" panose="020B0503020204020204" charset="-122"/>
              <a:ea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矩形 1"/>
          <p:cNvSpPr/>
          <p:nvPr/>
        </p:nvSpPr>
        <p:spPr>
          <a:xfrm>
            <a:off x="1520825" y="1520825"/>
            <a:ext cx="5695950" cy="498475"/>
          </a:xfrm>
          <a:prstGeom prst="rect">
            <a:avLst/>
          </a:prstGeom>
          <a:noFill/>
          <a:ln w="9525">
            <a:noFill/>
          </a:ln>
        </p:spPr>
        <p:txBody>
          <a:bodyPr wrap="square" anchor="t" anchorCtr="0">
            <a:spAutoFit/>
          </a:bodyPr>
          <a:p>
            <a:pPr>
              <a:lnSpc>
                <a:spcPct val="110000"/>
              </a:lnSpc>
            </a:pPr>
            <a:r>
              <a:rPr lang="zh-CN" altLang="en-US" sz="2400">
                <a:latin typeface="Arial" panose="020B0604020202020204" pitchFamily="34" charset="0"/>
                <a:ea typeface="微软雅黑" panose="020B0503020204020204" charset="-122"/>
                <a:sym typeface="微软雅黑" panose="020B0503020204020204" charset="-122"/>
              </a:rPr>
              <a:t>两说话声同时入耳，耳膜会做什么振动</a:t>
            </a:r>
            <a:r>
              <a:rPr lang="zh-CN" altLang="en-US" sz="2400" dirty="0">
                <a:latin typeface="微软雅黑" panose="020B0503020204020204" charset="-122"/>
                <a:ea typeface="微软雅黑" panose="020B0503020204020204" charset="-122"/>
                <a:sym typeface="微软雅黑" panose="020B0503020204020204" charset="-122"/>
              </a:rPr>
              <a:t>？</a:t>
            </a:r>
            <a:endParaRPr lang="zh-CN" altLang="en-US" sz="2400">
              <a:latin typeface="Arial" panose="020B0604020202020204" pitchFamily="34" charset="0"/>
              <a:ea typeface="微软雅黑" panose="020B0503020204020204" charset="-122"/>
              <a:sym typeface="微软雅黑" panose="020B0503020204020204" charset="-122"/>
            </a:endParaRPr>
          </a:p>
        </p:txBody>
      </p:sp>
      <p:sp>
        <p:nvSpPr>
          <p:cNvPr id="58370" name="矩形 6"/>
          <p:cNvSpPr/>
          <p:nvPr/>
        </p:nvSpPr>
        <p:spPr>
          <a:xfrm>
            <a:off x="968375" y="831850"/>
            <a:ext cx="3529013" cy="565150"/>
          </a:xfrm>
          <a:prstGeom prst="rect">
            <a:avLst/>
          </a:prstGeom>
          <a:noFill/>
          <a:ln w="9525">
            <a:noFill/>
          </a:ln>
        </p:spPr>
        <p:txBody>
          <a:bodyPr wrap="square" anchor="t" anchorCtr="0">
            <a:spAutoFit/>
          </a:bodyPr>
          <a:p>
            <a:pPr>
              <a:lnSpc>
                <a:spcPct val="110000"/>
              </a:lnSpc>
            </a:pPr>
            <a:r>
              <a:rPr lang="zh-CN" altLang="en-US" sz="2800" b="1" dirty="0">
                <a:solidFill>
                  <a:srgbClr val="00B0F0"/>
                </a:solidFill>
                <a:latin typeface="微软雅黑" panose="020B0503020204020204" charset="-122"/>
                <a:ea typeface="微软雅黑" panose="020B0503020204020204" charset="-122"/>
              </a:rPr>
              <a:t>生活中的实际问题：</a:t>
            </a:r>
            <a:endParaRPr lang="zh-CN" altLang="en-US" sz="2800" b="1" dirty="0">
              <a:solidFill>
                <a:srgbClr val="00B0F0"/>
              </a:solidFill>
              <a:latin typeface="微软雅黑" panose="020B0503020204020204" charset="-122"/>
              <a:ea typeface="微软雅黑" panose="020B0503020204020204" charset="-122"/>
            </a:endParaRPr>
          </a:p>
        </p:txBody>
      </p:sp>
      <p:sp>
        <p:nvSpPr>
          <p:cNvPr id="98" name="Text Box 7"/>
          <p:cNvSpPr txBox="1"/>
          <p:nvPr/>
        </p:nvSpPr>
        <p:spPr>
          <a:xfrm>
            <a:off x="4716463" y="339725"/>
            <a:ext cx="3370262" cy="460375"/>
          </a:xfrm>
          <a:prstGeom prst="rect">
            <a:avLst/>
          </a:prstGeom>
          <a:noFill/>
          <a:ln w="25400" cap="flat" cmpd="thickThin">
            <a:solidFill>
              <a:srgbClr val="0070C0"/>
            </a:solidFill>
            <a:prstDash val="solid"/>
            <a:miter/>
            <a:headEnd type="none" w="med" len="med"/>
            <a:tailEnd type="none" w="med" len="med"/>
          </a:ln>
        </p:spPr>
        <p:txBody>
          <a:bodyPr wrap="square" anchor="t" anchorCtr="0">
            <a:spAutoFit/>
          </a:bodyPr>
          <a:p>
            <a:pPr algn="ctr">
              <a:spcBef>
                <a:spcPct val="50000"/>
              </a:spcBef>
            </a:pPr>
            <a:r>
              <a:rPr lang="zh-CN" altLang="en-US" sz="2400">
                <a:solidFill>
                  <a:srgbClr val="0070C0"/>
                </a:solidFill>
                <a:latin typeface="Times New Roman" panose="02020603050405020304" pitchFamily="18" charset="0"/>
                <a:ea typeface="微软雅黑" panose="020B0503020204020204" charset="-122"/>
              </a:rPr>
              <a:t>复杂问题</a:t>
            </a:r>
            <a:r>
              <a:rPr lang="zh-CN" altLang="en-US" sz="2400">
                <a:solidFill>
                  <a:srgbClr val="FF0000"/>
                </a:solidFill>
                <a:latin typeface="Times New Roman" panose="02020603050405020304" pitchFamily="18" charset="0"/>
                <a:ea typeface="微软雅黑" panose="020B0503020204020204" charset="-122"/>
              </a:rPr>
              <a:t> </a:t>
            </a:r>
            <a:r>
              <a:rPr lang="zh-CN" altLang="en-US" sz="2400">
                <a:solidFill>
                  <a:srgbClr val="FF0000"/>
                </a:solidFill>
                <a:latin typeface="微软雅黑" panose="020B0503020204020204" charset="-122"/>
                <a:ea typeface="微软雅黑" panose="020B0503020204020204" charset="-122"/>
              </a:rPr>
              <a:t>➩ </a:t>
            </a:r>
            <a:r>
              <a:rPr lang="zh-CN" altLang="en-US" sz="2400">
                <a:solidFill>
                  <a:srgbClr val="FF0000"/>
                </a:solidFill>
                <a:latin typeface="Times New Roman" panose="02020603050405020304" pitchFamily="18" charset="0"/>
                <a:ea typeface="微软雅黑" panose="020B0503020204020204" charset="-122"/>
              </a:rPr>
              <a:t>简单化</a:t>
            </a:r>
            <a:endParaRPr lang="zh-CN" altLang="en-US" sz="2400">
              <a:solidFill>
                <a:srgbClr val="FF0000"/>
              </a:solidFill>
              <a:latin typeface="Times New Roman" panose="02020603050405020304" pitchFamily="18" charset="0"/>
              <a:ea typeface="微软雅黑" panose="020B0503020204020204" charset="-122"/>
            </a:endParaRPr>
          </a:p>
        </p:txBody>
      </p:sp>
      <p:sp>
        <p:nvSpPr>
          <p:cNvPr id="58" name="左大括号 57"/>
          <p:cNvSpPr/>
          <p:nvPr/>
        </p:nvSpPr>
        <p:spPr>
          <a:xfrm>
            <a:off x="1066800" y="3544888"/>
            <a:ext cx="360363" cy="1922463"/>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fontAlgn="base"/>
            <a:endParaRPr lang="zh-CN" altLang="en-US" strike="noStrike" noProof="1"/>
          </a:p>
        </p:txBody>
      </p:sp>
      <p:sp>
        <p:nvSpPr>
          <p:cNvPr id="59" name="Text Box 29"/>
          <p:cNvSpPr txBox="1"/>
          <p:nvPr/>
        </p:nvSpPr>
        <p:spPr>
          <a:xfrm>
            <a:off x="1252538" y="3324225"/>
            <a:ext cx="4849812" cy="522288"/>
          </a:xfrm>
          <a:prstGeom prst="rect">
            <a:avLst/>
          </a:prstGeom>
          <a:noFill/>
          <a:ln w="9525">
            <a:noFill/>
          </a:ln>
        </p:spPr>
        <p:txBody>
          <a:bodyPr wrap="square" anchor="t" anchorCtr="0">
            <a:spAutoFit/>
          </a:bodyPr>
          <a:p>
            <a:pPr eaLnBrk="0" hangingPunct="0"/>
            <a:r>
              <a:rPr lang="zh-CN" altLang="en-US" sz="2800" dirty="0">
                <a:latin typeface="微软雅黑" panose="020B0503020204020204" charset="-122"/>
                <a:ea typeface="微软雅黑" panose="020B0503020204020204" charset="-122"/>
              </a:rPr>
              <a:t>（</a:t>
            </a:r>
            <a:r>
              <a:rPr lang="en-US" altLang="zh-CN" sz="2800" dirty="0">
                <a:latin typeface="微软雅黑" panose="020B0503020204020204" charset="-122"/>
                <a:ea typeface="微软雅黑" panose="020B0503020204020204" charset="-122"/>
              </a:rPr>
              <a:t>1</a:t>
            </a:r>
            <a:r>
              <a:rPr lang="zh-CN" altLang="en-US" sz="2800" dirty="0">
                <a:latin typeface="微软雅黑" panose="020B0503020204020204" charset="-122"/>
                <a:ea typeface="微软雅黑" panose="020B0503020204020204" charset="-122"/>
              </a:rPr>
              <a:t>）平行简谐振动的叠加：</a:t>
            </a:r>
            <a:endParaRPr lang="zh-CN" altLang="en-US" sz="2800" dirty="0">
              <a:latin typeface="微软雅黑" panose="020B0503020204020204" charset="-122"/>
              <a:ea typeface="微软雅黑" panose="020B0503020204020204" charset="-122"/>
            </a:endParaRPr>
          </a:p>
        </p:txBody>
      </p:sp>
      <p:sp>
        <p:nvSpPr>
          <p:cNvPr id="60" name="Text Box 29"/>
          <p:cNvSpPr txBox="1"/>
          <p:nvPr/>
        </p:nvSpPr>
        <p:spPr>
          <a:xfrm>
            <a:off x="1252538" y="5167313"/>
            <a:ext cx="4849812" cy="523875"/>
          </a:xfrm>
          <a:prstGeom prst="rect">
            <a:avLst/>
          </a:prstGeom>
          <a:noFill/>
          <a:ln w="9525">
            <a:noFill/>
          </a:ln>
        </p:spPr>
        <p:txBody>
          <a:bodyPr wrap="square" anchor="t" anchorCtr="0">
            <a:spAutoFit/>
          </a:bodyPr>
          <a:p>
            <a:pPr eaLnBrk="0" hangingPunct="0"/>
            <a:r>
              <a:rPr lang="zh-CN" altLang="en-US" sz="2800" dirty="0">
                <a:latin typeface="微软雅黑" panose="020B0503020204020204" charset="-122"/>
                <a:ea typeface="微软雅黑" panose="020B0503020204020204" charset="-122"/>
              </a:rPr>
              <a:t>（</a:t>
            </a:r>
            <a:r>
              <a:rPr lang="en-US" altLang="zh-CN" sz="2800" dirty="0">
                <a:latin typeface="微软雅黑" panose="020B0503020204020204" charset="-122"/>
                <a:ea typeface="微软雅黑" panose="020B0503020204020204" charset="-122"/>
              </a:rPr>
              <a:t>2</a:t>
            </a:r>
            <a:r>
              <a:rPr lang="zh-CN" altLang="en-US" sz="2800" dirty="0">
                <a:latin typeface="微软雅黑" panose="020B0503020204020204" charset="-122"/>
                <a:ea typeface="微软雅黑" panose="020B0503020204020204" charset="-122"/>
              </a:rPr>
              <a:t>）垂直简谐振动的叠加：</a:t>
            </a:r>
            <a:endParaRPr lang="zh-CN" altLang="en-US" sz="2800" dirty="0">
              <a:latin typeface="微软雅黑" panose="020B0503020204020204" charset="-122"/>
              <a:ea typeface="微软雅黑" panose="020B0503020204020204" charset="-122"/>
            </a:endParaRPr>
          </a:p>
        </p:txBody>
      </p:sp>
      <p:sp>
        <p:nvSpPr>
          <p:cNvPr id="61" name="左大括号 60"/>
          <p:cNvSpPr/>
          <p:nvPr/>
        </p:nvSpPr>
        <p:spPr>
          <a:xfrm>
            <a:off x="5859463" y="3103563"/>
            <a:ext cx="523875" cy="1057275"/>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fontAlgn="base"/>
            <a:endParaRPr lang="zh-CN" altLang="en-US" strike="noStrike" noProof="1"/>
          </a:p>
        </p:txBody>
      </p:sp>
      <p:sp>
        <p:nvSpPr>
          <p:cNvPr id="63" name="左大括号 62"/>
          <p:cNvSpPr/>
          <p:nvPr/>
        </p:nvSpPr>
        <p:spPr>
          <a:xfrm>
            <a:off x="5815013" y="4932363"/>
            <a:ext cx="523875" cy="1057275"/>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fontAlgn="base"/>
            <a:endParaRPr lang="zh-CN" altLang="en-US" strike="noStrike" noProof="1"/>
          </a:p>
        </p:txBody>
      </p:sp>
      <p:sp>
        <p:nvSpPr>
          <p:cNvPr id="64" name="Text Box 29"/>
          <p:cNvSpPr txBox="1"/>
          <p:nvPr/>
        </p:nvSpPr>
        <p:spPr>
          <a:xfrm>
            <a:off x="6426200" y="2851150"/>
            <a:ext cx="1373188" cy="523875"/>
          </a:xfrm>
          <a:prstGeom prst="rect">
            <a:avLst/>
          </a:prstGeom>
          <a:noFill/>
          <a:ln w="9525">
            <a:noFill/>
          </a:ln>
        </p:spPr>
        <p:txBody>
          <a:bodyPr wrap="square" anchor="t" anchorCtr="0">
            <a:spAutoFit/>
          </a:bodyPr>
          <a:p>
            <a:pPr eaLnBrk="0" hangingPunct="0"/>
            <a:r>
              <a:rPr lang="zh-CN" altLang="en-US" sz="2800" dirty="0">
                <a:latin typeface="微软雅黑" panose="020B0503020204020204" charset="-122"/>
                <a:ea typeface="微软雅黑" panose="020B0503020204020204" charset="-122"/>
              </a:rPr>
              <a:t>同频率</a:t>
            </a:r>
            <a:endParaRPr lang="zh-CN" altLang="en-US" sz="2800" dirty="0">
              <a:latin typeface="微软雅黑" panose="020B0503020204020204" charset="-122"/>
              <a:ea typeface="微软雅黑" panose="020B0503020204020204" charset="-122"/>
            </a:endParaRPr>
          </a:p>
        </p:txBody>
      </p:sp>
      <p:sp>
        <p:nvSpPr>
          <p:cNvPr id="65" name="Text Box 29"/>
          <p:cNvSpPr txBox="1"/>
          <p:nvPr/>
        </p:nvSpPr>
        <p:spPr>
          <a:xfrm>
            <a:off x="6380163" y="4727575"/>
            <a:ext cx="1373187" cy="523875"/>
          </a:xfrm>
          <a:prstGeom prst="rect">
            <a:avLst/>
          </a:prstGeom>
          <a:noFill/>
          <a:ln w="9525">
            <a:noFill/>
          </a:ln>
        </p:spPr>
        <p:txBody>
          <a:bodyPr wrap="square" anchor="t" anchorCtr="0">
            <a:spAutoFit/>
          </a:bodyPr>
          <a:p>
            <a:pPr eaLnBrk="0" hangingPunct="0"/>
            <a:r>
              <a:rPr lang="zh-CN" altLang="en-US" sz="2800" dirty="0">
                <a:latin typeface="微软雅黑" panose="020B0503020204020204" charset="-122"/>
                <a:ea typeface="微软雅黑" panose="020B0503020204020204" charset="-122"/>
              </a:rPr>
              <a:t>同频率</a:t>
            </a:r>
            <a:endParaRPr lang="zh-CN" altLang="en-US" sz="2800" dirty="0">
              <a:latin typeface="微软雅黑" panose="020B0503020204020204" charset="-122"/>
              <a:ea typeface="微软雅黑" panose="020B0503020204020204" charset="-122"/>
            </a:endParaRPr>
          </a:p>
        </p:txBody>
      </p:sp>
      <p:sp>
        <p:nvSpPr>
          <p:cNvPr id="66" name="Text Box 29"/>
          <p:cNvSpPr txBox="1"/>
          <p:nvPr/>
        </p:nvSpPr>
        <p:spPr>
          <a:xfrm>
            <a:off x="6389688" y="5632450"/>
            <a:ext cx="1849437" cy="523875"/>
          </a:xfrm>
          <a:prstGeom prst="rect">
            <a:avLst/>
          </a:prstGeom>
          <a:noFill/>
          <a:ln w="9525">
            <a:noFill/>
          </a:ln>
        </p:spPr>
        <p:txBody>
          <a:bodyPr wrap="square" anchor="t" anchorCtr="0">
            <a:spAutoFit/>
          </a:bodyPr>
          <a:p>
            <a:pPr eaLnBrk="0" hangingPunct="0"/>
            <a:r>
              <a:rPr lang="zh-CN" altLang="en-US" sz="2800" dirty="0">
                <a:latin typeface="微软雅黑" panose="020B0503020204020204" charset="-122"/>
                <a:ea typeface="微软雅黑" panose="020B0503020204020204" charset="-122"/>
              </a:rPr>
              <a:t>不同频率</a:t>
            </a:r>
            <a:endParaRPr lang="zh-CN" altLang="en-US" sz="2800" dirty="0">
              <a:latin typeface="微软雅黑" panose="020B0503020204020204" charset="-122"/>
              <a:ea typeface="微软雅黑" panose="020B0503020204020204" charset="-122"/>
            </a:endParaRPr>
          </a:p>
        </p:txBody>
      </p:sp>
      <p:sp>
        <p:nvSpPr>
          <p:cNvPr id="67" name="Text Box 29"/>
          <p:cNvSpPr txBox="1"/>
          <p:nvPr/>
        </p:nvSpPr>
        <p:spPr>
          <a:xfrm>
            <a:off x="6435725" y="3846513"/>
            <a:ext cx="1849438" cy="523875"/>
          </a:xfrm>
          <a:prstGeom prst="rect">
            <a:avLst/>
          </a:prstGeom>
          <a:noFill/>
          <a:ln w="9525">
            <a:noFill/>
          </a:ln>
        </p:spPr>
        <p:txBody>
          <a:bodyPr wrap="square" anchor="t" anchorCtr="0">
            <a:spAutoFit/>
          </a:bodyPr>
          <a:p>
            <a:pPr eaLnBrk="0" hangingPunct="0"/>
            <a:r>
              <a:rPr lang="zh-CN" altLang="en-US" sz="2800" dirty="0">
                <a:latin typeface="微软雅黑" panose="020B0503020204020204" charset="-122"/>
                <a:ea typeface="微软雅黑" panose="020B0503020204020204" charset="-122"/>
              </a:rPr>
              <a:t>不同频率</a:t>
            </a:r>
            <a:endParaRPr lang="zh-CN" altLang="en-US" sz="2800" dirty="0">
              <a:latin typeface="微软雅黑" panose="020B0503020204020204" charset="-122"/>
              <a:ea typeface="微软雅黑" panose="020B0503020204020204" charset="-122"/>
            </a:endParaRPr>
          </a:p>
        </p:txBody>
      </p:sp>
      <p:sp>
        <p:nvSpPr>
          <p:cNvPr id="8" name="Text Box 7"/>
          <p:cNvSpPr txBox="1"/>
          <p:nvPr/>
        </p:nvSpPr>
        <p:spPr>
          <a:xfrm>
            <a:off x="2165350" y="2160588"/>
            <a:ext cx="4310063" cy="460375"/>
          </a:xfrm>
          <a:prstGeom prst="rect">
            <a:avLst/>
          </a:prstGeom>
          <a:noFill/>
          <a:ln w="25400" cap="flat" cmpd="thickThin">
            <a:solidFill>
              <a:srgbClr val="0070C0"/>
            </a:solidFill>
            <a:prstDash val="solid"/>
            <a:miter/>
            <a:headEnd type="none" w="med" len="med"/>
            <a:tailEnd type="none" w="med" len="med"/>
          </a:ln>
        </p:spPr>
        <p:txBody>
          <a:bodyPr wrap="square" anchor="t" anchorCtr="0">
            <a:spAutoFit/>
          </a:bodyPr>
          <a:p>
            <a:pPr algn="ctr">
              <a:spcBef>
                <a:spcPct val="50000"/>
              </a:spcBef>
            </a:pPr>
            <a:r>
              <a:rPr lang="zh-CN" altLang="en-US" sz="2400">
                <a:solidFill>
                  <a:srgbClr val="FF0000"/>
                </a:solidFill>
                <a:latin typeface="Times New Roman" panose="02020603050405020304" pitchFamily="18" charset="0"/>
                <a:ea typeface="微软雅黑" panose="020B0503020204020204" charset="-122"/>
              </a:rPr>
              <a:t>科学研究方法</a:t>
            </a:r>
            <a:r>
              <a:rPr lang="en-US" altLang="zh-CN" sz="2400">
                <a:solidFill>
                  <a:srgbClr val="FF0000"/>
                </a:solidFill>
                <a:latin typeface="Times New Roman" panose="02020603050405020304" pitchFamily="18" charset="0"/>
                <a:ea typeface="微软雅黑" panose="020B0503020204020204" charset="-122"/>
              </a:rPr>
              <a:t>——</a:t>
            </a:r>
            <a:r>
              <a:rPr lang="zh-CN" altLang="en-US" sz="2400">
                <a:solidFill>
                  <a:srgbClr val="FF0000"/>
                </a:solidFill>
                <a:latin typeface="Times New Roman" panose="02020603050405020304" pitchFamily="18" charset="0"/>
                <a:ea typeface="微软雅黑" panose="020B0503020204020204" charset="-122"/>
              </a:rPr>
              <a:t>分类法</a:t>
            </a:r>
            <a:endParaRPr lang="zh-CN" altLang="en-US" sz="2400">
              <a:solidFill>
                <a:srgbClr val="FF0000"/>
              </a:solidFill>
              <a:latin typeface="Times New Roman" panose="02020603050405020304" pitchFamily="18"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barn(inVertical)">
                                      <p:cBhvr>
                                        <p:cTn id="7" dur="500"/>
                                        <p:tgtEl>
                                          <p:spTgt spid="9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wipe(left)">
                                      <p:cBhvr>
                                        <p:cTn id="16" dur="500"/>
                                        <p:tgtEl>
                                          <p:spTgt spid="5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wipe(left)">
                                      <p:cBhvr>
                                        <p:cTn id="19" dur="500"/>
                                        <p:tgtEl>
                                          <p:spTgt spid="5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wipe(left)">
                                      <p:cBhvr>
                                        <p:cTn id="22" dur="500"/>
                                        <p:tgtEl>
                                          <p:spTgt spid="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wipe(left)">
                                      <p:cBhvr>
                                        <p:cTn id="27" dur="500"/>
                                        <p:tgtEl>
                                          <p:spTgt spid="61"/>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wipe(left)">
                                      <p:cBhvr>
                                        <p:cTn id="30" dur="500"/>
                                        <p:tgtEl>
                                          <p:spTgt spid="64"/>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67"/>
                                        </p:tgtEl>
                                        <p:attrNameLst>
                                          <p:attrName>style.visibility</p:attrName>
                                        </p:attrNameLst>
                                      </p:cBhvr>
                                      <p:to>
                                        <p:strVal val="visible"/>
                                      </p:to>
                                    </p:set>
                                    <p:animEffect transition="in" filter="wipe(left)">
                                      <p:cBhvr>
                                        <p:cTn id="33" dur="500"/>
                                        <p:tgtEl>
                                          <p:spTgt spid="6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3"/>
                                        </p:tgtEl>
                                        <p:attrNameLst>
                                          <p:attrName>style.visibility</p:attrName>
                                        </p:attrNameLst>
                                      </p:cBhvr>
                                      <p:to>
                                        <p:strVal val="visible"/>
                                      </p:to>
                                    </p:set>
                                    <p:animEffect transition="in" filter="wipe(left)">
                                      <p:cBhvr>
                                        <p:cTn id="38" dur="500"/>
                                        <p:tgtEl>
                                          <p:spTgt spid="63"/>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65"/>
                                        </p:tgtEl>
                                        <p:attrNameLst>
                                          <p:attrName>style.visibility</p:attrName>
                                        </p:attrNameLst>
                                      </p:cBhvr>
                                      <p:to>
                                        <p:strVal val="visible"/>
                                      </p:to>
                                    </p:set>
                                    <p:animEffect transition="in" filter="wipe(left)">
                                      <p:cBhvr>
                                        <p:cTn id="41" dur="500"/>
                                        <p:tgtEl>
                                          <p:spTgt spid="65"/>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wipe(left)">
                                      <p:cBhvr>
                                        <p:cTn id="44"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bldLvl="0" animBg="1"/>
      <p:bldP spid="58" grpId="0" bldLvl="0" animBg="1"/>
      <p:bldP spid="59" grpId="0"/>
      <p:bldP spid="60" grpId="0"/>
      <p:bldP spid="61" grpId="0" bldLvl="0" animBg="1"/>
      <p:bldP spid="63" grpId="0" bldLvl="0" animBg="1"/>
      <p:bldP spid="64" grpId="0"/>
      <p:bldP spid="65" grpId="0"/>
      <p:bldP spid="66" grpId="0"/>
      <p:bldP spid="67" grpId="0"/>
      <p:bldP spid="8"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39268" name="Text Box 4"/>
          <p:cNvSpPr txBox="1"/>
          <p:nvPr/>
        </p:nvSpPr>
        <p:spPr>
          <a:xfrm>
            <a:off x="609600" y="1652588"/>
            <a:ext cx="2133600" cy="460375"/>
          </a:xfrm>
          <a:prstGeom prst="rect">
            <a:avLst/>
          </a:prstGeom>
          <a:noFill/>
          <a:ln w="9525">
            <a:noFill/>
          </a:ln>
        </p:spPr>
        <p:txBody>
          <a:bodyPr anchor="t" anchorCtr="0">
            <a:spAutoFit/>
          </a:bodyPr>
          <a:p>
            <a:pPr algn="just" eaLnBrk="0" hangingPunct="0"/>
            <a:r>
              <a:rPr lang="zh-CN" altLang="en-US" sz="2400" dirty="0">
                <a:solidFill>
                  <a:srgbClr val="000000"/>
                </a:solidFill>
                <a:latin typeface="微软雅黑" panose="020B0503020204020204" charset="-122"/>
                <a:ea typeface="微软雅黑" panose="020B0503020204020204" charset="-122"/>
              </a:rPr>
              <a:t>分振动 ：</a:t>
            </a:r>
            <a:endParaRPr lang="zh-CN" altLang="en-US" sz="2400" dirty="0">
              <a:solidFill>
                <a:srgbClr val="000000"/>
              </a:solidFill>
              <a:latin typeface="微软雅黑" panose="020B0503020204020204" charset="-122"/>
              <a:ea typeface="微软雅黑" panose="020B0503020204020204" charset="-122"/>
            </a:endParaRPr>
          </a:p>
        </p:txBody>
      </p:sp>
      <p:sp>
        <p:nvSpPr>
          <p:cNvPr id="139269" name="Text Box 5"/>
          <p:cNvSpPr txBox="1"/>
          <p:nvPr/>
        </p:nvSpPr>
        <p:spPr>
          <a:xfrm>
            <a:off x="2124075" y="1608138"/>
            <a:ext cx="2808288" cy="1003300"/>
          </a:xfrm>
          <a:prstGeom prst="rect">
            <a:avLst/>
          </a:prstGeom>
          <a:noFill/>
          <a:ln w="9525">
            <a:noFill/>
          </a:ln>
        </p:spPr>
        <p:txBody>
          <a:bodyPr wrap="square" anchor="t" anchorCtr="0">
            <a:spAutoFit/>
          </a:bodyPr>
          <a:p>
            <a:pPr eaLnBrk="0" hangingPunct="0">
              <a:lnSpc>
                <a:spcPct val="130000"/>
              </a:lnSpc>
            </a:pPr>
            <a:r>
              <a:rPr lang="en-US" altLang="zh-CN" sz="2400" b="1" i="1" dirty="0">
                <a:solidFill>
                  <a:srgbClr val="000000"/>
                </a:solidFill>
                <a:latin typeface="Times New Roman" panose="02020603050405020304" pitchFamily="18" charset="0"/>
                <a:ea typeface="宋体" panose="02010600030101010101" pitchFamily="2" charset="-122"/>
              </a:rPr>
              <a:t>x</a:t>
            </a:r>
            <a:r>
              <a:rPr lang="en-US" altLang="zh-CN" sz="2400" b="1" baseline="-25000" dirty="0">
                <a:solidFill>
                  <a:srgbClr val="000000"/>
                </a:solidFill>
                <a:latin typeface="Times New Roman" panose="02020603050405020304" pitchFamily="18" charset="0"/>
                <a:ea typeface="宋体" panose="02010600030101010101" pitchFamily="2" charset="-122"/>
              </a:rPr>
              <a:t>1</a:t>
            </a:r>
            <a:r>
              <a:rPr lang="en-US" altLang="zh-CN" sz="2400" b="1" dirty="0">
                <a:solidFill>
                  <a:srgbClr val="000000"/>
                </a:solidFill>
                <a:latin typeface="Times New Roman" panose="02020603050405020304" pitchFamily="18" charset="0"/>
                <a:ea typeface="宋体" panose="02010600030101010101" pitchFamily="2" charset="-122"/>
              </a:rPr>
              <a:t>=</a:t>
            </a:r>
            <a:r>
              <a:rPr lang="en-US" altLang="zh-CN" sz="2400" b="1" i="1" dirty="0">
                <a:solidFill>
                  <a:srgbClr val="000000"/>
                </a:solidFill>
                <a:latin typeface="Times New Roman" panose="02020603050405020304" pitchFamily="18" charset="0"/>
                <a:ea typeface="宋体" panose="02010600030101010101" pitchFamily="2" charset="-122"/>
              </a:rPr>
              <a:t>A</a:t>
            </a:r>
            <a:r>
              <a:rPr lang="en-US" altLang="zh-CN" sz="2400" b="1" baseline="-25000" dirty="0">
                <a:solidFill>
                  <a:srgbClr val="000000"/>
                </a:solidFill>
                <a:latin typeface="Times New Roman" panose="02020603050405020304" pitchFamily="18" charset="0"/>
                <a:ea typeface="宋体" panose="02010600030101010101" pitchFamily="2" charset="-122"/>
              </a:rPr>
              <a:t>1</a:t>
            </a:r>
            <a:r>
              <a:rPr lang="en-US" altLang="zh-CN" sz="2400" b="1" dirty="0">
                <a:solidFill>
                  <a:srgbClr val="000000"/>
                </a:solidFill>
                <a:latin typeface="Times New Roman" panose="02020603050405020304" pitchFamily="18" charset="0"/>
                <a:ea typeface="宋体" panose="02010600030101010101" pitchFamily="2" charset="-122"/>
              </a:rPr>
              <a:t>cos(</a:t>
            </a:r>
            <a:r>
              <a:rPr lang="en-US" altLang="zh-CN" sz="24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solidFill>
                  <a:srgbClr val="000000"/>
                </a:solidFill>
                <a:latin typeface="Times New Roman" panose="02020603050405020304" pitchFamily="18" charset="0"/>
                <a:ea typeface="宋体" panose="02010600030101010101" pitchFamily="2" charset="-122"/>
              </a:rPr>
              <a:t>t</a:t>
            </a:r>
            <a:r>
              <a:rPr lang="en-US" altLang="zh-CN" sz="2400" b="1" dirty="0">
                <a:solidFill>
                  <a:srgbClr val="000000"/>
                </a:solidFill>
                <a:latin typeface="Times New Roman" panose="02020603050405020304" pitchFamily="18" charset="0"/>
                <a:ea typeface="宋体" panose="02010600030101010101" pitchFamily="2" charset="-122"/>
              </a:rPr>
              <a:t>+</a:t>
            </a:r>
            <a:r>
              <a:rPr lang="en-US" altLang="zh-CN" sz="24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baseline="-25000" dirty="0">
                <a:solidFill>
                  <a:srgbClr val="000000"/>
                </a:solidFill>
                <a:latin typeface="Times New Roman" panose="02020603050405020304" pitchFamily="18" charset="0"/>
                <a:ea typeface="宋体" panose="02010600030101010101" pitchFamily="2" charset="-122"/>
              </a:rPr>
              <a:t>10</a:t>
            </a:r>
            <a:r>
              <a:rPr lang="en-US" altLang="zh-CN" sz="2400" b="1" dirty="0">
                <a:solidFill>
                  <a:srgbClr val="000000"/>
                </a:solidFill>
                <a:latin typeface="Times New Roman" panose="02020603050405020304" pitchFamily="18" charset="0"/>
                <a:ea typeface="宋体" panose="02010600030101010101" pitchFamily="2" charset="-122"/>
              </a:rPr>
              <a:t>)</a:t>
            </a:r>
            <a:endParaRPr lang="en-US" altLang="zh-CN" sz="2400" b="1" dirty="0">
              <a:solidFill>
                <a:srgbClr val="000000"/>
              </a:solidFill>
              <a:latin typeface="Times New Roman" panose="02020603050405020304" pitchFamily="18" charset="0"/>
              <a:ea typeface="宋体" panose="02010600030101010101" pitchFamily="2" charset="-122"/>
            </a:endParaRPr>
          </a:p>
          <a:p>
            <a:pPr eaLnBrk="0" hangingPunct="0">
              <a:lnSpc>
                <a:spcPct val="130000"/>
              </a:lnSpc>
            </a:pPr>
            <a:r>
              <a:rPr lang="en-US" altLang="zh-CN" sz="2400" b="1" i="1" dirty="0">
                <a:solidFill>
                  <a:srgbClr val="000000"/>
                </a:solidFill>
                <a:latin typeface="Times New Roman" panose="02020603050405020304" pitchFamily="18" charset="0"/>
                <a:ea typeface="宋体" panose="02010600030101010101" pitchFamily="2" charset="-122"/>
              </a:rPr>
              <a:t>x</a:t>
            </a:r>
            <a:r>
              <a:rPr lang="en-US" altLang="zh-CN" sz="2400" b="1" baseline="-25000" dirty="0">
                <a:solidFill>
                  <a:srgbClr val="000000"/>
                </a:solidFill>
                <a:latin typeface="Times New Roman" panose="02020603050405020304" pitchFamily="18" charset="0"/>
                <a:ea typeface="宋体" panose="02010600030101010101" pitchFamily="2" charset="-122"/>
              </a:rPr>
              <a:t>2</a:t>
            </a:r>
            <a:r>
              <a:rPr lang="en-US" altLang="zh-CN" sz="2400" b="1" dirty="0">
                <a:solidFill>
                  <a:srgbClr val="000000"/>
                </a:solidFill>
                <a:latin typeface="Times New Roman" panose="02020603050405020304" pitchFamily="18" charset="0"/>
                <a:ea typeface="宋体" panose="02010600030101010101" pitchFamily="2" charset="-122"/>
              </a:rPr>
              <a:t>=</a:t>
            </a:r>
            <a:r>
              <a:rPr lang="en-US" altLang="zh-CN" sz="2400" b="1" i="1" dirty="0">
                <a:solidFill>
                  <a:srgbClr val="000000"/>
                </a:solidFill>
                <a:latin typeface="Times New Roman" panose="02020603050405020304" pitchFamily="18" charset="0"/>
                <a:ea typeface="宋体" panose="02010600030101010101" pitchFamily="2" charset="-122"/>
              </a:rPr>
              <a:t>A</a:t>
            </a:r>
            <a:r>
              <a:rPr lang="en-US" altLang="zh-CN" sz="2400" b="1" baseline="-25000" dirty="0">
                <a:solidFill>
                  <a:srgbClr val="000000"/>
                </a:solidFill>
                <a:latin typeface="Times New Roman" panose="02020603050405020304" pitchFamily="18" charset="0"/>
                <a:ea typeface="宋体" panose="02010600030101010101" pitchFamily="2" charset="-122"/>
              </a:rPr>
              <a:t>2</a:t>
            </a:r>
            <a:r>
              <a:rPr lang="en-US" altLang="zh-CN" sz="2400" b="1" dirty="0">
                <a:solidFill>
                  <a:srgbClr val="000000"/>
                </a:solidFill>
                <a:latin typeface="Times New Roman" panose="02020603050405020304" pitchFamily="18" charset="0"/>
                <a:ea typeface="宋体" panose="02010600030101010101" pitchFamily="2" charset="-122"/>
              </a:rPr>
              <a:t>cos(</a:t>
            </a:r>
            <a:r>
              <a:rPr lang="en-US" altLang="zh-CN" sz="24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solidFill>
                  <a:srgbClr val="000000"/>
                </a:solidFill>
                <a:latin typeface="Times New Roman" panose="02020603050405020304" pitchFamily="18" charset="0"/>
                <a:ea typeface="宋体" panose="02010600030101010101" pitchFamily="2" charset="-122"/>
              </a:rPr>
              <a:t>t</a:t>
            </a:r>
            <a:r>
              <a:rPr lang="en-US" altLang="zh-CN" sz="2400" b="1" dirty="0">
                <a:solidFill>
                  <a:srgbClr val="000000"/>
                </a:solidFill>
                <a:latin typeface="Times New Roman" panose="02020603050405020304" pitchFamily="18" charset="0"/>
                <a:ea typeface="宋体" panose="02010600030101010101" pitchFamily="2" charset="-122"/>
              </a:rPr>
              <a:t>+</a:t>
            </a:r>
            <a:r>
              <a:rPr lang="en-US" altLang="zh-CN" sz="24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baseline="-25000" dirty="0">
                <a:solidFill>
                  <a:srgbClr val="000000"/>
                </a:solidFill>
                <a:latin typeface="Times New Roman" panose="02020603050405020304" pitchFamily="18" charset="0"/>
                <a:ea typeface="宋体" panose="02010600030101010101" pitchFamily="2" charset="-122"/>
              </a:rPr>
              <a:t>20</a:t>
            </a:r>
            <a:r>
              <a:rPr lang="en-US" altLang="zh-CN" sz="2400" b="1" dirty="0">
                <a:solidFill>
                  <a:srgbClr val="000000"/>
                </a:solidFill>
                <a:latin typeface="Times New Roman" panose="02020603050405020304" pitchFamily="18" charset="0"/>
                <a:ea typeface="宋体" panose="02010600030101010101" pitchFamily="2" charset="-122"/>
              </a:rPr>
              <a:t>)</a:t>
            </a:r>
            <a:endParaRPr lang="en-US" altLang="zh-CN" sz="2400" b="1" dirty="0">
              <a:solidFill>
                <a:srgbClr val="000000"/>
              </a:solidFill>
              <a:latin typeface="Times New Roman" panose="02020603050405020304" pitchFamily="18" charset="0"/>
              <a:ea typeface="宋体" panose="02010600030101010101" pitchFamily="2" charset="-122"/>
            </a:endParaRPr>
          </a:p>
        </p:txBody>
      </p:sp>
      <p:sp>
        <p:nvSpPr>
          <p:cNvPr id="139270" name="Text Box 6"/>
          <p:cNvSpPr txBox="1"/>
          <p:nvPr/>
        </p:nvSpPr>
        <p:spPr>
          <a:xfrm>
            <a:off x="620713" y="2762250"/>
            <a:ext cx="2655887" cy="430213"/>
          </a:xfrm>
          <a:prstGeom prst="rect">
            <a:avLst/>
          </a:prstGeom>
          <a:noFill/>
          <a:ln w="9525">
            <a:noFill/>
          </a:ln>
        </p:spPr>
        <p:txBody>
          <a:bodyPr anchor="t" anchorCtr="0">
            <a:spAutoFit/>
          </a:bodyPr>
          <a:p>
            <a:pPr algn="just" eaLnBrk="0" hangingPunct="0"/>
            <a:r>
              <a:rPr lang="zh-CN" altLang="en-US" sz="2400" dirty="0">
                <a:solidFill>
                  <a:srgbClr val="000000"/>
                </a:solidFill>
                <a:latin typeface="微软雅黑" panose="020B0503020204020204" charset="-122"/>
                <a:ea typeface="微软雅黑" panose="020B0503020204020204" charset="-122"/>
              </a:rPr>
              <a:t>合振动 :</a:t>
            </a:r>
            <a:endParaRPr lang="en-US" altLang="zh-CN" sz="2200" dirty="0">
              <a:solidFill>
                <a:srgbClr val="000000"/>
              </a:solidFill>
              <a:latin typeface="Times New Roman" panose="02020603050405020304" pitchFamily="18" charset="0"/>
              <a:ea typeface="楷体_GB2312" pitchFamily="49" charset="-122"/>
            </a:endParaRPr>
          </a:p>
        </p:txBody>
      </p:sp>
      <p:sp>
        <p:nvSpPr>
          <p:cNvPr id="139271" name="Text Box 7"/>
          <p:cNvSpPr txBox="1"/>
          <p:nvPr/>
        </p:nvSpPr>
        <p:spPr>
          <a:xfrm>
            <a:off x="1697038" y="3092450"/>
            <a:ext cx="3200400" cy="427038"/>
          </a:xfrm>
          <a:prstGeom prst="rect">
            <a:avLst/>
          </a:prstGeom>
          <a:noFill/>
          <a:ln w="9525">
            <a:noFill/>
          </a:ln>
        </p:spPr>
        <p:txBody>
          <a:bodyPr anchor="t" anchorCtr="0">
            <a:spAutoFit/>
          </a:bodyPr>
          <a:p>
            <a:pPr algn="just" eaLnBrk="0" hangingPunct="0"/>
            <a:r>
              <a:rPr lang="en-US" altLang="zh-CN" sz="2200" b="1" i="1" dirty="0">
                <a:solidFill>
                  <a:srgbClr val="000000"/>
                </a:solidFill>
                <a:latin typeface="Times New Roman" panose="02020603050405020304" pitchFamily="18" charset="0"/>
                <a:ea typeface="楷体_GB2312" pitchFamily="49" charset="-122"/>
              </a:rPr>
              <a:t>x </a:t>
            </a:r>
            <a:r>
              <a:rPr lang="en-US" altLang="zh-CN" sz="2200" b="1" dirty="0">
                <a:solidFill>
                  <a:srgbClr val="000000"/>
                </a:solidFill>
                <a:latin typeface="Times New Roman" panose="02020603050405020304" pitchFamily="18" charset="0"/>
                <a:ea typeface="楷体_GB2312" pitchFamily="49" charset="-122"/>
              </a:rPr>
              <a:t>= </a:t>
            </a:r>
            <a:r>
              <a:rPr lang="en-US" altLang="zh-CN" sz="2200" b="1" i="1" dirty="0">
                <a:solidFill>
                  <a:srgbClr val="000000"/>
                </a:solidFill>
                <a:latin typeface="Times New Roman" panose="02020603050405020304" pitchFamily="18" charset="0"/>
                <a:ea typeface="楷体_GB2312" pitchFamily="49" charset="-122"/>
              </a:rPr>
              <a:t>x</a:t>
            </a:r>
            <a:r>
              <a:rPr lang="en-US" altLang="zh-CN" sz="2200" b="1" baseline="-25000" dirty="0">
                <a:solidFill>
                  <a:srgbClr val="000000"/>
                </a:solidFill>
                <a:latin typeface="Times New Roman" panose="02020603050405020304" pitchFamily="18" charset="0"/>
                <a:ea typeface="楷体_GB2312" pitchFamily="49" charset="-122"/>
              </a:rPr>
              <a:t>1</a:t>
            </a:r>
            <a:r>
              <a:rPr lang="en-US" altLang="zh-CN" sz="2200" b="1" dirty="0">
                <a:solidFill>
                  <a:srgbClr val="000000"/>
                </a:solidFill>
                <a:latin typeface="Times New Roman" panose="02020603050405020304" pitchFamily="18" charset="0"/>
                <a:ea typeface="楷体_GB2312" pitchFamily="49" charset="-122"/>
              </a:rPr>
              <a:t>+ </a:t>
            </a:r>
            <a:r>
              <a:rPr lang="en-US" altLang="zh-CN" sz="2200" b="1" i="1" dirty="0">
                <a:solidFill>
                  <a:srgbClr val="000000"/>
                </a:solidFill>
                <a:latin typeface="Times New Roman" panose="02020603050405020304" pitchFamily="18" charset="0"/>
                <a:ea typeface="楷体_GB2312" pitchFamily="49" charset="-122"/>
              </a:rPr>
              <a:t>x</a:t>
            </a:r>
            <a:r>
              <a:rPr lang="en-US" altLang="zh-CN" sz="2200" b="1" baseline="-25000" dirty="0">
                <a:solidFill>
                  <a:srgbClr val="000000"/>
                </a:solidFill>
                <a:latin typeface="Times New Roman" panose="02020603050405020304" pitchFamily="18" charset="0"/>
                <a:ea typeface="楷体_GB2312" pitchFamily="49" charset="-122"/>
              </a:rPr>
              <a:t>2</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rPr>
              <a:t>A</a:t>
            </a:r>
            <a:r>
              <a:rPr lang="en-US" altLang="zh-CN" sz="2200" b="1" baseline="-25000" dirty="0">
                <a:solidFill>
                  <a:srgbClr val="000000"/>
                </a:solidFill>
                <a:latin typeface="Times New Roman" panose="02020603050405020304" pitchFamily="18" charset="0"/>
                <a:ea typeface="宋体" panose="02010600030101010101" pitchFamily="2" charset="-122"/>
              </a:rPr>
              <a:t> </a:t>
            </a:r>
            <a:r>
              <a:rPr lang="en-US" altLang="zh-CN" sz="2200" b="1" dirty="0">
                <a:solidFill>
                  <a:srgbClr val="000000"/>
                </a:solidFill>
                <a:latin typeface="Times New Roman" panose="02020603050405020304" pitchFamily="18" charset="0"/>
                <a:ea typeface="宋体" panose="02010600030101010101" pitchFamily="2" charset="-122"/>
              </a:rPr>
              <a:t>cos(</a:t>
            </a:r>
            <a:r>
              <a:rPr lang="en-US" altLang="zh-CN" sz="22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200" b="1" i="1" dirty="0">
                <a:solidFill>
                  <a:srgbClr val="000000"/>
                </a:solidFill>
                <a:latin typeface="Times New Roman" panose="02020603050405020304" pitchFamily="18" charset="0"/>
                <a:ea typeface="宋体" panose="02010600030101010101" pitchFamily="2" charset="-122"/>
              </a:rPr>
              <a:t>t</a:t>
            </a:r>
            <a:r>
              <a:rPr lang="en-US" altLang="zh-CN" sz="2200" b="1" dirty="0">
                <a:solidFill>
                  <a:srgbClr val="000000"/>
                </a:solidFill>
                <a:latin typeface="Times New Roman" panose="02020603050405020304" pitchFamily="18" charset="0"/>
                <a:ea typeface="宋体" panose="02010600030101010101" pitchFamily="2" charset="-122"/>
              </a:rPr>
              <a:t>+</a:t>
            </a:r>
            <a:r>
              <a:rPr lang="en-US" altLang="zh-CN" sz="22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200" b="1" baseline="-25000" dirty="0">
                <a:solidFill>
                  <a:srgbClr val="000000"/>
                </a:solidFill>
                <a:latin typeface="Times New Roman" panose="02020603050405020304" pitchFamily="18" charset="0"/>
                <a:ea typeface="宋体" panose="02010600030101010101" pitchFamily="2" charset="-122"/>
                <a:sym typeface="Symbol" panose="05050102010706020507" pitchFamily="18" charset="2"/>
              </a:rPr>
              <a:t>0</a:t>
            </a:r>
            <a:r>
              <a:rPr lang="en-US" altLang="zh-CN" sz="22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200" b="1" dirty="0">
                <a:solidFill>
                  <a:srgbClr val="000000"/>
                </a:solidFill>
                <a:latin typeface="Times New Roman" panose="02020603050405020304" pitchFamily="18" charset="0"/>
                <a:ea typeface="宋体" panose="02010600030101010101" pitchFamily="2" charset="-122"/>
              </a:rPr>
              <a:t>)     </a:t>
            </a:r>
            <a:endParaRPr lang="en-US" altLang="zh-CN" sz="2200" b="1" dirty="0">
              <a:solidFill>
                <a:srgbClr val="000000"/>
              </a:solidFill>
              <a:latin typeface="Times New Roman" panose="02020603050405020304" pitchFamily="18" charset="0"/>
              <a:ea typeface="宋体" panose="02010600030101010101" pitchFamily="2" charset="-122"/>
            </a:endParaRPr>
          </a:p>
        </p:txBody>
      </p:sp>
      <p:sp>
        <p:nvSpPr>
          <p:cNvPr id="139272" name="Text Box 8"/>
          <p:cNvSpPr txBox="1"/>
          <p:nvPr/>
        </p:nvSpPr>
        <p:spPr>
          <a:xfrm>
            <a:off x="620713" y="3709988"/>
            <a:ext cx="5000625" cy="460375"/>
          </a:xfrm>
          <a:prstGeom prst="rect">
            <a:avLst/>
          </a:prstGeom>
          <a:noFill/>
          <a:ln w="9525">
            <a:noFill/>
          </a:ln>
        </p:spPr>
        <p:txBody>
          <a:bodyPr wrap="square" anchor="t" anchorCtr="0">
            <a:spAutoFit/>
          </a:bodyPr>
          <a:p>
            <a:pPr eaLnBrk="0" hangingPunct="0"/>
            <a:r>
              <a:rPr lang="zh-CN" altLang="en-US" sz="2400" dirty="0">
                <a:solidFill>
                  <a:srgbClr val="FF0000"/>
                </a:solidFill>
                <a:latin typeface="微软雅黑" panose="020B0503020204020204" charset="-122"/>
                <a:ea typeface="微软雅黑" panose="020B0503020204020204" charset="-122"/>
              </a:rPr>
              <a:t>合振动是简谐振动, 其频率仍为</a:t>
            </a:r>
            <a:r>
              <a:rPr lang="zh-CN" altLang="en-US" sz="2400" b="1" i="1" dirty="0">
                <a:solidFill>
                  <a:srgbClr val="FF0000"/>
                </a:solidFill>
                <a:latin typeface="楷体_GB2312" pitchFamily="49" charset="-122"/>
                <a:ea typeface="楷体_GB2312" pitchFamily="49" charset="-122"/>
                <a:sym typeface="Symbol" panose="05050102010706020507" pitchFamily="18" charset="2"/>
              </a:rPr>
              <a:t></a:t>
            </a:r>
            <a:endParaRPr lang="zh-CN" altLang="en-US" sz="2400" b="1" i="1" dirty="0">
              <a:solidFill>
                <a:srgbClr val="FF0000"/>
              </a:solidFill>
              <a:latin typeface="楷体_GB2312" pitchFamily="49" charset="-122"/>
              <a:ea typeface="楷体_GB2312" pitchFamily="49" charset="-122"/>
              <a:sym typeface="Symbol" panose="05050102010706020507" pitchFamily="18" charset="2"/>
            </a:endParaRPr>
          </a:p>
        </p:txBody>
      </p:sp>
      <p:graphicFrame>
        <p:nvGraphicFramePr>
          <p:cNvPr id="205848" name="Object 24"/>
          <p:cNvGraphicFramePr>
            <a:graphicFrameLocks noChangeAspect="1"/>
          </p:cNvGraphicFramePr>
          <p:nvPr/>
        </p:nvGraphicFramePr>
        <p:xfrm>
          <a:off x="801688" y="4378325"/>
          <a:ext cx="4248150" cy="561975"/>
        </p:xfrm>
        <a:graphic>
          <a:graphicData uri="http://schemas.openxmlformats.org/presentationml/2006/ole">
            <mc:AlternateContent xmlns:mc="http://schemas.openxmlformats.org/markup-compatibility/2006">
              <mc:Choice xmlns:v="urn:schemas-microsoft-com:vml" Requires="v">
                <p:oleObj spid="_x0000_s3090" name="" r:id="rId1" imgW="2197100" imgH="292100" progId="Equation.3">
                  <p:embed/>
                </p:oleObj>
              </mc:Choice>
              <mc:Fallback>
                <p:oleObj name="" r:id="rId1" imgW="2197100" imgH="292100" progId="Equation.3">
                  <p:embed/>
                  <p:pic>
                    <p:nvPicPr>
                      <p:cNvPr id="0" name="图片 3089"/>
                      <p:cNvPicPr/>
                      <p:nvPr/>
                    </p:nvPicPr>
                    <p:blipFill>
                      <a:blip r:embed="rId2"/>
                      <a:stretch>
                        <a:fillRect/>
                      </a:stretch>
                    </p:blipFill>
                    <p:spPr>
                      <a:xfrm>
                        <a:off x="801688" y="4378325"/>
                        <a:ext cx="4248150" cy="561975"/>
                      </a:xfrm>
                      <a:prstGeom prst="rect">
                        <a:avLst/>
                      </a:prstGeom>
                      <a:noFill/>
                      <a:ln w="38100">
                        <a:noFill/>
                        <a:miter/>
                      </a:ln>
                    </p:spPr>
                  </p:pic>
                </p:oleObj>
              </mc:Fallback>
            </mc:AlternateContent>
          </a:graphicData>
        </a:graphic>
      </p:graphicFrame>
      <p:graphicFrame>
        <p:nvGraphicFramePr>
          <p:cNvPr id="3" name="Object 24"/>
          <p:cNvGraphicFramePr>
            <a:graphicFrameLocks noChangeAspect="1"/>
          </p:cNvGraphicFramePr>
          <p:nvPr/>
        </p:nvGraphicFramePr>
        <p:xfrm>
          <a:off x="862013" y="5238750"/>
          <a:ext cx="3363912" cy="831850"/>
        </p:xfrm>
        <a:graphic>
          <a:graphicData uri="http://schemas.openxmlformats.org/presentationml/2006/ole">
            <mc:AlternateContent xmlns:mc="http://schemas.openxmlformats.org/markup-compatibility/2006">
              <mc:Choice xmlns:v="urn:schemas-microsoft-com:vml" Requires="v">
                <p:oleObj spid="_x0000_s3089" name="" r:id="rId3" imgW="1739900" imgH="431800" progId="Equation.3">
                  <p:embed/>
                </p:oleObj>
              </mc:Choice>
              <mc:Fallback>
                <p:oleObj name="" r:id="rId3" imgW="1739900" imgH="431800" progId="Equation.3">
                  <p:embed/>
                  <p:pic>
                    <p:nvPicPr>
                      <p:cNvPr id="0" name="图片 3088"/>
                      <p:cNvPicPr/>
                      <p:nvPr/>
                    </p:nvPicPr>
                    <p:blipFill>
                      <a:blip r:embed="rId4"/>
                      <a:stretch>
                        <a:fillRect/>
                      </a:stretch>
                    </p:blipFill>
                    <p:spPr>
                      <a:xfrm>
                        <a:off x="862013" y="5238750"/>
                        <a:ext cx="3363912" cy="831850"/>
                      </a:xfrm>
                      <a:prstGeom prst="rect">
                        <a:avLst/>
                      </a:prstGeom>
                      <a:noFill/>
                      <a:ln w="38100">
                        <a:noFill/>
                        <a:miter/>
                      </a:ln>
                    </p:spPr>
                  </p:pic>
                </p:oleObj>
              </mc:Fallback>
            </mc:AlternateContent>
          </a:graphicData>
        </a:graphic>
      </p:graphicFrame>
      <p:grpSp>
        <p:nvGrpSpPr>
          <p:cNvPr id="59401" name="组合 6"/>
          <p:cNvGrpSpPr/>
          <p:nvPr/>
        </p:nvGrpSpPr>
        <p:grpSpPr>
          <a:xfrm>
            <a:off x="34925" y="249238"/>
            <a:ext cx="9004300" cy="600075"/>
            <a:chOff x="418" y="1961"/>
            <a:chExt cx="14180" cy="944"/>
          </a:xfrm>
        </p:grpSpPr>
        <p:sp>
          <p:nvSpPr>
            <p:cNvPr id="9" name="任意多边形 13"/>
            <p:cNvSpPr/>
            <p:nvPr/>
          </p:nvSpPr>
          <p:spPr>
            <a:xfrm>
              <a:off x="681" y="2035"/>
              <a:ext cx="13917" cy="838"/>
            </a:xfrm>
            <a:custGeom>
              <a:avLst/>
              <a:gdLst>
                <a:gd name="connsiteX0" fmla="*/ 104775 w 5032666"/>
                <a:gd name="connsiteY0" fmla="*/ 0 h 419100"/>
                <a:gd name="connsiteX1" fmla="*/ 150742 w 5032666"/>
                <a:gd name="connsiteY1" fmla="*/ 0 h 419100"/>
                <a:gd name="connsiteX2" fmla="*/ 161478 w 5032666"/>
                <a:gd name="connsiteY2" fmla="*/ 0 h 419100"/>
                <a:gd name="connsiteX3" fmla="*/ 200025 w 5032666"/>
                <a:gd name="connsiteY3" fmla="*/ 0 h 419100"/>
                <a:gd name="connsiteX4" fmla="*/ 207445 w 5032666"/>
                <a:gd name="connsiteY4" fmla="*/ 0 h 419100"/>
                <a:gd name="connsiteX5" fmla="*/ 225133 w 5032666"/>
                <a:gd name="connsiteY5" fmla="*/ 0 h 419100"/>
                <a:gd name="connsiteX6" fmla="*/ 256728 w 5032666"/>
                <a:gd name="connsiteY6" fmla="*/ 0 h 419100"/>
                <a:gd name="connsiteX7" fmla="*/ 271100 w 5032666"/>
                <a:gd name="connsiteY7" fmla="*/ 0 h 419100"/>
                <a:gd name="connsiteX8" fmla="*/ 281836 w 5032666"/>
                <a:gd name="connsiteY8" fmla="*/ 0 h 419100"/>
                <a:gd name="connsiteX9" fmla="*/ 314326 w 5032666"/>
                <a:gd name="connsiteY9" fmla="*/ 0 h 419100"/>
                <a:gd name="connsiteX10" fmla="*/ 320383 w 5032666"/>
                <a:gd name="connsiteY10" fmla="*/ 0 h 419100"/>
                <a:gd name="connsiteX11" fmla="*/ 327803 w 5032666"/>
                <a:gd name="connsiteY11" fmla="*/ 0 h 419100"/>
                <a:gd name="connsiteX12" fmla="*/ 360293 w 5032666"/>
                <a:gd name="connsiteY12" fmla="*/ 0 h 419100"/>
                <a:gd name="connsiteX13" fmla="*/ 371029 w 5032666"/>
                <a:gd name="connsiteY13" fmla="*/ 0 h 419100"/>
                <a:gd name="connsiteX14" fmla="*/ 377086 w 5032666"/>
                <a:gd name="connsiteY14" fmla="*/ 0 h 419100"/>
                <a:gd name="connsiteX15" fmla="*/ 409576 w 5032666"/>
                <a:gd name="connsiteY15" fmla="*/ 0 h 419100"/>
                <a:gd name="connsiteX16" fmla="*/ 416996 w 5032666"/>
                <a:gd name="connsiteY16" fmla="*/ 0 h 419100"/>
                <a:gd name="connsiteX17" fmla="*/ 434684 w 5032666"/>
                <a:gd name="connsiteY17" fmla="*/ 0 h 419100"/>
                <a:gd name="connsiteX18" fmla="*/ 466279 w 5032666"/>
                <a:gd name="connsiteY18" fmla="*/ 0 h 419100"/>
                <a:gd name="connsiteX19" fmla="*/ 480651 w 5032666"/>
                <a:gd name="connsiteY19" fmla="*/ 0 h 419100"/>
                <a:gd name="connsiteX20" fmla="*/ 491387 w 5032666"/>
                <a:gd name="connsiteY20" fmla="*/ 0 h 419100"/>
                <a:gd name="connsiteX21" fmla="*/ 529934 w 5032666"/>
                <a:gd name="connsiteY21" fmla="*/ 0 h 419100"/>
                <a:gd name="connsiteX22" fmla="*/ 537354 w 5032666"/>
                <a:gd name="connsiteY22" fmla="*/ 0 h 419100"/>
                <a:gd name="connsiteX23" fmla="*/ 561975 w 5032666"/>
                <a:gd name="connsiteY23" fmla="*/ 0 h 419100"/>
                <a:gd name="connsiteX24" fmla="*/ 586637 w 5032666"/>
                <a:gd name="connsiteY24" fmla="*/ 0 h 419100"/>
                <a:gd name="connsiteX25" fmla="*/ 607942 w 5032666"/>
                <a:gd name="connsiteY25" fmla="*/ 0 h 419100"/>
                <a:gd name="connsiteX26" fmla="*/ 618678 w 5032666"/>
                <a:gd name="connsiteY26" fmla="*/ 0 h 419100"/>
                <a:gd name="connsiteX27" fmla="*/ 657225 w 5032666"/>
                <a:gd name="connsiteY27" fmla="*/ 0 h 419100"/>
                <a:gd name="connsiteX28" fmla="*/ 664645 w 5032666"/>
                <a:gd name="connsiteY28" fmla="*/ 0 h 419100"/>
                <a:gd name="connsiteX29" fmla="*/ 682333 w 5032666"/>
                <a:gd name="connsiteY29" fmla="*/ 0 h 419100"/>
                <a:gd name="connsiteX30" fmla="*/ 713928 w 5032666"/>
                <a:gd name="connsiteY30" fmla="*/ 0 h 419100"/>
                <a:gd name="connsiteX31" fmla="*/ 728300 w 5032666"/>
                <a:gd name="connsiteY31" fmla="*/ 0 h 419100"/>
                <a:gd name="connsiteX32" fmla="*/ 739036 w 5032666"/>
                <a:gd name="connsiteY32" fmla="*/ 0 h 419100"/>
                <a:gd name="connsiteX33" fmla="*/ 750329 w 5032666"/>
                <a:gd name="connsiteY33" fmla="*/ 0 h 419100"/>
                <a:gd name="connsiteX34" fmla="*/ 771526 w 5032666"/>
                <a:gd name="connsiteY34" fmla="*/ 0 h 419100"/>
                <a:gd name="connsiteX35" fmla="*/ 777583 w 5032666"/>
                <a:gd name="connsiteY35" fmla="*/ 0 h 419100"/>
                <a:gd name="connsiteX36" fmla="*/ 785003 w 5032666"/>
                <a:gd name="connsiteY36" fmla="*/ 0 h 419100"/>
                <a:gd name="connsiteX37" fmla="*/ 796296 w 5032666"/>
                <a:gd name="connsiteY37" fmla="*/ 0 h 419100"/>
                <a:gd name="connsiteX38" fmla="*/ 807032 w 5032666"/>
                <a:gd name="connsiteY38" fmla="*/ 0 h 419100"/>
                <a:gd name="connsiteX39" fmla="*/ 817493 w 5032666"/>
                <a:gd name="connsiteY39" fmla="*/ 0 h 419100"/>
                <a:gd name="connsiteX40" fmla="*/ 828229 w 5032666"/>
                <a:gd name="connsiteY40" fmla="*/ 0 h 419100"/>
                <a:gd name="connsiteX41" fmla="*/ 834286 w 5032666"/>
                <a:gd name="connsiteY41" fmla="*/ 0 h 419100"/>
                <a:gd name="connsiteX42" fmla="*/ 845579 w 5032666"/>
                <a:gd name="connsiteY42" fmla="*/ 0 h 419100"/>
                <a:gd name="connsiteX43" fmla="*/ 852999 w 5032666"/>
                <a:gd name="connsiteY43" fmla="*/ 0 h 419100"/>
                <a:gd name="connsiteX44" fmla="*/ 866776 w 5032666"/>
                <a:gd name="connsiteY44" fmla="*/ 0 h 419100"/>
                <a:gd name="connsiteX45" fmla="*/ 870687 w 5032666"/>
                <a:gd name="connsiteY45" fmla="*/ 0 h 419100"/>
                <a:gd name="connsiteX46" fmla="*/ 874196 w 5032666"/>
                <a:gd name="connsiteY46" fmla="*/ 0 h 419100"/>
                <a:gd name="connsiteX47" fmla="*/ 891884 w 5032666"/>
                <a:gd name="connsiteY47" fmla="*/ 0 h 419100"/>
                <a:gd name="connsiteX48" fmla="*/ 902282 w 5032666"/>
                <a:gd name="connsiteY48" fmla="*/ 0 h 419100"/>
                <a:gd name="connsiteX49" fmla="*/ 916654 w 5032666"/>
                <a:gd name="connsiteY49" fmla="*/ 0 h 419100"/>
                <a:gd name="connsiteX50" fmla="*/ 923479 w 5032666"/>
                <a:gd name="connsiteY50" fmla="*/ 0 h 419100"/>
                <a:gd name="connsiteX51" fmla="*/ 927390 w 5032666"/>
                <a:gd name="connsiteY51" fmla="*/ 0 h 419100"/>
                <a:gd name="connsiteX52" fmla="*/ 937851 w 5032666"/>
                <a:gd name="connsiteY52" fmla="*/ 0 h 419100"/>
                <a:gd name="connsiteX53" fmla="*/ 948587 w 5032666"/>
                <a:gd name="connsiteY53" fmla="*/ 0 h 419100"/>
                <a:gd name="connsiteX54" fmla="*/ 959880 w 5032666"/>
                <a:gd name="connsiteY54" fmla="*/ 0 h 419100"/>
                <a:gd name="connsiteX55" fmla="*/ 965937 w 5032666"/>
                <a:gd name="connsiteY55" fmla="*/ 0 h 419100"/>
                <a:gd name="connsiteX56" fmla="*/ 973357 w 5032666"/>
                <a:gd name="connsiteY56" fmla="*/ 0 h 419100"/>
                <a:gd name="connsiteX57" fmla="*/ 987134 w 5032666"/>
                <a:gd name="connsiteY57" fmla="*/ 0 h 419100"/>
                <a:gd name="connsiteX58" fmla="*/ 994554 w 5032666"/>
                <a:gd name="connsiteY58" fmla="*/ 0 h 419100"/>
                <a:gd name="connsiteX59" fmla="*/ 1005847 w 5032666"/>
                <a:gd name="connsiteY59" fmla="*/ 0 h 419100"/>
                <a:gd name="connsiteX60" fmla="*/ 1016583 w 5032666"/>
                <a:gd name="connsiteY60" fmla="*/ 0 h 419100"/>
                <a:gd name="connsiteX61" fmla="*/ 1022640 w 5032666"/>
                <a:gd name="connsiteY61" fmla="*/ 0 h 419100"/>
                <a:gd name="connsiteX62" fmla="*/ 1043837 w 5032666"/>
                <a:gd name="connsiteY62" fmla="*/ 0 h 419100"/>
                <a:gd name="connsiteX63" fmla="*/ 1055130 w 5032666"/>
                <a:gd name="connsiteY63" fmla="*/ 0 h 419100"/>
                <a:gd name="connsiteX64" fmla="*/ 1062550 w 5032666"/>
                <a:gd name="connsiteY64" fmla="*/ 0 h 419100"/>
                <a:gd name="connsiteX65" fmla="*/ 1080238 w 5032666"/>
                <a:gd name="connsiteY65" fmla="*/ 0 h 419100"/>
                <a:gd name="connsiteX66" fmla="*/ 1111833 w 5032666"/>
                <a:gd name="connsiteY66" fmla="*/ 0 h 419100"/>
                <a:gd name="connsiteX67" fmla="*/ 1126205 w 5032666"/>
                <a:gd name="connsiteY67" fmla="*/ 0 h 419100"/>
                <a:gd name="connsiteX68" fmla="*/ 1136941 w 5032666"/>
                <a:gd name="connsiteY68" fmla="*/ 0 h 419100"/>
                <a:gd name="connsiteX69" fmla="*/ 1175488 w 5032666"/>
                <a:gd name="connsiteY69" fmla="*/ 0 h 419100"/>
                <a:gd name="connsiteX70" fmla="*/ 1182908 w 5032666"/>
                <a:gd name="connsiteY70" fmla="*/ 0 h 419100"/>
                <a:gd name="connsiteX71" fmla="*/ 1207529 w 5032666"/>
                <a:gd name="connsiteY71" fmla="*/ 0 h 419100"/>
                <a:gd name="connsiteX72" fmla="*/ 1232191 w 5032666"/>
                <a:gd name="connsiteY72" fmla="*/ 0 h 419100"/>
                <a:gd name="connsiteX73" fmla="*/ 1253496 w 5032666"/>
                <a:gd name="connsiteY73" fmla="*/ 0 h 419100"/>
                <a:gd name="connsiteX74" fmla="*/ 1264232 w 5032666"/>
                <a:gd name="connsiteY74" fmla="*/ 0 h 419100"/>
                <a:gd name="connsiteX75" fmla="*/ 1302779 w 5032666"/>
                <a:gd name="connsiteY75" fmla="*/ 0 h 419100"/>
                <a:gd name="connsiteX76" fmla="*/ 1310199 w 5032666"/>
                <a:gd name="connsiteY76" fmla="*/ 0 h 419100"/>
                <a:gd name="connsiteX77" fmla="*/ 1327887 w 5032666"/>
                <a:gd name="connsiteY77" fmla="*/ 0 h 419100"/>
                <a:gd name="connsiteX78" fmla="*/ 1359482 w 5032666"/>
                <a:gd name="connsiteY78" fmla="*/ 0 h 419100"/>
                <a:gd name="connsiteX79" fmla="*/ 1373854 w 5032666"/>
                <a:gd name="connsiteY79" fmla="*/ 0 h 419100"/>
                <a:gd name="connsiteX80" fmla="*/ 1384590 w 5032666"/>
                <a:gd name="connsiteY80" fmla="*/ 0 h 419100"/>
                <a:gd name="connsiteX81" fmla="*/ 1417080 w 5032666"/>
                <a:gd name="connsiteY81" fmla="*/ 0 h 419100"/>
                <a:gd name="connsiteX82" fmla="*/ 1423137 w 5032666"/>
                <a:gd name="connsiteY82" fmla="*/ 0 h 419100"/>
                <a:gd name="connsiteX83" fmla="*/ 1430557 w 5032666"/>
                <a:gd name="connsiteY83" fmla="*/ 0 h 419100"/>
                <a:gd name="connsiteX84" fmla="*/ 1463047 w 5032666"/>
                <a:gd name="connsiteY84" fmla="*/ 0 h 419100"/>
                <a:gd name="connsiteX85" fmla="*/ 1473783 w 5032666"/>
                <a:gd name="connsiteY85" fmla="*/ 0 h 419100"/>
                <a:gd name="connsiteX86" fmla="*/ 1479840 w 5032666"/>
                <a:gd name="connsiteY86" fmla="*/ 0 h 419100"/>
                <a:gd name="connsiteX87" fmla="*/ 1495425 w 5032666"/>
                <a:gd name="connsiteY87" fmla="*/ 0 h 419100"/>
                <a:gd name="connsiteX88" fmla="*/ 1512330 w 5032666"/>
                <a:gd name="connsiteY88" fmla="*/ 0 h 419100"/>
                <a:gd name="connsiteX89" fmla="*/ 1519750 w 5032666"/>
                <a:gd name="connsiteY89" fmla="*/ 0 h 419100"/>
                <a:gd name="connsiteX90" fmla="*/ 1537438 w 5032666"/>
                <a:gd name="connsiteY90" fmla="*/ 0 h 419100"/>
                <a:gd name="connsiteX91" fmla="*/ 1541392 w 5032666"/>
                <a:gd name="connsiteY91" fmla="*/ 0 h 419100"/>
                <a:gd name="connsiteX92" fmla="*/ 1552128 w 5032666"/>
                <a:gd name="connsiteY92" fmla="*/ 0 h 419100"/>
                <a:gd name="connsiteX93" fmla="*/ 1569033 w 5032666"/>
                <a:gd name="connsiteY93" fmla="*/ 0 h 419100"/>
                <a:gd name="connsiteX94" fmla="*/ 1583405 w 5032666"/>
                <a:gd name="connsiteY94" fmla="*/ 0 h 419100"/>
                <a:gd name="connsiteX95" fmla="*/ 1590675 w 5032666"/>
                <a:gd name="connsiteY95" fmla="*/ 0 h 419100"/>
                <a:gd name="connsiteX96" fmla="*/ 1594141 w 5032666"/>
                <a:gd name="connsiteY96" fmla="*/ 0 h 419100"/>
                <a:gd name="connsiteX97" fmla="*/ 1598095 w 5032666"/>
                <a:gd name="connsiteY97" fmla="*/ 0 h 419100"/>
                <a:gd name="connsiteX98" fmla="*/ 1615783 w 5032666"/>
                <a:gd name="connsiteY98" fmla="*/ 0 h 419100"/>
                <a:gd name="connsiteX99" fmla="*/ 1632688 w 5032666"/>
                <a:gd name="connsiteY99" fmla="*/ 0 h 419100"/>
                <a:gd name="connsiteX100" fmla="*/ 1640108 w 5032666"/>
                <a:gd name="connsiteY100" fmla="*/ 0 h 419100"/>
                <a:gd name="connsiteX101" fmla="*/ 1647378 w 5032666"/>
                <a:gd name="connsiteY101" fmla="*/ 0 h 419100"/>
                <a:gd name="connsiteX102" fmla="*/ 1661750 w 5032666"/>
                <a:gd name="connsiteY102" fmla="*/ 0 h 419100"/>
                <a:gd name="connsiteX103" fmla="*/ 1672486 w 5032666"/>
                <a:gd name="connsiteY103" fmla="*/ 0 h 419100"/>
                <a:gd name="connsiteX104" fmla="*/ 1689391 w 5032666"/>
                <a:gd name="connsiteY104" fmla="*/ 0 h 419100"/>
                <a:gd name="connsiteX105" fmla="*/ 1704976 w 5032666"/>
                <a:gd name="connsiteY105" fmla="*/ 0 h 419100"/>
                <a:gd name="connsiteX106" fmla="*/ 1711033 w 5032666"/>
                <a:gd name="connsiteY106" fmla="*/ 0 h 419100"/>
                <a:gd name="connsiteX107" fmla="*/ 1718453 w 5032666"/>
                <a:gd name="connsiteY107" fmla="*/ 0 h 419100"/>
                <a:gd name="connsiteX108" fmla="*/ 1750943 w 5032666"/>
                <a:gd name="connsiteY108" fmla="*/ 0 h 419100"/>
                <a:gd name="connsiteX109" fmla="*/ 1761679 w 5032666"/>
                <a:gd name="connsiteY109" fmla="*/ 0 h 419100"/>
                <a:gd name="connsiteX110" fmla="*/ 1767736 w 5032666"/>
                <a:gd name="connsiteY110" fmla="*/ 0 h 419100"/>
                <a:gd name="connsiteX111" fmla="*/ 1800226 w 5032666"/>
                <a:gd name="connsiteY111" fmla="*/ 0 h 419100"/>
                <a:gd name="connsiteX112" fmla="*/ 1807646 w 5032666"/>
                <a:gd name="connsiteY112" fmla="*/ 0 h 419100"/>
                <a:gd name="connsiteX113" fmla="*/ 1825334 w 5032666"/>
                <a:gd name="connsiteY113" fmla="*/ 0 h 419100"/>
                <a:gd name="connsiteX114" fmla="*/ 1856929 w 5032666"/>
                <a:gd name="connsiteY114" fmla="*/ 0 h 419100"/>
                <a:gd name="connsiteX115" fmla="*/ 1871301 w 5032666"/>
                <a:gd name="connsiteY115" fmla="*/ 0 h 419100"/>
                <a:gd name="connsiteX116" fmla="*/ 1882037 w 5032666"/>
                <a:gd name="connsiteY116" fmla="*/ 0 h 419100"/>
                <a:gd name="connsiteX117" fmla="*/ 1920584 w 5032666"/>
                <a:gd name="connsiteY117" fmla="*/ 0 h 419100"/>
                <a:gd name="connsiteX118" fmla="*/ 1928004 w 5032666"/>
                <a:gd name="connsiteY118" fmla="*/ 0 h 419100"/>
                <a:gd name="connsiteX119" fmla="*/ 1952625 w 5032666"/>
                <a:gd name="connsiteY119" fmla="*/ 0 h 419100"/>
                <a:gd name="connsiteX120" fmla="*/ 1977287 w 5032666"/>
                <a:gd name="connsiteY120" fmla="*/ 0 h 419100"/>
                <a:gd name="connsiteX121" fmla="*/ 1998592 w 5032666"/>
                <a:gd name="connsiteY121" fmla="*/ 0 h 419100"/>
                <a:gd name="connsiteX122" fmla="*/ 2009328 w 5032666"/>
                <a:gd name="connsiteY122" fmla="*/ 0 h 419100"/>
                <a:gd name="connsiteX123" fmla="*/ 2047875 w 5032666"/>
                <a:gd name="connsiteY123" fmla="*/ 0 h 419100"/>
                <a:gd name="connsiteX124" fmla="*/ 2055295 w 5032666"/>
                <a:gd name="connsiteY124" fmla="*/ 0 h 419100"/>
                <a:gd name="connsiteX125" fmla="*/ 2057400 w 5032666"/>
                <a:gd name="connsiteY125" fmla="*/ 0 h 419100"/>
                <a:gd name="connsiteX126" fmla="*/ 2072983 w 5032666"/>
                <a:gd name="connsiteY126" fmla="*/ 0 h 419100"/>
                <a:gd name="connsiteX127" fmla="*/ 2103367 w 5032666"/>
                <a:gd name="connsiteY127" fmla="*/ 0 h 419100"/>
                <a:gd name="connsiteX128" fmla="*/ 2104578 w 5032666"/>
                <a:gd name="connsiteY128" fmla="*/ 0 h 419100"/>
                <a:gd name="connsiteX129" fmla="*/ 2114103 w 5032666"/>
                <a:gd name="connsiteY129" fmla="*/ 0 h 419100"/>
                <a:gd name="connsiteX130" fmla="*/ 2118950 w 5032666"/>
                <a:gd name="connsiteY130" fmla="*/ 0 h 419100"/>
                <a:gd name="connsiteX131" fmla="*/ 2129686 w 5032666"/>
                <a:gd name="connsiteY131" fmla="*/ 0 h 419100"/>
                <a:gd name="connsiteX132" fmla="*/ 2140979 w 5032666"/>
                <a:gd name="connsiteY132" fmla="*/ 0 h 419100"/>
                <a:gd name="connsiteX133" fmla="*/ 2152650 w 5032666"/>
                <a:gd name="connsiteY133" fmla="*/ 0 h 419100"/>
                <a:gd name="connsiteX134" fmla="*/ 2160070 w 5032666"/>
                <a:gd name="connsiteY134" fmla="*/ 0 h 419100"/>
                <a:gd name="connsiteX135" fmla="*/ 2162176 w 5032666"/>
                <a:gd name="connsiteY135" fmla="*/ 0 h 419100"/>
                <a:gd name="connsiteX136" fmla="*/ 2168233 w 5032666"/>
                <a:gd name="connsiteY136" fmla="*/ 0 h 419100"/>
                <a:gd name="connsiteX137" fmla="*/ 2175653 w 5032666"/>
                <a:gd name="connsiteY137" fmla="*/ 0 h 419100"/>
                <a:gd name="connsiteX138" fmla="*/ 2177758 w 5032666"/>
                <a:gd name="connsiteY138" fmla="*/ 0 h 419100"/>
                <a:gd name="connsiteX139" fmla="*/ 2186946 w 5032666"/>
                <a:gd name="connsiteY139" fmla="*/ 0 h 419100"/>
                <a:gd name="connsiteX140" fmla="*/ 2197682 w 5032666"/>
                <a:gd name="connsiteY140" fmla="*/ 0 h 419100"/>
                <a:gd name="connsiteX141" fmla="*/ 2208143 w 5032666"/>
                <a:gd name="connsiteY141" fmla="*/ 0 h 419100"/>
                <a:gd name="connsiteX142" fmla="*/ 2209353 w 5032666"/>
                <a:gd name="connsiteY142" fmla="*/ 0 h 419100"/>
                <a:gd name="connsiteX143" fmla="*/ 2218879 w 5032666"/>
                <a:gd name="connsiteY143" fmla="*/ 0 h 419100"/>
                <a:gd name="connsiteX144" fmla="*/ 2223725 w 5032666"/>
                <a:gd name="connsiteY144" fmla="*/ 0 h 419100"/>
                <a:gd name="connsiteX145" fmla="*/ 2224936 w 5032666"/>
                <a:gd name="connsiteY145" fmla="*/ 0 h 419100"/>
                <a:gd name="connsiteX146" fmla="*/ 2234461 w 5032666"/>
                <a:gd name="connsiteY146" fmla="*/ 0 h 419100"/>
                <a:gd name="connsiteX147" fmla="*/ 2236229 w 5032666"/>
                <a:gd name="connsiteY147" fmla="*/ 0 h 419100"/>
                <a:gd name="connsiteX148" fmla="*/ 2243649 w 5032666"/>
                <a:gd name="connsiteY148" fmla="*/ 0 h 419100"/>
                <a:gd name="connsiteX149" fmla="*/ 2257426 w 5032666"/>
                <a:gd name="connsiteY149" fmla="*/ 0 h 419100"/>
                <a:gd name="connsiteX150" fmla="*/ 2261337 w 5032666"/>
                <a:gd name="connsiteY150" fmla="*/ 0 h 419100"/>
                <a:gd name="connsiteX151" fmla="*/ 2264846 w 5032666"/>
                <a:gd name="connsiteY151" fmla="*/ 0 h 419100"/>
                <a:gd name="connsiteX152" fmla="*/ 2266951 w 5032666"/>
                <a:gd name="connsiteY152" fmla="*/ 0 h 419100"/>
                <a:gd name="connsiteX153" fmla="*/ 2273008 w 5032666"/>
                <a:gd name="connsiteY153" fmla="*/ 0 h 419100"/>
                <a:gd name="connsiteX154" fmla="*/ 2280428 w 5032666"/>
                <a:gd name="connsiteY154" fmla="*/ 0 h 419100"/>
                <a:gd name="connsiteX155" fmla="*/ 2282534 w 5032666"/>
                <a:gd name="connsiteY155" fmla="*/ 0 h 419100"/>
                <a:gd name="connsiteX156" fmla="*/ 2292932 w 5032666"/>
                <a:gd name="connsiteY156" fmla="*/ 0 h 419100"/>
                <a:gd name="connsiteX157" fmla="*/ 2307304 w 5032666"/>
                <a:gd name="connsiteY157" fmla="*/ 0 h 419100"/>
                <a:gd name="connsiteX158" fmla="*/ 2312918 w 5032666"/>
                <a:gd name="connsiteY158" fmla="*/ 0 h 419100"/>
                <a:gd name="connsiteX159" fmla="*/ 2314129 w 5032666"/>
                <a:gd name="connsiteY159" fmla="*/ 0 h 419100"/>
                <a:gd name="connsiteX160" fmla="*/ 2318040 w 5032666"/>
                <a:gd name="connsiteY160" fmla="*/ 0 h 419100"/>
                <a:gd name="connsiteX161" fmla="*/ 2323654 w 5032666"/>
                <a:gd name="connsiteY161" fmla="*/ 0 h 419100"/>
                <a:gd name="connsiteX162" fmla="*/ 2328501 w 5032666"/>
                <a:gd name="connsiteY162" fmla="*/ 0 h 419100"/>
                <a:gd name="connsiteX163" fmla="*/ 2329711 w 5032666"/>
                <a:gd name="connsiteY163" fmla="*/ 0 h 419100"/>
                <a:gd name="connsiteX164" fmla="*/ 2339237 w 5032666"/>
                <a:gd name="connsiteY164" fmla="*/ 0 h 419100"/>
                <a:gd name="connsiteX165" fmla="*/ 2350530 w 5032666"/>
                <a:gd name="connsiteY165" fmla="*/ 0 h 419100"/>
                <a:gd name="connsiteX166" fmla="*/ 2356587 w 5032666"/>
                <a:gd name="connsiteY166" fmla="*/ 0 h 419100"/>
                <a:gd name="connsiteX167" fmla="*/ 2362201 w 5032666"/>
                <a:gd name="connsiteY167" fmla="*/ 0 h 419100"/>
                <a:gd name="connsiteX168" fmla="*/ 2364007 w 5032666"/>
                <a:gd name="connsiteY168" fmla="*/ 0 h 419100"/>
                <a:gd name="connsiteX169" fmla="*/ 2369621 w 5032666"/>
                <a:gd name="connsiteY169" fmla="*/ 0 h 419100"/>
                <a:gd name="connsiteX170" fmla="*/ 2377784 w 5032666"/>
                <a:gd name="connsiteY170" fmla="*/ 0 h 419100"/>
                <a:gd name="connsiteX171" fmla="*/ 2385204 w 5032666"/>
                <a:gd name="connsiteY171" fmla="*/ 0 h 419100"/>
                <a:gd name="connsiteX172" fmla="*/ 2387309 w 5032666"/>
                <a:gd name="connsiteY172" fmla="*/ 0 h 419100"/>
                <a:gd name="connsiteX173" fmla="*/ 2396497 w 5032666"/>
                <a:gd name="connsiteY173" fmla="*/ 0 h 419100"/>
                <a:gd name="connsiteX174" fmla="*/ 2407233 w 5032666"/>
                <a:gd name="connsiteY174" fmla="*/ 0 h 419100"/>
                <a:gd name="connsiteX175" fmla="*/ 2413290 w 5032666"/>
                <a:gd name="connsiteY175" fmla="*/ 0 h 419100"/>
                <a:gd name="connsiteX176" fmla="*/ 2418904 w 5032666"/>
                <a:gd name="connsiteY176" fmla="*/ 0 h 419100"/>
                <a:gd name="connsiteX177" fmla="*/ 2433276 w 5032666"/>
                <a:gd name="connsiteY177" fmla="*/ 0 h 419100"/>
                <a:gd name="connsiteX178" fmla="*/ 2434487 w 5032666"/>
                <a:gd name="connsiteY178" fmla="*/ 0 h 419100"/>
                <a:gd name="connsiteX179" fmla="*/ 2444012 w 5032666"/>
                <a:gd name="connsiteY179" fmla="*/ 0 h 419100"/>
                <a:gd name="connsiteX180" fmla="*/ 2445780 w 5032666"/>
                <a:gd name="connsiteY180" fmla="*/ 0 h 419100"/>
                <a:gd name="connsiteX181" fmla="*/ 2453200 w 5032666"/>
                <a:gd name="connsiteY181" fmla="*/ 0 h 419100"/>
                <a:gd name="connsiteX182" fmla="*/ 2470888 w 5032666"/>
                <a:gd name="connsiteY182" fmla="*/ 0 h 419100"/>
                <a:gd name="connsiteX183" fmla="*/ 2482559 w 5032666"/>
                <a:gd name="connsiteY183" fmla="*/ 0 h 419100"/>
                <a:gd name="connsiteX184" fmla="*/ 2489979 w 5032666"/>
                <a:gd name="connsiteY184" fmla="*/ 0 h 419100"/>
                <a:gd name="connsiteX185" fmla="*/ 2502483 w 5032666"/>
                <a:gd name="connsiteY185" fmla="*/ 0 h 419100"/>
                <a:gd name="connsiteX186" fmla="*/ 2514600 w 5032666"/>
                <a:gd name="connsiteY186" fmla="*/ 0 h 419100"/>
                <a:gd name="connsiteX187" fmla="*/ 2516855 w 5032666"/>
                <a:gd name="connsiteY187" fmla="*/ 0 h 419100"/>
                <a:gd name="connsiteX188" fmla="*/ 2527591 w 5032666"/>
                <a:gd name="connsiteY188" fmla="*/ 0 h 419100"/>
                <a:gd name="connsiteX189" fmla="*/ 2539262 w 5032666"/>
                <a:gd name="connsiteY189" fmla="*/ 0 h 419100"/>
                <a:gd name="connsiteX190" fmla="*/ 2560567 w 5032666"/>
                <a:gd name="connsiteY190" fmla="*/ 0 h 419100"/>
                <a:gd name="connsiteX191" fmla="*/ 2566138 w 5032666"/>
                <a:gd name="connsiteY191" fmla="*/ 0 h 419100"/>
                <a:gd name="connsiteX192" fmla="*/ 2571303 w 5032666"/>
                <a:gd name="connsiteY192" fmla="*/ 0 h 419100"/>
                <a:gd name="connsiteX193" fmla="*/ 2573558 w 5032666"/>
                <a:gd name="connsiteY193" fmla="*/ 0 h 419100"/>
                <a:gd name="connsiteX194" fmla="*/ 2598179 w 5032666"/>
                <a:gd name="connsiteY194" fmla="*/ 0 h 419100"/>
                <a:gd name="connsiteX195" fmla="*/ 2609850 w 5032666"/>
                <a:gd name="connsiteY195" fmla="*/ 0 h 419100"/>
                <a:gd name="connsiteX196" fmla="*/ 2617270 w 5032666"/>
                <a:gd name="connsiteY196" fmla="*/ 0 h 419100"/>
                <a:gd name="connsiteX197" fmla="*/ 2622841 w 5032666"/>
                <a:gd name="connsiteY197" fmla="*/ 0 h 419100"/>
                <a:gd name="connsiteX198" fmla="*/ 2634958 w 5032666"/>
                <a:gd name="connsiteY198" fmla="*/ 0 h 419100"/>
                <a:gd name="connsiteX199" fmla="*/ 2644146 w 5032666"/>
                <a:gd name="connsiteY199" fmla="*/ 0 h 419100"/>
                <a:gd name="connsiteX200" fmla="*/ 2654882 w 5032666"/>
                <a:gd name="connsiteY200" fmla="*/ 0 h 419100"/>
                <a:gd name="connsiteX201" fmla="*/ 2666553 w 5032666"/>
                <a:gd name="connsiteY201" fmla="*/ 0 h 419100"/>
                <a:gd name="connsiteX202" fmla="*/ 2680925 w 5032666"/>
                <a:gd name="connsiteY202" fmla="*/ 0 h 419100"/>
                <a:gd name="connsiteX203" fmla="*/ 2691661 w 5032666"/>
                <a:gd name="connsiteY203" fmla="*/ 0 h 419100"/>
                <a:gd name="connsiteX204" fmla="*/ 2693429 w 5032666"/>
                <a:gd name="connsiteY204" fmla="*/ 0 h 419100"/>
                <a:gd name="connsiteX205" fmla="*/ 2700849 w 5032666"/>
                <a:gd name="connsiteY205" fmla="*/ 0 h 419100"/>
                <a:gd name="connsiteX206" fmla="*/ 2702954 w 5032666"/>
                <a:gd name="connsiteY206" fmla="*/ 0 h 419100"/>
                <a:gd name="connsiteX207" fmla="*/ 2718537 w 5032666"/>
                <a:gd name="connsiteY207" fmla="*/ 0 h 419100"/>
                <a:gd name="connsiteX208" fmla="*/ 2724151 w 5032666"/>
                <a:gd name="connsiteY208" fmla="*/ 0 h 419100"/>
                <a:gd name="connsiteX209" fmla="*/ 2730208 w 5032666"/>
                <a:gd name="connsiteY209" fmla="*/ 0 h 419100"/>
                <a:gd name="connsiteX210" fmla="*/ 2737628 w 5032666"/>
                <a:gd name="connsiteY210" fmla="*/ 0 h 419100"/>
                <a:gd name="connsiteX211" fmla="*/ 2748921 w 5032666"/>
                <a:gd name="connsiteY211" fmla="*/ 0 h 419100"/>
                <a:gd name="connsiteX212" fmla="*/ 2750132 w 5032666"/>
                <a:gd name="connsiteY212" fmla="*/ 0 h 419100"/>
                <a:gd name="connsiteX213" fmla="*/ 2759657 w 5032666"/>
                <a:gd name="connsiteY213" fmla="*/ 0 h 419100"/>
                <a:gd name="connsiteX214" fmla="*/ 2764504 w 5032666"/>
                <a:gd name="connsiteY214" fmla="*/ 0 h 419100"/>
                <a:gd name="connsiteX215" fmla="*/ 2770118 w 5032666"/>
                <a:gd name="connsiteY215" fmla="*/ 0 h 419100"/>
                <a:gd name="connsiteX216" fmla="*/ 2775240 w 5032666"/>
                <a:gd name="connsiteY216" fmla="*/ 0 h 419100"/>
                <a:gd name="connsiteX217" fmla="*/ 2780854 w 5032666"/>
                <a:gd name="connsiteY217" fmla="*/ 0 h 419100"/>
                <a:gd name="connsiteX218" fmla="*/ 2786911 w 5032666"/>
                <a:gd name="connsiteY218" fmla="*/ 0 h 419100"/>
                <a:gd name="connsiteX219" fmla="*/ 2798204 w 5032666"/>
                <a:gd name="connsiteY219" fmla="*/ 0 h 419100"/>
                <a:gd name="connsiteX220" fmla="*/ 2805624 w 5032666"/>
                <a:gd name="connsiteY220" fmla="*/ 0 h 419100"/>
                <a:gd name="connsiteX221" fmla="*/ 2807730 w 5032666"/>
                <a:gd name="connsiteY221" fmla="*/ 0 h 419100"/>
                <a:gd name="connsiteX222" fmla="*/ 2813787 w 5032666"/>
                <a:gd name="connsiteY222" fmla="*/ 0 h 419100"/>
                <a:gd name="connsiteX223" fmla="*/ 2819401 w 5032666"/>
                <a:gd name="connsiteY223" fmla="*/ 0 h 419100"/>
                <a:gd name="connsiteX224" fmla="*/ 2821207 w 5032666"/>
                <a:gd name="connsiteY224" fmla="*/ 0 h 419100"/>
                <a:gd name="connsiteX225" fmla="*/ 2823312 w 5032666"/>
                <a:gd name="connsiteY225" fmla="*/ 0 h 419100"/>
                <a:gd name="connsiteX226" fmla="*/ 2826821 w 5032666"/>
                <a:gd name="connsiteY226" fmla="*/ 0 h 419100"/>
                <a:gd name="connsiteX227" fmla="*/ 2844509 w 5032666"/>
                <a:gd name="connsiteY227" fmla="*/ 0 h 419100"/>
                <a:gd name="connsiteX228" fmla="*/ 2853697 w 5032666"/>
                <a:gd name="connsiteY228" fmla="*/ 0 h 419100"/>
                <a:gd name="connsiteX229" fmla="*/ 2854907 w 5032666"/>
                <a:gd name="connsiteY229" fmla="*/ 0 h 419100"/>
                <a:gd name="connsiteX230" fmla="*/ 2864433 w 5032666"/>
                <a:gd name="connsiteY230" fmla="*/ 0 h 419100"/>
                <a:gd name="connsiteX231" fmla="*/ 2869279 w 5032666"/>
                <a:gd name="connsiteY231" fmla="*/ 0 h 419100"/>
                <a:gd name="connsiteX232" fmla="*/ 2870490 w 5032666"/>
                <a:gd name="connsiteY232" fmla="*/ 0 h 419100"/>
                <a:gd name="connsiteX233" fmla="*/ 2876104 w 5032666"/>
                <a:gd name="connsiteY233" fmla="*/ 0 h 419100"/>
                <a:gd name="connsiteX234" fmla="*/ 2880015 w 5032666"/>
                <a:gd name="connsiteY234" fmla="*/ 0 h 419100"/>
                <a:gd name="connsiteX235" fmla="*/ 2890476 w 5032666"/>
                <a:gd name="connsiteY235" fmla="*/ 0 h 419100"/>
                <a:gd name="connsiteX236" fmla="*/ 2901212 w 5032666"/>
                <a:gd name="connsiteY236" fmla="*/ 0 h 419100"/>
                <a:gd name="connsiteX237" fmla="*/ 2902980 w 5032666"/>
                <a:gd name="connsiteY237" fmla="*/ 0 h 419100"/>
                <a:gd name="connsiteX238" fmla="*/ 2910400 w 5032666"/>
                <a:gd name="connsiteY238" fmla="*/ 0 h 419100"/>
                <a:gd name="connsiteX239" fmla="*/ 2912505 w 5032666"/>
                <a:gd name="connsiteY239" fmla="*/ 0 h 419100"/>
                <a:gd name="connsiteX240" fmla="*/ 2918562 w 5032666"/>
                <a:gd name="connsiteY240" fmla="*/ 0 h 419100"/>
                <a:gd name="connsiteX241" fmla="*/ 2925982 w 5032666"/>
                <a:gd name="connsiteY241" fmla="*/ 0 h 419100"/>
                <a:gd name="connsiteX242" fmla="*/ 2928088 w 5032666"/>
                <a:gd name="connsiteY242" fmla="*/ 0 h 419100"/>
                <a:gd name="connsiteX243" fmla="*/ 2939759 w 5032666"/>
                <a:gd name="connsiteY243" fmla="*/ 0 h 419100"/>
                <a:gd name="connsiteX244" fmla="*/ 2947179 w 5032666"/>
                <a:gd name="connsiteY244" fmla="*/ 0 h 419100"/>
                <a:gd name="connsiteX245" fmla="*/ 2958472 w 5032666"/>
                <a:gd name="connsiteY245" fmla="*/ 0 h 419100"/>
                <a:gd name="connsiteX246" fmla="*/ 2959683 w 5032666"/>
                <a:gd name="connsiteY246" fmla="*/ 0 h 419100"/>
                <a:gd name="connsiteX247" fmla="*/ 2969208 w 5032666"/>
                <a:gd name="connsiteY247" fmla="*/ 0 h 419100"/>
                <a:gd name="connsiteX248" fmla="*/ 2974055 w 5032666"/>
                <a:gd name="connsiteY248" fmla="*/ 0 h 419100"/>
                <a:gd name="connsiteX249" fmla="*/ 2975265 w 5032666"/>
                <a:gd name="connsiteY249" fmla="*/ 0 h 419100"/>
                <a:gd name="connsiteX250" fmla="*/ 2984791 w 5032666"/>
                <a:gd name="connsiteY250" fmla="*/ 0 h 419100"/>
                <a:gd name="connsiteX251" fmla="*/ 2996462 w 5032666"/>
                <a:gd name="connsiteY251" fmla="*/ 0 h 419100"/>
                <a:gd name="connsiteX252" fmla="*/ 3007755 w 5032666"/>
                <a:gd name="connsiteY252" fmla="*/ 0 h 419100"/>
                <a:gd name="connsiteX253" fmla="*/ 3015175 w 5032666"/>
                <a:gd name="connsiteY253" fmla="*/ 0 h 419100"/>
                <a:gd name="connsiteX254" fmla="*/ 3023338 w 5032666"/>
                <a:gd name="connsiteY254" fmla="*/ 0 h 419100"/>
                <a:gd name="connsiteX255" fmla="*/ 3030758 w 5032666"/>
                <a:gd name="connsiteY255" fmla="*/ 0 h 419100"/>
                <a:gd name="connsiteX256" fmla="*/ 3032863 w 5032666"/>
                <a:gd name="connsiteY256" fmla="*/ 0 h 419100"/>
                <a:gd name="connsiteX257" fmla="*/ 3064458 w 5032666"/>
                <a:gd name="connsiteY257" fmla="*/ 0 h 419100"/>
                <a:gd name="connsiteX258" fmla="*/ 3078830 w 5032666"/>
                <a:gd name="connsiteY258" fmla="*/ 0 h 419100"/>
                <a:gd name="connsiteX259" fmla="*/ 3080041 w 5032666"/>
                <a:gd name="connsiteY259" fmla="*/ 0 h 419100"/>
                <a:gd name="connsiteX260" fmla="*/ 3089566 w 5032666"/>
                <a:gd name="connsiteY260" fmla="*/ 0 h 419100"/>
                <a:gd name="connsiteX261" fmla="*/ 3128113 w 5032666"/>
                <a:gd name="connsiteY261" fmla="*/ 0 h 419100"/>
                <a:gd name="connsiteX262" fmla="*/ 3135533 w 5032666"/>
                <a:gd name="connsiteY262" fmla="*/ 0 h 419100"/>
                <a:gd name="connsiteX263" fmla="*/ 3160154 w 5032666"/>
                <a:gd name="connsiteY263" fmla="*/ 0 h 419100"/>
                <a:gd name="connsiteX264" fmla="*/ 3184816 w 5032666"/>
                <a:gd name="connsiteY264" fmla="*/ 0 h 419100"/>
                <a:gd name="connsiteX265" fmla="*/ 3206121 w 5032666"/>
                <a:gd name="connsiteY265" fmla="*/ 0 h 419100"/>
                <a:gd name="connsiteX266" fmla="*/ 3216857 w 5032666"/>
                <a:gd name="connsiteY266" fmla="*/ 0 h 419100"/>
                <a:gd name="connsiteX267" fmla="*/ 3255404 w 5032666"/>
                <a:gd name="connsiteY267" fmla="*/ 0 h 419100"/>
                <a:gd name="connsiteX268" fmla="*/ 3262824 w 5032666"/>
                <a:gd name="connsiteY268" fmla="*/ 0 h 419100"/>
                <a:gd name="connsiteX269" fmla="*/ 3280512 w 5032666"/>
                <a:gd name="connsiteY269" fmla="*/ 0 h 419100"/>
                <a:gd name="connsiteX270" fmla="*/ 3312107 w 5032666"/>
                <a:gd name="connsiteY270" fmla="*/ 0 h 419100"/>
                <a:gd name="connsiteX271" fmla="*/ 3326479 w 5032666"/>
                <a:gd name="connsiteY271" fmla="*/ 0 h 419100"/>
                <a:gd name="connsiteX272" fmla="*/ 3337215 w 5032666"/>
                <a:gd name="connsiteY272" fmla="*/ 0 h 419100"/>
                <a:gd name="connsiteX273" fmla="*/ 3369705 w 5032666"/>
                <a:gd name="connsiteY273" fmla="*/ 0 h 419100"/>
                <a:gd name="connsiteX274" fmla="*/ 3375762 w 5032666"/>
                <a:gd name="connsiteY274" fmla="*/ 0 h 419100"/>
                <a:gd name="connsiteX275" fmla="*/ 3383182 w 5032666"/>
                <a:gd name="connsiteY275" fmla="*/ 0 h 419100"/>
                <a:gd name="connsiteX276" fmla="*/ 3415672 w 5032666"/>
                <a:gd name="connsiteY276" fmla="*/ 0 h 419100"/>
                <a:gd name="connsiteX277" fmla="*/ 3426408 w 5032666"/>
                <a:gd name="connsiteY277" fmla="*/ 0 h 419100"/>
                <a:gd name="connsiteX278" fmla="*/ 3432465 w 5032666"/>
                <a:gd name="connsiteY278" fmla="*/ 0 h 419100"/>
                <a:gd name="connsiteX279" fmla="*/ 3448050 w 5032666"/>
                <a:gd name="connsiteY279" fmla="*/ 0 h 419100"/>
                <a:gd name="connsiteX280" fmla="*/ 3464955 w 5032666"/>
                <a:gd name="connsiteY280" fmla="*/ 0 h 419100"/>
                <a:gd name="connsiteX281" fmla="*/ 3472375 w 5032666"/>
                <a:gd name="connsiteY281" fmla="*/ 0 h 419100"/>
                <a:gd name="connsiteX282" fmla="*/ 3490063 w 5032666"/>
                <a:gd name="connsiteY282" fmla="*/ 0 h 419100"/>
                <a:gd name="connsiteX283" fmla="*/ 3494017 w 5032666"/>
                <a:gd name="connsiteY283" fmla="*/ 0 h 419100"/>
                <a:gd name="connsiteX284" fmla="*/ 3504753 w 5032666"/>
                <a:gd name="connsiteY284" fmla="*/ 0 h 419100"/>
                <a:gd name="connsiteX285" fmla="*/ 3521658 w 5032666"/>
                <a:gd name="connsiteY285" fmla="*/ 0 h 419100"/>
                <a:gd name="connsiteX286" fmla="*/ 3536030 w 5032666"/>
                <a:gd name="connsiteY286" fmla="*/ 0 h 419100"/>
                <a:gd name="connsiteX287" fmla="*/ 3543300 w 5032666"/>
                <a:gd name="connsiteY287" fmla="*/ 0 h 419100"/>
                <a:gd name="connsiteX288" fmla="*/ 3546766 w 5032666"/>
                <a:gd name="connsiteY288" fmla="*/ 0 h 419100"/>
                <a:gd name="connsiteX289" fmla="*/ 3550720 w 5032666"/>
                <a:gd name="connsiteY289" fmla="*/ 0 h 419100"/>
                <a:gd name="connsiteX290" fmla="*/ 3568408 w 5032666"/>
                <a:gd name="connsiteY290" fmla="*/ 0 h 419100"/>
                <a:gd name="connsiteX291" fmla="*/ 3585313 w 5032666"/>
                <a:gd name="connsiteY291" fmla="*/ 0 h 419100"/>
                <a:gd name="connsiteX292" fmla="*/ 3592733 w 5032666"/>
                <a:gd name="connsiteY292" fmla="*/ 0 h 419100"/>
                <a:gd name="connsiteX293" fmla="*/ 3600003 w 5032666"/>
                <a:gd name="connsiteY293" fmla="*/ 0 h 419100"/>
                <a:gd name="connsiteX294" fmla="*/ 3614375 w 5032666"/>
                <a:gd name="connsiteY294" fmla="*/ 0 h 419100"/>
                <a:gd name="connsiteX295" fmla="*/ 3625111 w 5032666"/>
                <a:gd name="connsiteY295" fmla="*/ 0 h 419100"/>
                <a:gd name="connsiteX296" fmla="*/ 3642016 w 5032666"/>
                <a:gd name="connsiteY296" fmla="*/ 0 h 419100"/>
                <a:gd name="connsiteX297" fmla="*/ 3657601 w 5032666"/>
                <a:gd name="connsiteY297" fmla="*/ 0 h 419100"/>
                <a:gd name="connsiteX298" fmla="*/ 3663658 w 5032666"/>
                <a:gd name="connsiteY298" fmla="*/ 0 h 419100"/>
                <a:gd name="connsiteX299" fmla="*/ 3671078 w 5032666"/>
                <a:gd name="connsiteY299" fmla="*/ 0 h 419100"/>
                <a:gd name="connsiteX300" fmla="*/ 3703568 w 5032666"/>
                <a:gd name="connsiteY300" fmla="*/ 0 h 419100"/>
                <a:gd name="connsiteX301" fmla="*/ 3714304 w 5032666"/>
                <a:gd name="connsiteY301" fmla="*/ 0 h 419100"/>
                <a:gd name="connsiteX302" fmla="*/ 3720361 w 5032666"/>
                <a:gd name="connsiteY302" fmla="*/ 0 h 419100"/>
                <a:gd name="connsiteX303" fmla="*/ 3752851 w 5032666"/>
                <a:gd name="connsiteY303" fmla="*/ 0 h 419100"/>
                <a:gd name="connsiteX304" fmla="*/ 3760271 w 5032666"/>
                <a:gd name="connsiteY304" fmla="*/ 0 h 419100"/>
                <a:gd name="connsiteX305" fmla="*/ 3777959 w 5032666"/>
                <a:gd name="connsiteY305" fmla="*/ 0 h 419100"/>
                <a:gd name="connsiteX306" fmla="*/ 3809554 w 5032666"/>
                <a:gd name="connsiteY306" fmla="*/ 0 h 419100"/>
                <a:gd name="connsiteX307" fmla="*/ 3823926 w 5032666"/>
                <a:gd name="connsiteY307" fmla="*/ 0 h 419100"/>
                <a:gd name="connsiteX308" fmla="*/ 3834662 w 5032666"/>
                <a:gd name="connsiteY308" fmla="*/ 0 h 419100"/>
                <a:gd name="connsiteX309" fmla="*/ 3873209 w 5032666"/>
                <a:gd name="connsiteY309" fmla="*/ 0 h 419100"/>
                <a:gd name="connsiteX310" fmla="*/ 3880629 w 5032666"/>
                <a:gd name="connsiteY310" fmla="*/ 0 h 419100"/>
                <a:gd name="connsiteX311" fmla="*/ 3905250 w 5032666"/>
                <a:gd name="connsiteY311" fmla="*/ 0 h 419100"/>
                <a:gd name="connsiteX312" fmla="*/ 3929912 w 5032666"/>
                <a:gd name="connsiteY312" fmla="*/ 0 h 419100"/>
                <a:gd name="connsiteX313" fmla="*/ 3951217 w 5032666"/>
                <a:gd name="connsiteY313" fmla="*/ 0 h 419100"/>
                <a:gd name="connsiteX314" fmla="*/ 3961953 w 5032666"/>
                <a:gd name="connsiteY314" fmla="*/ 0 h 419100"/>
                <a:gd name="connsiteX315" fmla="*/ 4000500 w 5032666"/>
                <a:gd name="connsiteY315" fmla="*/ 0 h 419100"/>
                <a:gd name="connsiteX316" fmla="*/ 4007920 w 5032666"/>
                <a:gd name="connsiteY316" fmla="*/ 0 h 419100"/>
                <a:gd name="connsiteX317" fmla="*/ 4025608 w 5032666"/>
                <a:gd name="connsiteY317" fmla="*/ 0 h 419100"/>
                <a:gd name="connsiteX318" fmla="*/ 4057203 w 5032666"/>
                <a:gd name="connsiteY318" fmla="*/ 0 h 419100"/>
                <a:gd name="connsiteX319" fmla="*/ 4071575 w 5032666"/>
                <a:gd name="connsiteY319" fmla="*/ 0 h 419100"/>
                <a:gd name="connsiteX320" fmla="*/ 4082311 w 5032666"/>
                <a:gd name="connsiteY320" fmla="*/ 0 h 419100"/>
                <a:gd name="connsiteX321" fmla="*/ 4093604 w 5032666"/>
                <a:gd name="connsiteY321" fmla="*/ 0 h 419100"/>
                <a:gd name="connsiteX322" fmla="*/ 4114801 w 5032666"/>
                <a:gd name="connsiteY322" fmla="*/ 0 h 419100"/>
                <a:gd name="connsiteX323" fmla="*/ 4120858 w 5032666"/>
                <a:gd name="connsiteY323" fmla="*/ 0 h 419100"/>
                <a:gd name="connsiteX324" fmla="*/ 4128278 w 5032666"/>
                <a:gd name="connsiteY324" fmla="*/ 0 h 419100"/>
                <a:gd name="connsiteX325" fmla="*/ 4139571 w 5032666"/>
                <a:gd name="connsiteY325" fmla="*/ 0 h 419100"/>
                <a:gd name="connsiteX326" fmla="*/ 4150307 w 5032666"/>
                <a:gd name="connsiteY326" fmla="*/ 0 h 419100"/>
                <a:gd name="connsiteX327" fmla="*/ 4160768 w 5032666"/>
                <a:gd name="connsiteY327" fmla="*/ 0 h 419100"/>
                <a:gd name="connsiteX328" fmla="*/ 4171504 w 5032666"/>
                <a:gd name="connsiteY328" fmla="*/ 0 h 419100"/>
                <a:gd name="connsiteX329" fmla="*/ 4177561 w 5032666"/>
                <a:gd name="connsiteY329" fmla="*/ 0 h 419100"/>
                <a:gd name="connsiteX330" fmla="*/ 4188854 w 5032666"/>
                <a:gd name="connsiteY330" fmla="*/ 0 h 419100"/>
                <a:gd name="connsiteX331" fmla="*/ 4196274 w 5032666"/>
                <a:gd name="connsiteY331" fmla="*/ 0 h 419100"/>
                <a:gd name="connsiteX332" fmla="*/ 4210051 w 5032666"/>
                <a:gd name="connsiteY332" fmla="*/ 0 h 419100"/>
                <a:gd name="connsiteX333" fmla="*/ 4213962 w 5032666"/>
                <a:gd name="connsiteY333" fmla="*/ 0 h 419100"/>
                <a:gd name="connsiteX334" fmla="*/ 4217471 w 5032666"/>
                <a:gd name="connsiteY334" fmla="*/ 0 h 419100"/>
                <a:gd name="connsiteX335" fmla="*/ 4235159 w 5032666"/>
                <a:gd name="connsiteY335" fmla="*/ 0 h 419100"/>
                <a:gd name="connsiteX336" fmla="*/ 4245557 w 5032666"/>
                <a:gd name="connsiteY336" fmla="*/ 0 h 419100"/>
                <a:gd name="connsiteX337" fmla="*/ 4259929 w 5032666"/>
                <a:gd name="connsiteY337" fmla="*/ 0 h 419100"/>
                <a:gd name="connsiteX338" fmla="*/ 4266754 w 5032666"/>
                <a:gd name="connsiteY338" fmla="*/ 0 h 419100"/>
                <a:gd name="connsiteX339" fmla="*/ 4270665 w 5032666"/>
                <a:gd name="connsiteY339" fmla="*/ 0 h 419100"/>
                <a:gd name="connsiteX340" fmla="*/ 4281126 w 5032666"/>
                <a:gd name="connsiteY340" fmla="*/ 0 h 419100"/>
                <a:gd name="connsiteX341" fmla="*/ 4291862 w 5032666"/>
                <a:gd name="connsiteY341" fmla="*/ 0 h 419100"/>
                <a:gd name="connsiteX342" fmla="*/ 4303155 w 5032666"/>
                <a:gd name="connsiteY342" fmla="*/ 0 h 419100"/>
                <a:gd name="connsiteX343" fmla="*/ 4309212 w 5032666"/>
                <a:gd name="connsiteY343" fmla="*/ 0 h 419100"/>
                <a:gd name="connsiteX344" fmla="*/ 4316632 w 5032666"/>
                <a:gd name="connsiteY344" fmla="*/ 0 h 419100"/>
                <a:gd name="connsiteX345" fmla="*/ 4330409 w 5032666"/>
                <a:gd name="connsiteY345" fmla="*/ 0 h 419100"/>
                <a:gd name="connsiteX346" fmla="*/ 4337829 w 5032666"/>
                <a:gd name="connsiteY346" fmla="*/ 0 h 419100"/>
                <a:gd name="connsiteX347" fmla="*/ 4349122 w 5032666"/>
                <a:gd name="connsiteY347" fmla="*/ 0 h 419100"/>
                <a:gd name="connsiteX348" fmla="*/ 4359858 w 5032666"/>
                <a:gd name="connsiteY348" fmla="*/ 0 h 419100"/>
                <a:gd name="connsiteX349" fmla="*/ 4365915 w 5032666"/>
                <a:gd name="connsiteY349" fmla="*/ 0 h 419100"/>
                <a:gd name="connsiteX350" fmla="*/ 4387112 w 5032666"/>
                <a:gd name="connsiteY350" fmla="*/ 0 h 419100"/>
                <a:gd name="connsiteX351" fmla="*/ 4398405 w 5032666"/>
                <a:gd name="connsiteY351" fmla="*/ 0 h 419100"/>
                <a:gd name="connsiteX352" fmla="*/ 4405825 w 5032666"/>
                <a:gd name="connsiteY352" fmla="*/ 0 h 419100"/>
                <a:gd name="connsiteX353" fmla="*/ 4423513 w 5032666"/>
                <a:gd name="connsiteY353" fmla="*/ 0 h 419100"/>
                <a:gd name="connsiteX354" fmla="*/ 4455108 w 5032666"/>
                <a:gd name="connsiteY354" fmla="*/ 0 h 419100"/>
                <a:gd name="connsiteX355" fmla="*/ 4469480 w 5032666"/>
                <a:gd name="connsiteY355" fmla="*/ 0 h 419100"/>
                <a:gd name="connsiteX356" fmla="*/ 4480216 w 5032666"/>
                <a:gd name="connsiteY356" fmla="*/ 0 h 419100"/>
                <a:gd name="connsiteX357" fmla="*/ 4518763 w 5032666"/>
                <a:gd name="connsiteY357" fmla="*/ 0 h 419100"/>
                <a:gd name="connsiteX358" fmla="*/ 4526183 w 5032666"/>
                <a:gd name="connsiteY358" fmla="*/ 0 h 419100"/>
                <a:gd name="connsiteX359" fmla="*/ 4550804 w 5032666"/>
                <a:gd name="connsiteY359" fmla="*/ 0 h 419100"/>
                <a:gd name="connsiteX360" fmla="*/ 4575466 w 5032666"/>
                <a:gd name="connsiteY360" fmla="*/ 0 h 419100"/>
                <a:gd name="connsiteX361" fmla="*/ 4596771 w 5032666"/>
                <a:gd name="connsiteY361" fmla="*/ 0 h 419100"/>
                <a:gd name="connsiteX362" fmla="*/ 4607507 w 5032666"/>
                <a:gd name="connsiteY362" fmla="*/ 0 h 419100"/>
                <a:gd name="connsiteX363" fmla="*/ 4646054 w 5032666"/>
                <a:gd name="connsiteY363" fmla="*/ 0 h 419100"/>
                <a:gd name="connsiteX364" fmla="*/ 4653474 w 5032666"/>
                <a:gd name="connsiteY364" fmla="*/ 0 h 419100"/>
                <a:gd name="connsiteX365" fmla="*/ 4671162 w 5032666"/>
                <a:gd name="connsiteY365" fmla="*/ 0 h 419100"/>
                <a:gd name="connsiteX366" fmla="*/ 4702757 w 5032666"/>
                <a:gd name="connsiteY366" fmla="*/ 0 h 419100"/>
                <a:gd name="connsiteX367" fmla="*/ 4717129 w 5032666"/>
                <a:gd name="connsiteY367" fmla="*/ 0 h 419100"/>
                <a:gd name="connsiteX368" fmla="*/ 4727865 w 5032666"/>
                <a:gd name="connsiteY368" fmla="*/ 0 h 419100"/>
                <a:gd name="connsiteX369" fmla="*/ 4760355 w 5032666"/>
                <a:gd name="connsiteY369" fmla="*/ 0 h 419100"/>
                <a:gd name="connsiteX370" fmla="*/ 4766412 w 5032666"/>
                <a:gd name="connsiteY370" fmla="*/ 0 h 419100"/>
                <a:gd name="connsiteX371" fmla="*/ 4773832 w 5032666"/>
                <a:gd name="connsiteY371" fmla="*/ 0 h 419100"/>
                <a:gd name="connsiteX372" fmla="*/ 4806322 w 5032666"/>
                <a:gd name="connsiteY372" fmla="*/ 0 h 419100"/>
                <a:gd name="connsiteX373" fmla="*/ 4817058 w 5032666"/>
                <a:gd name="connsiteY373" fmla="*/ 0 h 419100"/>
                <a:gd name="connsiteX374" fmla="*/ 4823115 w 5032666"/>
                <a:gd name="connsiteY374" fmla="*/ 0 h 419100"/>
                <a:gd name="connsiteX375" fmla="*/ 4855605 w 5032666"/>
                <a:gd name="connsiteY375" fmla="*/ 0 h 419100"/>
                <a:gd name="connsiteX376" fmla="*/ 4863025 w 5032666"/>
                <a:gd name="connsiteY376" fmla="*/ 0 h 419100"/>
                <a:gd name="connsiteX377" fmla="*/ 4880713 w 5032666"/>
                <a:gd name="connsiteY377" fmla="*/ 0 h 419100"/>
                <a:gd name="connsiteX378" fmla="*/ 4912308 w 5032666"/>
                <a:gd name="connsiteY378" fmla="*/ 0 h 419100"/>
                <a:gd name="connsiteX379" fmla="*/ 4926680 w 5032666"/>
                <a:gd name="connsiteY379" fmla="*/ 0 h 419100"/>
                <a:gd name="connsiteX380" fmla="*/ 4937416 w 5032666"/>
                <a:gd name="connsiteY380" fmla="*/ 0 h 419100"/>
                <a:gd name="connsiteX381" fmla="*/ 4975963 w 5032666"/>
                <a:gd name="connsiteY381" fmla="*/ 0 h 419100"/>
                <a:gd name="connsiteX382" fmla="*/ 4983383 w 5032666"/>
                <a:gd name="connsiteY382" fmla="*/ 0 h 419100"/>
                <a:gd name="connsiteX383" fmla="*/ 5032666 w 5032666"/>
                <a:gd name="connsiteY383" fmla="*/ 0 h 419100"/>
                <a:gd name="connsiteX384" fmla="*/ 4927891 w 5032666"/>
                <a:gd name="connsiteY384" fmla="*/ 419100 h 419100"/>
                <a:gd name="connsiteX385" fmla="*/ 4878608 w 5032666"/>
                <a:gd name="connsiteY385" fmla="*/ 419100 h 419100"/>
                <a:gd name="connsiteX386" fmla="*/ 4871188 w 5032666"/>
                <a:gd name="connsiteY386" fmla="*/ 419100 h 419100"/>
                <a:gd name="connsiteX387" fmla="*/ 4832641 w 5032666"/>
                <a:gd name="connsiteY387" fmla="*/ 419100 h 419100"/>
                <a:gd name="connsiteX388" fmla="*/ 4821905 w 5032666"/>
                <a:gd name="connsiteY388" fmla="*/ 419100 h 419100"/>
                <a:gd name="connsiteX389" fmla="*/ 4807533 w 5032666"/>
                <a:gd name="connsiteY389" fmla="*/ 419100 h 419100"/>
                <a:gd name="connsiteX390" fmla="*/ 4775938 w 5032666"/>
                <a:gd name="connsiteY390" fmla="*/ 419100 h 419100"/>
                <a:gd name="connsiteX391" fmla="*/ 4758250 w 5032666"/>
                <a:gd name="connsiteY391" fmla="*/ 419100 h 419100"/>
                <a:gd name="connsiteX392" fmla="*/ 4750830 w 5032666"/>
                <a:gd name="connsiteY392" fmla="*/ 419100 h 419100"/>
                <a:gd name="connsiteX393" fmla="*/ 4718340 w 5032666"/>
                <a:gd name="connsiteY393" fmla="*/ 419100 h 419100"/>
                <a:gd name="connsiteX394" fmla="*/ 4712283 w 5032666"/>
                <a:gd name="connsiteY394" fmla="*/ 419100 h 419100"/>
                <a:gd name="connsiteX395" fmla="*/ 4701547 w 5032666"/>
                <a:gd name="connsiteY395" fmla="*/ 419100 h 419100"/>
                <a:gd name="connsiteX396" fmla="*/ 4669057 w 5032666"/>
                <a:gd name="connsiteY396" fmla="*/ 419100 h 419100"/>
                <a:gd name="connsiteX397" fmla="*/ 4661637 w 5032666"/>
                <a:gd name="connsiteY397" fmla="*/ 419100 h 419100"/>
                <a:gd name="connsiteX398" fmla="*/ 4655580 w 5032666"/>
                <a:gd name="connsiteY398" fmla="*/ 419100 h 419100"/>
                <a:gd name="connsiteX399" fmla="*/ 4623090 w 5032666"/>
                <a:gd name="connsiteY399" fmla="*/ 419100 h 419100"/>
                <a:gd name="connsiteX400" fmla="*/ 4612354 w 5032666"/>
                <a:gd name="connsiteY400" fmla="*/ 419100 h 419100"/>
                <a:gd name="connsiteX401" fmla="*/ 4597982 w 5032666"/>
                <a:gd name="connsiteY401" fmla="*/ 419100 h 419100"/>
                <a:gd name="connsiteX402" fmla="*/ 4566387 w 5032666"/>
                <a:gd name="connsiteY402" fmla="*/ 419100 h 419100"/>
                <a:gd name="connsiteX403" fmla="*/ 4548699 w 5032666"/>
                <a:gd name="connsiteY403" fmla="*/ 419100 h 419100"/>
                <a:gd name="connsiteX404" fmla="*/ 4541279 w 5032666"/>
                <a:gd name="connsiteY404" fmla="*/ 419100 h 419100"/>
                <a:gd name="connsiteX405" fmla="*/ 4502732 w 5032666"/>
                <a:gd name="connsiteY405" fmla="*/ 419100 h 419100"/>
                <a:gd name="connsiteX406" fmla="*/ 4491996 w 5032666"/>
                <a:gd name="connsiteY406" fmla="*/ 419100 h 419100"/>
                <a:gd name="connsiteX407" fmla="*/ 4470691 w 5032666"/>
                <a:gd name="connsiteY407" fmla="*/ 419100 h 419100"/>
                <a:gd name="connsiteX408" fmla="*/ 4446029 w 5032666"/>
                <a:gd name="connsiteY408" fmla="*/ 419100 h 419100"/>
                <a:gd name="connsiteX409" fmla="*/ 4421408 w 5032666"/>
                <a:gd name="connsiteY409" fmla="*/ 419100 h 419100"/>
                <a:gd name="connsiteX410" fmla="*/ 4413988 w 5032666"/>
                <a:gd name="connsiteY410" fmla="*/ 419100 h 419100"/>
                <a:gd name="connsiteX411" fmla="*/ 4375441 w 5032666"/>
                <a:gd name="connsiteY411" fmla="*/ 419100 h 419100"/>
                <a:gd name="connsiteX412" fmla="*/ 4364705 w 5032666"/>
                <a:gd name="connsiteY412" fmla="*/ 419100 h 419100"/>
                <a:gd name="connsiteX413" fmla="*/ 4350333 w 5032666"/>
                <a:gd name="connsiteY413" fmla="*/ 419100 h 419100"/>
                <a:gd name="connsiteX414" fmla="*/ 4318738 w 5032666"/>
                <a:gd name="connsiteY414" fmla="*/ 419100 h 419100"/>
                <a:gd name="connsiteX415" fmla="*/ 4301050 w 5032666"/>
                <a:gd name="connsiteY415" fmla="*/ 419100 h 419100"/>
                <a:gd name="connsiteX416" fmla="*/ 4293630 w 5032666"/>
                <a:gd name="connsiteY416" fmla="*/ 419100 h 419100"/>
                <a:gd name="connsiteX417" fmla="*/ 4282337 w 5032666"/>
                <a:gd name="connsiteY417" fmla="*/ 419100 h 419100"/>
                <a:gd name="connsiteX418" fmla="*/ 4261140 w 5032666"/>
                <a:gd name="connsiteY418" fmla="*/ 419100 h 419100"/>
                <a:gd name="connsiteX419" fmla="*/ 4255083 w 5032666"/>
                <a:gd name="connsiteY419" fmla="*/ 419100 h 419100"/>
                <a:gd name="connsiteX420" fmla="*/ 4244347 w 5032666"/>
                <a:gd name="connsiteY420" fmla="*/ 419100 h 419100"/>
                <a:gd name="connsiteX421" fmla="*/ 4233054 w 5032666"/>
                <a:gd name="connsiteY421" fmla="*/ 419100 h 419100"/>
                <a:gd name="connsiteX422" fmla="*/ 4225634 w 5032666"/>
                <a:gd name="connsiteY422" fmla="*/ 419100 h 419100"/>
                <a:gd name="connsiteX423" fmla="*/ 4211857 w 5032666"/>
                <a:gd name="connsiteY423" fmla="*/ 419100 h 419100"/>
                <a:gd name="connsiteX424" fmla="*/ 4204437 w 5032666"/>
                <a:gd name="connsiteY424" fmla="*/ 419100 h 419100"/>
                <a:gd name="connsiteX425" fmla="*/ 4198380 w 5032666"/>
                <a:gd name="connsiteY425" fmla="*/ 419100 h 419100"/>
                <a:gd name="connsiteX426" fmla="*/ 4187087 w 5032666"/>
                <a:gd name="connsiteY426" fmla="*/ 419100 h 419100"/>
                <a:gd name="connsiteX427" fmla="*/ 4176351 w 5032666"/>
                <a:gd name="connsiteY427" fmla="*/ 419100 h 419100"/>
                <a:gd name="connsiteX428" fmla="*/ 4165890 w 5032666"/>
                <a:gd name="connsiteY428" fmla="*/ 419100 h 419100"/>
                <a:gd name="connsiteX429" fmla="*/ 4161979 w 5032666"/>
                <a:gd name="connsiteY429" fmla="*/ 419100 h 419100"/>
                <a:gd name="connsiteX430" fmla="*/ 4155154 w 5032666"/>
                <a:gd name="connsiteY430" fmla="*/ 419100 h 419100"/>
                <a:gd name="connsiteX431" fmla="*/ 4140782 w 5032666"/>
                <a:gd name="connsiteY431" fmla="*/ 419100 h 419100"/>
                <a:gd name="connsiteX432" fmla="*/ 4130384 w 5032666"/>
                <a:gd name="connsiteY432" fmla="*/ 419100 h 419100"/>
                <a:gd name="connsiteX433" fmla="*/ 4112696 w 5032666"/>
                <a:gd name="connsiteY433" fmla="*/ 419100 h 419100"/>
                <a:gd name="connsiteX434" fmla="*/ 4109187 w 5032666"/>
                <a:gd name="connsiteY434" fmla="*/ 419100 h 419100"/>
                <a:gd name="connsiteX435" fmla="*/ 4105276 w 5032666"/>
                <a:gd name="connsiteY435" fmla="*/ 419100 h 419100"/>
                <a:gd name="connsiteX436" fmla="*/ 4091499 w 5032666"/>
                <a:gd name="connsiteY436" fmla="*/ 419100 h 419100"/>
                <a:gd name="connsiteX437" fmla="*/ 4084079 w 5032666"/>
                <a:gd name="connsiteY437" fmla="*/ 419100 h 419100"/>
                <a:gd name="connsiteX438" fmla="*/ 4072786 w 5032666"/>
                <a:gd name="connsiteY438" fmla="*/ 419100 h 419100"/>
                <a:gd name="connsiteX439" fmla="*/ 4066729 w 5032666"/>
                <a:gd name="connsiteY439" fmla="*/ 419100 h 419100"/>
                <a:gd name="connsiteX440" fmla="*/ 4055993 w 5032666"/>
                <a:gd name="connsiteY440" fmla="*/ 419100 h 419100"/>
                <a:gd name="connsiteX441" fmla="*/ 4045532 w 5032666"/>
                <a:gd name="connsiteY441" fmla="*/ 419100 h 419100"/>
                <a:gd name="connsiteX442" fmla="*/ 4034796 w 5032666"/>
                <a:gd name="connsiteY442" fmla="*/ 419100 h 419100"/>
                <a:gd name="connsiteX443" fmla="*/ 4023503 w 5032666"/>
                <a:gd name="connsiteY443" fmla="*/ 419100 h 419100"/>
                <a:gd name="connsiteX444" fmla="*/ 4016083 w 5032666"/>
                <a:gd name="connsiteY444" fmla="*/ 419100 h 419100"/>
                <a:gd name="connsiteX445" fmla="*/ 4010026 w 5032666"/>
                <a:gd name="connsiteY445" fmla="*/ 419100 h 419100"/>
                <a:gd name="connsiteX446" fmla="*/ 3988829 w 5032666"/>
                <a:gd name="connsiteY446" fmla="*/ 419100 h 419100"/>
                <a:gd name="connsiteX447" fmla="*/ 3977536 w 5032666"/>
                <a:gd name="connsiteY447" fmla="*/ 419100 h 419100"/>
                <a:gd name="connsiteX448" fmla="*/ 3966800 w 5032666"/>
                <a:gd name="connsiteY448" fmla="*/ 419100 h 419100"/>
                <a:gd name="connsiteX449" fmla="*/ 3952428 w 5032666"/>
                <a:gd name="connsiteY449" fmla="*/ 419100 h 419100"/>
                <a:gd name="connsiteX450" fmla="*/ 3920833 w 5032666"/>
                <a:gd name="connsiteY450" fmla="*/ 419100 h 419100"/>
                <a:gd name="connsiteX451" fmla="*/ 3903145 w 5032666"/>
                <a:gd name="connsiteY451" fmla="*/ 419100 h 419100"/>
                <a:gd name="connsiteX452" fmla="*/ 3895725 w 5032666"/>
                <a:gd name="connsiteY452" fmla="*/ 419100 h 419100"/>
                <a:gd name="connsiteX453" fmla="*/ 3857178 w 5032666"/>
                <a:gd name="connsiteY453" fmla="*/ 419100 h 419100"/>
                <a:gd name="connsiteX454" fmla="*/ 3846442 w 5032666"/>
                <a:gd name="connsiteY454" fmla="*/ 419100 h 419100"/>
                <a:gd name="connsiteX455" fmla="*/ 3825137 w 5032666"/>
                <a:gd name="connsiteY455" fmla="*/ 419100 h 419100"/>
                <a:gd name="connsiteX456" fmla="*/ 3800475 w 5032666"/>
                <a:gd name="connsiteY456" fmla="*/ 419100 h 419100"/>
                <a:gd name="connsiteX457" fmla="*/ 3775854 w 5032666"/>
                <a:gd name="connsiteY457" fmla="*/ 419100 h 419100"/>
                <a:gd name="connsiteX458" fmla="*/ 3768434 w 5032666"/>
                <a:gd name="connsiteY458" fmla="*/ 419100 h 419100"/>
                <a:gd name="connsiteX459" fmla="*/ 3729887 w 5032666"/>
                <a:gd name="connsiteY459" fmla="*/ 419100 h 419100"/>
                <a:gd name="connsiteX460" fmla="*/ 3719151 w 5032666"/>
                <a:gd name="connsiteY460" fmla="*/ 419100 h 419100"/>
                <a:gd name="connsiteX461" fmla="*/ 3704779 w 5032666"/>
                <a:gd name="connsiteY461" fmla="*/ 419100 h 419100"/>
                <a:gd name="connsiteX462" fmla="*/ 3673184 w 5032666"/>
                <a:gd name="connsiteY462" fmla="*/ 419100 h 419100"/>
                <a:gd name="connsiteX463" fmla="*/ 3655496 w 5032666"/>
                <a:gd name="connsiteY463" fmla="*/ 419100 h 419100"/>
                <a:gd name="connsiteX464" fmla="*/ 3648076 w 5032666"/>
                <a:gd name="connsiteY464" fmla="*/ 419100 h 419100"/>
                <a:gd name="connsiteX465" fmla="*/ 3615586 w 5032666"/>
                <a:gd name="connsiteY465" fmla="*/ 419100 h 419100"/>
                <a:gd name="connsiteX466" fmla="*/ 3609529 w 5032666"/>
                <a:gd name="connsiteY466" fmla="*/ 419100 h 419100"/>
                <a:gd name="connsiteX467" fmla="*/ 3598793 w 5032666"/>
                <a:gd name="connsiteY467" fmla="*/ 419100 h 419100"/>
                <a:gd name="connsiteX468" fmla="*/ 3566303 w 5032666"/>
                <a:gd name="connsiteY468" fmla="*/ 419100 h 419100"/>
                <a:gd name="connsiteX469" fmla="*/ 3558883 w 5032666"/>
                <a:gd name="connsiteY469" fmla="*/ 419100 h 419100"/>
                <a:gd name="connsiteX470" fmla="*/ 3552826 w 5032666"/>
                <a:gd name="connsiteY470" fmla="*/ 419100 h 419100"/>
                <a:gd name="connsiteX471" fmla="*/ 3537241 w 5032666"/>
                <a:gd name="connsiteY471" fmla="*/ 419100 h 419100"/>
                <a:gd name="connsiteX472" fmla="*/ 3520336 w 5032666"/>
                <a:gd name="connsiteY472" fmla="*/ 419100 h 419100"/>
                <a:gd name="connsiteX473" fmla="*/ 3509600 w 5032666"/>
                <a:gd name="connsiteY473" fmla="*/ 419100 h 419100"/>
                <a:gd name="connsiteX474" fmla="*/ 3495228 w 5032666"/>
                <a:gd name="connsiteY474" fmla="*/ 419100 h 419100"/>
                <a:gd name="connsiteX475" fmla="*/ 3487958 w 5032666"/>
                <a:gd name="connsiteY475" fmla="*/ 419100 h 419100"/>
                <a:gd name="connsiteX476" fmla="*/ 3480538 w 5032666"/>
                <a:gd name="connsiteY476" fmla="*/ 419100 h 419100"/>
                <a:gd name="connsiteX477" fmla="*/ 3463633 w 5032666"/>
                <a:gd name="connsiteY477" fmla="*/ 419100 h 419100"/>
                <a:gd name="connsiteX478" fmla="*/ 3445945 w 5032666"/>
                <a:gd name="connsiteY478" fmla="*/ 419100 h 419100"/>
                <a:gd name="connsiteX479" fmla="*/ 3441991 w 5032666"/>
                <a:gd name="connsiteY479" fmla="*/ 419100 h 419100"/>
                <a:gd name="connsiteX480" fmla="*/ 3438525 w 5032666"/>
                <a:gd name="connsiteY480" fmla="*/ 419100 h 419100"/>
                <a:gd name="connsiteX481" fmla="*/ 3431255 w 5032666"/>
                <a:gd name="connsiteY481" fmla="*/ 419100 h 419100"/>
                <a:gd name="connsiteX482" fmla="*/ 3416883 w 5032666"/>
                <a:gd name="connsiteY482" fmla="*/ 419100 h 419100"/>
                <a:gd name="connsiteX483" fmla="*/ 3399978 w 5032666"/>
                <a:gd name="connsiteY483" fmla="*/ 419100 h 419100"/>
                <a:gd name="connsiteX484" fmla="*/ 3389242 w 5032666"/>
                <a:gd name="connsiteY484" fmla="*/ 419100 h 419100"/>
                <a:gd name="connsiteX485" fmla="*/ 3385288 w 5032666"/>
                <a:gd name="connsiteY485" fmla="*/ 419100 h 419100"/>
                <a:gd name="connsiteX486" fmla="*/ 3367600 w 5032666"/>
                <a:gd name="connsiteY486" fmla="*/ 419100 h 419100"/>
                <a:gd name="connsiteX487" fmla="*/ 3360180 w 5032666"/>
                <a:gd name="connsiteY487" fmla="*/ 419100 h 419100"/>
                <a:gd name="connsiteX488" fmla="*/ 3343275 w 5032666"/>
                <a:gd name="connsiteY488" fmla="*/ 419100 h 419100"/>
                <a:gd name="connsiteX489" fmla="*/ 3327690 w 5032666"/>
                <a:gd name="connsiteY489" fmla="*/ 419100 h 419100"/>
                <a:gd name="connsiteX490" fmla="*/ 3321633 w 5032666"/>
                <a:gd name="connsiteY490" fmla="*/ 419100 h 419100"/>
                <a:gd name="connsiteX491" fmla="*/ 3310897 w 5032666"/>
                <a:gd name="connsiteY491" fmla="*/ 419100 h 419100"/>
                <a:gd name="connsiteX492" fmla="*/ 3278407 w 5032666"/>
                <a:gd name="connsiteY492" fmla="*/ 419100 h 419100"/>
                <a:gd name="connsiteX493" fmla="*/ 3270987 w 5032666"/>
                <a:gd name="connsiteY493" fmla="*/ 419100 h 419100"/>
                <a:gd name="connsiteX494" fmla="*/ 3264930 w 5032666"/>
                <a:gd name="connsiteY494" fmla="*/ 419100 h 419100"/>
                <a:gd name="connsiteX495" fmla="*/ 3232440 w 5032666"/>
                <a:gd name="connsiteY495" fmla="*/ 419100 h 419100"/>
                <a:gd name="connsiteX496" fmla="*/ 3221704 w 5032666"/>
                <a:gd name="connsiteY496" fmla="*/ 419100 h 419100"/>
                <a:gd name="connsiteX497" fmla="*/ 3207332 w 5032666"/>
                <a:gd name="connsiteY497" fmla="*/ 419100 h 419100"/>
                <a:gd name="connsiteX498" fmla="*/ 3175737 w 5032666"/>
                <a:gd name="connsiteY498" fmla="*/ 419100 h 419100"/>
                <a:gd name="connsiteX499" fmla="*/ 3158049 w 5032666"/>
                <a:gd name="connsiteY499" fmla="*/ 419100 h 419100"/>
                <a:gd name="connsiteX500" fmla="*/ 3150629 w 5032666"/>
                <a:gd name="connsiteY500" fmla="*/ 419100 h 419100"/>
                <a:gd name="connsiteX501" fmla="*/ 3112082 w 5032666"/>
                <a:gd name="connsiteY501" fmla="*/ 419100 h 419100"/>
                <a:gd name="connsiteX502" fmla="*/ 3101346 w 5032666"/>
                <a:gd name="connsiteY502" fmla="*/ 419100 h 419100"/>
                <a:gd name="connsiteX503" fmla="*/ 3080041 w 5032666"/>
                <a:gd name="connsiteY503" fmla="*/ 419100 h 419100"/>
                <a:gd name="connsiteX504" fmla="*/ 3055379 w 5032666"/>
                <a:gd name="connsiteY504" fmla="*/ 419100 h 419100"/>
                <a:gd name="connsiteX505" fmla="*/ 3030758 w 5032666"/>
                <a:gd name="connsiteY505" fmla="*/ 419100 h 419100"/>
                <a:gd name="connsiteX506" fmla="*/ 3023338 w 5032666"/>
                <a:gd name="connsiteY506" fmla="*/ 419100 h 419100"/>
                <a:gd name="connsiteX507" fmla="*/ 2984791 w 5032666"/>
                <a:gd name="connsiteY507" fmla="*/ 419100 h 419100"/>
                <a:gd name="connsiteX508" fmla="*/ 2975266 w 5032666"/>
                <a:gd name="connsiteY508" fmla="*/ 419100 h 419100"/>
                <a:gd name="connsiteX509" fmla="*/ 2974055 w 5032666"/>
                <a:gd name="connsiteY509" fmla="*/ 419100 h 419100"/>
                <a:gd name="connsiteX510" fmla="*/ 2959683 w 5032666"/>
                <a:gd name="connsiteY510" fmla="*/ 419100 h 419100"/>
                <a:gd name="connsiteX511" fmla="*/ 2928088 w 5032666"/>
                <a:gd name="connsiteY511" fmla="*/ 419100 h 419100"/>
                <a:gd name="connsiteX512" fmla="*/ 2925983 w 5032666"/>
                <a:gd name="connsiteY512" fmla="*/ 419100 h 419100"/>
                <a:gd name="connsiteX513" fmla="*/ 2918563 w 5032666"/>
                <a:gd name="connsiteY513" fmla="*/ 419100 h 419100"/>
                <a:gd name="connsiteX514" fmla="*/ 2910400 w 5032666"/>
                <a:gd name="connsiteY514" fmla="*/ 419100 h 419100"/>
                <a:gd name="connsiteX515" fmla="*/ 2902980 w 5032666"/>
                <a:gd name="connsiteY515" fmla="*/ 419100 h 419100"/>
                <a:gd name="connsiteX516" fmla="*/ 2891687 w 5032666"/>
                <a:gd name="connsiteY516" fmla="*/ 419100 h 419100"/>
                <a:gd name="connsiteX517" fmla="*/ 2880016 w 5032666"/>
                <a:gd name="connsiteY517" fmla="*/ 419100 h 419100"/>
                <a:gd name="connsiteX518" fmla="*/ 2870490 w 5032666"/>
                <a:gd name="connsiteY518" fmla="*/ 419100 h 419100"/>
                <a:gd name="connsiteX519" fmla="*/ 2869280 w 5032666"/>
                <a:gd name="connsiteY519" fmla="*/ 419100 h 419100"/>
                <a:gd name="connsiteX520" fmla="*/ 2864433 w 5032666"/>
                <a:gd name="connsiteY520" fmla="*/ 419100 h 419100"/>
                <a:gd name="connsiteX521" fmla="*/ 2854908 w 5032666"/>
                <a:gd name="connsiteY521" fmla="*/ 419100 h 419100"/>
                <a:gd name="connsiteX522" fmla="*/ 2853697 w 5032666"/>
                <a:gd name="connsiteY522" fmla="*/ 419100 h 419100"/>
                <a:gd name="connsiteX523" fmla="*/ 2842404 w 5032666"/>
                <a:gd name="connsiteY523" fmla="*/ 419100 h 419100"/>
                <a:gd name="connsiteX524" fmla="*/ 2834984 w 5032666"/>
                <a:gd name="connsiteY524" fmla="*/ 419100 h 419100"/>
                <a:gd name="connsiteX525" fmla="*/ 2823313 w 5032666"/>
                <a:gd name="connsiteY525" fmla="*/ 419100 h 419100"/>
                <a:gd name="connsiteX526" fmla="*/ 2821207 w 5032666"/>
                <a:gd name="connsiteY526" fmla="*/ 419100 h 419100"/>
                <a:gd name="connsiteX527" fmla="*/ 2813787 w 5032666"/>
                <a:gd name="connsiteY527" fmla="*/ 419100 h 419100"/>
                <a:gd name="connsiteX528" fmla="*/ 2807730 w 5032666"/>
                <a:gd name="connsiteY528" fmla="*/ 419100 h 419100"/>
                <a:gd name="connsiteX529" fmla="*/ 2805625 w 5032666"/>
                <a:gd name="connsiteY529" fmla="*/ 419100 h 419100"/>
                <a:gd name="connsiteX530" fmla="*/ 2798205 w 5032666"/>
                <a:gd name="connsiteY530" fmla="*/ 419100 h 419100"/>
                <a:gd name="connsiteX531" fmla="*/ 2796437 w 5032666"/>
                <a:gd name="connsiteY531" fmla="*/ 419100 h 419100"/>
                <a:gd name="connsiteX532" fmla="*/ 2785701 w 5032666"/>
                <a:gd name="connsiteY532" fmla="*/ 419100 h 419100"/>
                <a:gd name="connsiteX533" fmla="*/ 2775240 w 5032666"/>
                <a:gd name="connsiteY533" fmla="*/ 419100 h 419100"/>
                <a:gd name="connsiteX534" fmla="*/ 2771329 w 5032666"/>
                <a:gd name="connsiteY534" fmla="*/ 419100 h 419100"/>
                <a:gd name="connsiteX535" fmla="*/ 2765715 w 5032666"/>
                <a:gd name="connsiteY535" fmla="*/ 419100 h 419100"/>
                <a:gd name="connsiteX536" fmla="*/ 2764504 w 5032666"/>
                <a:gd name="connsiteY536" fmla="*/ 419100 h 419100"/>
                <a:gd name="connsiteX537" fmla="*/ 2759658 w 5032666"/>
                <a:gd name="connsiteY537" fmla="*/ 419100 h 419100"/>
                <a:gd name="connsiteX538" fmla="*/ 2750132 w 5032666"/>
                <a:gd name="connsiteY538" fmla="*/ 419100 h 419100"/>
                <a:gd name="connsiteX539" fmla="*/ 2748922 w 5032666"/>
                <a:gd name="connsiteY539" fmla="*/ 419100 h 419100"/>
                <a:gd name="connsiteX540" fmla="*/ 2739734 w 5032666"/>
                <a:gd name="connsiteY540" fmla="*/ 419100 h 419100"/>
                <a:gd name="connsiteX541" fmla="*/ 2722046 w 5032666"/>
                <a:gd name="connsiteY541" fmla="*/ 419100 h 419100"/>
                <a:gd name="connsiteX542" fmla="*/ 2718537 w 5032666"/>
                <a:gd name="connsiteY542" fmla="*/ 419100 h 419100"/>
                <a:gd name="connsiteX543" fmla="*/ 2716432 w 5032666"/>
                <a:gd name="connsiteY543" fmla="*/ 419100 h 419100"/>
                <a:gd name="connsiteX544" fmla="*/ 2714626 w 5032666"/>
                <a:gd name="connsiteY544" fmla="*/ 419100 h 419100"/>
                <a:gd name="connsiteX545" fmla="*/ 2709012 w 5032666"/>
                <a:gd name="connsiteY545" fmla="*/ 419100 h 419100"/>
                <a:gd name="connsiteX546" fmla="*/ 2702955 w 5032666"/>
                <a:gd name="connsiteY546" fmla="*/ 419100 h 419100"/>
                <a:gd name="connsiteX547" fmla="*/ 2700849 w 5032666"/>
                <a:gd name="connsiteY547" fmla="*/ 419100 h 419100"/>
                <a:gd name="connsiteX548" fmla="*/ 2693429 w 5032666"/>
                <a:gd name="connsiteY548" fmla="*/ 419100 h 419100"/>
                <a:gd name="connsiteX549" fmla="*/ 2682136 w 5032666"/>
                <a:gd name="connsiteY549" fmla="*/ 419100 h 419100"/>
                <a:gd name="connsiteX550" fmla="*/ 2676079 w 5032666"/>
                <a:gd name="connsiteY550" fmla="*/ 419100 h 419100"/>
                <a:gd name="connsiteX551" fmla="*/ 2670465 w 5032666"/>
                <a:gd name="connsiteY551" fmla="*/ 419100 h 419100"/>
                <a:gd name="connsiteX552" fmla="*/ 2665343 w 5032666"/>
                <a:gd name="connsiteY552" fmla="*/ 419100 h 419100"/>
                <a:gd name="connsiteX553" fmla="*/ 2659729 w 5032666"/>
                <a:gd name="connsiteY553" fmla="*/ 419100 h 419100"/>
                <a:gd name="connsiteX554" fmla="*/ 2654882 w 5032666"/>
                <a:gd name="connsiteY554" fmla="*/ 419100 h 419100"/>
                <a:gd name="connsiteX555" fmla="*/ 2645357 w 5032666"/>
                <a:gd name="connsiteY555" fmla="*/ 419100 h 419100"/>
                <a:gd name="connsiteX556" fmla="*/ 2644146 w 5032666"/>
                <a:gd name="connsiteY556" fmla="*/ 419100 h 419100"/>
                <a:gd name="connsiteX557" fmla="*/ 2632853 w 5032666"/>
                <a:gd name="connsiteY557" fmla="*/ 419100 h 419100"/>
                <a:gd name="connsiteX558" fmla="*/ 2625433 w 5032666"/>
                <a:gd name="connsiteY558" fmla="*/ 419100 h 419100"/>
                <a:gd name="connsiteX559" fmla="*/ 2619376 w 5032666"/>
                <a:gd name="connsiteY559" fmla="*/ 419100 h 419100"/>
                <a:gd name="connsiteX560" fmla="*/ 2613762 w 5032666"/>
                <a:gd name="connsiteY560" fmla="*/ 419100 h 419100"/>
                <a:gd name="connsiteX561" fmla="*/ 2598179 w 5032666"/>
                <a:gd name="connsiteY561" fmla="*/ 419100 h 419100"/>
                <a:gd name="connsiteX562" fmla="*/ 2596074 w 5032666"/>
                <a:gd name="connsiteY562" fmla="*/ 419100 h 419100"/>
                <a:gd name="connsiteX563" fmla="*/ 2588654 w 5032666"/>
                <a:gd name="connsiteY563" fmla="*/ 419100 h 419100"/>
                <a:gd name="connsiteX564" fmla="*/ 2586886 w 5032666"/>
                <a:gd name="connsiteY564" fmla="*/ 419100 h 419100"/>
                <a:gd name="connsiteX565" fmla="*/ 2576150 w 5032666"/>
                <a:gd name="connsiteY565" fmla="*/ 419100 h 419100"/>
                <a:gd name="connsiteX566" fmla="*/ 2561778 w 5032666"/>
                <a:gd name="connsiteY566" fmla="*/ 419100 h 419100"/>
                <a:gd name="connsiteX567" fmla="*/ 2550107 w 5032666"/>
                <a:gd name="connsiteY567" fmla="*/ 419100 h 419100"/>
                <a:gd name="connsiteX568" fmla="*/ 2539371 w 5032666"/>
                <a:gd name="connsiteY568" fmla="*/ 419100 h 419100"/>
                <a:gd name="connsiteX569" fmla="*/ 2530183 w 5032666"/>
                <a:gd name="connsiteY569" fmla="*/ 419100 h 419100"/>
                <a:gd name="connsiteX570" fmla="*/ 2518066 w 5032666"/>
                <a:gd name="connsiteY570" fmla="*/ 419100 h 419100"/>
                <a:gd name="connsiteX571" fmla="*/ 2512495 w 5032666"/>
                <a:gd name="connsiteY571" fmla="*/ 419100 h 419100"/>
                <a:gd name="connsiteX572" fmla="*/ 2505075 w 5032666"/>
                <a:gd name="connsiteY572" fmla="*/ 419100 h 419100"/>
                <a:gd name="connsiteX573" fmla="*/ 2493404 w 5032666"/>
                <a:gd name="connsiteY573" fmla="*/ 419100 h 419100"/>
                <a:gd name="connsiteX574" fmla="*/ 2468783 w 5032666"/>
                <a:gd name="connsiteY574" fmla="*/ 419100 h 419100"/>
                <a:gd name="connsiteX575" fmla="*/ 2466528 w 5032666"/>
                <a:gd name="connsiteY575" fmla="*/ 419100 h 419100"/>
                <a:gd name="connsiteX576" fmla="*/ 2461363 w 5032666"/>
                <a:gd name="connsiteY576" fmla="*/ 419100 h 419100"/>
                <a:gd name="connsiteX577" fmla="*/ 2455792 w 5032666"/>
                <a:gd name="connsiteY577" fmla="*/ 419100 h 419100"/>
                <a:gd name="connsiteX578" fmla="*/ 2434487 w 5032666"/>
                <a:gd name="connsiteY578" fmla="*/ 419100 h 419100"/>
                <a:gd name="connsiteX579" fmla="*/ 2422816 w 5032666"/>
                <a:gd name="connsiteY579" fmla="*/ 419100 h 419100"/>
                <a:gd name="connsiteX580" fmla="*/ 2412080 w 5032666"/>
                <a:gd name="connsiteY580" fmla="*/ 419100 h 419100"/>
                <a:gd name="connsiteX581" fmla="*/ 2409825 w 5032666"/>
                <a:gd name="connsiteY581" fmla="*/ 419100 h 419100"/>
                <a:gd name="connsiteX582" fmla="*/ 2397708 w 5032666"/>
                <a:gd name="connsiteY582" fmla="*/ 419100 h 419100"/>
                <a:gd name="connsiteX583" fmla="*/ 2385204 w 5032666"/>
                <a:gd name="connsiteY583" fmla="*/ 419100 h 419100"/>
                <a:gd name="connsiteX584" fmla="*/ 2377784 w 5032666"/>
                <a:gd name="connsiteY584" fmla="*/ 419100 h 419100"/>
                <a:gd name="connsiteX585" fmla="*/ 2366113 w 5032666"/>
                <a:gd name="connsiteY585" fmla="*/ 419100 h 419100"/>
                <a:gd name="connsiteX586" fmla="*/ 2348425 w 5032666"/>
                <a:gd name="connsiteY586" fmla="*/ 419100 h 419100"/>
                <a:gd name="connsiteX587" fmla="*/ 2341005 w 5032666"/>
                <a:gd name="connsiteY587" fmla="*/ 419100 h 419100"/>
                <a:gd name="connsiteX588" fmla="*/ 2339237 w 5032666"/>
                <a:gd name="connsiteY588" fmla="*/ 419100 h 419100"/>
                <a:gd name="connsiteX589" fmla="*/ 2329712 w 5032666"/>
                <a:gd name="connsiteY589" fmla="*/ 419100 h 419100"/>
                <a:gd name="connsiteX590" fmla="*/ 2328501 w 5032666"/>
                <a:gd name="connsiteY590" fmla="*/ 419100 h 419100"/>
                <a:gd name="connsiteX591" fmla="*/ 2314129 w 5032666"/>
                <a:gd name="connsiteY591" fmla="*/ 419100 h 419100"/>
                <a:gd name="connsiteX592" fmla="*/ 2308515 w 5032666"/>
                <a:gd name="connsiteY592" fmla="*/ 419100 h 419100"/>
                <a:gd name="connsiteX593" fmla="*/ 2302458 w 5032666"/>
                <a:gd name="connsiteY593" fmla="*/ 419100 h 419100"/>
                <a:gd name="connsiteX594" fmla="*/ 2291722 w 5032666"/>
                <a:gd name="connsiteY594" fmla="*/ 419100 h 419100"/>
                <a:gd name="connsiteX595" fmla="*/ 2282534 w 5032666"/>
                <a:gd name="connsiteY595" fmla="*/ 419100 h 419100"/>
                <a:gd name="connsiteX596" fmla="*/ 2280429 w 5032666"/>
                <a:gd name="connsiteY596" fmla="*/ 419100 h 419100"/>
                <a:gd name="connsiteX597" fmla="*/ 2273009 w 5032666"/>
                <a:gd name="connsiteY597" fmla="*/ 419100 h 419100"/>
                <a:gd name="connsiteX598" fmla="*/ 2264846 w 5032666"/>
                <a:gd name="connsiteY598" fmla="*/ 419100 h 419100"/>
                <a:gd name="connsiteX599" fmla="*/ 2259232 w 5032666"/>
                <a:gd name="connsiteY599" fmla="*/ 419100 h 419100"/>
                <a:gd name="connsiteX600" fmla="*/ 2257426 w 5032666"/>
                <a:gd name="connsiteY600" fmla="*/ 419100 h 419100"/>
                <a:gd name="connsiteX601" fmla="*/ 2251812 w 5032666"/>
                <a:gd name="connsiteY601" fmla="*/ 419100 h 419100"/>
                <a:gd name="connsiteX602" fmla="*/ 2245755 w 5032666"/>
                <a:gd name="connsiteY602" fmla="*/ 419100 h 419100"/>
                <a:gd name="connsiteX603" fmla="*/ 2234462 w 5032666"/>
                <a:gd name="connsiteY603" fmla="*/ 419100 h 419100"/>
                <a:gd name="connsiteX604" fmla="*/ 2224936 w 5032666"/>
                <a:gd name="connsiteY604" fmla="*/ 419100 h 419100"/>
                <a:gd name="connsiteX605" fmla="*/ 2223726 w 5032666"/>
                <a:gd name="connsiteY605" fmla="*/ 419100 h 419100"/>
                <a:gd name="connsiteX606" fmla="*/ 2218879 w 5032666"/>
                <a:gd name="connsiteY606" fmla="*/ 419100 h 419100"/>
                <a:gd name="connsiteX607" fmla="*/ 2213265 w 5032666"/>
                <a:gd name="connsiteY607" fmla="*/ 419100 h 419100"/>
                <a:gd name="connsiteX608" fmla="*/ 2209354 w 5032666"/>
                <a:gd name="connsiteY608" fmla="*/ 419100 h 419100"/>
                <a:gd name="connsiteX609" fmla="*/ 2208143 w 5032666"/>
                <a:gd name="connsiteY609" fmla="*/ 419100 h 419100"/>
                <a:gd name="connsiteX610" fmla="*/ 2202529 w 5032666"/>
                <a:gd name="connsiteY610" fmla="*/ 419100 h 419100"/>
                <a:gd name="connsiteX611" fmla="*/ 2188157 w 5032666"/>
                <a:gd name="connsiteY611" fmla="*/ 419100 h 419100"/>
                <a:gd name="connsiteX612" fmla="*/ 2177759 w 5032666"/>
                <a:gd name="connsiteY612" fmla="*/ 419100 h 419100"/>
                <a:gd name="connsiteX613" fmla="*/ 2175653 w 5032666"/>
                <a:gd name="connsiteY613" fmla="*/ 419100 h 419100"/>
                <a:gd name="connsiteX614" fmla="*/ 2168233 w 5032666"/>
                <a:gd name="connsiteY614" fmla="*/ 419100 h 419100"/>
                <a:gd name="connsiteX615" fmla="*/ 2162176 w 5032666"/>
                <a:gd name="connsiteY615" fmla="*/ 419100 h 419100"/>
                <a:gd name="connsiteX616" fmla="*/ 2160071 w 5032666"/>
                <a:gd name="connsiteY616" fmla="*/ 419100 h 419100"/>
                <a:gd name="connsiteX617" fmla="*/ 2156562 w 5032666"/>
                <a:gd name="connsiteY617" fmla="*/ 419100 h 419100"/>
                <a:gd name="connsiteX618" fmla="*/ 2152651 w 5032666"/>
                <a:gd name="connsiteY618" fmla="*/ 419100 h 419100"/>
                <a:gd name="connsiteX619" fmla="*/ 2138874 w 5032666"/>
                <a:gd name="connsiteY619" fmla="*/ 419100 h 419100"/>
                <a:gd name="connsiteX620" fmla="*/ 2131454 w 5032666"/>
                <a:gd name="connsiteY620" fmla="*/ 419100 h 419100"/>
                <a:gd name="connsiteX621" fmla="*/ 2129686 w 5032666"/>
                <a:gd name="connsiteY621" fmla="*/ 419100 h 419100"/>
                <a:gd name="connsiteX622" fmla="*/ 2120161 w 5032666"/>
                <a:gd name="connsiteY622" fmla="*/ 419100 h 419100"/>
                <a:gd name="connsiteX623" fmla="*/ 2118950 w 5032666"/>
                <a:gd name="connsiteY623" fmla="*/ 419100 h 419100"/>
                <a:gd name="connsiteX624" fmla="*/ 2114104 w 5032666"/>
                <a:gd name="connsiteY624" fmla="*/ 419100 h 419100"/>
                <a:gd name="connsiteX625" fmla="*/ 2104578 w 5032666"/>
                <a:gd name="connsiteY625" fmla="*/ 419100 h 419100"/>
                <a:gd name="connsiteX626" fmla="*/ 2103368 w 5032666"/>
                <a:gd name="connsiteY626" fmla="*/ 419100 h 419100"/>
                <a:gd name="connsiteX627" fmla="*/ 2092907 w 5032666"/>
                <a:gd name="connsiteY627" fmla="*/ 419100 h 419100"/>
                <a:gd name="connsiteX628" fmla="*/ 2082171 w 5032666"/>
                <a:gd name="connsiteY628" fmla="*/ 419100 h 419100"/>
                <a:gd name="connsiteX629" fmla="*/ 2072983 w 5032666"/>
                <a:gd name="connsiteY629" fmla="*/ 419100 h 419100"/>
                <a:gd name="connsiteX630" fmla="*/ 2070878 w 5032666"/>
                <a:gd name="connsiteY630" fmla="*/ 419100 h 419100"/>
                <a:gd name="connsiteX631" fmla="*/ 2063458 w 5032666"/>
                <a:gd name="connsiteY631" fmla="*/ 419100 h 419100"/>
                <a:gd name="connsiteX632" fmla="*/ 2057401 w 5032666"/>
                <a:gd name="connsiteY632" fmla="*/ 419100 h 419100"/>
                <a:gd name="connsiteX633" fmla="*/ 2055295 w 5032666"/>
                <a:gd name="connsiteY633" fmla="*/ 419100 h 419100"/>
                <a:gd name="connsiteX634" fmla="*/ 2047875 w 5032666"/>
                <a:gd name="connsiteY634" fmla="*/ 419100 h 419100"/>
                <a:gd name="connsiteX635" fmla="*/ 2036204 w 5032666"/>
                <a:gd name="connsiteY635" fmla="*/ 419100 h 419100"/>
                <a:gd name="connsiteX636" fmla="*/ 2024911 w 5032666"/>
                <a:gd name="connsiteY636" fmla="*/ 419100 h 419100"/>
                <a:gd name="connsiteX637" fmla="*/ 2014175 w 5032666"/>
                <a:gd name="connsiteY637" fmla="*/ 419100 h 419100"/>
                <a:gd name="connsiteX638" fmla="*/ 2009328 w 5032666"/>
                <a:gd name="connsiteY638" fmla="*/ 419100 h 419100"/>
                <a:gd name="connsiteX639" fmla="*/ 1999803 w 5032666"/>
                <a:gd name="connsiteY639" fmla="*/ 419100 h 419100"/>
                <a:gd name="connsiteX640" fmla="*/ 1998592 w 5032666"/>
                <a:gd name="connsiteY640" fmla="*/ 419100 h 419100"/>
                <a:gd name="connsiteX641" fmla="*/ 1968208 w 5032666"/>
                <a:gd name="connsiteY641" fmla="*/ 419100 h 419100"/>
                <a:gd name="connsiteX642" fmla="*/ 1952625 w 5032666"/>
                <a:gd name="connsiteY642" fmla="*/ 419100 h 419100"/>
                <a:gd name="connsiteX643" fmla="*/ 1950520 w 5032666"/>
                <a:gd name="connsiteY643" fmla="*/ 419100 h 419100"/>
                <a:gd name="connsiteX644" fmla="*/ 1943100 w 5032666"/>
                <a:gd name="connsiteY644" fmla="*/ 419100 h 419100"/>
                <a:gd name="connsiteX645" fmla="*/ 1904553 w 5032666"/>
                <a:gd name="connsiteY645" fmla="*/ 419100 h 419100"/>
                <a:gd name="connsiteX646" fmla="*/ 1893817 w 5032666"/>
                <a:gd name="connsiteY646" fmla="*/ 419100 h 419100"/>
                <a:gd name="connsiteX647" fmla="*/ 1872512 w 5032666"/>
                <a:gd name="connsiteY647" fmla="*/ 419100 h 419100"/>
                <a:gd name="connsiteX648" fmla="*/ 1847850 w 5032666"/>
                <a:gd name="connsiteY648" fmla="*/ 419100 h 419100"/>
                <a:gd name="connsiteX649" fmla="*/ 1823229 w 5032666"/>
                <a:gd name="connsiteY649" fmla="*/ 419100 h 419100"/>
                <a:gd name="connsiteX650" fmla="*/ 1815809 w 5032666"/>
                <a:gd name="connsiteY650" fmla="*/ 419100 h 419100"/>
                <a:gd name="connsiteX651" fmla="*/ 1777262 w 5032666"/>
                <a:gd name="connsiteY651" fmla="*/ 419100 h 419100"/>
                <a:gd name="connsiteX652" fmla="*/ 1766526 w 5032666"/>
                <a:gd name="connsiteY652" fmla="*/ 419100 h 419100"/>
                <a:gd name="connsiteX653" fmla="*/ 1752154 w 5032666"/>
                <a:gd name="connsiteY653" fmla="*/ 419100 h 419100"/>
                <a:gd name="connsiteX654" fmla="*/ 1720559 w 5032666"/>
                <a:gd name="connsiteY654" fmla="*/ 419100 h 419100"/>
                <a:gd name="connsiteX655" fmla="*/ 1702871 w 5032666"/>
                <a:gd name="connsiteY655" fmla="*/ 419100 h 419100"/>
                <a:gd name="connsiteX656" fmla="*/ 1695451 w 5032666"/>
                <a:gd name="connsiteY656" fmla="*/ 419100 h 419100"/>
                <a:gd name="connsiteX657" fmla="*/ 1662961 w 5032666"/>
                <a:gd name="connsiteY657" fmla="*/ 419100 h 419100"/>
                <a:gd name="connsiteX658" fmla="*/ 1656904 w 5032666"/>
                <a:gd name="connsiteY658" fmla="*/ 419100 h 419100"/>
                <a:gd name="connsiteX659" fmla="*/ 1646168 w 5032666"/>
                <a:gd name="connsiteY659" fmla="*/ 419100 h 419100"/>
                <a:gd name="connsiteX660" fmla="*/ 1613678 w 5032666"/>
                <a:gd name="connsiteY660" fmla="*/ 419100 h 419100"/>
                <a:gd name="connsiteX661" fmla="*/ 1606258 w 5032666"/>
                <a:gd name="connsiteY661" fmla="*/ 419100 h 419100"/>
                <a:gd name="connsiteX662" fmla="*/ 1600201 w 5032666"/>
                <a:gd name="connsiteY662" fmla="*/ 419100 h 419100"/>
                <a:gd name="connsiteX663" fmla="*/ 1584616 w 5032666"/>
                <a:gd name="connsiteY663" fmla="*/ 419100 h 419100"/>
                <a:gd name="connsiteX664" fmla="*/ 1567711 w 5032666"/>
                <a:gd name="connsiteY664" fmla="*/ 419100 h 419100"/>
                <a:gd name="connsiteX665" fmla="*/ 1556975 w 5032666"/>
                <a:gd name="connsiteY665" fmla="*/ 419100 h 419100"/>
                <a:gd name="connsiteX666" fmla="*/ 1542603 w 5032666"/>
                <a:gd name="connsiteY666" fmla="*/ 419100 h 419100"/>
                <a:gd name="connsiteX667" fmla="*/ 1535333 w 5032666"/>
                <a:gd name="connsiteY667" fmla="*/ 419100 h 419100"/>
                <a:gd name="connsiteX668" fmla="*/ 1527913 w 5032666"/>
                <a:gd name="connsiteY668" fmla="*/ 419100 h 419100"/>
                <a:gd name="connsiteX669" fmla="*/ 1511008 w 5032666"/>
                <a:gd name="connsiteY669" fmla="*/ 419100 h 419100"/>
                <a:gd name="connsiteX670" fmla="*/ 1493320 w 5032666"/>
                <a:gd name="connsiteY670" fmla="*/ 419100 h 419100"/>
                <a:gd name="connsiteX671" fmla="*/ 1489366 w 5032666"/>
                <a:gd name="connsiteY671" fmla="*/ 419100 h 419100"/>
                <a:gd name="connsiteX672" fmla="*/ 1485900 w 5032666"/>
                <a:gd name="connsiteY672" fmla="*/ 419100 h 419100"/>
                <a:gd name="connsiteX673" fmla="*/ 1478630 w 5032666"/>
                <a:gd name="connsiteY673" fmla="*/ 419100 h 419100"/>
                <a:gd name="connsiteX674" fmla="*/ 1464258 w 5032666"/>
                <a:gd name="connsiteY674" fmla="*/ 419100 h 419100"/>
                <a:gd name="connsiteX675" fmla="*/ 1447353 w 5032666"/>
                <a:gd name="connsiteY675" fmla="*/ 419100 h 419100"/>
                <a:gd name="connsiteX676" fmla="*/ 1436617 w 5032666"/>
                <a:gd name="connsiteY676" fmla="*/ 419100 h 419100"/>
                <a:gd name="connsiteX677" fmla="*/ 1432663 w 5032666"/>
                <a:gd name="connsiteY677" fmla="*/ 419100 h 419100"/>
                <a:gd name="connsiteX678" fmla="*/ 1414975 w 5032666"/>
                <a:gd name="connsiteY678" fmla="*/ 419100 h 419100"/>
                <a:gd name="connsiteX679" fmla="*/ 1407555 w 5032666"/>
                <a:gd name="connsiteY679" fmla="*/ 419100 h 419100"/>
                <a:gd name="connsiteX680" fmla="*/ 1390650 w 5032666"/>
                <a:gd name="connsiteY680" fmla="*/ 419100 h 419100"/>
                <a:gd name="connsiteX681" fmla="*/ 1375065 w 5032666"/>
                <a:gd name="connsiteY681" fmla="*/ 419100 h 419100"/>
                <a:gd name="connsiteX682" fmla="*/ 1369008 w 5032666"/>
                <a:gd name="connsiteY682" fmla="*/ 419100 h 419100"/>
                <a:gd name="connsiteX683" fmla="*/ 1358272 w 5032666"/>
                <a:gd name="connsiteY683" fmla="*/ 419100 h 419100"/>
                <a:gd name="connsiteX684" fmla="*/ 1325782 w 5032666"/>
                <a:gd name="connsiteY684" fmla="*/ 419100 h 419100"/>
                <a:gd name="connsiteX685" fmla="*/ 1318362 w 5032666"/>
                <a:gd name="connsiteY685" fmla="*/ 419100 h 419100"/>
                <a:gd name="connsiteX686" fmla="*/ 1312305 w 5032666"/>
                <a:gd name="connsiteY686" fmla="*/ 419100 h 419100"/>
                <a:gd name="connsiteX687" fmla="*/ 1279815 w 5032666"/>
                <a:gd name="connsiteY687" fmla="*/ 419100 h 419100"/>
                <a:gd name="connsiteX688" fmla="*/ 1269079 w 5032666"/>
                <a:gd name="connsiteY688" fmla="*/ 419100 h 419100"/>
                <a:gd name="connsiteX689" fmla="*/ 1254707 w 5032666"/>
                <a:gd name="connsiteY689" fmla="*/ 419100 h 419100"/>
                <a:gd name="connsiteX690" fmla="*/ 1223112 w 5032666"/>
                <a:gd name="connsiteY690" fmla="*/ 419100 h 419100"/>
                <a:gd name="connsiteX691" fmla="*/ 1205424 w 5032666"/>
                <a:gd name="connsiteY691" fmla="*/ 419100 h 419100"/>
                <a:gd name="connsiteX692" fmla="*/ 1198004 w 5032666"/>
                <a:gd name="connsiteY692" fmla="*/ 419100 h 419100"/>
                <a:gd name="connsiteX693" fmla="*/ 1159457 w 5032666"/>
                <a:gd name="connsiteY693" fmla="*/ 419100 h 419100"/>
                <a:gd name="connsiteX694" fmla="*/ 1148721 w 5032666"/>
                <a:gd name="connsiteY694" fmla="*/ 419100 h 419100"/>
                <a:gd name="connsiteX695" fmla="*/ 1127416 w 5032666"/>
                <a:gd name="connsiteY695" fmla="*/ 419100 h 419100"/>
                <a:gd name="connsiteX696" fmla="*/ 1102754 w 5032666"/>
                <a:gd name="connsiteY696" fmla="*/ 419100 h 419100"/>
                <a:gd name="connsiteX697" fmla="*/ 1078133 w 5032666"/>
                <a:gd name="connsiteY697" fmla="*/ 419100 h 419100"/>
                <a:gd name="connsiteX698" fmla="*/ 1070713 w 5032666"/>
                <a:gd name="connsiteY698" fmla="*/ 419100 h 419100"/>
                <a:gd name="connsiteX699" fmla="*/ 1032166 w 5032666"/>
                <a:gd name="connsiteY699" fmla="*/ 419100 h 419100"/>
                <a:gd name="connsiteX700" fmla="*/ 1021430 w 5032666"/>
                <a:gd name="connsiteY700" fmla="*/ 419100 h 419100"/>
                <a:gd name="connsiteX701" fmla="*/ 1007058 w 5032666"/>
                <a:gd name="connsiteY701" fmla="*/ 419100 h 419100"/>
                <a:gd name="connsiteX702" fmla="*/ 975463 w 5032666"/>
                <a:gd name="connsiteY702" fmla="*/ 419100 h 419100"/>
                <a:gd name="connsiteX703" fmla="*/ 957775 w 5032666"/>
                <a:gd name="connsiteY703" fmla="*/ 419100 h 419100"/>
                <a:gd name="connsiteX704" fmla="*/ 950355 w 5032666"/>
                <a:gd name="connsiteY704" fmla="*/ 419100 h 419100"/>
                <a:gd name="connsiteX705" fmla="*/ 939062 w 5032666"/>
                <a:gd name="connsiteY705" fmla="*/ 419100 h 419100"/>
                <a:gd name="connsiteX706" fmla="*/ 917865 w 5032666"/>
                <a:gd name="connsiteY706" fmla="*/ 419100 h 419100"/>
                <a:gd name="connsiteX707" fmla="*/ 911808 w 5032666"/>
                <a:gd name="connsiteY707" fmla="*/ 419100 h 419100"/>
                <a:gd name="connsiteX708" fmla="*/ 901072 w 5032666"/>
                <a:gd name="connsiteY708" fmla="*/ 419100 h 419100"/>
                <a:gd name="connsiteX709" fmla="*/ 889779 w 5032666"/>
                <a:gd name="connsiteY709" fmla="*/ 419100 h 419100"/>
                <a:gd name="connsiteX710" fmla="*/ 882359 w 5032666"/>
                <a:gd name="connsiteY710" fmla="*/ 419100 h 419100"/>
                <a:gd name="connsiteX711" fmla="*/ 868582 w 5032666"/>
                <a:gd name="connsiteY711" fmla="*/ 419100 h 419100"/>
                <a:gd name="connsiteX712" fmla="*/ 861162 w 5032666"/>
                <a:gd name="connsiteY712" fmla="*/ 419100 h 419100"/>
                <a:gd name="connsiteX713" fmla="*/ 855105 w 5032666"/>
                <a:gd name="connsiteY713" fmla="*/ 419100 h 419100"/>
                <a:gd name="connsiteX714" fmla="*/ 843812 w 5032666"/>
                <a:gd name="connsiteY714" fmla="*/ 419100 h 419100"/>
                <a:gd name="connsiteX715" fmla="*/ 833076 w 5032666"/>
                <a:gd name="connsiteY715" fmla="*/ 419100 h 419100"/>
                <a:gd name="connsiteX716" fmla="*/ 822615 w 5032666"/>
                <a:gd name="connsiteY716" fmla="*/ 419100 h 419100"/>
                <a:gd name="connsiteX717" fmla="*/ 818704 w 5032666"/>
                <a:gd name="connsiteY717" fmla="*/ 419100 h 419100"/>
                <a:gd name="connsiteX718" fmla="*/ 811879 w 5032666"/>
                <a:gd name="connsiteY718" fmla="*/ 419100 h 419100"/>
                <a:gd name="connsiteX719" fmla="*/ 797507 w 5032666"/>
                <a:gd name="connsiteY719" fmla="*/ 419100 h 419100"/>
                <a:gd name="connsiteX720" fmla="*/ 787109 w 5032666"/>
                <a:gd name="connsiteY720" fmla="*/ 419100 h 419100"/>
                <a:gd name="connsiteX721" fmla="*/ 769421 w 5032666"/>
                <a:gd name="connsiteY721" fmla="*/ 419100 h 419100"/>
                <a:gd name="connsiteX722" fmla="*/ 765912 w 5032666"/>
                <a:gd name="connsiteY722" fmla="*/ 419100 h 419100"/>
                <a:gd name="connsiteX723" fmla="*/ 762001 w 5032666"/>
                <a:gd name="connsiteY723" fmla="*/ 419100 h 419100"/>
                <a:gd name="connsiteX724" fmla="*/ 748224 w 5032666"/>
                <a:gd name="connsiteY724" fmla="*/ 419100 h 419100"/>
                <a:gd name="connsiteX725" fmla="*/ 740804 w 5032666"/>
                <a:gd name="connsiteY725" fmla="*/ 419100 h 419100"/>
                <a:gd name="connsiteX726" fmla="*/ 729511 w 5032666"/>
                <a:gd name="connsiteY726" fmla="*/ 419100 h 419100"/>
                <a:gd name="connsiteX727" fmla="*/ 723454 w 5032666"/>
                <a:gd name="connsiteY727" fmla="*/ 419100 h 419100"/>
                <a:gd name="connsiteX728" fmla="*/ 712718 w 5032666"/>
                <a:gd name="connsiteY728" fmla="*/ 419100 h 419100"/>
                <a:gd name="connsiteX729" fmla="*/ 702257 w 5032666"/>
                <a:gd name="connsiteY729" fmla="*/ 419100 h 419100"/>
                <a:gd name="connsiteX730" fmla="*/ 691521 w 5032666"/>
                <a:gd name="connsiteY730" fmla="*/ 419100 h 419100"/>
                <a:gd name="connsiteX731" fmla="*/ 680228 w 5032666"/>
                <a:gd name="connsiteY731" fmla="*/ 419100 h 419100"/>
                <a:gd name="connsiteX732" fmla="*/ 672808 w 5032666"/>
                <a:gd name="connsiteY732" fmla="*/ 419100 h 419100"/>
                <a:gd name="connsiteX733" fmla="*/ 666751 w 5032666"/>
                <a:gd name="connsiteY733" fmla="*/ 419100 h 419100"/>
                <a:gd name="connsiteX734" fmla="*/ 645554 w 5032666"/>
                <a:gd name="connsiteY734" fmla="*/ 419100 h 419100"/>
                <a:gd name="connsiteX735" fmla="*/ 634261 w 5032666"/>
                <a:gd name="connsiteY735" fmla="*/ 419100 h 419100"/>
                <a:gd name="connsiteX736" fmla="*/ 623525 w 5032666"/>
                <a:gd name="connsiteY736" fmla="*/ 419100 h 419100"/>
                <a:gd name="connsiteX737" fmla="*/ 609153 w 5032666"/>
                <a:gd name="connsiteY737" fmla="*/ 419100 h 419100"/>
                <a:gd name="connsiteX738" fmla="*/ 577558 w 5032666"/>
                <a:gd name="connsiteY738" fmla="*/ 419100 h 419100"/>
                <a:gd name="connsiteX739" fmla="*/ 559870 w 5032666"/>
                <a:gd name="connsiteY739" fmla="*/ 419100 h 419100"/>
                <a:gd name="connsiteX740" fmla="*/ 552450 w 5032666"/>
                <a:gd name="connsiteY740" fmla="*/ 419100 h 419100"/>
                <a:gd name="connsiteX741" fmla="*/ 513903 w 5032666"/>
                <a:gd name="connsiteY741" fmla="*/ 419100 h 419100"/>
                <a:gd name="connsiteX742" fmla="*/ 503167 w 5032666"/>
                <a:gd name="connsiteY742" fmla="*/ 419100 h 419100"/>
                <a:gd name="connsiteX743" fmla="*/ 481862 w 5032666"/>
                <a:gd name="connsiteY743" fmla="*/ 419100 h 419100"/>
                <a:gd name="connsiteX744" fmla="*/ 457200 w 5032666"/>
                <a:gd name="connsiteY744" fmla="*/ 419100 h 419100"/>
                <a:gd name="connsiteX745" fmla="*/ 432579 w 5032666"/>
                <a:gd name="connsiteY745" fmla="*/ 419100 h 419100"/>
                <a:gd name="connsiteX746" fmla="*/ 425159 w 5032666"/>
                <a:gd name="connsiteY746" fmla="*/ 419100 h 419100"/>
                <a:gd name="connsiteX747" fmla="*/ 386612 w 5032666"/>
                <a:gd name="connsiteY747" fmla="*/ 419100 h 419100"/>
                <a:gd name="connsiteX748" fmla="*/ 375876 w 5032666"/>
                <a:gd name="connsiteY748" fmla="*/ 419100 h 419100"/>
                <a:gd name="connsiteX749" fmla="*/ 361504 w 5032666"/>
                <a:gd name="connsiteY749" fmla="*/ 419100 h 419100"/>
                <a:gd name="connsiteX750" fmla="*/ 329909 w 5032666"/>
                <a:gd name="connsiteY750" fmla="*/ 419100 h 419100"/>
                <a:gd name="connsiteX751" fmla="*/ 312221 w 5032666"/>
                <a:gd name="connsiteY751" fmla="*/ 419100 h 419100"/>
                <a:gd name="connsiteX752" fmla="*/ 304801 w 5032666"/>
                <a:gd name="connsiteY752" fmla="*/ 419100 h 419100"/>
                <a:gd name="connsiteX753" fmla="*/ 272311 w 5032666"/>
                <a:gd name="connsiteY753" fmla="*/ 419100 h 419100"/>
                <a:gd name="connsiteX754" fmla="*/ 266254 w 5032666"/>
                <a:gd name="connsiteY754" fmla="*/ 419100 h 419100"/>
                <a:gd name="connsiteX755" fmla="*/ 255518 w 5032666"/>
                <a:gd name="connsiteY755" fmla="*/ 419100 h 419100"/>
                <a:gd name="connsiteX756" fmla="*/ 223028 w 5032666"/>
                <a:gd name="connsiteY756" fmla="*/ 419100 h 419100"/>
                <a:gd name="connsiteX757" fmla="*/ 215608 w 5032666"/>
                <a:gd name="connsiteY757" fmla="*/ 419100 h 419100"/>
                <a:gd name="connsiteX758" fmla="*/ 209551 w 5032666"/>
                <a:gd name="connsiteY758" fmla="*/ 419100 h 419100"/>
                <a:gd name="connsiteX759" fmla="*/ 177061 w 5032666"/>
                <a:gd name="connsiteY759" fmla="*/ 419100 h 419100"/>
                <a:gd name="connsiteX760" fmla="*/ 166325 w 5032666"/>
                <a:gd name="connsiteY760" fmla="*/ 419100 h 419100"/>
                <a:gd name="connsiteX761" fmla="*/ 151953 w 5032666"/>
                <a:gd name="connsiteY761" fmla="*/ 419100 h 419100"/>
                <a:gd name="connsiteX762" fmla="*/ 120358 w 5032666"/>
                <a:gd name="connsiteY762" fmla="*/ 419100 h 419100"/>
                <a:gd name="connsiteX763" fmla="*/ 102670 w 5032666"/>
                <a:gd name="connsiteY763" fmla="*/ 419100 h 419100"/>
                <a:gd name="connsiteX764" fmla="*/ 95250 w 5032666"/>
                <a:gd name="connsiteY764" fmla="*/ 419100 h 419100"/>
                <a:gd name="connsiteX765" fmla="*/ 56703 w 5032666"/>
                <a:gd name="connsiteY765" fmla="*/ 419100 h 419100"/>
                <a:gd name="connsiteX766" fmla="*/ 45967 w 5032666"/>
                <a:gd name="connsiteY766" fmla="*/ 419100 h 419100"/>
                <a:gd name="connsiteX767" fmla="*/ 0 w 5032666"/>
                <a:gd name="connsiteY767"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Lst>
              <a:rect l="l" t="t" r="r" b="b"/>
              <a:pathLst>
                <a:path w="5032666" h="419100">
                  <a:moveTo>
                    <a:pt x="104775" y="0"/>
                  </a:moveTo>
                  <a:lnTo>
                    <a:pt x="150742" y="0"/>
                  </a:lnTo>
                  <a:lnTo>
                    <a:pt x="161478" y="0"/>
                  </a:lnTo>
                  <a:lnTo>
                    <a:pt x="200025" y="0"/>
                  </a:lnTo>
                  <a:lnTo>
                    <a:pt x="207445" y="0"/>
                  </a:lnTo>
                  <a:lnTo>
                    <a:pt x="225133" y="0"/>
                  </a:lnTo>
                  <a:lnTo>
                    <a:pt x="256728" y="0"/>
                  </a:lnTo>
                  <a:lnTo>
                    <a:pt x="271100" y="0"/>
                  </a:lnTo>
                  <a:lnTo>
                    <a:pt x="281836" y="0"/>
                  </a:lnTo>
                  <a:lnTo>
                    <a:pt x="314326" y="0"/>
                  </a:lnTo>
                  <a:lnTo>
                    <a:pt x="320383" y="0"/>
                  </a:lnTo>
                  <a:lnTo>
                    <a:pt x="327803" y="0"/>
                  </a:lnTo>
                  <a:lnTo>
                    <a:pt x="360293" y="0"/>
                  </a:lnTo>
                  <a:lnTo>
                    <a:pt x="371029" y="0"/>
                  </a:lnTo>
                  <a:lnTo>
                    <a:pt x="377086" y="0"/>
                  </a:lnTo>
                  <a:lnTo>
                    <a:pt x="409576" y="0"/>
                  </a:lnTo>
                  <a:lnTo>
                    <a:pt x="416996" y="0"/>
                  </a:lnTo>
                  <a:lnTo>
                    <a:pt x="434684" y="0"/>
                  </a:lnTo>
                  <a:lnTo>
                    <a:pt x="466279" y="0"/>
                  </a:lnTo>
                  <a:lnTo>
                    <a:pt x="480651" y="0"/>
                  </a:lnTo>
                  <a:lnTo>
                    <a:pt x="491387" y="0"/>
                  </a:lnTo>
                  <a:lnTo>
                    <a:pt x="529934" y="0"/>
                  </a:lnTo>
                  <a:lnTo>
                    <a:pt x="537354" y="0"/>
                  </a:lnTo>
                  <a:lnTo>
                    <a:pt x="561975" y="0"/>
                  </a:lnTo>
                  <a:lnTo>
                    <a:pt x="586637" y="0"/>
                  </a:lnTo>
                  <a:lnTo>
                    <a:pt x="607942" y="0"/>
                  </a:lnTo>
                  <a:lnTo>
                    <a:pt x="618678" y="0"/>
                  </a:lnTo>
                  <a:lnTo>
                    <a:pt x="657225" y="0"/>
                  </a:lnTo>
                  <a:lnTo>
                    <a:pt x="664645" y="0"/>
                  </a:lnTo>
                  <a:lnTo>
                    <a:pt x="682333" y="0"/>
                  </a:lnTo>
                  <a:lnTo>
                    <a:pt x="713928" y="0"/>
                  </a:lnTo>
                  <a:lnTo>
                    <a:pt x="728300" y="0"/>
                  </a:lnTo>
                  <a:lnTo>
                    <a:pt x="739036" y="0"/>
                  </a:lnTo>
                  <a:lnTo>
                    <a:pt x="750329" y="0"/>
                  </a:lnTo>
                  <a:lnTo>
                    <a:pt x="771526" y="0"/>
                  </a:lnTo>
                  <a:lnTo>
                    <a:pt x="777583" y="0"/>
                  </a:lnTo>
                  <a:lnTo>
                    <a:pt x="785003" y="0"/>
                  </a:lnTo>
                  <a:lnTo>
                    <a:pt x="796296" y="0"/>
                  </a:lnTo>
                  <a:lnTo>
                    <a:pt x="807032" y="0"/>
                  </a:lnTo>
                  <a:lnTo>
                    <a:pt x="817493" y="0"/>
                  </a:lnTo>
                  <a:lnTo>
                    <a:pt x="828229" y="0"/>
                  </a:lnTo>
                  <a:lnTo>
                    <a:pt x="834286" y="0"/>
                  </a:lnTo>
                  <a:lnTo>
                    <a:pt x="845579" y="0"/>
                  </a:lnTo>
                  <a:lnTo>
                    <a:pt x="852999" y="0"/>
                  </a:lnTo>
                  <a:lnTo>
                    <a:pt x="866776" y="0"/>
                  </a:lnTo>
                  <a:lnTo>
                    <a:pt x="870687" y="0"/>
                  </a:lnTo>
                  <a:lnTo>
                    <a:pt x="874196" y="0"/>
                  </a:lnTo>
                  <a:lnTo>
                    <a:pt x="891884" y="0"/>
                  </a:lnTo>
                  <a:lnTo>
                    <a:pt x="902282" y="0"/>
                  </a:lnTo>
                  <a:lnTo>
                    <a:pt x="916654" y="0"/>
                  </a:lnTo>
                  <a:lnTo>
                    <a:pt x="923479" y="0"/>
                  </a:lnTo>
                  <a:lnTo>
                    <a:pt x="927390" y="0"/>
                  </a:lnTo>
                  <a:lnTo>
                    <a:pt x="937851" y="0"/>
                  </a:lnTo>
                  <a:lnTo>
                    <a:pt x="948587" y="0"/>
                  </a:lnTo>
                  <a:lnTo>
                    <a:pt x="959880" y="0"/>
                  </a:lnTo>
                  <a:lnTo>
                    <a:pt x="965937" y="0"/>
                  </a:lnTo>
                  <a:lnTo>
                    <a:pt x="973357" y="0"/>
                  </a:lnTo>
                  <a:lnTo>
                    <a:pt x="987134" y="0"/>
                  </a:lnTo>
                  <a:lnTo>
                    <a:pt x="994554" y="0"/>
                  </a:lnTo>
                  <a:lnTo>
                    <a:pt x="1005847" y="0"/>
                  </a:lnTo>
                  <a:lnTo>
                    <a:pt x="1016583" y="0"/>
                  </a:lnTo>
                  <a:lnTo>
                    <a:pt x="1022640" y="0"/>
                  </a:lnTo>
                  <a:lnTo>
                    <a:pt x="1043837" y="0"/>
                  </a:lnTo>
                  <a:lnTo>
                    <a:pt x="1055130" y="0"/>
                  </a:lnTo>
                  <a:lnTo>
                    <a:pt x="1062550" y="0"/>
                  </a:lnTo>
                  <a:lnTo>
                    <a:pt x="1080238" y="0"/>
                  </a:lnTo>
                  <a:lnTo>
                    <a:pt x="1111833" y="0"/>
                  </a:lnTo>
                  <a:lnTo>
                    <a:pt x="1126205" y="0"/>
                  </a:lnTo>
                  <a:lnTo>
                    <a:pt x="1136941" y="0"/>
                  </a:lnTo>
                  <a:lnTo>
                    <a:pt x="1175488" y="0"/>
                  </a:lnTo>
                  <a:lnTo>
                    <a:pt x="1182908" y="0"/>
                  </a:lnTo>
                  <a:lnTo>
                    <a:pt x="1207529" y="0"/>
                  </a:lnTo>
                  <a:lnTo>
                    <a:pt x="1232191" y="0"/>
                  </a:lnTo>
                  <a:lnTo>
                    <a:pt x="1253496" y="0"/>
                  </a:lnTo>
                  <a:lnTo>
                    <a:pt x="1264232" y="0"/>
                  </a:lnTo>
                  <a:lnTo>
                    <a:pt x="1302779" y="0"/>
                  </a:lnTo>
                  <a:lnTo>
                    <a:pt x="1310199" y="0"/>
                  </a:lnTo>
                  <a:lnTo>
                    <a:pt x="1327887" y="0"/>
                  </a:lnTo>
                  <a:lnTo>
                    <a:pt x="1359482" y="0"/>
                  </a:lnTo>
                  <a:lnTo>
                    <a:pt x="1373854" y="0"/>
                  </a:lnTo>
                  <a:lnTo>
                    <a:pt x="1384590" y="0"/>
                  </a:lnTo>
                  <a:lnTo>
                    <a:pt x="1417080" y="0"/>
                  </a:lnTo>
                  <a:lnTo>
                    <a:pt x="1423137" y="0"/>
                  </a:lnTo>
                  <a:lnTo>
                    <a:pt x="1430557" y="0"/>
                  </a:lnTo>
                  <a:lnTo>
                    <a:pt x="1463047" y="0"/>
                  </a:lnTo>
                  <a:lnTo>
                    <a:pt x="1473783" y="0"/>
                  </a:lnTo>
                  <a:lnTo>
                    <a:pt x="1479840" y="0"/>
                  </a:lnTo>
                  <a:lnTo>
                    <a:pt x="1495425" y="0"/>
                  </a:lnTo>
                  <a:lnTo>
                    <a:pt x="1512330" y="0"/>
                  </a:lnTo>
                  <a:lnTo>
                    <a:pt x="1519750" y="0"/>
                  </a:lnTo>
                  <a:lnTo>
                    <a:pt x="1537438" y="0"/>
                  </a:lnTo>
                  <a:lnTo>
                    <a:pt x="1541392" y="0"/>
                  </a:lnTo>
                  <a:lnTo>
                    <a:pt x="1552128" y="0"/>
                  </a:lnTo>
                  <a:lnTo>
                    <a:pt x="1569033" y="0"/>
                  </a:lnTo>
                  <a:lnTo>
                    <a:pt x="1583405" y="0"/>
                  </a:lnTo>
                  <a:lnTo>
                    <a:pt x="1590675" y="0"/>
                  </a:lnTo>
                  <a:lnTo>
                    <a:pt x="1594141" y="0"/>
                  </a:lnTo>
                  <a:lnTo>
                    <a:pt x="1598095" y="0"/>
                  </a:lnTo>
                  <a:lnTo>
                    <a:pt x="1615783" y="0"/>
                  </a:lnTo>
                  <a:lnTo>
                    <a:pt x="1632688" y="0"/>
                  </a:lnTo>
                  <a:lnTo>
                    <a:pt x="1640108" y="0"/>
                  </a:lnTo>
                  <a:lnTo>
                    <a:pt x="1647378" y="0"/>
                  </a:lnTo>
                  <a:lnTo>
                    <a:pt x="1661750" y="0"/>
                  </a:lnTo>
                  <a:lnTo>
                    <a:pt x="1672486" y="0"/>
                  </a:lnTo>
                  <a:lnTo>
                    <a:pt x="1689391" y="0"/>
                  </a:lnTo>
                  <a:lnTo>
                    <a:pt x="1704976" y="0"/>
                  </a:lnTo>
                  <a:lnTo>
                    <a:pt x="1711033" y="0"/>
                  </a:lnTo>
                  <a:lnTo>
                    <a:pt x="1718453" y="0"/>
                  </a:lnTo>
                  <a:lnTo>
                    <a:pt x="1750943" y="0"/>
                  </a:lnTo>
                  <a:lnTo>
                    <a:pt x="1761679" y="0"/>
                  </a:lnTo>
                  <a:lnTo>
                    <a:pt x="1767736" y="0"/>
                  </a:lnTo>
                  <a:lnTo>
                    <a:pt x="1800226" y="0"/>
                  </a:lnTo>
                  <a:lnTo>
                    <a:pt x="1807646" y="0"/>
                  </a:lnTo>
                  <a:lnTo>
                    <a:pt x="1825334" y="0"/>
                  </a:lnTo>
                  <a:lnTo>
                    <a:pt x="1856929" y="0"/>
                  </a:lnTo>
                  <a:lnTo>
                    <a:pt x="1871301" y="0"/>
                  </a:lnTo>
                  <a:lnTo>
                    <a:pt x="1882037" y="0"/>
                  </a:lnTo>
                  <a:lnTo>
                    <a:pt x="1920584" y="0"/>
                  </a:lnTo>
                  <a:lnTo>
                    <a:pt x="1928004" y="0"/>
                  </a:lnTo>
                  <a:lnTo>
                    <a:pt x="1952625" y="0"/>
                  </a:lnTo>
                  <a:lnTo>
                    <a:pt x="1977287" y="0"/>
                  </a:lnTo>
                  <a:lnTo>
                    <a:pt x="1998592" y="0"/>
                  </a:lnTo>
                  <a:lnTo>
                    <a:pt x="2009328" y="0"/>
                  </a:lnTo>
                  <a:lnTo>
                    <a:pt x="2047875" y="0"/>
                  </a:lnTo>
                  <a:lnTo>
                    <a:pt x="2055295" y="0"/>
                  </a:lnTo>
                  <a:lnTo>
                    <a:pt x="2057400" y="0"/>
                  </a:lnTo>
                  <a:lnTo>
                    <a:pt x="2072983" y="0"/>
                  </a:lnTo>
                  <a:lnTo>
                    <a:pt x="2103367" y="0"/>
                  </a:lnTo>
                  <a:lnTo>
                    <a:pt x="2104578" y="0"/>
                  </a:lnTo>
                  <a:lnTo>
                    <a:pt x="2114103" y="0"/>
                  </a:lnTo>
                  <a:lnTo>
                    <a:pt x="2118950" y="0"/>
                  </a:lnTo>
                  <a:lnTo>
                    <a:pt x="2129686" y="0"/>
                  </a:lnTo>
                  <a:lnTo>
                    <a:pt x="2140979" y="0"/>
                  </a:lnTo>
                  <a:lnTo>
                    <a:pt x="2152650" y="0"/>
                  </a:lnTo>
                  <a:lnTo>
                    <a:pt x="2160070" y="0"/>
                  </a:lnTo>
                  <a:lnTo>
                    <a:pt x="2162176" y="0"/>
                  </a:lnTo>
                  <a:lnTo>
                    <a:pt x="2168233" y="0"/>
                  </a:lnTo>
                  <a:lnTo>
                    <a:pt x="2175653" y="0"/>
                  </a:lnTo>
                  <a:lnTo>
                    <a:pt x="2177758" y="0"/>
                  </a:lnTo>
                  <a:lnTo>
                    <a:pt x="2186946" y="0"/>
                  </a:lnTo>
                  <a:lnTo>
                    <a:pt x="2197682" y="0"/>
                  </a:lnTo>
                  <a:lnTo>
                    <a:pt x="2208143" y="0"/>
                  </a:lnTo>
                  <a:lnTo>
                    <a:pt x="2209353" y="0"/>
                  </a:lnTo>
                  <a:lnTo>
                    <a:pt x="2218879" y="0"/>
                  </a:lnTo>
                  <a:lnTo>
                    <a:pt x="2223725" y="0"/>
                  </a:lnTo>
                  <a:lnTo>
                    <a:pt x="2224936" y="0"/>
                  </a:lnTo>
                  <a:lnTo>
                    <a:pt x="2234461" y="0"/>
                  </a:lnTo>
                  <a:lnTo>
                    <a:pt x="2236229" y="0"/>
                  </a:lnTo>
                  <a:lnTo>
                    <a:pt x="2243649" y="0"/>
                  </a:lnTo>
                  <a:lnTo>
                    <a:pt x="2257426" y="0"/>
                  </a:lnTo>
                  <a:lnTo>
                    <a:pt x="2261337" y="0"/>
                  </a:lnTo>
                  <a:lnTo>
                    <a:pt x="2264846" y="0"/>
                  </a:lnTo>
                  <a:lnTo>
                    <a:pt x="2266951" y="0"/>
                  </a:lnTo>
                  <a:lnTo>
                    <a:pt x="2273008" y="0"/>
                  </a:lnTo>
                  <a:lnTo>
                    <a:pt x="2280428" y="0"/>
                  </a:lnTo>
                  <a:lnTo>
                    <a:pt x="2282534" y="0"/>
                  </a:lnTo>
                  <a:lnTo>
                    <a:pt x="2292932" y="0"/>
                  </a:lnTo>
                  <a:lnTo>
                    <a:pt x="2307304" y="0"/>
                  </a:lnTo>
                  <a:lnTo>
                    <a:pt x="2312918" y="0"/>
                  </a:lnTo>
                  <a:lnTo>
                    <a:pt x="2314129" y="0"/>
                  </a:lnTo>
                  <a:lnTo>
                    <a:pt x="2318040" y="0"/>
                  </a:lnTo>
                  <a:lnTo>
                    <a:pt x="2323654" y="0"/>
                  </a:lnTo>
                  <a:lnTo>
                    <a:pt x="2328501" y="0"/>
                  </a:lnTo>
                  <a:lnTo>
                    <a:pt x="2329711" y="0"/>
                  </a:lnTo>
                  <a:lnTo>
                    <a:pt x="2339237" y="0"/>
                  </a:lnTo>
                  <a:lnTo>
                    <a:pt x="2350530" y="0"/>
                  </a:lnTo>
                  <a:lnTo>
                    <a:pt x="2356587" y="0"/>
                  </a:lnTo>
                  <a:lnTo>
                    <a:pt x="2362201" y="0"/>
                  </a:lnTo>
                  <a:lnTo>
                    <a:pt x="2364007" y="0"/>
                  </a:lnTo>
                  <a:lnTo>
                    <a:pt x="2369621" y="0"/>
                  </a:lnTo>
                  <a:lnTo>
                    <a:pt x="2377784" y="0"/>
                  </a:lnTo>
                  <a:lnTo>
                    <a:pt x="2385204" y="0"/>
                  </a:lnTo>
                  <a:lnTo>
                    <a:pt x="2387309" y="0"/>
                  </a:lnTo>
                  <a:lnTo>
                    <a:pt x="2396497" y="0"/>
                  </a:lnTo>
                  <a:lnTo>
                    <a:pt x="2407233" y="0"/>
                  </a:lnTo>
                  <a:lnTo>
                    <a:pt x="2413290" y="0"/>
                  </a:lnTo>
                  <a:lnTo>
                    <a:pt x="2418904" y="0"/>
                  </a:lnTo>
                  <a:lnTo>
                    <a:pt x="2433276" y="0"/>
                  </a:lnTo>
                  <a:lnTo>
                    <a:pt x="2434487" y="0"/>
                  </a:lnTo>
                  <a:lnTo>
                    <a:pt x="2444012" y="0"/>
                  </a:lnTo>
                  <a:lnTo>
                    <a:pt x="2445780" y="0"/>
                  </a:lnTo>
                  <a:lnTo>
                    <a:pt x="2453200" y="0"/>
                  </a:lnTo>
                  <a:lnTo>
                    <a:pt x="2470888" y="0"/>
                  </a:lnTo>
                  <a:lnTo>
                    <a:pt x="2482559" y="0"/>
                  </a:lnTo>
                  <a:lnTo>
                    <a:pt x="2489979" y="0"/>
                  </a:lnTo>
                  <a:lnTo>
                    <a:pt x="2502483" y="0"/>
                  </a:lnTo>
                  <a:lnTo>
                    <a:pt x="2514600" y="0"/>
                  </a:lnTo>
                  <a:lnTo>
                    <a:pt x="2516855" y="0"/>
                  </a:lnTo>
                  <a:lnTo>
                    <a:pt x="2527591" y="0"/>
                  </a:lnTo>
                  <a:lnTo>
                    <a:pt x="2539262" y="0"/>
                  </a:lnTo>
                  <a:lnTo>
                    <a:pt x="2560567" y="0"/>
                  </a:lnTo>
                  <a:lnTo>
                    <a:pt x="2566138" y="0"/>
                  </a:lnTo>
                  <a:lnTo>
                    <a:pt x="2571303" y="0"/>
                  </a:lnTo>
                  <a:lnTo>
                    <a:pt x="2573558" y="0"/>
                  </a:lnTo>
                  <a:lnTo>
                    <a:pt x="2598179" y="0"/>
                  </a:lnTo>
                  <a:lnTo>
                    <a:pt x="2609850" y="0"/>
                  </a:lnTo>
                  <a:lnTo>
                    <a:pt x="2617270" y="0"/>
                  </a:lnTo>
                  <a:lnTo>
                    <a:pt x="2622841" y="0"/>
                  </a:lnTo>
                  <a:lnTo>
                    <a:pt x="2634958" y="0"/>
                  </a:lnTo>
                  <a:lnTo>
                    <a:pt x="2644146" y="0"/>
                  </a:lnTo>
                  <a:lnTo>
                    <a:pt x="2654882" y="0"/>
                  </a:lnTo>
                  <a:lnTo>
                    <a:pt x="2666553" y="0"/>
                  </a:lnTo>
                  <a:lnTo>
                    <a:pt x="2680925" y="0"/>
                  </a:lnTo>
                  <a:lnTo>
                    <a:pt x="2691661" y="0"/>
                  </a:lnTo>
                  <a:lnTo>
                    <a:pt x="2693429" y="0"/>
                  </a:lnTo>
                  <a:lnTo>
                    <a:pt x="2700849" y="0"/>
                  </a:lnTo>
                  <a:lnTo>
                    <a:pt x="2702954" y="0"/>
                  </a:lnTo>
                  <a:lnTo>
                    <a:pt x="2718537" y="0"/>
                  </a:lnTo>
                  <a:lnTo>
                    <a:pt x="2724151" y="0"/>
                  </a:lnTo>
                  <a:lnTo>
                    <a:pt x="2730208" y="0"/>
                  </a:lnTo>
                  <a:lnTo>
                    <a:pt x="2737628" y="0"/>
                  </a:lnTo>
                  <a:lnTo>
                    <a:pt x="2748921" y="0"/>
                  </a:lnTo>
                  <a:lnTo>
                    <a:pt x="2750132" y="0"/>
                  </a:lnTo>
                  <a:lnTo>
                    <a:pt x="2759657" y="0"/>
                  </a:lnTo>
                  <a:lnTo>
                    <a:pt x="2764504" y="0"/>
                  </a:lnTo>
                  <a:lnTo>
                    <a:pt x="2770118" y="0"/>
                  </a:lnTo>
                  <a:lnTo>
                    <a:pt x="2775240" y="0"/>
                  </a:lnTo>
                  <a:lnTo>
                    <a:pt x="2780854" y="0"/>
                  </a:lnTo>
                  <a:lnTo>
                    <a:pt x="2786911" y="0"/>
                  </a:lnTo>
                  <a:lnTo>
                    <a:pt x="2798204" y="0"/>
                  </a:lnTo>
                  <a:lnTo>
                    <a:pt x="2805624" y="0"/>
                  </a:lnTo>
                  <a:lnTo>
                    <a:pt x="2807730" y="0"/>
                  </a:lnTo>
                  <a:lnTo>
                    <a:pt x="2813787" y="0"/>
                  </a:lnTo>
                  <a:lnTo>
                    <a:pt x="2819401" y="0"/>
                  </a:lnTo>
                  <a:lnTo>
                    <a:pt x="2821207" y="0"/>
                  </a:lnTo>
                  <a:lnTo>
                    <a:pt x="2823312" y="0"/>
                  </a:lnTo>
                  <a:lnTo>
                    <a:pt x="2826821" y="0"/>
                  </a:lnTo>
                  <a:lnTo>
                    <a:pt x="2844509" y="0"/>
                  </a:lnTo>
                  <a:lnTo>
                    <a:pt x="2853697" y="0"/>
                  </a:lnTo>
                  <a:lnTo>
                    <a:pt x="2854907" y="0"/>
                  </a:lnTo>
                  <a:lnTo>
                    <a:pt x="2864433" y="0"/>
                  </a:lnTo>
                  <a:lnTo>
                    <a:pt x="2869279" y="0"/>
                  </a:lnTo>
                  <a:lnTo>
                    <a:pt x="2870490" y="0"/>
                  </a:lnTo>
                  <a:lnTo>
                    <a:pt x="2876104" y="0"/>
                  </a:lnTo>
                  <a:lnTo>
                    <a:pt x="2880015" y="0"/>
                  </a:lnTo>
                  <a:lnTo>
                    <a:pt x="2890476" y="0"/>
                  </a:lnTo>
                  <a:lnTo>
                    <a:pt x="2901212" y="0"/>
                  </a:lnTo>
                  <a:lnTo>
                    <a:pt x="2902980" y="0"/>
                  </a:lnTo>
                  <a:lnTo>
                    <a:pt x="2910400" y="0"/>
                  </a:lnTo>
                  <a:lnTo>
                    <a:pt x="2912505" y="0"/>
                  </a:lnTo>
                  <a:lnTo>
                    <a:pt x="2918562" y="0"/>
                  </a:lnTo>
                  <a:lnTo>
                    <a:pt x="2925982" y="0"/>
                  </a:lnTo>
                  <a:lnTo>
                    <a:pt x="2928088" y="0"/>
                  </a:lnTo>
                  <a:lnTo>
                    <a:pt x="2939759" y="0"/>
                  </a:lnTo>
                  <a:lnTo>
                    <a:pt x="2947179" y="0"/>
                  </a:lnTo>
                  <a:lnTo>
                    <a:pt x="2958472" y="0"/>
                  </a:lnTo>
                  <a:lnTo>
                    <a:pt x="2959683" y="0"/>
                  </a:lnTo>
                  <a:lnTo>
                    <a:pt x="2969208" y="0"/>
                  </a:lnTo>
                  <a:lnTo>
                    <a:pt x="2974055" y="0"/>
                  </a:lnTo>
                  <a:lnTo>
                    <a:pt x="2975265" y="0"/>
                  </a:lnTo>
                  <a:lnTo>
                    <a:pt x="2984791" y="0"/>
                  </a:lnTo>
                  <a:lnTo>
                    <a:pt x="2996462" y="0"/>
                  </a:lnTo>
                  <a:lnTo>
                    <a:pt x="3007755" y="0"/>
                  </a:lnTo>
                  <a:lnTo>
                    <a:pt x="3015175" y="0"/>
                  </a:lnTo>
                  <a:lnTo>
                    <a:pt x="3023338" y="0"/>
                  </a:lnTo>
                  <a:lnTo>
                    <a:pt x="3030758" y="0"/>
                  </a:lnTo>
                  <a:lnTo>
                    <a:pt x="3032863" y="0"/>
                  </a:lnTo>
                  <a:lnTo>
                    <a:pt x="3064458" y="0"/>
                  </a:lnTo>
                  <a:lnTo>
                    <a:pt x="3078830" y="0"/>
                  </a:lnTo>
                  <a:lnTo>
                    <a:pt x="3080041" y="0"/>
                  </a:lnTo>
                  <a:lnTo>
                    <a:pt x="3089566" y="0"/>
                  </a:lnTo>
                  <a:lnTo>
                    <a:pt x="3128113" y="0"/>
                  </a:lnTo>
                  <a:lnTo>
                    <a:pt x="3135533" y="0"/>
                  </a:lnTo>
                  <a:lnTo>
                    <a:pt x="3160154" y="0"/>
                  </a:lnTo>
                  <a:lnTo>
                    <a:pt x="3184816" y="0"/>
                  </a:lnTo>
                  <a:lnTo>
                    <a:pt x="3206121" y="0"/>
                  </a:lnTo>
                  <a:lnTo>
                    <a:pt x="3216857" y="0"/>
                  </a:lnTo>
                  <a:lnTo>
                    <a:pt x="3255404" y="0"/>
                  </a:lnTo>
                  <a:lnTo>
                    <a:pt x="3262824" y="0"/>
                  </a:lnTo>
                  <a:lnTo>
                    <a:pt x="3280512" y="0"/>
                  </a:lnTo>
                  <a:lnTo>
                    <a:pt x="3312107" y="0"/>
                  </a:lnTo>
                  <a:lnTo>
                    <a:pt x="3326479" y="0"/>
                  </a:lnTo>
                  <a:lnTo>
                    <a:pt x="3337215" y="0"/>
                  </a:lnTo>
                  <a:lnTo>
                    <a:pt x="3369705" y="0"/>
                  </a:lnTo>
                  <a:lnTo>
                    <a:pt x="3375762" y="0"/>
                  </a:lnTo>
                  <a:lnTo>
                    <a:pt x="3383182" y="0"/>
                  </a:lnTo>
                  <a:lnTo>
                    <a:pt x="3415672" y="0"/>
                  </a:lnTo>
                  <a:lnTo>
                    <a:pt x="3426408" y="0"/>
                  </a:lnTo>
                  <a:lnTo>
                    <a:pt x="3432465" y="0"/>
                  </a:lnTo>
                  <a:lnTo>
                    <a:pt x="3448050" y="0"/>
                  </a:lnTo>
                  <a:lnTo>
                    <a:pt x="3464955" y="0"/>
                  </a:lnTo>
                  <a:lnTo>
                    <a:pt x="3472375" y="0"/>
                  </a:lnTo>
                  <a:lnTo>
                    <a:pt x="3490063" y="0"/>
                  </a:lnTo>
                  <a:lnTo>
                    <a:pt x="3494017" y="0"/>
                  </a:lnTo>
                  <a:lnTo>
                    <a:pt x="3504753" y="0"/>
                  </a:lnTo>
                  <a:lnTo>
                    <a:pt x="3521658" y="0"/>
                  </a:lnTo>
                  <a:lnTo>
                    <a:pt x="3536030" y="0"/>
                  </a:lnTo>
                  <a:lnTo>
                    <a:pt x="3543300" y="0"/>
                  </a:lnTo>
                  <a:lnTo>
                    <a:pt x="3546766" y="0"/>
                  </a:lnTo>
                  <a:lnTo>
                    <a:pt x="3550720" y="0"/>
                  </a:lnTo>
                  <a:lnTo>
                    <a:pt x="3568408" y="0"/>
                  </a:lnTo>
                  <a:lnTo>
                    <a:pt x="3585313" y="0"/>
                  </a:lnTo>
                  <a:lnTo>
                    <a:pt x="3592733" y="0"/>
                  </a:lnTo>
                  <a:lnTo>
                    <a:pt x="3600003" y="0"/>
                  </a:lnTo>
                  <a:lnTo>
                    <a:pt x="3614375" y="0"/>
                  </a:lnTo>
                  <a:lnTo>
                    <a:pt x="3625111" y="0"/>
                  </a:lnTo>
                  <a:lnTo>
                    <a:pt x="3642016" y="0"/>
                  </a:lnTo>
                  <a:lnTo>
                    <a:pt x="3657601" y="0"/>
                  </a:lnTo>
                  <a:lnTo>
                    <a:pt x="3663658" y="0"/>
                  </a:lnTo>
                  <a:lnTo>
                    <a:pt x="3671078" y="0"/>
                  </a:lnTo>
                  <a:lnTo>
                    <a:pt x="3703568" y="0"/>
                  </a:lnTo>
                  <a:lnTo>
                    <a:pt x="3714304" y="0"/>
                  </a:lnTo>
                  <a:lnTo>
                    <a:pt x="3720361" y="0"/>
                  </a:lnTo>
                  <a:lnTo>
                    <a:pt x="3752851" y="0"/>
                  </a:lnTo>
                  <a:lnTo>
                    <a:pt x="3760271" y="0"/>
                  </a:lnTo>
                  <a:lnTo>
                    <a:pt x="3777959" y="0"/>
                  </a:lnTo>
                  <a:lnTo>
                    <a:pt x="3809554" y="0"/>
                  </a:lnTo>
                  <a:lnTo>
                    <a:pt x="3823926" y="0"/>
                  </a:lnTo>
                  <a:lnTo>
                    <a:pt x="3834662" y="0"/>
                  </a:lnTo>
                  <a:lnTo>
                    <a:pt x="3873209" y="0"/>
                  </a:lnTo>
                  <a:lnTo>
                    <a:pt x="3880629" y="0"/>
                  </a:lnTo>
                  <a:lnTo>
                    <a:pt x="3905250" y="0"/>
                  </a:lnTo>
                  <a:lnTo>
                    <a:pt x="3929912" y="0"/>
                  </a:lnTo>
                  <a:lnTo>
                    <a:pt x="3951217" y="0"/>
                  </a:lnTo>
                  <a:lnTo>
                    <a:pt x="3961953" y="0"/>
                  </a:lnTo>
                  <a:lnTo>
                    <a:pt x="4000500" y="0"/>
                  </a:lnTo>
                  <a:lnTo>
                    <a:pt x="4007920" y="0"/>
                  </a:lnTo>
                  <a:lnTo>
                    <a:pt x="4025608" y="0"/>
                  </a:lnTo>
                  <a:lnTo>
                    <a:pt x="4057203" y="0"/>
                  </a:lnTo>
                  <a:lnTo>
                    <a:pt x="4071575" y="0"/>
                  </a:lnTo>
                  <a:lnTo>
                    <a:pt x="4082311" y="0"/>
                  </a:lnTo>
                  <a:lnTo>
                    <a:pt x="4093604" y="0"/>
                  </a:lnTo>
                  <a:lnTo>
                    <a:pt x="4114801" y="0"/>
                  </a:lnTo>
                  <a:lnTo>
                    <a:pt x="4120858" y="0"/>
                  </a:lnTo>
                  <a:lnTo>
                    <a:pt x="4128278" y="0"/>
                  </a:lnTo>
                  <a:lnTo>
                    <a:pt x="4139571" y="0"/>
                  </a:lnTo>
                  <a:lnTo>
                    <a:pt x="4150307" y="0"/>
                  </a:lnTo>
                  <a:lnTo>
                    <a:pt x="4160768" y="0"/>
                  </a:lnTo>
                  <a:lnTo>
                    <a:pt x="4171504" y="0"/>
                  </a:lnTo>
                  <a:lnTo>
                    <a:pt x="4177561" y="0"/>
                  </a:lnTo>
                  <a:lnTo>
                    <a:pt x="4188854" y="0"/>
                  </a:lnTo>
                  <a:lnTo>
                    <a:pt x="4196274" y="0"/>
                  </a:lnTo>
                  <a:lnTo>
                    <a:pt x="4210051" y="0"/>
                  </a:lnTo>
                  <a:lnTo>
                    <a:pt x="4213962" y="0"/>
                  </a:lnTo>
                  <a:lnTo>
                    <a:pt x="4217471" y="0"/>
                  </a:lnTo>
                  <a:lnTo>
                    <a:pt x="4235159" y="0"/>
                  </a:lnTo>
                  <a:lnTo>
                    <a:pt x="4245557" y="0"/>
                  </a:lnTo>
                  <a:lnTo>
                    <a:pt x="4259929" y="0"/>
                  </a:lnTo>
                  <a:lnTo>
                    <a:pt x="4266754" y="0"/>
                  </a:lnTo>
                  <a:lnTo>
                    <a:pt x="4270665" y="0"/>
                  </a:lnTo>
                  <a:lnTo>
                    <a:pt x="4281126" y="0"/>
                  </a:lnTo>
                  <a:lnTo>
                    <a:pt x="4291862" y="0"/>
                  </a:lnTo>
                  <a:lnTo>
                    <a:pt x="4303155" y="0"/>
                  </a:lnTo>
                  <a:lnTo>
                    <a:pt x="4309212" y="0"/>
                  </a:lnTo>
                  <a:lnTo>
                    <a:pt x="4316632" y="0"/>
                  </a:lnTo>
                  <a:lnTo>
                    <a:pt x="4330409" y="0"/>
                  </a:lnTo>
                  <a:lnTo>
                    <a:pt x="4337829" y="0"/>
                  </a:lnTo>
                  <a:lnTo>
                    <a:pt x="4349122" y="0"/>
                  </a:lnTo>
                  <a:lnTo>
                    <a:pt x="4359858" y="0"/>
                  </a:lnTo>
                  <a:lnTo>
                    <a:pt x="4365915" y="0"/>
                  </a:lnTo>
                  <a:lnTo>
                    <a:pt x="4387112" y="0"/>
                  </a:lnTo>
                  <a:lnTo>
                    <a:pt x="4398405" y="0"/>
                  </a:lnTo>
                  <a:lnTo>
                    <a:pt x="4405825" y="0"/>
                  </a:lnTo>
                  <a:lnTo>
                    <a:pt x="4423513" y="0"/>
                  </a:lnTo>
                  <a:lnTo>
                    <a:pt x="4455108" y="0"/>
                  </a:lnTo>
                  <a:lnTo>
                    <a:pt x="4469480" y="0"/>
                  </a:lnTo>
                  <a:lnTo>
                    <a:pt x="4480216" y="0"/>
                  </a:lnTo>
                  <a:lnTo>
                    <a:pt x="4518763" y="0"/>
                  </a:lnTo>
                  <a:lnTo>
                    <a:pt x="4526183" y="0"/>
                  </a:lnTo>
                  <a:lnTo>
                    <a:pt x="4550804" y="0"/>
                  </a:lnTo>
                  <a:lnTo>
                    <a:pt x="4575466" y="0"/>
                  </a:lnTo>
                  <a:lnTo>
                    <a:pt x="4596771" y="0"/>
                  </a:lnTo>
                  <a:lnTo>
                    <a:pt x="4607507" y="0"/>
                  </a:lnTo>
                  <a:lnTo>
                    <a:pt x="4646054" y="0"/>
                  </a:lnTo>
                  <a:lnTo>
                    <a:pt x="4653474" y="0"/>
                  </a:lnTo>
                  <a:lnTo>
                    <a:pt x="4671162" y="0"/>
                  </a:lnTo>
                  <a:lnTo>
                    <a:pt x="4702757" y="0"/>
                  </a:lnTo>
                  <a:lnTo>
                    <a:pt x="4717129" y="0"/>
                  </a:lnTo>
                  <a:lnTo>
                    <a:pt x="4727865" y="0"/>
                  </a:lnTo>
                  <a:lnTo>
                    <a:pt x="4760355" y="0"/>
                  </a:lnTo>
                  <a:lnTo>
                    <a:pt x="4766412" y="0"/>
                  </a:lnTo>
                  <a:lnTo>
                    <a:pt x="4773832" y="0"/>
                  </a:lnTo>
                  <a:lnTo>
                    <a:pt x="4806322" y="0"/>
                  </a:lnTo>
                  <a:lnTo>
                    <a:pt x="4817058" y="0"/>
                  </a:lnTo>
                  <a:lnTo>
                    <a:pt x="4823115" y="0"/>
                  </a:lnTo>
                  <a:lnTo>
                    <a:pt x="4855605" y="0"/>
                  </a:lnTo>
                  <a:lnTo>
                    <a:pt x="4863025" y="0"/>
                  </a:lnTo>
                  <a:lnTo>
                    <a:pt x="4880713" y="0"/>
                  </a:lnTo>
                  <a:lnTo>
                    <a:pt x="4912308" y="0"/>
                  </a:lnTo>
                  <a:lnTo>
                    <a:pt x="4926680" y="0"/>
                  </a:lnTo>
                  <a:lnTo>
                    <a:pt x="4937416" y="0"/>
                  </a:lnTo>
                  <a:lnTo>
                    <a:pt x="4975963" y="0"/>
                  </a:lnTo>
                  <a:lnTo>
                    <a:pt x="4983383" y="0"/>
                  </a:lnTo>
                  <a:lnTo>
                    <a:pt x="5032666" y="0"/>
                  </a:lnTo>
                  <a:lnTo>
                    <a:pt x="4927891" y="419100"/>
                  </a:lnTo>
                  <a:lnTo>
                    <a:pt x="4878608" y="419100"/>
                  </a:lnTo>
                  <a:lnTo>
                    <a:pt x="4871188" y="419100"/>
                  </a:lnTo>
                  <a:lnTo>
                    <a:pt x="4832641" y="419100"/>
                  </a:lnTo>
                  <a:lnTo>
                    <a:pt x="4821905" y="419100"/>
                  </a:lnTo>
                  <a:lnTo>
                    <a:pt x="4807533" y="419100"/>
                  </a:lnTo>
                  <a:lnTo>
                    <a:pt x="4775938" y="419100"/>
                  </a:lnTo>
                  <a:lnTo>
                    <a:pt x="4758250" y="419100"/>
                  </a:lnTo>
                  <a:lnTo>
                    <a:pt x="4750830" y="419100"/>
                  </a:lnTo>
                  <a:lnTo>
                    <a:pt x="4718340" y="419100"/>
                  </a:lnTo>
                  <a:lnTo>
                    <a:pt x="4712283" y="419100"/>
                  </a:lnTo>
                  <a:lnTo>
                    <a:pt x="4701547" y="419100"/>
                  </a:lnTo>
                  <a:lnTo>
                    <a:pt x="4669057" y="419100"/>
                  </a:lnTo>
                  <a:lnTo>
                    <a:pt x="4661637" y="419100"/>
                  </a:lnTo>
                  <a:lnTo>
                    <a:pt x="4655580" y="419100"/>
                  </a:lnTo>
                  <a:lnTo>
                    <a:pt x="4623090" y="419100"/>
                  </a:lnTo>
                  <a:lnTo>
                    <a:pt x="4612354" y="419100"/>
                  </a:lnTo>
                  <a:lnTo>
                    <a:pt x="4597982" y="419100"/>
                  </a:lnTo>
                  <a:lnTo>
                    <a:pt x="4566387" y="419100"/>
                  </a:lnTo>
                  <a:lnTo>
                    <a:pt x="4548699" y="419100"/>
                  </a:lnTo>
                  <a:lnTo>
                    <a:pt x="4541279" y="419100"/>
                  </a:lnTo>
                  <a:lnTo>
                    <a:pt x="4502732" y="419100"/>
                  </a:lnTo>
                  <a:lnTo>
                    <a:pt x="4491996" y="419100"/>
                  </a:lnTo>
                  <a:lnTo>
                    <a:pt x="4470691" y="419100"/>
                  </a:lnTo>
                  <a:lnTo>
                    <a:pt x="4446029" y="419100"/>
                  </a:lnTo>
                  <a:lnTo>
                    <a:pt x="4421408" y="419100"/>
                  </a:lnTo>
                  <a:lnTo>
                    <a:pt x="4413988" y="419100"/>
                  </a:lnTo>
                  <a:lnTo>
                    <a:pt x="4375441" y="419100"/>
                  </a:lnTo>
                  <a:lnTo>
                    <a:pt x="4364705" y="419100"/>
                  </a:lnTo>
                  <a:lnTo>
                    <a:pt x="4350333" y="419100"/>
                  </a:lnTo>
                  <a:lnTo>
                    <a:pt x="4318738" y="419100"/>
                  </a:lnTo>
                  <a:lnTo>
                    <a:pt x="4301050" y="419100"/>
                  </a:lnTo>
                  <a:lnTo>
                    <a:pt x="4293630" y="419100"/>
                  </a:lnTo>
                  <a:lnTo>
                    <a:pt x="4282337" y="419100"/>
                  </a:lnTo>
                  <a:lnTo>
                    <a:pt x="4261140" y="419100"/>
                  </a:lnTo>
                  <a:lnTo>
                    <a:pt x="4255083" y="419100"/>
                  </a:lnTo>
                  <a:lnTo>
                    <a:pt x="4244347" y="419100"/>
                  </a:lnTo>
                  <a:lnTo>
                    <a:pt x="4233054" y="419100"/>
                  </a:lnTo>
                  <a:lnTo>
                    <a:pt x="4225634" y="419100"/>
                  </a:lnTo>
                  <a:lnTo>
                    <a:pt x="4211857" y="419100"/>
                  </a:lnTo>
                  <a:lnTo>
                    <a:pt x="4204437" y="419100"/>
                  </a:lnTo>
                  <a:lnTo>
                    <a:pt x="4198380" y="419100"/>
                  </a:lnTo>
                  <a:lnTo>
                    <a:pt x="4187087" y="419100"/>
                  </a:lnTo>
                  <a:lnTo>
                    <a:pt x="4176351" y="419100"/>
                  </a:lnTo>
                  <a:lnTo>
                    <a:pt x="4165890" y="419100"/>
                  </a:lnTo>
                  <a:lnTo>
                    <a:pt x="4161979" y="419100"/>
                  </a:lnTo>
                  <a:lnTo>
                    <a:pt x="4155154" y="419100"/>
                  </a:lnTo>
                  <a:lnTo>
                    <a:pt x="4140782" y="419100"/>
                  </a:lnTo>
                  <a:lnTo>
                    <a:pt x="4130384" y="419100"/>
                  </a:lnTo>
                  <a:lnTo>
                    <a:pt x="4112696" y="419100"/>
                  </a:lnTo>
                  <a:lnTo>
                    <a:pt x="4109187" y="419100"/>
                  </a:lnTo>
                  <a:lnTo>
                    <a:pt x="4105276" y="419100"/>
                  </a:lnTo>
                  <a:lnTo>
                    <a:pt x="4091499" y="419100"/>
                  </a:lnTo>
                  <a:lnTo>
                    <a:pt x="4084079" y="419100"/>
                  </a:lnTo>
                  <a:lnTo>
                    <a:pt x="4072786" y="419100"/>
                  </a:lnTo>
                  <a:lnTo>
                    <a:pt x="4066729" y="419100"/>
                  </a:lnTo>
                  <a:lnTo>
                    <a:pt x="4055993" y="419100"/>
                  </a:lnTo>
                  <a:lnTo>
                    <a:pt x="4045532" y="419100"/>
                  </a:lnTo>
                  <a:lnTo>
                    <a:pt x="4034796" y="419100"/>
                  </a:lnTo>
                  <a:lnTo>
                    <a:pt x="4023503" y="419100"/>
                  </a:lnTo>
                  <a:lnTo>
                    <a:pt x="4016083" y="419100"/>
                  </a:lnTo>
                  <a:lnTo>
                    <a:pt x="4010026" y="419100"/>
                  </a:lnTo>
                  <a:lnTo>
                    <a:pt x="3988829" y="419100"/>
                  </a:lnTo>
                  <a:lnTo>
                    <a:pt x="3977536" y="419100"/>
                  </a:lnTo>
                  <a:lnTo>
                    <a:pt x="3966800" y="419100"/>
                  </a:lnTo>
                  <a:lnTo>
                    <a:pt x="3952428" y="419100"/>
                  </a:lnTo>
                  <a:lnTo>
                    <a:pt x="3920833" y="419100"/>
                  </a:lnTo>
                  <a:lnTo>
                    <a:pt x="3903145" y="419100"/>
                  </a:lnTo>
                  <a:lnTo>
                    <a:pt x="3895725" y="419100"/>
                  </a:lnTo>
                  <a:lnTo>
                    <a:pt x="3857178" y="419100"/>
                  </a:lnTo>
                  <a:lnTo>
                    <a:pt x="3846442" y="419100"/>
                  </a:lnTo>
                  <a:lnTo>
                    <a:pt x="3825137" y="419100"/>
                  </a:lnTo>
                  <a:lnTo>
                    <a:pt x="3800475" y="419100"/>
                  </a:lnTo>
                  <a:lnTo>
                    <a:pt x="3775854" y="419100"/>
                  </a:lnTo>
                  <a:lnTo>
                    <a:pt x="3768434" y="419100"/>
                  </a:lnTo>
                  <a:lnTo>
                    <a:pt x="3729887" y="419100"/>
                  </a:lnTo>
                  <a:lnTo>
                    <a:pt x="3719151" y="419100"/>
                  </a:lnTo>
                  <a:lnTo>
                    <a:pt x="3704779" y="419100"/>
                  </a:lnTo>
                  <a:lnTo>
                    <a:pt x="3673184" y="419100"/>
                  </a:lnTo>
                  <a:lnTo>
                    <a:pt x="3655496" y="419100"/>
                  </a:lnTo>
                  <a:lnTo>
                    <a:pt x="3648076" y="419100"/>
                  </a:lnTo>
                  <a:lnTo>
                    <a:pt x="3615586" y="419100"/>
                  </a:lnTo>
                  <a:lnTo>
                    <a:pt x="3609529" y="419100"/>
                  </a:lnTo>
                  <a:lnTo>
                    <a:pt x="3598793" y="419100"/>
                  </a:lnTo>
                  <a:lnTo>
                    <a:pt x="3566303" y="419100"/>
                  </a:lnTo>
                  <a:lnTo>
                    <a:pt x="3558883" y="419100"/>
                  </a:lnTo>
                  <a:lnTo>
                    <a:pt x="3552826" y="419100"/>
                  </a:lnTo>
                  <a:lnTo>
                    <a:pt x="3537241" y="419100"/>
                  </a:lnTo>
                  <a:lnTo>
                    <a:pt x="3520336" y="419100"/>
                  </a:lnTo>
                  <a:lnTo>
                    <a:pt x="3509600" y="419100"/>
                  </a:lnTo>
                  <a:lnTo>
                    <a:pt x="3495228" y="419100"/>
                  </a:lnTo>
                  <a:lnTo>
                    <a:pt x="3487958" y="419100"/>
                  </a:lnTo>
                  <a:lnTo>
                    <a:pt x="3480538" y="419100"/>
                  </a:lnTo>
                  <a:lnTo>
                    <a:pt x="3463633" y="419100"/>
                  </a:lnTo>
                  <a:lnTo>
                    <a:pt x="3445945" y="419100"/>
                  </a:lnTo>
                  <a:lnTo>
                    <a:pt x="3441991" y="419100"/>
                  </a:lnTo>
                  <a:lnTo>
                    <a:pt x="3438525" y="419100"/>
                  </a:lnTo>
                  <a:lnTo>
                    <a:pt x="3431255" y="419100"/>
                  </a:lnTo>
                  <a:lnTo>
                    <a:pt x="3416883" y="419100"/>
                  </a:lnTo>
                  <a:lnTo>
                    <a:pt x="3399978" y="419100"/>
                  </a:lnTo>
                  <a:lnTo>
                    <a:pt x="3389242" y="419100"/>
                  </a:lnTo>
                  <a:lnTo>
                    <a:pt x="3385288" y="419100"/>
                  </a:lnTo>
                  <a:lnTo>
                    <a:pt x="3367600" y="419100"/>
                  </a:lnTo>
                  <a:lnTo>
                    <a:pt x="3360180" y="419100"/>
                  </a:lnTo>
                  <a:lnTo>
                    <a:pt x="3343275" y="419100"/>
                  </a:lnTo>
                  <a:lnTo>
                    <a:pt x="3327690" y="419100"/>
                  </a:lnTo>
                  <a:lnTo>
                    <a:pt x="3321633" y="419100"/>
                  </a:lnTo>
                  <a:lnTo>
                    <a:pt x="3310897" y="419100"/>
                  </a:lnTo>
                  <a:lnTo>
                    <a:pt x="3278407" y="419100"/>
                  </a:lnTo>
                  <a:lnTo>
                    <a:pt x="3270987" y="419100"/>
                  </a:lnTo>
                  <a:lnTo>
                    <a:pt x="3264930" y="419100"/>
                  </a:lnTo>
                  <a:lnTo>
                    <a:pt x="3232440" y="419100"/>
                  </a:lnTo>
                  <a:lnTo>
                    <a:pt x="3221704" y="419100"/>
                  </a:lnTo>
                  <a:lnTo>
                    <a:pt x="3207332" y="419100"/>
                  </a:lnTo>
                  <a:lnTo>
                    <a:pt x="3175737" y="419100"/>
                  </a:lnTo>
                  <a:lnTo>
                    <a:pt x="3158049" y="419100"/>
                  </a:lnTo>
                  <a:lnTo>
                    <a:pt x="3150629" y="419100"/>
                  </a:lnTo>
                  <a:lnTo>
                    <a:pt x="3112082" y="419100"/>
                  </a:lnTo>
                  <a:lnTo>
                    <a:pt x="3101346" y="419100"/>
                  </a:lnTo>
                  <a:lnTo>
                    <a:pt x="3080041" y="419100"/>
                  </a:lnTo>
                  <a:lnTo>
                    <a:pt x="3055379" y="419100"/>
                  </a:lnTo>
                  <a:lnTo>
                    <a:pt x="3030758" y="419100"/>
                  </a:lnTo>
                  <a:lnTo>
                    <a:pt x="3023338" y="419100"/>
                  </a:lnTo>
                  <a:lnTo>
                    <a:pt x="2984791" y="419100"/>
                  </a:lnTo>
                  <a:lnTo>
                    <a:pt x="2975266" y="419100"/>
                  </a:lnTo>
                  <a:lnTo>
                    <a:pt x="2974055" y="419100"/>
                  </a:lnTo>
                  <a:lnTo>
                    <a:pt x="2959683" y="419100"/>
                  </a:lnTo>
                  <a:lnTo>
                    <a:pt x="2928088" y="419100"/>
                  </a:lnTo>
                  <a:lnTo>
                    <a:pt x="2925983" y="419100"/>
                  </a:lnTo>
                  <a:lnTo>
                    <a:pt x="2918563" y="419100"/>
                  </a:lnTo>
                  <a:lnTo>
                    <a:pt x="2910400" y="419100"/>
                  </a:lnTo>
                  <a:lnTo>
                    <a:pt x="2902980" y="419100"/>
                  </a:lnTo>
                  <a:lnTo>
                    <a:pt x="2891687" y="419100"/>
                  </a:lnTo>
                  <a:lnTo>
                    <a:pt x="2880016" y="419100"/>
                  </a:lnTo>
                  <a:lnTo>
                    <a:pt x="2870490" y="419100"/>
                  </a:lnTo>
                  <a:lnTo>
                    <a:pt x="2869280" y="419100"/>
                  </a:lnTo>
                  <a:lnTo>
                    <a:pt x="2864433" y="419100"/>
                  </a:lnTo>
                  <a:lnTo>
                    <a:pt x="2854908" y="419100"/>
                  </a:lnTo>
                  <a:lnTo>
                    <a:pt x="2853697" y="419100"/>
                  </a:lnTo>
                  <a:lnTo>
                    <a:pt x="2842404" y="419100"/>
                  </a:lnTo>
                  <a:lnTo>
                    <a:pt x="2834984" y="419100"/>
                  </a:lnTo>
                  <a:lnTo>
                    <a:pt x="2823313" y="419100"/>
                  </a:lnTo>
                  <a:lnTo>
                    <a:pt x="2821207" y="419100"/>
                  </a:lnTo>
                  <a:lnTo>
                    <a:pt x="2813787" y="419100"/>
                  </a:lnTo>
                  <a:lnTo>
                    <a:pt x="2807730" y="419100"/>
                  </a:lnTo>
                  <a:lnTo>
                    <a:pt x="2805625" y="419100"/>
                  </a:lnTo>
                  <a:lnTo>
                    <a:pt x="2798205" y="419100"/>
                  </a:lnTo>
                  <a:lnTo>
                    <a:pt x="2796437" y="419100"/>
                  </a:lnTo>
                  <a:lnTo>
                    <a:pt x="2785701" y="419100"/>
                  </a:lnTo>
                  <a:lnTo>
                    <a:pt x="2775240" y="419100"/>
                  </a:lnTo>
                  <a:lnTo>
                    <a:pt x="2771329" y="419100"/>
                  </a:lnTo>
                  <a:lnTo>
                    <a:pt x="2765715" y="419100"/>
                  </a:lnTo>
                  <a:lnTo>
                    <a:pt x="2764504" y="419100"/>
                  </a:lnTo>
                  <a:lnTo>
                    <a:pt x="2759658" y="419100"/>
                  </a:lnTo>
                  <a:lnTo>
                    <a:pt x="2750132" y="419100"/>
                  </a:lnTo>
                  <a:lnTo>
                    <a:pt x="2748922" y="419100"/>
                  </a:lnTo>
                  <a:lnTo>
                    <a:pt x="2739734" y="419100"/>
                  </a:lnTo>
                  <a:lnTo>
                    <a:pt x="2722046" y="419100"/>
                  </a:lnTo>
                  <a:lnTo>
                    <a:pt x="2718537" y="419100"/>
                  </a:lnTo>
                  <a:lnTo>
                    <a:pt x="2716432" y="419100"/>
                  </a:lnTo>
                  <a:lnTo>
                    <a:pt x="2714626" y="419100"/>
                  </a:lnTo>
                  <a:lnTo>
                    <a:pt x="2709012" y="419100"/>
                  </a:lnTo>
                  <a:lnTo>
                    <a:pt x="2702955" y="419100"/>
                  </a:lnTo>
                  <a:lnTo>
                    <a:pt x="2700849" y="419100"/>
                  </a:lnTo>
                  <a:lnTo>
                    <a:pt x="2693429" y="419100"/>
                  </a:lnTo>
                  <a:lnTo>
                    <a:pt x="2682136" y="419100"/>
                  </a:lnTo>
                  <a:lnTo>
                    <a:pt x="2676079" y="419100"/>
                  </a:lnTo>
                  <a:lnTo>
                    <a:pt x="2670465" y="419100"/>
                  </a:lnTo>
                  <a:lnTo>
                    <a:pt x="2665343" y="419100"/>
                  </a:lnTo>
                  <a:lnTo>
                    <a:pt x="2659729" y="419100"/>
                  </a:lnTo>
                  <a:lnTo>
                    <a:pt x="2654882" y="419100"/>
                  </a:lnTo>
                  <a:lnTo>
                    <a:pt x="2645357" y="419100"/>
                  </a:lnTo>
                  <a:lnTo>
                    <a:pt x="2644146" y="419100"/>
                  </a:lnTo>
                  <a:lnTo>
                    <a:pt x="2632853" y="419100"/>
                  </a:lnTo>
                  <a:lnTo>
                    <a:pt x="2625433" y="419100"/>
                  </a:lnTo>
                  <a:lnTo>
                    <a:pt x="2619376" y="419100"/>
                  </a:lnTo>
                  <a:lnTo>
                    <a:pt x="2613762" y="419100"/>
                  </a:lnTo>
                  <a:lnTo>
                    <a:pt x="2598179" y="419100"/>
                  </a:lnTo>
                  <a:lnTo>
                    <a:pt x="2596074" y="419100"/>
                  </a:lnTo>
                  <a:lnTo>
                    <a:pt x="2588654" y="419100"/>
                  </a:lnTo>
                  <a:lnTo>
                    <a:pt x="2586886" y="419100"/>
                  </a:lnTo>
                  <a:lnTo>
                    <a:pt x="2576150" y="419100"/>
                  </a:lnTo>
                  <a:lnTo>
                    <a:pt x="2561778" y="419100"/>
                  </a:lnTo>
                  <a:lnTo>
                    <a:pt x="2550107" y="419100"/>
                  </a:lnTo>
                  <a:lnTo>
                    <a:pt x="2539371" y="419100"/>
                  </a:lnTo>
                  <a:lnTo>
                    <a:pt x="2530183" y="419100"/>
                  </a:lnTo>
                  <a:lnTo>
                    <a:pt x="2518066" y="419100"/>
                  </a:lnTo>
                  <a:lnTo>
                    <a:pt x="2512495" y="419100"/>
                  </a:lnTo>
                  <a:lnTo>
                    <a:pt x="2505075" y="419100"/>
                  </a:lnTo>
                  <a:lnTo>
                    <a:pt x="2493404" y="419100"/>
                  </a:lnTo>
                  <a:lnTo>
                    <a:pt x="2468783" y="419100"/>
                  </a:lnTo>
                  <a:lnTo>
                    <a:pt x="2466528" y="419100"/>
                  </a:lnTo>
                  <a:lnTo>
                    <a:pt x="2461363" y="419100"/>
                  </a:lnTo>
                  <a:lnTo>
                    <a:pt x="2455792" y="419100"/>
                  </a:lnTo>
                  <a:lnTo>
                    <a:pt x="2434487" y="419100"/>
                  </a:lnTo>
                  <a:lnTo>
                    <a:pt x="2422816" y="419100"/>
                  </a:lnTo>
                  <a:lnTo>
                    <a:pt x="2412080" y="419100"/>
                  </a:lnTo>
                  <a:lnTo>
                    <a:pt x="2409825" y="419100"/>
                  </a:lnTo>
                  <a:lnTo>
                    <a:pt x="2397708" y="419100"/>
                  </a:lnTo>
                  <a:lnTo>
                    <a:pt x="2385204" y="419100"/>
                  </a:lnTo>
                  <a:lnTo>
                    <a:pt x="2377784" y="419100"/>
                  </a:lnTo>
                  <a:lnTo>
                    <a:pt x="2366113" y="419100"/>
                  </a:lnTo>
                  <a:lnTo>
                    <a:pt x="2348425" y="419100"/>
                  </a:lnTo>
                  <a:lnTo>
                    <a:pt x="2341005" y="419100"/>
                  </a:lnTo>
                  <a:lnTo>
                    <a:pt x="2339237" y="419100"/>
                  </a:lnTo>
                  <a:lnTo>
                    <a:pt x="2329712" y="419100"/>
                  </a:lnTo>
                  <a:lnTo>
                    <a:pt x="2328501" y="419100"/>
                  </a:lnTo>
                  <a:lnTo>
                    <a:pt x="2314129" y="419100"/>
                  </a:lnTo>
                  <a:lnTo>
                    <a:pt x="2308515" y="419100"/>
                  </a:lnTo>
                  <a:lnTo>
                    <a:pt x="2302458" y="419100"/>
                  </a:lnTo>
                  <a:lnTo>
                    <a:pt x="2291722" y="419100"/>
                  </a:lnTo>
                  <a:lnTo>
                    <a:pt x="2282534" y="419100"/>
                  </a:lnTo>
                  <a:lnTo>
                    <a:pt x="2280429" y="419100"/>
                  </a:lnTo>
                  <a:lnTo>
                    <a:pt x="2273009" y="419100"/>
                  </a:lnTo>
                  <a:lnTo>
                    <a:pt x="2264846" y="419100"/>
                  </a:lnTo>
                  <a:lnTo>
                    <a:pt x="2259232" y="419100"/>
                  </a:lnTo>
                  <a:lnTo>
                    <a:pt x="2257426" y="419100"/>
                  </a:lnTo>
                  <a:lnTo>
                    <a:pt x="2251812" y="419100"/>
                  </a:lnTo>
                  <a:lnTo>
                    <a:pt x="2245755" y="419100"/>
                  </a:lnTo>
                  <a:lnTo>
                    <a:pt x="2234462" y="419100"/>
                  </a:lnTo>
                  <a:lnTo>
                    <a:pt x="2224936" y="419100"/>
                  </a:lnTo>
                  <a:lnTo>
                    <a:pt x="2223726" y="419100"/>
                  </a:lnTo>
                  <a:lnTo>
                    <a:pt x="2218879" y="419100"/>
                  </a:lnTo>
                  <a:lnTo>
                    <a:pt x="2213265" y="419100"/>
                  </a:lnTo>
                  <a:lnTo>
                    <a:pt x="2209354" y="419100"/>
                  </a:lnTo>
                  <a:lnTo>
                    <a:pt x="2208143" y="419100"/>
                  </a:lnTo>
                  <a:lnTo>
                    <a:pt x="2202529" y="419100"/>
                  </a:lnTo>
                  <a:lnTo>
                    <a:pt x="2188157" y="419100"/>
                  </a:lnTo>
                  <a:lnTo>
                    <a:pt x="2177759" y="419100"/>
                  </a:lnTo>
                  <a:lnTo>
                    <a:pt x="2175653" y="419100"/>
                  </a:lnTo>
                  <a:lnTo>
                    <a:pt x="2168233" y="419100"/>
                  </a:lnTo>
                  <a:lnTo>
                    <a:pt x="2162176" y="419100"/>
                  </a:lnTo>
                  <a:lnTo>
                    <a:pt x="2160071" y="419100"/>
                  </a:lnTo>
                  <a:lnTo>
                    <a:pt x="2156562" y="419100"/>
                  </a:lnTo>
                  <a:lnTo>
                    <a:pt x="2152651" y="419100"/>
                  </a:lnTo>
                  <a:lnTo>
                    <a:pt x="2138874" y="419100"/>
                  </a:lnTo>
                  <a:lnTo>
                    <a:pt x="2131454" y="419100"/>
                  </a:lnTo>
                  <a:lnTo>
                    <a:pt x="2129686" y="419100"/>
                  </a:lnTo>
                  <a:lnTo>
                    <a:pt x="2120161" y="419100"/>
                  </a:lnTo>
                  <a:lnTo>
                    <a:pt x="2118950" y="419100"/>
                  </a:lnTo>
                  <a:lnTo>
                    <a:pt x="2114104" y="419100"/>
                  </a:lnTo>
                  <a:lnTo>
                    <a:pt x="2104578" y="419100"/>
                  </a:lnTo>
                  <a:lnTo>
                    <a:pt x="2103368" y="419100"/>
                  </a:lnTo>
                  <a:lnTo>
                    <a:pt x="2092907" y="419100"/>
                  </a:lnTo>
                  <a:lnTo>
                    <a:pt x="2082171" y="419100"/>
                  </a:lnTo>
                  <a:lnTo>
                    <a:pt x="2072983" y="419100"/>
                  </a:lnTo>
                  <a:lnTo>
                    <a:pt x="2070878" y="419100"/>
                  </a:lnTo>
                  <a:lnTo>
                    <a:pt x="2063458" y="419100"/>
                  </a:lnTo>
                  <a:lnTo>
                    <a:pt x="2057401" y="419100"/>
                  </a:lnTo>
                  <a:lnTo>
                    <a:pt x="2055295" y="419100"/>
                  </a:lnTo>
                  <a:lnTo>
                    <a:pt x="2047875" y="419100"/>
                  </a:lnTo>
                  <a:lnTo>
                    <a:pt x="2036204" y="419100"/>
                  </a:lnTo>
                  <a:lnTo>
                    <a:pt x="2024911" y="419100"/>
                  </a:lnTo>
                  <a:lnTo>
                    <a:pt x="2014175" y="419100"/>
                  </a:lnTo>
                  <a:lnTo>
                    <a:pt x="2009328" y="419100"/>
                  </a:lnTo>
                  <a:lnTo>
                    <a:pt x="1999803" y="419100"/>
                  </a:lnTo>
                  <a:lnTo>
                    <a:pt x="1998592" y="419100"/>
                  </a:lnTo>
                  <a:lnTo>
                    <a:pt x="1968208" y="419100"/>
                  </a:lnTo>
                  <a:lnTo>
                    <a:pt x="1952625" y="419100"/>
                  </a:lnTo>
                  <a:lnTo>
                    <a:pt x="1950520" y="419100"/>
                  </a:lnTo>
                  <a:lnTo>
                    <a:pt x="1943100" y="419100"/>
                  </a:lnTo>
                  <a:lnTo>
                    <a:pt x="1904553" y="419100"/>
                  </a:lnTo>
                  <a:lnTo>
                    <a:pt x="1893817" y="419100"/>
                  </a:lnTo>
                  <a:lnTo>
                    <a:pt x="1872512" y="419100"/>
                  </a:lnTo>
                  <a:lnTo>
                    <a:pt x="1847850" y="419100"/>
                  </a:lnTo>
                  <a:lnTo>
                    <a:pt x="1823229" y="419100"/>
                  </a:lnTo>
                  <a:lnTo>
                    <a:pt x="1815809" y="419100"/>
                  </a:lnTo>
                  <a:lnTo>
                    <a:pt x="1777262" y="419100"/>
                  </a:lnTo>
                  <a:lnTo>
                    <a:pt x="1766526" y="419100"/>
                  </a:lnTo>
                  <a:lnTo>
                    <a:pt x="1752154" y="419100"/>
                  </a:lnTo>
                  <a:lnTo>
                    <a:pt x="1720559" y="419100"/>
                  </a:lnTo>
                  <a:lnTo>
                    <a:pt x="1702871" y="419100"/>
                  </a:lnTo>
                  <a:lnTo>
                    <a:pt x="1695451" y="419100"/>
                  </a:lnTo>
                  <a:lnTo>
                    <a:pt x="1662961" y="419100"/>
                  </a:lnTo>
                  <a:lnTo>
                    <a:pt x="1656904" y="419100"/>
                  </a:lnTo>
                  <a:lnTo>
                    <a:pt x="1646168" y="419100"/>
                  </a:lnTo>
                  <a:lnTo>
                    <a:pt x="1613678" y="419100"/>
                  </a:lnTo>
                  <a:lnTo>
                    <a:pt x="1606258" y="419100"/>
                  </a:lnTo>
                  <a:lnTo>
                    <a:pt x="1600201" y="419100"/>
                  </a:lnTo>
                  <a:lnTo>
                    <a:pt x="1584616" y="419100"/>
                  </a:lnTo>
                  <a:lnTo>
                    <a:pt x="1567711" y="419100"/>
                  </a:lnTo>
                  <a:lnTo>
                    <a:pt x="1556975" y="419100"/>
                  </a:lnTo>
                  <a:lnTo>
                    <a:pt x="1542603" y="419100"/>
                  </a:lnTo>
                  <a:lnTo>
                    <a:pt x="1535333" y="419100"/>
                  </a:lnTo>
                  <a:lnTo>
                    <a:pt x="1527913" y="419100"/>
                  </a:lnTo>
                  <a:lnTo>
                    <a:pt x="1511008" y="419100"/>
                  </a:lnTo>
                  <a:lnTo>
                    <a:pt x="1493320" y="419100"/>
                  </a:lnTo>
                  <a:lnTo>
                    <a:pt x="1489366" y="419100"/>
                  </a:lnTo>
                  <a:lnTo>
                    <a:pt x="1485900" y="419100"/>
                  </a:lnTo>
                  <a:lnTo>
                    <a:pt x="1478630" y="419100"/>
                  </a:lnTo>
                  <a:lnTo>
                    <a:pt x="1464258" y="419100"/>
                  </a:lnTo>
                  <a:lnTo>
                    <a:pt x="1447353" y="419100"/>
                  </a:lnTo>
                  <a:lnTo>
                    <a:pt x="1436617" y="419100"/>
                  </a:lnTo>
                  <a:lnTo>
                    <a:pt x="1432663" y="419100"/>
                  </a:lnTo>
                  <a:lnTo>
                    <a:pt x="1414975" y="419100"/>
                  </a:lnTo>
                  <a:lnTo>
                    <a:pt x="1407555" y="419100"/>
                  </a:lnTo>
                  <a:lnTo>
                    <a:pt x="1390650" y="419100"/>
                  </a:lnTo>
                  <a:lnTo>
                    <a:pt x="1375065" y="419100"/>
                  </a:lnTo>
                  <a:lnTo>
                    <a:pt x="1369008" y="419100"/>
                  </a:lnTo>
                  <a:lnTo>
                    <a:pt x="1358272" y="419100"/>
                  </a:lnTo>
                  <a:lnTo>
                    <a:pt x="1325782" y="419100"/>
                  </a:lnTo>
                  <a:lnTo>
                    <a:pt x="1318362" y="419100"/>
                  </a:lnTo>
                  <a:lnTo>
                    <a:pt x="1312305" y="419100"/>
                  </a:lnTo>
                  <a:lnTo>
                    <a:pt x="1279815" y="419100"/>
                  </a:lnTo>
                  <a:lnTo>
                    <a:pt x="1269079" y="419100"/>
                  </a:lnTo>
                  <a:lnTo>
                    <a:pt x="1254707" y="419100"/>
                  </a:lnTo>
                  <a:lnTo>
                    <a:pt x="1223112" y="419100"/>
                  </a:lnTo>
                  <a:lnTo>
                    <a:pt x="1205424" y="419100"/>
                  </a:lnTo>
                  <a:lnTo>
                    <a:pt x="1198004" y="419100"/>
                  </a:lnTo>
                  <a:lnTo>
                    <a:pt x="1159457" y="419100"/>
                  </a:lnTo>
                  <a:lnTo>
                    <a:pt x="1148721" y="419100"/>
                  </a:lnTo>
                  <a:lnTo>
                    <a:pt x="1127416" y="419100"/>
                  </a:lnTo>
                  <a:lnTo>
                    <a:pt x="1102754" y="419100"/>
                  </a:lnTo>
                  <a:lnTo>
                    <a:pt x="1078133" y="419100"/>
                  </a:lnTo>
                  <a:lnTo>
                    <a:pt x="1070713" y="419100"/>
                  </a:lnTo>
                  <a:lnTo>
                    <a:pt x="1032166" y="419100"/>
                  </a:lnTo>
                  <a:lnTo>
                    <a:pt x="1021430" y="419100"/>
                  </a:lnTo>
                  <a:lnTo>
                    <a:pt x="1007058" y="419100"/>
                  </a:lnTo>
                  <a:lnTo>
                    <a:pt x="975463" y="419100"/>
                  </a:lnTo>
                  <a:lnTo>
                    <a:pt x="957775" y="419100"/>
                  </a:lnTo>
                  <a:lnTo>
                    <a:pt x="950355" y="419100"/>
                  </a:lnTo>
                  <a:lnTo>
                    <a:pt x="939062" y="419100"/>
                  </a:lnTo>
                  <a:lnTo>
                    <a:pt x="917865" y="419100"/>
                  </a:lnTo>
                  <a:lnTo>
                    <a:pt x="911808" y="419100"/>
                  </a:lnTo>
                  <a:lnTo>
                    <a:pt x="901072" y="419100"/>
                  </a:lnTo>
                  <a:lnTo>
                    <a:pt x="889779" y="419100"/>
                  </a:lnTo>
                  <a:lnTo>
                    <a:pt x="882359" y="419100"/>
                  </a:lnTo>
                  <a:lnTo>
                    <a:pt x="868582" y="419100"/>
                  </a:lnTo>
                  <a:lnTo>
                    <a:pt x="861162" y="419100"/>
                  </a:lnTo>
                  <a:lnTo>
                    <a:pt x="855105" y="419100"/>
                  </a:lnTo>
                  <a:lnTo>
                    <a:pt x="843812" y="419100"/>
                  </a:lnTo>
                  <a:lnTo>
                    <a:pt x="833076" y="419100"/>
                  </a:lnTo>
                  <a:lnTo>
                    <a:pt x="822615" y="419100"/>
                  </a:lnTo>
                  <a:lnTo>
                    <a:pt x="818704" y="419100"/>
                  </a:lnTo>
                  <a:lnTo>
                    <a:pt x="811879" y="419100"/>
                  </a:lnTo>
                  <a:lnTo>
                    <a:pt x="797507" y="419100"/>
                  </a:lnTo>
                  <a:lnTo>
                    <a:pt x="787109" y="419100"/>
                  </a:lnTo>
                  <a:lnTo>
                    <a:pt x="769421" y="419100"/>
                  </a:lnTo>
                  <a:lnTo>
                    <a:pt x="765912" y="419100"/>
                  </a:lnTo>
                  <a:lnTo>
                    <a:pt x="762001" y="419100"/>
                  </a:lnTo>
                  <a:lnTo>
                    <a:pt x="748224" y="419100"/>
                  </a:lnTo>
                  <a:lnTo>
                    <a:pt x="740804" y="419100"/>
                  </a:lnTo>
                  <a:lnTo>
                    <a:pt x="729511" y="419100"/>
                  </a:lnTo>
                  <a:lnTo>
                    <a:pt x="723454" y="419100"/>
                  </a:lnTo>
                  <a:lnTo>
                    <a:pt x="712718" y="419100"/>
                  </a:lnTo>
                  <a:lnTo>
                    <a:pt x="702257" y="419100"/>
                  </a:lnTo>
                  <a:lnTo>
                    <a:pt x="691521" y="419100"/>
                  </a:lnTo>
                  <a:lnTo>
                    <a:pt x="680228" y="419100"/>
                  </a:lnTo>
                  <a:lnTo>
                    <a:pt x="672808" y="419100"/>
                  </a:lnTo>
                  <a:lnTo>
                    <a:pt x="666751" y="419100"/>
                  </a:lnTo>
                  <a:lnTo>
                    <a:pt x="645554" y="419100"/>
                  </a:lnTo>
                  <a:lnTo>
                    <a:pt x="634261" y="419100"/>
                  </a:lnTo>
                  <a:lnTo>
                    <a:pt x="623525" y="419100"/>
                  </a:lnTo>
                  <a:lnTo>
                    <a:pt x="609153" y="419100"/>
                  </a:lnTo>
                  <a:lnTo>
                    <a:pt x="577558" y="419100"/>
                  </a:lnTo>
                  <a:lnTo>
                    <a:pt x="559870" y="419100"/>
                  </a:lnTo>
                  <a:lnTo>
                    <a:pt x="552450" y="419100"/>
                  </a:lnTo>
                  <a:lnTo>
                    <a:pt x="513903" y="419100"/>
                  </a:lnTo>
                  <a:lnTo>
                    <a:pt x="503167" y="419100"/>
                  </a:lnTo>
                  <a:lnTo>
                    <a:pt x="481862" y="419100"/>
                  </a:lnTo>
                  <a:lnTo>
                    <a:pt x="457200" y="419100"/>
                  </a:lnTo>
                  <a:lnTo>
                    <a:pt x="432579" y="419100"/>
                  </a:lnTo>
                  <a:lnTo>
                    <a:pt x="425159" y="419100"/>
                  </a:lnTo>
                  <a:lnTo>
                    <a:pt x="386612" y="419100"/>
                  </a:lnTo>
                  <a:lnTo>
                    <a:pt x="375876" y="419100"/>
                  </a:lnTo>
                  <a:lnTo>
                    <a:pt x="361504" y="419100"/>
                  </a:lnTo>
                  <a:lnTo>
                    <a:pt x="329909" y="419100"/>
                  </a:lnTo>
                  <a:lnTo>
                    <a:pt x="312221" y="419100"/>
                  </a:lnTo>
                  <a:lnTo>
                    <a:pt x="304801" y="419100"/>
                  </a:lnTo>
                  <a:lnTo>
                    <a:pt x="272311" y="419100"/>
                  </a:lnTo>
                  <a:lnTo>
                    <a:pt x="266254" y="419100"/>
                  </a:lnTo>
                  <a:lnTo>
                    <a:pt x="255518" y="419100"/>
                  </a:lnTo>
                  <a:lnTo>
                    <a:pt x="223028" y="419100"/>
                  </a:lnTo>
                  <a:lnTo>
                    <a:pt x="215608" y="419100"/>
                  </a:lnTo>
                  <a:lnTo>
                    <a:pt x="209551" y="419100"/>
                  </a:lnTo>
                  <a:lnTo>
                    <a:pt x="177061" y="419100"/>
                  </a:lnTo>
                  <a:lnTo>
                    <a:pt x="166325" y="419100"/>
                  </a:lnTo>
                  <a:lnTo>
                    <a:pt x="151953" y="419100"/>
                  </a:lnTo>
                  <a:lnTo>
                    <a:pt x="120358" y="419100"/>
                  </a:lnTo>
                  <a:lnTo>
                    <a:pt x="102670" y="419100"/>
                  </a:lnTo>
                  <a:lnTo>
                    <a:pt x="95250" y="419100"/>
                  </a:lnTo>
                  <a:lnTo>
                    <a:pt x="56703" y="419100"/>
                  </a:lnTo>
                  <a:lnTo>
                    <a:pt x="45967" y="419100"/>
                  </a:lnTo>
                  <a:lnTo>
                    <a:pt x="0" y="419100"/>
                  </a:lnTo>
                  <a:close/>
                </a:path>
              </a:pathLst>
            </a:custGeom>
            <a:solidFill>
              <a:srgbClr val="305686"/>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nvGrpSpPr>
            <p:cNvPr id="12" name="组合 11"/>
            <p:cNvGrpSpPr/>
            <p:nvPr/>
          </p:nvGrpSpPr>
          <p:grpSpPr>
            <a:xfrm>
              <a:off x="418" y="2067"/>
              <a:ext cx="1655" cy="838"/>
              <a:chOff x="-391195" y="-1"/>
              <a:chExt cx="1697596" cy="866775"/>
            </a:xfrm>
            <a:solidFill>
              <a:srgbClr val="F5F5F5"/>
            </a:solidFill>
          </p:grpSpPr>
          <p:sp>
            <p:nvSpPr>
              <p:cNvPr id="13" name="任意多边形 17"/>
              <p:cNvSpPr/>
              <p:nvPr/>
            </p:nvSpPr>
            <p:spPr>
              <a:xfrm>
                <a:off x="238265"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4" name="任意多边形 18"/>
              <p:cNvSpPr/>
              <p:nvPr/>
            </p:nvSpPr>
            <p:spPr>
              <a:xfrm>
                <a:off x="421807"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5" name="任意多边形 19"/>
              <p:cNvSpPr/>
              <p:nvPr/>
            </p:nvSpPr>
            <p:spPr>
              <a:xfrm>
                <a:off x="605349"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6" name="任意多边形 26"/>
              <p:cNvSpPr/>
              <p:nvPr/>
            </p:nvSpPr>
            <p:spPr>
              <a:xfrm>
                <a:off x="788891"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7" name="任意多边形 27"/>
              <p:cNvSpPr/>
              <p:nvPr/>
            </p:nvSpPr>
            <p:spPr>
              <a:xfrm>
                <a:off x="972434"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 name="任意多边形 28"/>
              <p:cNvSpPr/>
              <p:nvPr/>
            </p:nvSpPr>
            <p:spPr>
              <a:xfrm>
                <a:off x="-391195" y="-1"/>
                <a:ext cx="779885" cy="866775"/>
              </a:xfrm>
              <a:custGeom>
                <a:avLst/>
                <a:gdLst>
                  <a:gd name="connsiteX0" fmla="*/ 167467 w 602715"/>
                  <a:gd name="connsiteY0" fmla="*/ 0 h 669866"/>
                  <a:gd name="connsiteX1" fmla="*/ 240938 w 602715"/>
                  <a:gd name="connsiteY1" fmla="*/ 0 h 669866"/>
                  <a:gd name="connsiteX2" fmla="*/ 258098 w 602715"/>
                  <a:gd name="connsiteY2" fmla="*/ 0 h 669866"/>
                  <a:gd name="connsiteX3" fmla="*/ 319710 w 602715"/>
                  <a:gd name="connsiteY3" fmla="*/ 0 h 669866"/>
                  <a:gd name="connsiteX4" fmla="*/ 331569 w 602715"/>
                  <a:gd name="connsiteY4" fmla="*/ 0 h 669866"/>
                  <a:gd name="connsiteX5" fmla="*/ 359841 w 602715"/>
                  <a:gd name="connsiteY5" fmla="*/ 0 h 669866"/>
                  <a:gd name="connsiteX6" fmla="*/ 410341 w 602715"/>
                  <a:gd name="connsiteY6" fmla="*/ 0 h 669866"/>
                  <a:gd name="connsiteX7" fmla="*/ 433312 w 602715"/>
                  <a:gd name="connsiteY7" fmla="*/ 0 h 669866"/>
                  <a:gd name="connsiteX8" fmla="*/ 450472 w 602715"/>
                  <a:gd name="connsiteY8" fmla="*/ 0 h 669866"/>
                  <a:gd name="connsiteX9" fmla="*/ 512084 w 602715"/>
                  <a:gd name="connsiteY9" fmla="*/ 0 h 669866"/>
                  <a:gd name="connsiteX10" fmla="*/ 523943 w 602715"/>
                  <a:gd name="connsiteY10" fmla="*/ 0 h 669866"/>
                  <a:gd name="connsiteX11" fmla="*/ 602715 w 602715"/>
                  <a:gd name="connsiteY11" fmla="*/ 0 h 669866"/>
                  <a:gd name="connsiteX12" fmla="*/ 435248 w 602715"/>
                  <a:gd name="connsiteY12" fmla="*/ 669866 h 669866"/>
                  <a:gd name="connsiteX13" fmla="*/ 356476 w 602715"/>
                  <a:gd name="connsiteY13" fmla="*/ 669866 h 669866"/>
                  <a:gd name="connsiteX14" fmla="*/ 344617 w 602715"/>
                  <a:gd name="connsiteY14" fmla="*/ 669866 h 669866"/>
                  <a:gd name="connsiteX15" fmla="*/ 283005 w 602715"/>
                  <a:gd name="connsiteY15" fmla="*/ 669866 h 669866"/>
                  <a:gd name="connsiteX16" fmla="*/ 265845 w 602715"/>
                  <a:gd name="connsiteY16" fmla="*/ 669866 h 669866"/>
                  <a:gd name="connsiteX17" fmla="*/ 242874 w 602715"/>
                  <a:gd name="connsiteY17" fmla="*/ 669866 h 669866"/>
                  <a:gd name="connsiteX18" fmla="*/ 192374 w 602715"/>
                  <a:gd name="connsiteY18" fmla="*/ 669866 h 669866"/>
                  <a:gd name="connsiteX19" fmla="*/ 164102 w 602715"/>
                  <a:gd name="connsiteY19" fmla="*/ 669866 h 669866"/>
                  <a:gd name="connsiteX20" fmla="*/ 152243 w 602715"/>
                  <a:gd name="connsiteY20" fmla="*/ 669866 h 669866"/>
                  <a:gd name="connsiteX21" fmla="*/ 90631 w 602715"/>
                  <a:gd name="connsiteY21" fmla="*/ 669866 h 669866"/>
                  <a:gd name="connsiteX22" fmla="*/ 73471 w 602715"/>
                  <a:gd name="connsiteY22" fmla="*/ 669866 h 669866"/>
                  <a:gd name="connsiteX23" fmla="*/ 0 w 602715"/>
                  <a:gd name="connsiteY23" fmla="*/ 669866 h 66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2715" h="669866">
                    <a:moveTo>
                      <a:pt x="167467" y="0"/>
                    </a:moveTo>
                    <a:lnTo>
                      <a:pt x="240938" y="0"/>
                    </a:lnTo>
                    <a:lnTo>
                      <a:pt x="258098" y="0"/>
                    </a:lnTo>
                    <a:lnTo>
                      <a:pt x="319710" y="0"/>
                    </a:lnTo>
                    <a:lnTo>
                      <a:pt x="331569" y="0"/>
                    </a:lnTo>
                    <a:lnTo>
                      <a:pt x="359841" y="0"/>
                    </a:lnTo>
                    <a:lnTo>
                      <a:pt x="410341" y="0"/>
                    </a:lnTo>
                    <a:lnTo>
                      <a:pt x="433312" y="0"/>
                    </a:lnTo>
                    <a:lnTo>
                      <a:pt x="450472" y="0"/>
                    </a:lnTo>
                    <a:lnTo>
                      <a:pt x="512084" y="0"/>
                    </a:lnTo>
                    <a:lnTo>
                      <a:pt x="523943" y="0"/>
                    </a:lnTo>
                    <a:lnTo>
                      <a:pt x="602715" y="0"/>
                    </a:lnTo>
                    <a:lnTo>
                      <a:pt x="435248" y="669866"/>
                    </a:lnTo>
                    <a:lnTo>
                      <a:pt x="356476" y="669866"/>
                    </a:lnTo>
                    <a:lnTo>
                      <a:pt x="344617" y="669866"/>
                    </a:lnTo>
                    <a:lnTo>
                      <a:pt x="283005" y="669866"/>
                    </a:lnTo>
                    <a:lnTo>
                      <a:pt x="265845" y="669866"/>
                    </a:lnTo>
                    <a:lnTo>
                      <a:pt x="242874" y="669866"/>
                    </a:lnTo>
                    <a:lnTo>
                      <a:pt x="192374" y="669866"/>
                    </a:lnTo>
                    <a:lnTo>
                      <a:pt x="164102" y="669866"/>
                    </a:lnTo>
                    <a:lnTo>
                      <a:pt x="152243" y="669866"/>
                    </a:lnTo>
                    <a:lnTo>
                      <a:pt x="90631" y="669866"/>
                    </a:lnTo>
                    <a:lnTo>
                      <a:pt x="73471" y="669866"/>
                    </a:lnTo>
                    <a:lnTo>
                      <a:pt x="0" y="669866"/>
                    </a:lnTo>
                    <a:close/>
                  </a:path>
                </a:pathLst>
              </a:custGeom>
              <a:grp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sp>
          <p:nvSpPr>
            <p:cNvPr id="59404" name="Text Box 7"/>
            <p:cNvSpPr txBox="1"/>
            <p:nvPr/>
          </p:nvSpPr>
          <p:spPr>
            <a:xfrm>
              <a:off x="2170" y="1961"/>
              <a:ext cx="12428" cy="918"/>
            </a:xfrm>
            <a:prstGeom prst="rect">
              <a:avLst/>
            </a:prstGeom>
            <a:noFill/>
            <a:ln w="9525">
              <a:noFill/>
            </a:ln>
          </p:spPr>
          <p:txBody>
            <a:bodyPr wrap="square" anchor="t" anchorCtr="0">
              <a:spAutoFit/>
            </a:bodyPr>
            <a:p>
              <a:pPr>
                <a:buSzTx/>
              </a:pPr>
              <a:r>
                <a:rPr lang="en-US" altLang="zh-CN" sz="3200" b="1" dirty="0">
                  <a:solidFill>
                    <a:schemeClr val="bg1"/>
                  </a:solidFill>
                  <a:latin typeface="微软雅黑" panose="020B0503020204020204" charset="-122"/>
                  <a:ea typeface="微软雅黑" panose="020B0503020204020204" charset="-122"/>
                </a:rPr>
                <a:t>4.4 </a:t>
              </a:r>
              <a:r>
                <a:rPr lang="zh-CN" altLang="en-US" sz="3200" b="1" dirty="0">
                  <a:solidFill>
                    <a:schemeClr val="bg1"/>
                  </a:solidFill>
                  <a:latin typeface="微软雅黑" panose="020B0503020204020204" charset="-122"/>
                  <a:ea typeface="微软雅黑" panose="020B0503020204020204" charset="-122"/>
                </a:rPr>
                <a:t>简谐振动的合成</a:t>
              </a:r>
              <a:endParaRPr lang="zh-CN" altLang="en-US" sz="3200" b="1" dirty="0">
                <a:solidFill>
                  <a:schemeClr val="bg1"/>
                </a:solidFill>
                <a:latin typeface="微软雅黑" panose="020B0503020204020204" charset="-122"/>
                <a:ea typeface="微软雅黑" panose="020B0503020204020204" charset="-122"/>
              </a:endParaRPr>
            </a:p>
          </p:txBody>
        </p:sp>
      </p:grpSp>
      <p:cxnSp>
        <p:nvCxnSpPr>
          <p:cNvPr id="59405" name="直接连接符 7"/>
          <p:cNvCxnSpPr/>
          <p:nvPr/>
        </p:nvCxnSpPr>
        <p:spPr>
          <a:xfrm>
            <a:off x="1244600" y="884238"/>
            <a:ext cx="7920038" cy="0"/>
          </a:xfrm>
          <a:prstGeom prst="line">
            <a:avLst/>
          </a:prstGeom>
          <a:ln w="28575" cap="flat" cmpd="sng">
            <a:solidFill>
              <a:srgbClr val="315985"/>
            </a:solidFill>
            <a:prstDash val="solid"/>
            <a:miter/>
            <a:headEnd type="none" w="med" len="med"/>
            <a:tailEnd type="none" w="med" len="med"/>
          </a:ln>
        </p:spPr>
      </p:cxnSp>
      <p:sp>
        <p:nvSpPr>
          <p:cNvPr id="2" name="矩形 1"/>
          <p:cNvSpPr/>
          <p:nvPr/>
        </p:nvSpPr>
        <p:spPr>
          <a:xfrm>
            <a:off x="650875" y="1052513"/>
            <a:ext cx="7481888" cy="565150"/>
          </a:xfrm>
          <a:prstGeom prst="rect">
            <a:avLst/>
          </a:prstGeom>
          <a:noFill/>
          <a:ln w="9525">
            <a:noFill/>
          </a:ln>
        </p:spPr>
        <p:txBody>
          <a:bodyPr wrap="square" anchor="t" anchorCtr="0">
            <a:spAutoFit/>
          </a:bodyPr>
          <a:p>
            <a:pPr>
              <a:lnSpc>
                <a:spcPct val="110000"/>
              </a:lnSpc>
            </a:pPr>
            <a:r>
              <a:rPr lang="zh-CN" altLang="en-US" sz="2800" b="1" dirty="0">
                <a:solidFill>
                  <a:srgbClr val="254265"/>
                </a:solidFill>
                <a:latin typeface="微软雅黑" panose="020B0503020204020204" charset="-122"/>
                <a:ea typeface="微软雅黑" panose="020B0503020204020204" charset="-122"/>
              </a:rPr>
              <a:t>一、同方向同频率的两个简谐振动的合成</a:t>
            </a:r>
            <a:endParaRPr lang="zh-CN" altLang="en-US" sz="2800" b="1" dirty="0">
              <a:solidFill>
                <a:srgbClr val="254265"/>
              </a:solidFill>
              <a:latin typeface="微软雅黑" panose="020B0503020204020204" charset="-122"/>
              <a:ea typeface="微软雅黑" panose="020B0503020204020204" charset="-122"/>
            </a:endParaRPr>
          </a:p>
        </p:txBody>
      </p:sp>
      <p:pic>
        <p:nvPicPr>
          <p:cNvPr id="59407" name="图片 5"/>
          <p:cNvPicPr>
            <a:picLocks noChangeAspect="1"/>
          </p:cNvPicPr>
          <p:nvPr/>
        </p:nvPicPr>
        <p:blipFill>
          <a:blip r:embed="rId5"/>
          <a:stretch>
            <a:fillRect/>
          </a:stretch>
        </p:blipFill>
        <p:spPr>
          <a:xfrm>
            <a:off x="5426075" y="1760538"/>
            <a:ext cx="3000375" cy="30368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39268"/>
                                        </p:tgtEl>
                                        <p:attrNameLst>
                                          <p:attrName>style.visibility</p:attrName>
                                        </p:attrNameLst>
                                      </p:cBhvr>
                                      <p:to>
                                        <p:strVal val="visible"/>
                                      </p:to>
                                    </p:set>
                                    <p:animEffect transition="in" filter="wipe(left)">
                                      <p:cBhvr>
                                        <p:cTn id="11" dur="500"/>
                                        <p:tgtEl>
                                          <p:spTgt spid="13926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39269"/>
                                        </p:tgtEl>
                                        <p:attrNameLst>
                                          <p:attrName>style.visibility</p:attrName>
                                        </p:attrNameLst>
                                      </p:cBhvr>
                                      <p:to>
                                        <p:strVal val="visible"/>
                                      </p:to>
                                    </p:set>
                                    <p:animEffect transition="in" filter="wipe(left)">
                                      <p:cBhvr>
                                        <p:cTn id="14" dur="500"/>
                                        <p:tgtEl>
                                          <p:spTgt spid="13926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39270"/>
                                        </p:tgtEl>
                                        <p:attrNameLst>
                                          <p:attrName>style.visibility</p:attrName>
                                        </p:attrNameLst>
                                      </p:cBhvr>
                                      <p:to>
                                        <p:strVal val="visible"/>
                                      </p:to>
                                    </p:set>
                                    <p:animEffect transition="in" filter="wipe(left)">
                                      <p:cBhvr>
                                        <p:cTn id="19" dur="500"/>
                                        <p:tgtEl>
                                          <p:spTgt spid="139270"/>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39271"/>
                                        </p:tgtEl>
                                        <p:attrNameLst>
                                          <p:attrName>style.visibility</p:attrName>
                                        </p:attrNameLst>
                                      </p:cBhvr>
                                      <p:to>
                                        <p:strVal val="visible"/>
                                      </p:to>
                                    </p:set>
                                    <p:animEffect transition="in" filter="wipe(left)">
                                      <p:cBhvr>
                                        <p:cTn id="23" dur="500"/>
                                        <p:tgtEl>
                                          <p:spTgt spid="139271"/>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39272"/>
                                        </p:tgtEl>
                                        <p:attrNameLst>
                                          <p:attrName>style.visibility</p:attrName>
                                        </p:attrNameLst>
                                      </p:cBhvr>
                                      <p:to>
                                        <p:strVal val="visible"/>
                                      </p:to>
                                    </p:set>
                                    <p:animEffect transition="in" filter="wipe(left)">
                                      <p:cBhvr>
                                        <p:cTn id="26" dur="500"/>
                                        <p:tgtEl>
                                          <p:spTgt spid="13927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05848"/>
                                        </p:tgtEl>
                                        <p:attrNameLst>
                                          <p:attrName>style.visibility</p:attrName>
                                        </p:attrNameLst>
                                      </p:cBhvr>
                                      <p:to>
                                        <p:strVal val="visible"/>
                                      </p:to>
                                    </p:set>
                                    <p:animEffect transition="in" filter="wipe(left)">
                                      <p:cBhvr>
                                        <p:cTn id="31" dur="500"/>
                                        <p:tgtEl>
                                          <p:spTgt spid="205848"/>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p:bldP spid="139269" grpId="0"/>
      <p:bldP spid="139270" grpId="0"/>
      <p:bldP spid="139271" grpId="0"/>
      <p:bldP spid="139272"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 name="Text Box 13"/>
          <p:cNvSpPr txBox="1"/>
          <p:nvPr/>
        </p:nvSpPr>
        <p:spPr>
          <a:xfrm>
            <a:off x="681038" y="1200150"/>
            <a:ext cx="5667375" cy="496888"/>
          </a:xfrm>
          <a:prstGeom prst="rect">
            <a:avLst/>
          </a:prstGeom>
          <a:noFill/>
          <a:ln w="9525">
            <a:noFill/>
          </a:ln>
        </p:spPr>
        <p:txBody>
          <a:bodyPr wrap="square" anchor="t" anchorCtr="0">
            <a:spAutoFit/>
          </a:bodyPr>
          <a:p>
            <a:pPr algn="just" eaLnBrk="0" hangingPunct="0">
              <a:lnSpc>
                <a:spcPct val="110000"/>
              </a:lnSpc>
            </a:pPr>
            <a:r>
              <a:rPr lang="en-US" altLang="zh-CN" sz="2400" b="1" dirty="0">
                <a:latin typeface="Times New Roman" panose="02020603050405020304" pitchFamily="18" charset="0"/>
                <a:ea typeface="宋体" panose="02010600030101010101" pitchFamily="2" charset="-122"/>
              </a:rPr>
              <a:t> </a:t>
            </a:r>
            <a:r>
              <a:rPr lang="en-US" altLang="zh-CN" sz="2400" dirty="0">
                <a:latin typeface="微软雅黑" panose="020B0503020204020204" charset="-122"/>
                <a:ea typeface="微软雅黑" panose="020B0503020204020204" charset="-122"/>
              </a:rPr>
              <a:t>1. </a:t>
            </a:r>
            <a:r>
              <a:rPr lang="zh-CN" altLang="en-US" sz="2400" dirty="0">
                <a:latin typeface="微软雅黑" panose="020B0503020204020204" charset="-122"/>
                <a:ea typeface="微软雅黑" panose="020B0503020204020204" charset="-122"/>
              </a:rPr>
              <a:t>若</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a:t>
            </a:r>
            <a:r>
              <a:rPr lang="zh-CN" altLang="en-US" sz="2400" b="1" i="1" dirty="0">
                <a:latin typeface="Times New Roman" panose="02020603050405020304" pitchFamily="18" charset="0"/>
                <a:ea typeface="宋体" panose="02010600030101010101" pitchFamily="2" charset="-122"/>
                <a:sym typeface="Symbol" panose="05050102010706020507" pitchFamily="18" charset="2"/>
              </a:rPr>
              <a:t> </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baseline="-25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a:t>
            </a:r>
            <a:r>
              <a:rPr lang="en-US" altLang="zh-CN"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solidFill>
                  <a:srgbClr val="FF0000"/>
                </a:solidFill>
                <a:latin typeface="Times New Roman" panose="02020603050405020304" pitchFamily="18" charset="0"/>
                <a:ea typeface="宋体" panose="02010600030101010101" pitchFamily="2" charset="-122"/>
              </a:rPr>
              <a:t>2</a:t>
            </a:r>
            <a:r>
              <a:rPr lang="en-US" altLang="zh-CN" sz="2400" b="1" i="1" dirty="0">
                <a:solidFill>
                  <a:srgbClr val="FF0000"/>
                </a:solidFill>
                <a:latin typeface="Times New Roman" panose="02020603050405020304" pitchFamily="18" charset="0"/>
                <a:ea typeface="宋体" panose="02010600030101010101" pitchFamily="2" charset="-122"/>
              </a:rPr>
              <a:t>k</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a:t>
            </a:r>
            <a:r>
              <a:rPr lang="en-US" altLang="zh-CN" sz="2400" b="1" dirty="0">
                <a:latin typeface="Times New Roman" panose="02020603050405020304" pitchFamily="18" charset="0"/>
                <a:ea typeface="宋体" panose="02010600030101010101" pitchFamily="2" charset="-122"/>
              </a:rPr>
              <a:t> ( </a:t>
            </a:r>
            <a:r>
              <a:rPr lang="en-US" altLang="zh-CN" sz="2400" b="1" i="1" dirty="0">
                <a:latin typeface="Times New Roman" panose="02020603050405020304" pitchFamily="18" charset="0"/>
                <a:ea typeface="宋体" panose="02010600030101010101" pitchFamily="2" charset="-122"/>
              </a:rPr>
              <a:t>k </a:t>
            </a:r>
            <a:r>
              <a:rPr lang="en-US" altLang="zh-CN" sz="2400" b="1" dirty="0">
                <a:latin typeface="Times New Roman" panose="02020603050405020304" pitchFamily="18" charset="0"/>
                <a:ea typeface="宋体" panose="02010600030101010101" pitchFamily="2" charset="-122"/>
              </a:rPr>
              <a:t>= 0,1,2,… )</a:t>
            </a:r>
            <a:endParaRPr lang="en-US" altLang="zh-CN" sz="2400" b="1" dirty="0">
              <a:latin typeface="Times New Roman" panose="02020603050405020304" pitchFamily="18" charset="0"/>
              <a:ea typeface="宋体" panose="02010600030101010101" pitchFamily="2" charset="-122"/>
            </a:endParaRPr>
          </a:p>
        </p:txBody>
      </p:sp>
      <p:sp>
        <p:nvSpPr>
          <p:cNvPr id="48" name="Text Box 15"/>
          <p:cNvSpPr txBox="1"/>
          <p:nvPr/>
        </p:nvSpPr>
        <p:spPr>
          <a:xfrm>
            <a:off x="1190625" y="1903413"/>
            <a:ext cx="1671638" cy="460375"/>
          </a:xfrm>
          <a:prstGeom prst="rect">
            <a:avLst/>
          </a:prstGeom>
          <a:noFill/>
          <a:ln w="9525">
            <a:noFill/>
          </a:ln>
        </p:spPr>
        <p:txBody>
          <a:bodyPr wrap="square" anchor="t" anchorCtr="0">
            <a:spAutoFit/>
          </a:bodyPr>
          <a:p>
            <a:pPr eaLnBrk="0" hangingPunct="0">
              <a:spcBef>
                <a:spcPct val="50000"/>
              </a:spcBef>
            </a:pPr>
            <a:r>
              <a:rPr lang="en-US" altLang="zh-CN" sz="2400" b="1" i="1" dirty="0">
                <a:solidFill>
                  <a:srgbClr val="FF0000"/>
                </a:solidFill>
                <a:latin typeface="Times New Roman" panose="02020603050405020304" pitchFamily="18" charset="0"/>
                <a:ea typeface="微软雅黑" panose="020B0503020204020204" charset="-122"/>
              </a:rPr>
              <a:t>A</a:t>
            </a:r>
            <a:r>
              <a:rPr lang="en-US" altLang="zh-CN" sz="2400" b="1" dirty="0">
                <a:solidFill>
                  <a:srgbClr val="FF0000"/>
                </a:solidFill>
                <a:latin typeface="Times New Roman" panose="02020603050405020304" pitchFamily="18" charset="0"/>
                <a:ea typeface="微软雅黑" panose="020B0503020204020204" charset="-122"/>
              </a:rPr>
              <a:t>=</a:t>
            </a:r>
            <a:r>
              <a:rPr lang="en-US" altLang="zh-CN" sz="2400" b="1" i="1" dirty="0">
                <a:solidFill>
                  <a:srgbClr val="FF0000"/>
                </a:solidFill>
                <a:latin typeface="Times New Roman" panose="02020603050405020304" pitchFamily="18" charset="0"/>
                <a:ea typeface="微软雅黑" panose="020B0503020204020204" charset="-122"/>
              </a:rPr>
              <a:t>A</a:t>
            </a:r>
            <a:r>
              <a:rPr lang="en-US" altLang="zh-CN" sz="2400" b="1" baseline="-25000" dirty="0">
                <a:solidFill>
                  <a:srgbClr val="FF0000"/>
                </a:solidFill>
                <a:latin typeface="Times New Roman" panose="02020603050405020304" pitchFamily="18" charset="0"/>
                <a:ea typeface="微软雅黑" panose="020B0503020204020204" charset="-122"/>
              </a:rPr>
              <a:t>1</a:t>
            </a:r>
            <a:r>
              <a:rPr lang="en-US" altLang="zh-CN" sz="2400" b="1" dirty="0">
                <a:solidFill>
                  <a:srgbClr val="FF0000"/>
                </a:solidFill>
                <a:latin typeface="Times New Roman" panose="02020603050405020304" pitchFamily="18" charset="0"/>
                <a:ea typeface="微软雅黑" panose="020B0503020204020204" charset="-122"/>
              </a:rPr>
              <a:t>+</a:t>
            </a:r>
            <a:r>
              <a:rPr lang="en-US" altLang="zh-CN" sz="2400" b="1" i="1" dirty="0">
                <a:solidFill>
                  <a:srgbClr val="FF0000"/>
                </a:solidFill>
                <a:latin typeface="Times New Roman" panose="02020603050405020304" pitchFamily="18" charset="0"/>
                <a:ea typeface="微软雅黑" panose="020B0503020204020204" charset="-122"/>
              </a:rPr>
              <a:t>A</a:t>
            </a:r>
            <a:r>
              <a:rPr lang="en-US" altLang="zh-CN" sz="2400" b="1" baseline="-25000" dirty="0">
                <a:solidFill>
                  <a:srgbClr val="FF0000"/>
                </a:solidFill>
                <a:latin typeface="Times New Roman" panose="02020603050405020304" pitchFamily="18" charset="0"/>
                <a:ea typeface="微软雅黑" panose="020B0503020204020204" charset="-122"/>
              </a:rPr>
              <a:t>2</a:t>
            </a:r>
            <a:r>
              <a:rPr lang="en-US" altLang="zh-CN" sz="2400" baseline="-25000" dirty="0">
                <a:solidFill>
                  <a:srgbClr val="000000"/>
                </a:solidFill>
                <a:latin typeface="Times New Roman" panose="02020603050405020304" pitchFamily="18" charset="0"/>
                <a:ea typeface="微软雅黑" panose="020B0503020204020204" charset="-122"/>
              </a:rPr>
              <a:t> </a:t>
            </a:r>
            <a:r>
              <a:rPr lang="en-US" altLang="zh-CN" sz="2400" dirty="0">
                <a:solidFill>
                  <a:srgbClr val="000000"/>
                </a:solidFill>
                <a:latin typeface="微软雅黑" panose="020B0503020204020204" charset="-122"/>
                <a:ea typeface="微软雅黑" panose="020B0503020204020204" charset="-122"/>
              </a:rPr>
              <a:t>  </a:t>
            </a:r>
            <a:endParaRPr lang="zh-CN" altLang="en-US" sz="2400" dirty="0">
              <a:solidFill>
                <a:srgbClr val="000000"/>
              </a:solidFill>
              <a:latin typeface="微软雅黑" panose="020B0503020204020204" charset="-122"/>
              <a:ea typeface="微软雅黑" panose="020B0503020204020204" charset="-122"/>
            </a:endParaRPr>
          </a:p>
        </p:txBody>
      </p:sp>
      <p:sp>
        <p:nvSpPr>
          <p:cNvPr id="49" name="文本框 48"/>
          <p:cNvSpPr txBox="1"/>
          <p:nvPr/>
        </p:nvSpPr>
        <p:spPr>
          <a:xfrm>
            <a:off x="6348413" y="1236663"/>
            <a:ext cx="1706562" cy="460375"/>
          </a:xfrm>
          <a:prstGeom prst="rect">
            <a:avLst/>
          </a:prstGeom>
          <a:noFill/>
          <a:ln w="9525">
            <a:noFill/>
          </a:ln>
        </p:spPr>
        <p:txBody>
          <a:bodyPr wrap="none" anchor="t" anchorCtr="0">
            <a:spAutoFit/>
          </a:bodyPr>
          <a:p>
            <a:r>
              <a:rPr lang="zh-CN" altLang="en-US" sz="2400" dirty="0">
                <a:latin typeface="微软雅黑" panose="020B0503020204020204" charset="-122"/>
                <a:ea typeface="微软雅黑" panose="020B0503020204020204" charset="-122"/>
                <a:sym typeface="微软雅黑" panose="020B0503020204020204" charset="-122"/>
              </a:rPr>
              <a:t>两振动</a:t>
            </a:r>
            <a:r>
              <a:rPr lang="zh-CN" altLang="en-US" sz="2400" dirty="0">
                <a:solidFill>
                  <a:srgbClr val="FF0000"/>
                </a:solidFill>
                <a:latin typeface="微软雅黑" panose="020B0503020204020204" charset="-122"/>
                <a:ea typeface="微软雅黑" panose="020B0503020204020204" charset="-122"/>
                <a:sym typeface="微软雅黑" panose="020B0503020204020204" charset="-122"/>
              </a:rPr>
              <a:t>同相</a:t>
            </a:r>
            <a:endParaRPr lang="zh-CN" altLang="en-US" sz="2400" dirty="0">
              <a:solidFill>
                <a:srgbClr val="FF0000"/>
              </a:solidFill>
              <a:latin typeface="微软雅黑" panose="020B0503020204020204" charset="-122"/>
              <a:ea typeface="微软雅黑" panose="020B0503020204020204" charset="-122"/>
              <a:sym typeface="微软雅黑" panose="020B0503020204020204" charset="-122"/>
            </a:endParaRPr>
          </a:p>
        </p:txBody>
      </p:sp>
      <p:grpSp>
        <p:nvGrpSpPr>
          <p:cNvPr id="50" name="组合 49"/>
          <p:cNvGrpSpPr/>
          <p:nvPr/>
        </p:nvGrpSpPr>
        <p:grpSpPr>
          <a:xfrm>
            <a:off x="6956425" y="1781175"/>
            <a:ext cx="606425" cy="962025"/>
            <a:chOff x="10176" y="2574"/>
            <a:chExt cx="955" cy="1515"/>
          </a:xfrm>
        </p:grpSpPr>
        <p:sp>
          <p:nvSpPr>
            <p:cNvPr id="60421" name="Line 10"/>
            <p:cNvSpPr/>
            <p:nvPr/>
          </p:nvSpPr>
          <p:spPr>
            <a:xfrm rot="2266530" flipV="1">
              <a:off x="10630" y="2672"/>
              <a:ext cx="1" cy="1417"/>
            </a:xfrm>
            <a:prstGeom prst="line">
              <a:avLst/>
            </a:prstGeom>
            <a:ln w="25400" cap="flat" cmpd="sng">
              <a:solidFill>
                <a:srgbClr val="FF0000"/>
              </a:solidFill>
              <a:prstDash val="solid"/>
              <a:round/>
              <a:headEnd type="none" w="med" len="med"/>
              <a:tailEnd type="triangle" w="med" len="lg"/>
            </a:ln>
          </p:spPr>
        </p:sp>
        <p:sp>
          <p:nvSpPr>
            <p:cNvPr id="60422" name="Text Box 11"/>
            <p:cNvSpPr txBox="1"/>
            <p:nvPr/>
          </p:nvSpPr>
          <p:spPr>
            <a:xfrm>
              <a:off x="10176" y="2574"/>
              <a:ext cx="955" cy="725"/>
            </a:xfrm>
            <a:prstGeom prst="rect">
              <a:avLst/>
            </a:prstGeom>
            <a:noFill/>
            <a:ln w="38100">
              <a:noFill/>
            </a:ln>
          </p:spPr>
          <p:txBody>
            <a:bodyPr wrap="square" anchor="ctr" anchorCtr="0">
              <a:spAutoFit/>
            </a:bodyPr>
            <a:p>
              <a:pPr algn="ctr"/>
              <a:r>
                <a:rPr lang="en-US" altLang="zh-CN" sz="2400" b="1" i="1" dirty="0">
                  <a:solidFill>
                    <a:srgbClr val="FF0000"/>
                  </a:solidFill>
                  <a:latin typeface="Times New Roman" panose="02020603050405020304" pitchFamily="18" charset="0"/>
                  <a:ea typeface="宋体" panose="02010600030101010101" pitchFamily="2" charset="-122"/>
                </a:rPr>
                <a:t>A</a:t>
              </a:r>
              <a:endParaRPr lang="en-US" altLang="zh-CN" sz="2400" b="1" i="1" baseline="-25000" dirty="0">
                <a:solidFill>
                  <a:srgbClr val="FF0000"/>
                </a:solidFill>
                <a:latin typeface="Times New Roman" panose="02020603050405020304" pitchFamily="18" charset="0"/>
                <a:ea typeface="宋体" panose="02010600030101010101" pitchFamily="2" charset="-122"/>
              </a:endParaRPr>
            </a:p>
          </p:txBody>
        </p:sp>
      </p:grpSp>
      <p:grpSp>
        <p:nvGrpSpPr>
          <p:cNvPr id="53" name="组合 52"/>
          <p:cNvGrpSpPr/>
          <p:nvPr/>
        </p:nvGrpSpPr>
        <p:grpSpPr>
          <a:xfrm>
            <a:off x="6197600" y="2052638"/>
            <a:ext cx="1784350" cy="985837"/>
            <a:chOff x="9823" y="3023"/>
            <a:chExt cx="2810" cy="1552"/>
          </a:xfrm>
        </p:grpSpPr>
        <p:grpSp>
          <p:nvGrpSpPr>
            <p:cNvPr id="60424" name="Group 3"/>
            <p:cNvGrpSpPr/>
            <p:nvPr/>
          </p:nvGrpSpPr>
          <p:grpSpPr>
            <a:xfrm>
              <a:off x="9823" y="3795"/>
              <a:ext cx="2810" cy="781"/>
              <a:chOff x="2880" y="1467"/>
              <a:chExt cx="1986" cy="486"/>
            </a:xfrm>
          </p:grpSpPr>
          <p:sp>
            <p:nvSpPr>
              <p:cNvPr id="60425" name="Line 4"/>
              <p:cNvSpPr/>
              <p:nvPr/>
            </p:nvSpPr>
            <p:spPr>
              <a:xfrm flipV="1">
                <a:off x="2880" y="1572"/>
                <a:ext cx="1986" cy="5"/>
              </a:xfrm>
              <a:prstGeom prst="line">
                <a:avLst/>
              </a:prstGeom>
              <a:ln w="38100" cap="flat" cmpd="sng">
                <a:solidFill>
                  <a:schemeClr val="tx1"/>
                </a:solidFill>
                <a:prstDash val="solid"/>
                <a:round/>
                <a:headEnd type="none" w="med" len="med"/>
                <a:tailEnd type="triangle" w="med" len="lg"/>
              </a:ln>
            </p:spPr>
          </p:sp>
          <p:sp>
            <p:nvSpPr>
              <p:cNvPr id="60426" name="Text Box 5"/>
              <p:cNvSpPr txBox="1"/>
              <p:nvPr/>
            </p:nvSpPr>
            <p:spPr>
              <a:xfrm>
                <a:off x="3734" y="1467"/>
                <a:ext cx="331" cy="451"/>
              </a:xfrm>
              <a:prstGeom prst="rect">
                <a:avLst/>
              </a:prstGeom>
              <a:noFill/>
              <a:ln w="38100">
                <a:noFill/>
              </a:ln>
            </p:spPr>
            <p:txBody>
              <a:bodyPr wrap="square" anchor="ctr" anchorCtr="0">
                <a:spAutoFit/>
              </a:bodyPr>
              <a:p>
                <a:pPr algn="ctr"/>
                <a:r>
                  <a:rPr lang="en-US" altLang="zh-CN" sz="2400" b="1" i="1" dirty="0">
                    <a:latin typeface="Times New Roman" panose="02020603050405020304" pitchFamily="18" charset="0"/>
                    <a:ea typeface="宋体" panose="02010600030101010101" pitchFamily="2" charset="-122"/>
                  </a:rPr>
                  <a:t>o</a:t>
                </a:r>
                <a:endParaRPr lang="en-US" altLang="zh-CN" sz="2400" b="1" i="1" dirty="0">
                  <a:latin typeface="Times New Roman" panose="02020603050405020304" pitchFamily="18" charset="0"/>
                  <a:ea typeface="宋体" panose="02010600030101010101" pitchFamily="2" charset="-122"/>
                </a:endParaRPr>
              </a:p>
            </p:txBody>
          </p:sp>
          <p:sp>
            <p:nvSpPr>
              <p:cNvPr id="60427" name="Text Box 6"/>
              <p:cNvSpPr txBox="1"/>
              <p:nvPr/>
            </p:nvSpPr>
            <p:spPr>
              <a:xfrm>
                <a:off x="4557" y="1562"/>
                <a:ext cx="228" cy="391"/>
              </a:xfrm>
              <a:prstGeom prst="rect">
                <a:avLst/>
              </a:prstGeom>
              <a:noFill/>
              <a:ln w="38100">
                <a:noFill/>
              </a:ln>
            </p:spPr>
            <p:txBody>
              <a:bodyPr wrap="square" anchor="ctr" anchorCtr="0">
                <a:spAutoFit/>
              </a:bodyPr>
              <a:p>
                <a:pPr algn="ctr"/>
                <a:r>
                  <a:rPr lang="en-US" altLang="zh-CN" sz="2000" b="1" i="1" dirty="0">
                    <a:latin typeface="Times New Roman" panose="02020603050405020304" pitchFamily="18" charset="0"/>
                    <a:ea typeface="宋体" panose="02010600030101010101" pitchFamily="2" charset="-122"/>
                  </a:rPr>
                  <a:t>x</a:t>
                </a:r>
                <a:endParaRPr lang="en-US" altLang="zh-CN" sz="2000" b="1" i="1" dirty="0">
                  <a:latin typeface="Times New Roman" panose="02020603050405020304" pitchFamily="18" charset="0"/>
                  <a:ea typeface="宋体" panose="02010600030101010101" pitchFamily="2" charset="-122"/>
                </a:endParaRPr>
              </a:p>
            </p:txBody>
          </p:sp>
        </p:grpSp>
        <p:grpSp>
          <p:nvGrpSpPr>
            <p:cNvPr id="60428" name="组合 3"/>
            <p:cNvGrpSpPr/>
            <p:nvPr/>
          </p:nvGrpSpPr>
          <p:grpSpPr>
            <a:xfrm>
              <a:off x="11189" y="3391"/>
              <a:ext cx="955" cy="725"/>
              <a:chOff x="5529" y="6095"/>
              <a:chExt cx="955" cy="725"/>
            </a:xfrm>
          </p:grpSpPr>
          <p:sp>
            <p:nvSpPr>
              <p:cNvPr id="60429" name="Line 10"/>
              <p:cNvSpPr/>
              <p:nvPr/>
            </p:nvSpPr>
            <p:spPr>
              <a:xfrm rot="2266530" flipV="1">
                <a:off x="5626" y="6142"/>
                <a:ext cx="1" cy="567"/>
              </a:xfrm>
              <a:prstGeom prst="line">
                <a:avLst/>
              </a:prstGeom>
              <a:ln w="25400" cap="flat" cmpd="sng">
                <a:solidFill>
                  <a:schemeClr val="tx1"/>
                </a:solidFill>
                <a:prstDash val="solid"/>
                <a:round/>
                <a:headEnd type="none" w="med" len="med"/>
                <a:tailEnd type="triangle" w="med" len="lg"/>
              </a:ln>
            </p:spPr>
          </p:sp>
          <p:sp>
            <p:nvSpPr>
              <p:cNvPr id="60430" name="Text Box 11"/>
              <p:cNvSpPr txBox="1"/>
              <p:nvPr/>
            </p:nvSpPr>
            <p:spPr>
              <a:xfrm>
                <a:off x="5529" y="6095"/>
                <a:ext cx="955" cy="725"/>
              </a:xfrm>
              <a:prstGeom prst="rect">
                <a:avLst/>
              </a:prstGeom>
              <a:noFill/>
              <a:ln w="38100">
                <a:noFill/>
              </a:ln>
            </p:spPr>
            <p:txBody>
              <a:bodyPr wrap="square" anchor="ctr" anchorCtr="0">
                <a:spAutoFit/>
              </a:bodyPr>
              <a:p>
                <a:pPr algn="ctr"/>
                <a:r>
                  <a:rPr lang="en-US" altLang="zh-CN" sz="2400" b="1" i="1" dirty="0">
                    <a:latin typeface="Times New Roman" panose="02020603050405020304" pitchFamily="18" charset="0"/>
                    <a:ea typeface="宋体" panose="02010600030101010101" pitchFamily="2" charset="-122"/>
                  </a:rPr>
                  <a:t>A</a:t>
                </a:r>
                <a:r>
                  <a:rPr lang="en-US" altLang="zh-CN" sz="2400" b="1" baseline="-25000" dirty="0">
                    <a:latin typeface="Times New Roman" panose="02020603050405020304" pitchFamily="18" charset="0"/>
                    <a:ea typeface="宋体" panose="02010600030101010101" pitchFamily="2" charset="-122"/>
                  </a:rPr>
                  <a:t>1</a:t>
                </a:r>
                <a:endParaRPr lang="en-US" altLang="zh-CN" sz="2400" b="1" baseline="-25000" dirty="0">
                  <a:latin typeface="Times New Roman" panose="02020603050405020304" pitchFamily="18" charset="0"/>
                  <a:ea typeface="宋体" panose="02010600030101010101" pitchFamily="2" charset="-122"/>
                </a:endParaRPr>
              </a:p>
            </p:txBody>
          </p:sp>
        </p:grpSp>
        <p:grpSp>
          <p:nvGrpSpPr>
            <p:cNvPr id="60431" name="组合 28"/>
            <p:cNvGrpSpPr/>
            <p:nvPr/>
          </p:nvGrpSpPr>
          <p:grpSpPr>
            <a:xfrm>
              <a:off x="11314" y="3023"/>
              <a:ext cx="1140" cy="1008"/>
              <a:chOff x="12280" y="2799"/>
              <a:chExt cx="1140" cy="1008"/>
            </a:xfrm>
          </p:grpSpPr>
          <p:sp>
            <p:nvSpPr>
              <p:cNvPr id="60432" name="Line 13"/>
              <p:cNvSpPr/>
              <p:nvPr/>
            </p:nvSpPr>
            <p:spPr>
              <a:xfrm rot="-8654059">
                <a:off x="12358" y="2957"/>
                <a:ext cx="0" cy="850"/>
              </a:xfrm>
              <a:prstGeom prst="line">
                <a:avLst/>
              </a:prstGeom>
              <a:ln w="25400" cap="flat" cmpd="sng">
                <a:solidFill>
                  <a:srgbClr val="0000FF"/>
                </a:solidFill>
                <a:prstDash val="solid"/>
                <a:round/>
                <a:headEnd type="none" w="med" len="med"/>
                <a:tailEnd type="triangle" w="med" len="lg"/>
              </a:ln>
            </p:spPr>
          </p:sp>
          <p:sp>
            <p:nvSpPr>
              <p:cNvPr id="60433" name="Text Box 14"/>
              <p:cNvSpPr txBox="1"/>
              <p:nvPr/>
            </p:nvSpPr>
            <p:spPr>
              <a:xfrm>
                <a:off x="12280" y="2799"/>
                <a:ext cx="1140" cy="725"/>
              </a:xfrm>
              <a:prstGeom prst="rect">
                <a:avLst/>
              </a:prstGeom>
              <a:noFill/>
              <a:ln w="38100">
                <a:noFill/>
              </a:ln>
            </p:spPr>
            <p:txBody>
              <a:bodyPr wrap="square" anchor="ctr" anchorCtr="0">
                <a:spAutoFit/>
              </a:bodyPr>
              <a:p>
                <a:pPr algn="ctr"/>
                <a:r>
                  <a:rPr lang="en-US" altLang="zh-CN" sz="2400" b="1" i="1" dirty="0">
                    <a:solidFill>
                      <a:srgbClr val="0000FF"/>
                    </a:solidFill>
                    <a:latin typeface="Times New Roman" panose="02020603050405020304" pitchFamily="18" charset="0"/>
                    <a:ea typeface="宋体" panose="02010600030101010101" pitchFamily="2" charset="-122"/>
                  </a:rPr>
                  <a:t>A</a:t>
                </a:r>
                <a:r>
                  <a:rPr lang="en-US" altLang="zh-CN" sz="2400" b="1" baseline="-25000" dirty="0">
                    <a:solidFill>
                      <a:srgbClr val="0000FF"/>
                    </a:solidFill>
                    <a:latin typeface="Times New Roman" panose="02020603050405020304" pitchFamily="18" charset="0"/>
                    <a:ea typeface="宋体" panose="02010600030101010101" pitchFamily="2" charset="-122"/>
                  </a:rPr>
                  <a:t>2</a:t>
                </a:r>
                <a:endParaRPr lang="en-US" altLang="zh-CN" sz="2400" b="1" dirty="0">
                  <a:solidFill>
                    <a:srgbClr val="0000FF"/>
                  </a:solidFill>
                  <a:latin typeface="Times New Roman" panose="02020603050405020304" pitchFamily="18" charset="0"/>
                  <a:ea typeface="宋体" panose="02010600030101010101" pitchFamily="2" charset="-122"/>
                </a:endParaRPr>
              </a:p>
            </p:txBody>
          </p:sp>
        </p:grpSp>
      </p:grpSp>
      <p:sp>
        <p:nvSpPr>
          <p:cNvPr id="97" name="Text Box 10"/>
          <p:cNvSpPr txBox="1"/>
          <p:nvPr/>
        </p:nvSpPr>
        <p:spPr>
          <a:xfrm>
            <a:off x="1190625" y="2492375"/>
            <a:ext cx="3622675" cy="460375"/>
          </a:xfrm>
          <a:prstGeom prst="rect">
            <a:avLst/>
          </a:prstGeom>
          <a:noFill/>
          <a:ln w="9525">
            <a:noFill/>
          </a:ln>
        </p:spPr>
        <p:txBody>
          <a:bodyPr wrap="square" anchor="t" anchorCtr="0">
            <a:spAutoFit/>
          </a:bodyPr>
          <a:p>
            <a:pPr>
              <a:spcBef>
                <a:spcPct val="50000"/>
              </a:spcBef>
            </a:pPr>
            <a:r>
              <a:rPr lang="zh-CN" altLang="en-US" sz="2400" dirty="0">
                <a:latin typeface="微软雅黑" panose="020B0503020204020204" charset="-122"/>
                <a:ea typeface="微软雅黑" panose="020B0503020204020204" charset="-122"/>
              </a:rPr>
              <a:t>是所有</a:t>
            </a:r>
            <a:r>
              <a:rPr lang="zh-CN" altLang="en-US" sz="2400" dirty="0">
                <a:latin typeface="微软雅黑" panose="020B0503020204020204" charset="-122"/>
                <a:ea typeface="微软雅黑" panose="020B0503020204020204" charset="-122"/>
                <a:sym typeface="微软雅黑" panose="020B0503020204020204" charset="-122"/>
              </a:rPr>
              <a:t>可能</a:t>
            </a:r>
            <a:r>
              <a:rPr lang="zh-CN" altLang="en-US" sz="2400" dirty="0">
                <a:latin typeface="微软雅黑" panose="020B0503020204020204" charset="-122"/>
                <a:ea typeface="微软雅黑" panose="020B0503020204020204" charset="-122"/>
              </a:rPr>
              <a:t>中</a:t>
            </a:r>
            <a:r>
              <a:rPr lang="zh-CN" altLang="en-US" sz="2400" dirty="0">
                <a:latin typeface="微软雅黑" panose="020B0503020204020204" charset="-122"/>
                <a:ea typeface="微软雅黑" panose="020B0503020204020204" charset="-122"/>
                <a:sym typeface="微软雅黑" panose="020B0503020204020204" charset="-122"/>
              </a:rPr>
              <a:t>的</a:t>
            </a:r>
            <a:r>
              <a:rPr lang="zh-CN" altLang="en-US" sz="2400" dirty="0">
                <a:solidFill>
                  <a:srgbClr val="FF0000"/>
                </a:solidFill>
                <a:latin typeface="微软雅黑" panose="020B0503020204020204" charset="-122"/>
                <a:ea typeface="微软雅黑" panose="020B0503020204020204" charset="-122"/>
              </a:rPr>
              <a:t>最强</a:t>
            </a:r>
            <a:r>
              <a:rPr lang="zh-CN" altLang="en-US" sz="2400" dirty="0">
                <a:latin typeface="微软雅黑" panose="020B0503020204020204" charset="-122"/>
                <a:ea typeface="微软雅黑" panose="020B0503020204020204" charset="-122"/>
              </a:rPr>
              <a:t>振动</a:t>
            </a:r>
            <a:endParaRPr lang="zh-CN" altLang="en-US" sz="2400" dirty="0">
              <a:latin typeface="微软雅黑" panose="020B0503020204020204" charset="-122"/>
              <a:ea typeface="微软雅黑" panose="020B0503020204020204" charset="-122"/>
            </a:endParaRPr>
          </a:p>
        </p:txBody>
      </p:sp>
      <p:sp>
        <p:nvSpPr>
          <p:cNvPr id="98" name="Text Box 7"/>
          <p:cNvSpPr txBox="1"/>
          <p:nvPr/>
        </p:nvSpPr>
        <p:spPr>
          <a:xfrm>
            <a:off x="4873625" y="3068638"/>
            <a:ext cx="3370263" cy="460375"/>
          </a:xfrm>
          <a:prstGeom prst="rect">
            <a:avLst/>
          </a:prstGeom>
          <a:noFill/>
          <a:ln w="25400" cap="flat" cmpd="thickThin">
            <a:solidFill>
              <a:srgbClr val="0070C0"/>
            </a:solidFill>
            <a:prstDash val="solid"/>
            <a:miter/>
            <a:headEnd type="none" w="med" len="med"/>
            <a:tailEnd type="none" w="med" len="med"/>
          </a:ln>
        </p:spPr>
        <p:txBody>
          <a:bodyPr wrap="square" anchor="t" anchorCtr="0">
            <a:spAutoFit/>
          </a:bodyPr>
          <a:p>
            <a:pPr algn="ctr">
              <a:spcBef>
                <a:spcPct val="50000"/>
              </a:spcBef>
            </a:pPr>
            <a:r>
              <a:rPr lang="zh-CN" altLang="en-US" sz="2400">
                <a:solidFill>
                  <a:srgbClr val="FF0000"/>
                </a:solidFill>
                <a:latin typeface="Times New Roman" panose="02020603050405020304" pitchFamily="18" charset="0"/>
                <a:ea typeface="微软雅黑" panose="020B0503020204020204" charset="-122"/>
              </a:rPr>
              <a:t>二人同心、其利断金</a:t>
            </a:r>
            <a:endParaRPr lang="zh-CN" altLang="en-US" sz="2400">
              <a:solidFill>
                <a:srgbClr val="FF0000"/>
              </a:solidFill>
              <a:latin typeface="Times New Roman" panose="02020603050405020304" pitchFamily="18" charset="0"/>
              <a:ea typeface="微软雅黑" panose="020B0503020204020204" charset="-122"/>
            </a:endParaRPr>
          </a:p>
        </p:txBody>
      </p:sp>
      <p:graphicFrame>
        <p:nvGraphicFramePr>
          <p:cNvPr id="60436" name="Object 2"/>
          <p:cNvGraphicFramePr>
            <a:graphicFrameLocks noChangeAspect="1"/>
          </p:cNvGraphicFramePr>
          <p:nvPr/>
        </p:nvGraphicFramePr>
        <p:xfrm>
          <a:off x="3319463" y="392113"/>
          <a:ext cx="3943350" cy="622300"/>
        </p:xfrm>
        <a:graphic>
          <a:graphicData uri="http://schemas.openxmlformats.org/presentationml/2006/ole">
            <mc:AlternateContent xmlns:mc="http://schemas.openxmlformats.org/markup-compatibility/2006">
              <mc:Choice xmlns:v="urn:schemas-microsoft-com:vml" Requires="v">
                <p:oleObj spid="_x0000_s3091" name="" r:id="rId1" imgW="1828800" imgH="279400" progId="Equation.3">
                  <p:embed/>
                </p:oleObj>
              </mc:Choice>
              <mc:Fallback>
                <p:oleObj name="" r:id="rId1" imgW="1828800" imgH="279400" progId="Equation.3">
                  <p:embed/>
                  <p:pic>
                    <p:nvPicPr>
                      <p:cNvPr id="0" name="图片 3090"/>
                      <p:cNvPicPr/>
                      <p:nvPr/>
                    </p:nvPicPr>
                    <p:blipFill>
                      <a:blip r:embed="rId2"/>
                      <a:stretch>
                        <a:fillRect/>
                      </a:stretch>
                    </p:blipFill>
                    <p:spPr>
                      <a:xfrm>
                        <a:off x="3319463" y="392113"/>
                        <a:ext cx="3943350" cy="622300"/>
                      </a:xfrm>
                      <a:prstGeom prst="rect">
                        <a:avLst/>
                      </a:prstGeom>
                      <a:noFill/>
                      <a:ln w="38100">
                        <a:noFill/>
                        <a:miter/>
                      </a:ln>
                    </p:spPr>
                  </p:pic>
                </p:oleObj>
              </mc:Fallback>
            </mc:AlternateContent>
          </a:graphicData>
        </a:graphic>
      </p:graphicFrame>
      <p:sp>
        <p:nvSpPr>
          <p:cNvPr id="60437" name="Text Box 3"/>
          <p:cNvSpPr txBox="1"/>
          <p:nvPr/>
        </p:nvSpPr>
        <p:spPr>
          <a:xfrm>
            <a:off x="1001713" y="473075"/>
            <a:ext cx="2438400" cy="460375"/>
          </a:xfrm>
          <a:prstGeom prst="rect">
            <a:avLst/>
          </a:prstGeom>
          <a:noFill/>
          <a:ln w="25400">
            <a:noFill/>
          </a:ln>
        </p:spPr>
        <p:txBody>
          <a:bodyPr anchor="t" anchorCtr="0">
            <a:spAutoFit/>
          </a:bodyPr>
          <a:p>
            <a:pPr>
              <a:spcBef>
                <a:spcPct val="50000"/>
              </a:spcBef>
            </a:pPr>
            <a:r>
              <a:rPr lang="zh-CN" altLang="en-US" sz="2400" dirty="0">
                <a:latin typeface="微软雅黑" panose="020B0503020204020204" charset="-122"/>
                <a:ea typeface="微软雅黑" panose="020B0503020204020204" charset="-122"/>
              </a:rPr>
              <a:t>特殊结果：</a:t>
            </a:r>
            <a:endParaRPr lang="zh-CN" altLang="en-US" sz="2400" dirty="0">
              <a:latin typeface="微软雅黑" panose="020B0503020204020204" charset="-122"/>
              <a:ea typeface="微软雅黑" panose="020B0503020204020204" charset="-122"/>
            </a:endParaRPr>
          </a:p>
        </p:txBody>
      </p:sp>
      <p:sp>
        <p:nvSpPr>
          <p:cNvPr id="2" name="Text Box 6"/>
          <p:cNvSpPr txBox="1"/>
          <p:nvPr/>
        </p:nvSpPr>
        <p:spPr>
          <a:xfrm>
            <a:off x="2781300" y="1936750"/>
            <a:ext cx="1693863" cy="460375"/>
          </a:xfrm>
          <a:prstGeom prst="rect">
            <a:avLst/>
          </a:prstGeom>
          <a:noFill/>
          <a:ln w="9525">
            <a:noFill/>
          </a:ln>
        </p:spPr>
        <p:txBody>
          <a:bodyPr wrap="square" anchor="t" anchorCtr="0">
            <a:spAutoFit/>
          </a:bodyPr>
          <a:p>
            <a:pPr>
              <a:spcBef>
                <a:spcPct val="50000"/>
              </a:spcBef>
            </a:pPr>
            <a:r>
              <a:rPr lang="zh-CN" altLang="en-US" sz="2400" dirty="0">
                <a:solidFill>
                  <a:srgbClr val="000000"/>
                </a:solidFill>
                <a:latin typeface="微软雅黑" panose="020B0503020204020204" charset="-122"/>
                <a:ea typeface="微软雅黑" panose="020B0503020204020204" charset="-122"/>
                <a:sym typeface="Monotype Sorts" pitchFamily="2" charset="2"/>
              </a:rPr>
              <a:t>若</a:t>
            </a:r>
            <a:r>
              <a:rPr lang="en-US" altLang="zh-CN" sz="2400" b="1" i="1" dirty="0">
                <a:latin typeface="Times New Roman" panose="02020603050405020304" pitchFamily="18" charset="0"/>
                <a:ea typeface="微软雅黑" panose="020B0503020204020204" charset="-122"/>
                <a:sym typeface="微软雅黑" panose="020B0503020204020204" charset="-122"/>
              </a:rPr>
              <a:t>A</a:t>
            </a:r>
            <a:r>
              <a:rPr lang="en-US" altLang="zh-CN" sz="2400" b="1" baseline="-25000" dirty="0">
                <a:latin typeface="Times New Roman" panose="02020603050405020304" pitchFamily="18" charset="0"/>
                <a:ea typeface="微软雅黑" panose="020B0503020204020204" charset="-122"/>
                <a:sym typeface="微软雅黑" panose="020B0503020204020204" charset="-122"/>
              </a:rPr>
              <a:t>1</a:t>
            </a:r>
            <a:r>
              <a:rPr lang="en-US" altLang="zh-CN" sz="2400" b="1" dirty="0">
                <a:latin typeface="Times New Roman" panose="02020603050405020304" pitchFamily="18" charset="0"/>
                <a:ea typeface="微软雅黑" panose="020B0503020204020204" charset="-122"/>
                <a:sym typeface="微软雅黑" panose="020B0503020204020204" charset="-122"/>
              </a:rPr>
              <a:t>=</a:t>
            </a:r>
            <a:r>
              <a:rPr lang="en-US" altLang="zh-CN" sz="2400" b="1" i="1" dirty="0">
                <a:latin typeface="Times New Roman" panose="02020603050405020304" pitchFamily="18" charset="0"/>
                <a:ea typeface="微软雅黑" panose="020B0503020204020204" charset="-122"/>
                <a:sym typeface="微软雅黑" panose="020B0503020204020204" charset="-122"/>
              </a:rPr>
              <a:t>A</a:t>
            </a:r>
            <a:r>
              <a:rPr lang="en-US" altLang="zh-CN" sz="2400" b="1" baseline="-25000" dirty="0">
                <a:latin typeface="Times New Roman" panose="02020603050405020304" pitchFamily="18" charset="0"/>
                <a:ea typeface="微软雅黑" panose="020B0503020204020204" charset="-122"/>
                <a:sym typeface="微软雅黑" panose="020B0503020204020204" charset="-122"/>
              </a:rPr>
              <a:t>2 </a:t>
            </a:r>
            <a:r>
              <a:rPr lang="en-US" altLang="zh-CN" sz="2400" b="1" baseline="-25000" dirty="0">
                <a:solidFill>
                  <a:srgbClr val="FF0000"/>
                </a:solidFill>
                <a:latin typeface="Times New Roman" panose="02020603050405020304" pitchFamily="18" charset="0"/>
                <a:ea typeface="微软雅黑" panose="020B0503020204020204" charset="-122"/>
                <a:sym typeface="微软雅黑" panose="020B0503020204020204" charset="-122"/>
              </a:rPr>
              <a:t> </a:t>
            </a:r>
            <a:endParaRPr lang="en-US" altLang="zh-CN" sz="2400" b="1" i="1" dirty="0">
              <a:latin typeface="Times New Roman" panose="02020603050405020304" pitchFamily="18" charset="0"/>
              <a:ea typeface="微软雅黑" panose="020B0503020204020204" charset="-122"/>
              <a:sym typeface="微软雅黑" panose="020B0503020204020204" charset="-122"/>
            </a:endParaRPr>
          </a:p>
        </p:txBody>
      </p:sp>
      <p:sp>
        <p:nvSpPr>
          <p:cNvPr id="3" name="文本框 2"/>
          <p:cNvSpPr txBox="1"/>
          <p:nvPr/>
        </p:nvSpPr>
        <p:spPr>
          <a:xfrm>
            <a:off x="4273550" y="1936750"/>
            <a:ext cx="1644650" cy="460375"/>
          </a:xfrm>
          <a:prstGeom prst="rect">
            <a:avLst/>
          </a:prstGeom>
          <a:noFill/>
          <a:ln w="9525">
            <a:noFill/>
          </a:ln>
        </p:spPr>
        <p:txBody>
          <a:bodyPr wrap="square" anchor="t" anchorCtr="0">
            <a:spAutoFit/>
          </a:bodyPr>
          <a:p>
            <a:pPr>
              <a:spcBef>
                <a:spcPct val="50000"/>
              </a:spcBef>
            </a:pPr>
            <a:r>
              <a:rPr lang="zh-CN" altLang="en-US" sz="2400" dirty="0">
                <a:latin typeface="Times New Roman" panose="02020603050405020304" pitchFamily="18" charset="0"/>
                <a:ea typeface="微软雅黑" panose="020B0503020204020204" charset="-122"/>
                <a:sym typeface="微软雅黑" panose="020B0503020204020204" charset="-122"/>
              </a:rPr>
              <a:t>则</a:t>
            </a:r>
            <a:r>
              <a:rPr lang="en-US" altLang="zh-CN" sz="2400" b="1" i="1" dirty="0">
                <a:solidFill>
                  <a:srgbClr val="FF0000"/>
                </a:solidFill>
                <a:latin typeface="Times New Roman" panose="02020603050405020304" pitchFamily="18" charset="0"/>
                <a:ea typeface="微软雅黑" panose="020B0503020204020204" charset="-122"/>
                <a:sym typeface="微软雅黑" panose="020B0503020204020204" charset="-122"/>
              </a:rPr>
              <a:t>A</a:t>
            </a:r>
            <a:r>
              <a:rPr lang="en-US" altLang="zh-CN" sz="2400" b="1" dirty="0">
                <a:solidFill>
                  <a:srgbClr val="FF0000"/>
                </a:solidFill>
                <a:latin typeface="Times New Roman" panose="02020603050405020304" pitchFamily="18" charset="0"/>
                <a:ea typeface="微软雅黑" panose="020B0503020204020204" charset="-122"/>
                <a:sym typeface="微软雅黑" panose="020B0503020204020204" charset="-122"/>
              </a:rPr>
              <a:t>=2</a:t>
            </a:r>
            <a:r>
              <a:rPr lang="en-US" altLang="zh-CN" sz="2400" b="1" i="1" dirty="0">
                <a:solidFill>
                  <a:srgbClr val="FF0000"/>
                </a:solidFill>
                <a:latin typeface="Times New Roman" panose="02020603050405020304" pitchFamily="18" charset="0"/>
                <a:ea typeface="微软雅黑" panose="020B0503020204020204" charset="-122"/>
                <a:sym typeface="微软雅黑" panose="020B0503020204020204" charset="-122"/>
              </a:rPr>
              <a:t>A</a:t>
            </a:r>
            <a:r>
              <a:rPr lang="en-US" altLang="zh-CN" sz="2400" b="1" baseline="-25000" dirty="0">
                <a:solidFill>
                  <a:srgbClr val="FF0000"/>
                </a:solidFill>
                <a:latin typeface="Times New Roman" panose="02020603050405020304" pitchFamily="18" charset="0"/>
                <a:ea typeface="微软雅黑" panose="020B0503020204020204" charset="-122"/>
                <a:sym typeface="微软雅黑" panose="020B0503020204020204" charset="-122"/>
              </a:rPr>
              <a:t>1</a:t>
            </a:r>
            <a:endParaRPr lang="en-US" altLang="zh-CN" sz="2400" b="1" baseline="-25000" dirty="0">
              <a:solidFill>
                <a:srgbClr val="FF0000"/>
              </a:solidFill>
              <a:latin typeface="Times New Roman" panose="02020603050405020304" pitchFamily="18" charset="0"/>
              <a:ea typeface="微软雅黑" panose="020B0503020204020204" charset="-122"/>
              <a:sym typeface="微软雅黑" panose="020B0503020204020204" charset="-122"/>
            </a:endParaRPr>
          </a:p>
        </p:txBody>
      </p:sp>
      <p:sp>
        <p:nvSpPr>
          <p:cNvPr id="51" name="Text Box 14"/>
          <p:cNvSpPr txBox="1"/>
          <p:nvPr/>
        </p:nvSpPr>
        <p:spPr>
          <a:xfrm>
            <a:off x="738188" y="3673475"/>
            <a:ext cx="6034087" cy="496888"/>
          </a:xfrm>
          <a:prstGeom prst="rect">
            <a:avLst/>
          </a:prstGeom>
          <a:noFill/>
          <a:ln w="9525">
            <a:noFill/>
          </a:ln>
        </p:spPr>
        <p:txBody>
          <a:bodyPr wrap="square" anchor="t" anchorCtr="0">
            <a:spAutoFit/>
          </a:bodyPr>
          <a:p>
            <a:pPr algn="just" eaLnBrk="0" hangingPunct="0">
              <a:lnSpc>
                <a:spcPct val="110000"/>
              </a:lnSpc>
            </a:pPr>
            <a:r>
              <a:rPr lang="en-US" altLang="zh-CN" sz="2400" b="1" dirty="0">
                <a:latin typeface="Times New Roman" panose="02020603050405020304" pitchFamily="18" charset="0"/>
                <a:ea typeface="宋体" panose="02010600030101010101" pitchFamily="2" charset="-122"/>
              </a:rPr>
              <a:t> </a:t>
            </a:r>
            <a:r>
              <a:rPr lang="en-US" altLang="zh-CN" sz="2400" dirty="0">
                <a:latin typeface="微软雅黑" panose="020B0503020204020204" charset="-122"/>
                <a:ea typeface="微软雅黑" panose="020B0503020204020204" charset="-122"/>
              </a:rPr>
              <a:t>2. </a:t>
            </a:r>
            <a:r>
              <a:rPr lang="zh-CN" altLang="en-US" sz="2400" dirty="0">
                <a:latin typeface="微软雅黑" panose="020B0503020204020204" charset="-122"/>
                <a:ea typeface="微软雅黑" panose="020B0503020204020204" charset="-122"/>
              </a:rPr>
              <a:t>若</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a:t>
            </a:r>
            <a:r>
              <a:rPr lang="zh-CN" altLang="en-US" sz="2400" b="1" i="1" dirty="0">
                <a:latin typeface="Times New Roman" panose="02020603050405020304" pitchFamily="18" charset="0"/>
                <a:ea typeface="宋体" panose="02010600030101010101" pitchFamily="2" charset="-122"/>
                <a:sym typeface="Symbol" panose="05050102010706020507" pitchFamily="18" charset="2"/>
              </a:rPr>
              <a:t></a:t>
            </a:r>
            <a:r>
              <a:rPr lang="zh-CN" altLang="en-US" sz="2400" b="1" dirty="0">
                <a:latin typeface="Times New Roman" panose="02020603050405020304" pitchFamily="18" charset="0"/>
                <a:ea typeface="宋体" panose="02010600030101010101" pitchFamily="2" charset="-122"/>
                <a:sym typeface="Symbol" panose="05050102010706020507" pitchFamily="18" charset="2"/>
              </a:rPr>
              <a:t> </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baseline="-25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 </a:t>
            </a:r>
            <a:r>
              <a:rPr lang="en-US" altLang="zh-CN"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a:t>
            </a:r>
            <a:r>
              <a:rPr lang="en-US" altLang="zh-CN" sz="2400" b="1" dirty="0">
                <a:solidFill>
                  <a:srgbClr val="00B0F0"/>
                </a:solidFill>
                <a:latin typeface="Times New Roman" panose="02020603050405020304" pitchFamily="18" charset="0"/>
                <a:ea typeface="宋体" panose="02010600030101010101" pitchFamily="2" charset="-122"/>
              </a:rPr>
              <a:t>2</a:t>
            </a:r>
            <a:r>
              <a:rPr lang="en-US" altLang="zh-CN" sz="2400" b="1" i="1" dirty="0">
                <a:solidFill>
                  <a:srgbClr val="00B0F0"/>
                </a:solidFill>
                <a:latin typeface="Times New Roman" panose="02020603050405020304" pitchFamily="18" charset="0"/>
                <a:ea typeface="宋体" panose="02010600030101010101" pitchFamily="2" charset="-122"/>
              </a:rPr>
              <a:t>k</a:t>
            </a:r>
            <a:r>
              <a:rPr lang="en-US" altLang="zh-CN" sz="2400" b="1" dirty="0">
                <a:solidFill>
                  <a:srgbClr val="00B0F0"/>
                </a:solidFill>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   ( </a:t>
            </a:r>
            <a:r>
              <a:rPr lang="en-US" altLang="zh-CN" sz="2400" b="1" i="1" dirty="0">
                <a:latin typeface="Times New Roman" panose="02020603050405020304" pitchFamily="18" charset="0"/>
                <a:ea typeface="宋体" panose="02010600030101010101" pitchFamily="2" charset="-122"/>
              </a:rPr>
              <a:t>k</a:t>
            </a:r>
            <a:r>
              <a:rPr lang="en-US" altLang="zh-CN" sz="800" b="1" i="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a:t>
            </a:r>
            <a:r>
              <a:rPr lang="en-US" altLang="zh-CN" sz="8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0,1,2,… )</a:t>
            </a:r>
            <a:endParaRPr lang="en-US" altLang="zh-CN" sz="2400" b="1" dirty="0">
              <a:latin typeface="Times New Roman" panose="02020603050405020304" pitchFamily="18" charset="0"/>
              <a:ea typeface="宋体" panose="02010600030101010101" pitchFamily="2" charset="-122"/>
            </a:endParaRPr>
          </a:p>
        </p:txBody>
      </p:sp>
      <p:sp>
        <p:nvSpPr>
          <p:cNvPr id="52" name="文本框 51"/>
          <p:cNvSpPr txBox="1"/>
          <p:nvPr/>
        </p:nvSpPr>
        <p:spPr>
          <a:xfrm>
            <a:off x="6464300" y="3709988"/>
            <a:ext cx="1706563" cy="460375"/>
          </a:xfrm>
          <a:prstGeom prst="rect">
            <a:avLst/>
          </a:prstGeom>
          <a:noFill/>
          <a:ln w="9525">
            <a:noFill/>
          </a:ln>
        </p:spPr>
        <p:txBody>
          <a:bodyPr wrap="none" anchor="t" anchorCtr="0">
            <a:spAutoFit/>
          </a:bodyPr>
          <a:p>
            <a:r>
              <a:rPr lang="zh-CN" altLang="en-US" sz="2400" dirty="0">
                <a:latin typeface="微软雅黑" panose="020B0503020204020204" charset="-122"/>
                <a:ea typeface="微软雅黑" panose="020B0503020204020204" charset="-122"/>
                <a:sym typeface="微软雅黑" panose="020B0503020204020204" charset="-122"/>
              </a:rPr>
              <a:t>两振动</a:t>
            </a:r>
            <a:r>
              <a:rPr lang="zh-CN" altLang="en-US" sz="2400" dirty="0">
                <a:solidFill>
                  <a:srgbClr val="00B0F0"/>
                </a:solidFill>
                <a:latin typeface="微软雅黑" panose="020B0503020204020204" charset="-122"/>
                <a:ea typeface="微软雅黑" panose="020B0503020204020204" charset="-122"/>
                <a:sym typeface="微软雅黑" panose="020B0503020204020204" charset="-122"/>
              </a:rPr>
              <a:t>反相</a:t>
            </a:r>
            <a:endParaRPr lang="zh-CN" altLang="en-US" sz="2400" dirty="0">
              <a:solidFill>
                <a:srgbClr val="00B0F0"/>
              </a:solidFill>
              <a:latin typeface="微软雅黑" panose="020B0503020204020204" charset="-122"/>
              <a:ea typeface="微软雅黑" panose="020B0503020204020204" charset="-122"/>
              <a:sym typeface="微软雅黑" panose="020B0503020204020204" charset="-122"/>
            </a:endParaRPr>
          </a:p>
        </p:txBody>
      </p:sp>
      <p:grpSp>
        <p:nvGrpSpPr>
          <p:cNvPr id="54" name="组合 53"/>
          <p:cNvGrpSpPr/>
          <p:nvPr/>
        </p:nvGrpSpPr>
        <p:grpSpPr>
          <a:xfrm>
            <a:off x="6470650" y="4144963"/>
            <a:ext cx="1784350" cy="1100137"/>
            <a:chOff x="9937" y="7399"/>
            <a:chExt cx="2810" cy="1730"/>
          </a:xfrm>
        </p:grpSpPr>
        <p:grpSp>
          <p:nvGrpSpPr>
            <p:cNvPr id="60443" name="组合 39"/>
            <p:cNvGrpSpPr/>
            <p:nvPr/>
          </p:nvGrpSpPr>
          <p:grpSpPr>
            <a:xfrm>
              <a:off x="10549" y="8069"/>
              <a:ext cx="1140" cy="1060"/>
              <a:chOff x="10252" y="6031"/>
              <a:chExt cx="845" cy="930"/>
            </a:xfrm>
          </p:grpSpPr>
          <p:sp>
            <p:nvSpPr>
              <p:cNvPr id="60444" name="Line 13"/>
              <p:cNvSpPr/>
              <p:nvPr/>
            </p:nvSpPr>
            <p:spPr>
              <a:xfrm rot="2145941">
                <a:off x="10521" y="6031"/>
                <a:ext cx="0" cy="746"/>
              </a:xfrm>
              <a:prstGeom prst="line">
                <a:avLst/>
              </a:prstGeom>
              <a:ln w="25400" cap="flat" cmpd="sng">
                <a:solidFill>
                  <a:srgbClr val="0000FF"/>
                </a:solidFill>
                <a:prstDash val="solid"/>
                <a:round/>
                <a:headEnd type="none" w="med" len="med"/>
                <a:tailEnd type="triangle" w="med" len="lg"/>
              </a:ln>
            </p:spPr>
          </p:sp>
          <p:sp>
            <p:nvSpPr>
              <p:cNvPr id="60445" name="Text Box 14"/>
              <p:cNvSpPr txBox="1"/>
              <p:nvPr/>
            </p:nvSpPr>
            <p:spPr>
              <a:xfrm>
                <a:off x="10252" y="6325"/>
                <a:ext cx="845" cy="636"/>
              </a:xfrm>
              <a:prstGeom prst="rect">
                <a:avLst/>
              </a:prstGeom>
              <a:noFill/>
              <a:ln w="38100">
                <a:noFill/>
              </a:ln>
            </p:spPr>
            <p:txBody>
              <a:bodyPr wrap="square" anchor="ctr" anchorCtr="0">
                <a:spAutoFit/>
              </a:bodyPr>
              <a:p>
                <a:pPr algn="ctr"/>
                <a:r>
                  <a:rPr lang="en-US" altLang="zh-CN" sz="2400" b="1" i="1" dirty="0">
                    <a:solidFill>
                      <a:srgbClr val="0000FF"/>
                    </a:solidFill>
                    <a:latin typeface="Times New Roman" panose="02020603050405020304" pitchFamily="18" charset="0"/>
                    <a:ea typeface="宋体" panose="02010600030101010101" pitchFamily="2" charset="-122"/>
                  </a:rPr>
                  <a:t>A</a:t>
                </a:r>
                <a:r>
                  <a:rPr lang="en-US" altLang="zh-CN" sz="2400" b="1" baseline="-25000" dirty="0">
                    <a:solidFill>
                      <a:srgbClr val="0000FF"/>
                    </a:solidFill>
                    <a:latin typeface="Times New Roman" panose="02020603050405020304" pitchFamily="18" charset="0"/>
                    <a:ea typeface="宋体" panose="02010600030101010101" pitchFamily="2" charset="-122"/>
                  </a:rPr>
                  <a:t>2</a:t>
                </a:r>
                <a:endParaRPr lang="en-US" altLang="zh-CN" sz="2400" b="1" dirty="0">
                  <a:solidFill>
                    <a:srgbClr val="0000FF"/>
                  </a:solidFill>
                  <a:latin typeface="Times New Roman" panose="02020603050405020304" pitchFamily="18" charset="0"/>
                  <a:ea typeface="宋体" panose="02010600030101010101" pitchFamily="2" charset="-122"/>
                </a:endParaRPr>
              </a:p>
            </p:txBody>
          </p:sp>
        </p:grpSp>
        <p:grpSp>
          <p:nvGrpSpPr>
            <p:cNvPr id="60446" name="组合 42"/>
            <p:cNvGrpSpPr/>
            <p:nvPr/>
          </p:nvGrpSpPr>
          <p:grpSpPr>
            <a:xfrm>
              <a:off x="9937" y="7399"/>
              <a:ext cx="2810" cy="1361"/>
              <a:chOff x="4718" y="5922"/>
              <a:chExt cx="2810" cy="1361"/>
            </a:xfrm>
          </p:grpSpPr>
          <p:grpSp>
            <p:nvGrpSpPr>
              <p:cNvPr id="60447" name="Group 3"/>
              <p:cNvGrpSpPr/>
              <p:nvPr/>
            </p:nvGrpSpPr>
            <p:grpSpPr>
              <a:xfrm>
                <a:off x="4718" y="6475"/>
                <a:ext cx="2810" cy="808"/>
                <a:chOff x="2880" y="1449"/>
                <a:chExt cx="1986" cy="503"/>
              </a:xfrm>
            </p:grpSpPr>
            <p:sp>
              <p:nvSpPr>
                <p:cNvPr id="60448" name="Line 4"/>
                <p:cNvSpPr/>
                <p:nvPr/>
              </p:nvSpPr>
              <p:spPr>
                <a:xfrm flipV="1">
                  <a:off x="2880" y="1572"/>
                  <a:ext cx="1986" cy="5"/>
                </a:xfrm>
                <a:prstGeom prst="line">
                  <a:avLst/>
                </a:prstGeom>
                <a:ln w="38100" cap="flat" cmpd="sng">
                  <a:solidFill>
                    <a:schemeClr val="tx1"/>
                  </a:solidFill>
                  <a:prstDash val="solid"/>
                  <a:round/>
                  <a:headEnd type="none" w="med" len="med"/>
                  <a:tailEnd type="triangle" w="med" len="lg"/>
                </a:ln>
              </p:spPr>
            </p:sp>
            <p:sp>
              <p:nvSpPr>
                <p:cNvPr id="60449" name="Text Box 5"/>
                <p:cNvSpPr txBox="1"/>
                <p:nvPr/>
              </p:nvSpPr>
              <p:spPr>
                <a:xfrm>
                  <a:off x="3755" y="1449"/>
                  <a:ext cx="267" cy="451"/>
                </a:xfrm>
                <a:prstGeom prst="rect">
                  <a:avLst/>
                </a:prstGeom>
                <a:noFill/>
                <a:ln w="38100">
                  <a:noFill/>
                </a:ln>
              </p:spPr>
              <p:txBody>
                <a:bodyPr wrap="square" anchor="ctr" anchorCtr="0">
                  <a:spAutoFit/>
                </a:bodyPr>
                <a:p>
                  <a:pPr algn="ctr"/>
                  <a:r>
                    <a:rPr lang="en-US" altLang="zh-CN" sz="2400" b="1" i="1" dirty="0">
                      <a:latin typeface="Times New Roman" panose="02020603050405020304" pitchFamily="18" charset="0"/>
                      <a:ea typeface="宋体" panose="02010600030101010101" pitchFamily="2" charset="-122"/>
                    </a:rPr>
                    <a:t>o</a:t>
                  </a:r>
                  <a:endParaRPr lang="en-US" altLang="zh-CN" sz="2400" b="1" i="1" dirty="0">
                    <a:latin typeface="Times New Roman" panose="02020603050405020304" pitchFamily="18" charset="0"/>
                    <a:ea typeface="宋体" panose="02010600030101010101" pitchFamily="2" charset="-122"/>
                  </a:endParaRPr>
                </a:p>
              </p:txBody>
            </p:sp>
            <p:sp>
              <p:nvSpPr>
                <p:cNvPr id="60450" name="Text Box 6"/>
                <p:cNvSpPr txBox="1"/>
                <p:nvPr/>
              </p:nvSpPr>
              <p:spPr>
                <a:xfrm>
                  <a:off x="4557" y="1562"/>
                  <a:ext cx="228" cy="390"/>
                </a:xfrm>
                <a:prstGeom prst="rect">
                  <a:avLst/>
                </a:prstGeom>
                <a:noFill/>
                <a:ln w="38100">
                  <a:noFill/>
                </a:ln>
              </p:spPr>
              <p:txBody>
                <a:bodyPr wrap="square" anchor="ctr" anchorCtr="0">
                  <a:spAutoFit/>
                </a:bodyPr>
                <a:p>
                  <a:pPr algn="ctr"/>
                  <a:r>
                    <a:rPr lang="en-US" altLang="zh-CN" sz="2000" b="1" i="1" dirty="0">
                      <a:latin typeface="Times New Roman" panose="02020603050405020304" pitchFamily="18" charset="0"/>
                      <a:ea typeface="宋体" panose="02010600030101010101" pitchFamily="2" charset="-122"/>
                    </a:rPr>
                    <a:t>x</a:t>
                  </a:r>
                  <a:endParaRPr lang="en-US" altLang="zh-CN" sz="2000" b="1" i="1" dirty="0">
                    <a:latin typeface="Times New Roman" panose="02020603050405020304" pitchFamily="18" charset="0"/>
                    <a:ea typeface="宋体" panose="02010600030101010101" pitchFamily="2" charset="-122"/>
                  </a:endParaRPr>
                </a:p>
              </p:txBody>
            </p:sp>
          </p:grpSp>
          <p:grpSp>
            <p:nvGrpSpPr>
              <p:cNvPr id="60451" name="组合 47"/>
              <p:cNvGrpSpPr/>
              <p:nvPr/>
            </p:nvGrpSpPr>
            <p:grpSpPr>
              <a:xfrm>
                <a:off x="6085" y="5922"/>
                <a:ext cx="955" cy="797"/>
                <a:chOff x="6085" y="5922"/>
                <a:chExt cx="955" cy="797"/>
              </a:xfrm>
            </p:grpSpPr>
            <p:sp>
              <p:nvSpPr>
                <p:cNvPr id="60452" name="Line 10"/>
                <p:cNvSpPr/>
                <p:nvPr/>
              </p:nvSpPr>
              <p:spPr>
                <a:xfrm rot="2266530" flipV="1">
                  <a:off x="6130" y="6152"/>
                  <a:ext cx="1" cy="567"/>
                </a:xfrm>
                <a:prstGeom prst="line">
                  <a:avLst/>
                </a:prstGeom>
                <a:ln w="25400" cap="flat" cmpd="sng">
                  <a:solidFill>
                    <a:schemeClr val="tx1"/>
                  </a:solidFill>
                  <a:prstDash val="solid"/>
                  <a:round/>
                  <a:headEnd type="none" w="med" len="med"/>
                  <a:tailEnd type="triangle" w="med" len="lg"/>
                </a:ln>
              </p:spPr>
            </p:sp>
            <p:sp>
              <p:nvSpPr>
                <p:cNvPr id="60453" name="Text Box 11"/>
                <p:cNvSpPr txBox="1"/>
                <p:nvPr/>
              </p:nvSpPr>
              <p:spPr>
                <a:xfrm>
                  <a:off x="6085" y="5922"/>
                  <a:ext cx="955" cy="724"/>
                </a:xfrm>
                <a:prstGeom prst="rect">
                  <a:avLst/>
                </a:prstGeom>
                <a:noFill/>
                <a:ln w="38100">
                  <a:noFill/>
                </a:ln>
              </p:spPr>
              <p:txBody>
                <a:bodyPr wrap="square" anchor="ctr" anchorCtr="0">
                  <a:spAutoFit/>
                </a:bodyPr>
                <a:p>
                  <a:pPr algn="ctr"/>
                  <a:r>
                    <a:rPr lang="en-US" altLang="zh-CN" sz="2400" b="1" i="1" dirty="0">
                      <a:latin typeface="Times New Roman" panose="02020603050405020304" pitchFamily="18" charset="0"/>
                      <a:ea typeface="宋体" panose="02010600030101010101" pitchFamily="2" charset="-122"/>
                    </a:rPr>
                    <a:t>A</a:t>
                  </a:r>
                  <a:r>
                    <a:rPr lang="en-US" altLang="zh-CN" sz="2400" b="1" baseline="-25000" dirty="0">
                      <a:latin typeface="Times New Roman" panose="02020603050405020304" pitchFamily="18" charset="0"/>
                      <a:ea typeface="宋体" panose="02010600030101010101" pitchFamily="2" charset="-122"/>
                    </a:rPr>
                    <a:t>1</a:t>
                  </a:r>
                  <a:endParaRPr lang="en-US" altLang="zh-CN" sz="2400" b="1" baseline="-25000" dirty="0">
                    <a:latin typeface="Times New Roman" panose="02020603050405020304" pitchFamily="18" charset="0"/>
                    <a:ea typeface="宋体" panose="02010600030101010101" pitchFamily="2" charset="-122"/>
                  </a:endParaRPr>
                </a:p>
              </p:txBody>
            </p:sp>
          </p:grpSp>
        </p:grpSp>
      </p:grpSp>
      <p:grpSp>
        <p:nvGrpSpPr>
          <p:cNvPr id="69" name="组合 68"/>
          <p:cNvGrpSpPr/>
          <p:nvPr/>
        </p:nvGrpSpPr>
        <p:grpSpPr>
          <a:xfrm>
            <a:off x="6640513" y="4562475"/>
            <a:ext cx="606425" cy="460375"/>
            <a:chOff x="9488" y="8404"/>
            <a:chExt cx="955" cy="725"/>
          </a:xfrm>
        </p:grpSpPr>
        <p:sp>
          <p:nvSpPr>
            <p:cNvPr id="60455" name="Text Box 11"/>
            <p:cNvSpPr txBox="1"/>
            <p:nvPr/>
          </p:nvSpPr>
          <p:spPr>
            <a:xfrm>
              <a:off x="9488" y="8404"/>
              <a:ext cx="955" cy="725"/>
            </a:xfrm>
            <a:prstGeom prst="rect">
              <a:avLst/>
            </a:prstGeom>
            <a:noFill/>
            <a:ln w="38100">
              <a:noFill/>
            </a:ln>
          </p:spPr>
          <p:txBody>
            <a:bodyPr wrap="square" anchor="ctr" anchorCtr="0">
              <a:spAutoFit/>
            </a:bodyPr>
            <a:p>
              <a:pPr algn="ctr"/>
              <a:r>
                <a:rPr lang="en-US" altLang="zh-CN" sz="2400" b="1" i="1" dirty="0">
                  <a:solidFill>
                    <a:srgbClr val="FF0000"/>
                  </a:solidFill>
                  <a:latin typeface="Times New Roman" panose="02020603050405020304" pitchFamily="18" charset="0"/>
                  <a:ea typeface="宋体" panose="02010600030101010101" pitchFamily="2" charset="-122"/>
                </a:rPr>
                <a:t>A</a:t>
              </a:r>
              <a:endParaRPr lang="en-US" altLang="zh-CN" sz="2400" b="1" i="1" baseline="-25000" dirty="0">
                <a:solidFill>
                  <a:srgbClr val="FF0000"/>
                </a:solidFill>
                <a:latin typeface="Times New Roman" panose="02020603050405020304" pitchFamily="18" charset="0"/>
                <a:ea typeface="宋体" panose="02010600030101010101" pitchFamily="2" charset="-122"/>
              </a:endParaRPr>
            </a:p>
          </p:txBody>
        </p:sp>
        <p:sp>
          <p:nvSpPr>
            <p:cNvPr id="60456" name="Line 13"/>
            <p:cNvSpPr/>
            <p:nvPr/>
          </p:nvSpPr>
          <p:spPr>
            <a:xfrm rot="2145941">
              <a:off x="10287" y="8505"/>
              <a:ext cx="0" cy="283"/>
            </a:xfrm>
            <a:prstGeom prst="line">
              <a:avLst/>
            </a:prstGeom>
            <a:ln w="25400" cap="flat" cmpd="sng">
              <a:solidFill>
                <a:srgbClr val="FF0000"/>
              </a:solidFill>
              <a:prstDash val="solid"/>
              <a:round/>
              <a:headEnd type="none" w="med" len="med"/>
              <a:tailEnd type="triangle" w="med" len="lg"/>
            </a:ln>
          </p:spPr>
        </p:sp>
      </p:grpSp>
      <p:sp>
        <p:nvSpPr>
          <p:cNvPr id="72" name="Text Box 16"/>
          <p:cNvSpPr txBox="1"/>
          <p:nvPr/>
        </p:nvSpPr>
        <p:spPr>
          <a:xfrm>
            <a:off x="1247775" y="4203700"/>
            <a:ext cx="1595438" cy="460375"/>
          </a:xfrm>
          <a:prstGeom prst="rect">
            <a:avLst/>
          </a:prstGeom>
          <a:noFill/>
          <a:ln w="9525">
            <a:noFill/>
          </a:ln>
        </p:spPr>
        <p:txBody>
          <a:bodyPr wrap="square" anchor="t" anchorCtr="0">
            <a:spAutoFit/>
          </a:bodyPr>
          <a:p>
            <a:pPr eaLnBrk="0" hangingPunct="0">
              <a:spcBef>
                <a:spcPct val="50000"/>
              </a:spcBef>
            </a:pPr>
            <a:r>
              <a:rPr lang="en-US" altLang="zh-CN" sz="2400" b="1" i="1" dirty="0">
                <a:solidFill>
                  <a:srgbClr val="00B0F0"/>
                </a:solidFill>
                <a:latin typeface="Times New Roman" panose="02020603050405020304" pitchFamily="18" charset="0"/>
                <a:ea typeface="微软雅黑" panose="020B0503020204020204" charset="-122"/>
              </a:rPr>
              <a:t>A</a:t>
            </a:r>
            <a:r>
              <a:rPr lang="en-US" altLang="zh-CN" sz="2400" b="1" dirty="0">
                <a:solidFill>
                  <a:srgbClr val="00B0F0"/>
                </a:solidFill>
                <a:latin typeface="Times New Roman" panose="02020603050405020304" pitchFamily="18" charset="0"/>
                <a:ea typeface="微软雅黑" panose="020B0503020204020204" charset="-122"/>
              </a:rPr>
              <a:t>=|</a:t>
            </a:r>
            <a:r>
              <a:rPr lang="en-US" altLang="zh-CN" sz="2400" b="1" i="1" dirty="0">
                <a:solidFill>
                  <a:srgbClr val="00B0F0"/>
                </a:solidFill>
                <a:latin typeface="Times New Roman" panose="02020603050405020304" pitchFamily="18" charset="0"/>
                <a:ea typeface="微软雅黑" panose="020B0503020204020204" charset="-122"/>
              </a:rPr>
              <a:t>A</a:t>
            </a:r>
            <a:r>
              <a:rPr lang="en-US" altLang="zh-CN" sz="2400" b="1" baseline="-25000" dirty="0">
                <a:solidFill>
                  <a:srgbClr val="00B0F0"/>
                </a:solidFill>
                <a:latin typeface="Times New Roman" panose="02020603050405020304" pitchFamily="18" charset="0"/>
                <a:ea typeface="微软雅黑" panose="020B0503020204020204" charset="-122"/>
              </a:rPr>
              <a:t>1</a:t>
            </a:r>
            <a:r>
              <a:rPr lang="en-US" altLang="zh-CN" sz="2400" b="1" dirty="0">
                <a:solidFill>
                  <a:srgbClr val="00B0F0"/>
                </a:solidFill>
                <a:latin typeface="Times New Roman" panose="02020603050405020304" pitchFamily="18" charset="0"/>
                <a:ea typeface="微软雅黑" panose="020B0503020204020204" charset="-122"/>
              </a:rPr>
              <a:t>-</a:t>
            </a:r>
            <a:r>
              <a:rPr lang="en-US" altLang="zh-CN" sz="2400" b="1" i="1" dirty="0">
                <a:solidFill>
                  <a:srgbClr val="00B0F0"/>
                </a:solidFill>
                <a:latin typeface="Times New Roman" panose="02020603050405020304" pitchFamily="18" charset="0"/>
                <a:ea typeface="微软雅黑" panose="020B0503020204020204" charset="-122"/>
              </a:rPr>
              <a:t>A</a:t>
            </a:r>
            <a:r>
              <a:rPr lang="en-US" altLang="zh-CN" sz="2400" b="1" baseline="-25000" dirty="0">
                <a:solidFill>
                  <a:srgbClr val="00B0F0"/>
                </a:solidFill>
                <a:latin typeface="Times New Roman" panose="02020603050405020304" pitchFamily="18" charset="0"/>
                <a:ea typeface="微软雅黑" panose="020B0503020204020204" charset="-122"/>
              </a:rPr>
              <a:t>2</a:t>
            </a:r>
            <a:r>
              <a:rPr lang="en-US" altLang="zh-CN" sz="2400" b="1" dirty="0">
                <a:solidFill>
                  <a:srgbClr val="00B0F0"/>
                </a:solidFill>
                <a:latin typeface="Times New Roman" panose="02020603050405020304" pitchFamily="18" charset="0"/>
                <a:ea typeface="微软雅黑" panose="020B0503020204020204" charset="-122"/>
              </a:rPr>
              <a:t>|</a:t>
            </a:r>
            <a:r>
              <a:rPr lang="en-US" altLang="zh-CN" sz="2400" dirty="0">
                <a:solidFill>
                  <a:srgbClr val="000000"/>
                </a:solidFill>
                <a:latin typeface="微软雅黑" panose="020B0503020204020204" charset="-122"/>
                <a:ea typeface="微软雅黑" panose="020B0503020204020204" charset="-122"/>
              </a:rPr>
              <a:t> </a:t>
            </a:r>
            <a:endParaRPr lang="zh-CN" altLang="en-US" sz="2400" dirty="0">
              <a:solidFill>
                <a:srgbClr val="00B0F0"/>
              </a:solidFill>
              <a:latin typeface="微软雅黑" panose="020B0503020204020204" charset="-122"/>
              <a:ea typeface="微软雅黑" panose="020B0503020204020204" charset="-122"/>
            </a:endParaRPr>
          </a:p>
        </p:txBody>
      </p:sp>
      <p:sp>
        <p:nvSpPr>
          <p:cNvPr id="73" name="Text Box 6"/>
          <p:cNvSpPr txBox="1"/>
          <p:nvPr/>
        </p:nvSpPr>
        <p:spPr>
          <a:xfrm>
            <a:off x="2781300" y="4241800"/>
            <a:ext cx="1693863" cy="460375"/>
          </a:xfrm>
          <a:prstGeom prst="rect">
            <a:avLst/>
          </a:prstGeom>
          <a:noFill/>
          <a:ln w="9525">
            <a:noFill/>
          </a:ln>
        </p:spPr>
        <p:txBody>
          <a:bodyPr wrap="square" anchor="t" anchorCtr="0">
            <a:spAutoFit/>
          </a:bodyPr>
          <a:p>
            <a:pPr>
              <a:spcBef>
                <a:spcPct val="50000"/>
              </a:spcBef>
            </a:pPr>
            <a:r>
              <a:rPr lang="zh-CN" altLang="en-US" sz="2400" dirty="0">
                <a:solidFill>
                  <a:srgbClr val="000000"/>
                </a:solidFill>
                <a:latin typeface="微软雅黑" panose="020B0503020204020204" charset="-122"/>
                <a:ea typeface="微软雅黑" panose="020B0503020204020204" charset="-122"/>
                <a:sym typeface="Monotype Sorts" pitchFamily="2" charset="2"/>
              </a:rPr>
              <a:t>若</a:t>
            </a:r>
            <a:r>
              <a:rPr lang="en-US" altLang="zh-CN" sz="2400" b="1" i="1" dirty="0">
                <a:latin typeface="Times New Roman" panose="02020603050405020304" pitchFamily="18" charset="0"/>
                <a:ea typeface="微软雅黑" panose="020B0503020204020204" charset="-122"/>
                <a:sym typeface="微软雅黑" panose="020B0503020204020204" charset="-122"/>
              </a:rPr>
              <a:t>A</a:t>
            </a:r>
            <a:r>
              <a:rPr lang="en-US" altLang="zh-CN" sz="2400" b="1" baseline="-25000" dirty="0">
                <a:latin typeface="Times New Roman" panose="02020603050405020304" pitchFamily="18" charset="0"/>
                <a:ea typeface="微软雅黑" panose="020B0503020204020204" charset="-122"/>
                <a:sym typeface="微软雅黑" panose="020B0503020204020204" charset="-122"/>
              </a:rPr>
              <a:t>1</a:t>
            </a:r>
            <a:r>
              <a:rPr lang="en-US" altLang="zh-CN" sz="2400" b="1" dirty="0">
                <a:latin typeface="Times New Roman" panose="02020603050405020304" pitchFamily="18" charset="0"/>
                <a:ea typeface="微软雅黑" panose="020B0503020204020204" charset="-122"/>
                <a:sym typeface="微软雅黑" panose="020B0503020204020204" charset="-122"/>
              </a:rPr>
              <a:t>=</a:t>
            </a:r>
            <a:r>
              <a:rPr lang="en-US" altLang="zh-CN" sz="2400" b="1" i="1" dirty="0">
                <a:latin typeface="Times New Roman" panose="02020603050405020304" pitchFamily="18" charset="0"/>
                <a:ea typeface="微软雅黑" panose="020B0503020204020204" charset="-122"/>
                <a:sym typeface="微软雅黑" panose="020B0503020204020204" charset="-122"/>
              </a:rPr>
              <a:t>A</a:t>
            </a:r>
            <a:r>
              <a:rPr lang="en-US" altLang="zh-CN" sz="2400" b="1" baseline="-25000" dirty="0">
                <a:latin typeface="Times New Roman" panose="02020603050405020304" pitchFamily="18" charset="0"/>
                <a:ea typeface="微软雅黑" panose="020B0503020204020204" charset="-122"/>
                <a:sym typeface="微软雅黑" panose="020B0503020204020204" charset="-122"/>
              </a:rPr>
              <a:t>2 </a:t>
            </a:r>
            <a:r>
              <a:rPr lang="en-US" altLang="zh-CN" sz="2400" b="1" baseline="-25000" dirty="0">
                <a:solidFill>
                  <a:srgbClr val="FF0000"/>
                </a:solidFill>
                <a:latin typeface="Times New Roman" panose="02020603050405020304" pitchFamily="18" charset="0"/>
                <a:ea typeface="微软雅黑" panose="020B0503020204020204" charset="-122"/>
                <a:sym typeface="微软雅黑" panose="020B0503020204020204" charset="-122"/>
              </a:rPr>
              <a:t> </a:t>
            </a:r>
            <a:endParaRPr lang="en-US" altLang="zh-CN" sz="2400" b="1" i="1" dirty="0">
              <a:latin typeface="Times New Roman" panose="02020603050405020304" pitchFamily="18" charset="0"/>
              <a:ea typeface="微软雅黑" panose="020B0503020204020204" charset="-122"/>
              <a:sym typeface="微软雅黑" panose="020B0503020204020204" charset="-122"/>
            </a:endParaRPr>
          </a:p>
        </p:txBody>
      </p:sp>
      <p:sp>
        <p:nvSpPr>
          <p:cNvPr id="74" name="文本框 73"/>
          <p:cNvSpPr txBox="1"/>
          <p:nvPr/>
        </p:nvSpPr>
        <p:spPr>
          <a:xfrm>
            <a:off x="4273550" y="4241800"/>
            <a:ext cx="1644650" cy="460375"/>
          </a:xfrm>
          <a:prstGeom prst="rect">
            <a:avLst/>
          </a:prstGeom>
          <a:noFill/>
          <a:ln w="9525">
            <a:noFill/>
          </a:ln>
        </p:spPr>
        <p:txBody>
          <a:bodyPr wrap="square" anchor="t" anchorCtr="0">
            <a:spAutoFit/>
          </a:bodyPr>
          <a:p>
            <a:pPr>
              <a:spcBef>
                <a:spcPct val="50000"/>
              </a:spcBef>
            </a:pPr>
            <a:r>
              <a:rPr lang="zh-CN" altLang="en-US" sz="2400" dirty="0">
                <a:latin typeface="Times New Roman" panose="02020603050405020304" pitchFamily="18" charset="0"/>
                <a:ea typeface="微软雅黑" panose="020B0503020204020204" charset="-122"/>
                <a:sym typeface="微软雅黑" panose="020B0503020204020204" charset="-122"/>
              </a:rPr>
              <a:t>则</a:t>
            </a:r>
            <a:r>
              <a:rPr lang="en-US" altLang="zh-CN" sz="2400" b="1" i="1" dirty="0">
                <a:solidFill>
                  <a:srgbClr val="00B0F0"/>
                </a:solidFill>
                <a:latin typeface="Times New Roman" panose="02020603050405020304" pitchFamily="18" charset="0"/>
                <a:ea typeface="微软雅黑" panose="020B0503020204020204" charset="-122"/>
                <a:sym typeface="微软雅黑" panose="020B0503020204020204" charset="-122"/>
              </a:rPr>
              <a:t>A</a:t>
            </a:r>
            <a:r>
              <a:rPr lang="en-US" altLang="zh-CN" sz="2400" b="1" dirty="0">
                <a:solidFill>
                  <a:srgbClr val="00B0F0"/>
                </a:solidFill>
                <a:latin typeface="Times New Roman" panose="02020603050405020304" pitchFamily="18" charset="0"/>
                <a:ea typeface="微软雅黑" panose="020B0503020204020204" charset="-122"/>
                <a:sym typeface="微软雅黑" panose="020B0503020204020204" charset="-122"/>
              </a:rPr>
              <a:t>=0</a:t>
            </a:r>
            <a:endParaRPr lang="zh-CN" altLang="en-US" sz="2400">
              <a:latin typeface="Arial" panose="020B0604020202020204" pitchFamily="34" charset="0"/>
              <a:ea typeface="微软雅黑" panose="020B0503020204020204" charset="-122"/>
            </a:endParaRPr>
          </a:p>
        </p:txBody>
      </p:sp>
      <p:sp>
        <p:nvSpPr>
          <p:cNvPr id="75" name="Text Box 10"/>
          <p:cNvSpPr txBox="1"/>
          <p:nvPr/>
        </p:nvSpPr>
        <p:spPr>
          <a:xfrm>
            <a:off x="1001713" y="4702175"/>
            <a:ext cx="3571875" cy="460375"/>
          </a:xfrm>
          <a:prstGeom prst="rect">
            <a:avLst/>
          </a:prstGeom>
          <a:noFill/>
          <a:ln w="9525">
            <a:noFill/>
          </a:ln>
        </p:spPr>
        <p:txBody>
          <a:bodyPr wrap="square" anchor="t" anchorCtr="0">
            <a:spAutoFit/>
          </a:bodyPr>
          <a:p>
            <a:pPr>
              <a:spcBef>
                <a:spcPct val="50000"/>
              </a:spcBef>
            </a:pPr>
            <a:r>
              <a:rPr lang="zh-CN" altLang="en-US" sz="2400" dirty="0">
                <a:latin typeface="微软雅黑" panose="020B0503020204020204" charset="-122"/>
                <a:ea typeface="微软雅黑" panose="020B0503020204020204" charset="-122"/>
              </a:rPr>
              <a:t>“振动</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振动”</a:t>
            </a:r>
            <a:r>
              <a:rPr lang="zh-CN" altLang="en-US" sz="2400" dirty="0">
                <a:solidFill>
                  <a:srgbClr val="00B0F0"/>
                </a:solidFill>
                <a:latin typeface="微软雅黑" panose="020B0503020204020204" charset="-122"/>
                <a:ea typeface="微软雅黑" panose="020B0503020204020204" charset="-122"/>
              </a:rPr>
              <a:t>不振动</a:t>
            </a:r>
            <a:endParaRPr lang="zh-CN" altLang="en-US" sz="2400" dirty="0">
              <a:solidFill>
                <a:srgbClr val="00B0F0"/>
              </a:solidFill>
              <a:latin typeface="微软雅黑" panose="020B0503020204020204" charset="-122"/>
              <a:ea typeface="微软雅黑" panose="020B0503020204020204" charset="-122"/>
            </a:endParaRPr>
          </a:p>
        </p:txBody>
      </p:sp>
      <p:sp>
        <p:nvSpPr>
          <p:cNvPr id="76" name="Text Box 9"/>
          <p:cNvSpPr txBox="1"/>
          <p:nvPr/>
        </p:nvSpPr>
        <p:spPr>
          <a:xfrm>
            <a:off x="1001713" y="5537200"/>
            <a:ext cx="7150100" cy="892175"/>
          </a:xfrm>
          <a:prstGeom prst="rect">
            <a:avLst/>
          </a:prstGeom>
          <a:noFill/>
          <a:ln w="9525">
            <a:noFill/>
          </a:ln>
        </p:spPr>
        <p:txBody>
          <a:bodyPr wrap="square" anchor="t" anchorCtr="0">
            <a:spAutoFit/>
          </a:bodyPr>
          <a:p>
            <a:pPr algn="just" eaLnBrk="0" hangingPunct="0">
              <a:spcBef>
                <a:spcPct val="50000"/>
              </a:spcBef>
            </a:pPr>
            <a:r>
              <a:rPr lang="zh-CN" altLang="en-US" sz="2400" dirty="0">
                <a:latin typeface="微软雅黑" panose="020B0503020204020204" charset="-122"/>
                <a:ea typeface="微软雅黑" panose="020B0503020204020204" charset="-122"/>
              </a:rPr>
              <a:t>两个振动的</a:t>
            </a:r>
            <a:r>
              <a:rPr lang="zh-CN" altLang="en-US" sz="2400" dirty="0">
                <a:solidFill>
                  <a:srgbClr val="FF0000"/>
                </a:solidFill>
                <a:latin typeface="微软雅黑" panose="020B0503020204020204" charset="-122"/>
                <a:ea typeface="微软雅黑" panose="020B0503020204020204" charset="-122"/>
              </a:rPr>
              <a:t>位相差</a:t>
            </a:r>
            <a:r>
              <a:rPr lang="zh-CN" altLang="en-US" sz="2400" dirty="0">
                <a:latin typeface="微软雅黑" panose="020B0503020204020204" charset="-122"/>
                <a:ea typeface="微软雅黑" panose="020B0503020204020204" charset="-122"/>
              </a:rPr>
              <a:t>，对合成振动起着重要的作用，这种现象在波的干涉与衍射中具有特殊的意义</a:t>
            </a:r>
            <a:r>
              <a:rPr lang="zh-CN" altLang="en-US" sz="2800" dirty="0">
                <a:latin typeface="微软雅黑" panose="020B0503020204020204" charset="-122"/>
                <a:ea typeface="微软雅黑" panose="020B0503020204020204" charset="-122"/>
              </a:rPr>
              <a:t> </a:t>
            </a:r>
            <a:endParaRPr lang="zh-CN" altLang="en-US" sz="28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wipe(left)">
                                      <p:cBhvr>
                                        <p:cTn id="10" dur="500"/>
                                        <p:tgtEl>
                                          <p:spTgt spid="4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wipe(left)">
                                      <p:cBhvr>
                                        <p:cTn id="13" dur="500"/>
                                        <p:tgtEl>
                                          <p:spTgt spid="49"/>
                                        </p:tgtEl>
                                      </p:cBhvr>
                                    </p:animEffect>
                                  </p:childTnLst>
                                </p:cTn>
                              </p:par>
                              <p:par>
                                <p:cTn id="14" presetID="22" presetClass="entr" presetSubtype="8" fill="hold" nodeType="with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left)">
                                      <p:cBhvr>
                                        <p:cTn id="16" dur="500"/>
                                        <p:tgtEl>
                                          <p:spTgt spid="50"/>
                                        </p:tgtEl>
                                      </p:cBhvr>
                                    </p:animEffect>
                                  </p:childTnLst>
                                </p:cTn>
                              </p:par>
                              <p:par>
                                <p:cTn id="17" presetID="22" presetClass="entr" presetSubtype="8"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wipe(left)">
                                      <p:cBhvr>
                                        <p:cTn id="19" dur="500"/>
                                        <p:tgtEl>
                                          <p:spTgt spid="5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7"/>
                                        </p:tgtEl>
                                        <p:attrNameLst>
                                          <p:attrName>style.visibility</p:attrName>
                                        </p:attrNameLst>
                                      </p:cBhvr>
                                      <p:to>
                                        <p:strVal val="visible"/>
                                      </p:to>
                                    </p:set>
                                    <p:animEffect transition="in" filter="wipe(left)">
                                      <p:cBhvr>
                                        <p:cTn id="22" dur="500"/>
                                        <p:tgtEl>
                                          <p:spTgt spid="97"/>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98"/>
                                        </p:tgtEl>
                                        <p:attrNameLst>
                                          <p:attrName>style.visibility</p:attrName>
                                        </p:attrNameLst>
                                      </p:cBhvr>
                                      <p:to>
                                        <p:strVal val="visible"/>
                                      </p:to>
                                    </p:set>
                                    <p:animEffect transition="in" filter="wipe(left)">
                                      <p:cBhvr>
                                        <p:cTn id="26" dur="500"/>
                                        <p:tgtEl>
                                          <p:spTgt spid="9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500"/>
                                        <p:tgtEl>
                                          <p:spTgt spid="5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wipe(left)">
                                      <p:cBhvr>
                                        <p:cTn id="42" dur="500"/>
                                        <p:tgtEl>
                                          <p:spTgt spid="52"/>
                                        </p:tgtEl>
                                      </p:cBhvr>
                                    </p:animEffect>
                                  </p:childTnLst>
                                </p:cTn>
                              </p:par>
                              <p:par>
                                <p:cTn id="43" presetID="22" presetClass="entr" presetSubtype="8" fill="hold" nodeType="with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wipe(left)">
                                      <p:cBhvr>
                                        <p:cTn id="45" dur="500"/>
                                        <p:tgtEl>
                                          <p:spTgt spid="54"/>
                                        </p:tgtEl>
                                      </p:cBhvr>
                                    </p:animEffect>
                                  </p:childTnLst>
                                </p:cTn>
                              </p:par>
                              <p:par>
                                <p:cTn id="46" presetID="22" presetClass="entr" presetSubtype="8" fill="hold" nodeType="withEffect">
                                  <p:stCondLst>
                                    <p:cond delay="0"/>
                                  </p:stCondLst>
                                  <p:childTnLst>
                                    <p:set>
                                      <p:cBhvr>
                                        <p:cTn id="47" dur="1" fill="hold">
                                          <p:stCondLst>
                                            <p:cond delay="0"/>
                                          </p:stCondLst>
                                        </p:cTn>
                                        <p:tgtEl>
                                          <p:spTgt spid="69"/>
                                        </p:tgtEl>
                                        <p:attrNameLst>
                                          <p:attrName>style.visibility</p:attrName>
                                        </p:attrNameLst>
                                      </p:cBhvr>
                                      <p:to>
                                        <p:strVal val="visible"/>
                                      </p:to>
                                    </p:set>
                                    <p:animEffect transition="in" filter="wipe(left)">
                                      <p:cBhvr>
                                        <p:cTn id="48" dur="500"/>
                                        <p:tgtEl>
                                          <p:spTgt spid="69"/>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72"/>
                                        </p:tgtEl>
                                        <p:attrNameLst>
                                          <p:attrName>style.visibility</p:attrName>
                                        </p:attrNameLst>
                                      </p:cBhvr>
                                      <p:to>
                                        <p:strVal val="visible"/>
                                      </p:to>
                                    </p:set>
                                    <p:animEffect transition="in" filter="wipe(left)">
                                      <p:cBhvr>
                                        <p:cTn id="51" dur="500"/>
                                        <p:tgtEl>
                                          <p:spTgt spid="7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73"/>
                                        </p:tgtEl>
                                        <p:attrNameLst>
                                          <p:attrName>style.visibility</p:attrName>
                                        </p:attrNameLst>
                                      </p:cBhvr>
                                      <p:to>
                                        <p:strVal val="visible"/>
                                      </p:to>
                                    </p:set>
                                    <p:animEffect transition="in" filter="wipe(left)">
                                      <p:cBhvr>
                                        <p:cTn id="56" dur="500"/>
                                        <p:tgtEl>
                                          <p:spTgt spid="73"/>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74"/>
                                        </p:tgtEl>
                                        <p:attrNameLst>
                                          <p:attrName>style.visibility</p:attrName>
                                        </p:attrNameLst>
                                      </p:cBhvr>
                                      <p:to>
                                        <p:strVal val="visible"/>
                                      </p:to>
                                    </p:set>
                                    <p:animEffect transition="in" filter="wipe(left)">
                                      <p:cBhvr>
                                        <p:cTn id="59" dur="500"/>
                                        <p:tgtEl>
                                          <p:spTgt spid="74"/>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75"/>
                                        </p:tgtEl>
                                        <p:attrNameLst>
                                          <p:attrName>style.visibility</p:attrName>
                                        </p:attrNameLst>
                                      </p:cBhvr>
                                      <p:to>
                                        <p:strVal val="visible"/>
                                      </p:to>
                                    </p:set>
                                    <p:animEffect transition="in" filter="wipe(left)">
                                      <p:cBhvr>
                                        <p:cTn id="62" dur="500"/>
                                        <p:tgtEl>
                                          <p:spTgt spid="7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76"/>
                                        </p:tgtEl>
                                        <p:attrNameLst>
                                          <p:attrName>style.visibility</p:attrName>
                                        </p:attrNameLst>
                                      </p:cBhvr>
                                      <p:to>
                                        <p:strVal val="visible"/>
                                      </p:to>
                                    </p:set>
                                    <p:animEffect transition="in" filter="wipe(left)">
                                      <p:cBhvr>
                                        <p:cTn id="67"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97" grpId="0"/>
      <p:bldP spid="98" grpId="0" bldLvl="0" animBg="1"/>
      <p:bldP spid="2" grpId="0"/>
      <p:bldP spid="3" grpId="0"/>
      <p:bldP spid="51" grpId="0"/>
      <p:bldP spid="52" grpId="0"/>
      <p:bldP spid="72" grpId="0"/>
      <p:bldP spid="73" grpId="0"/>
      <p:bldP spid="74" grpId="0"/>
      <p:bldP spid="75" grpId="0"/>
      <p:bldP spid="7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41314" name="Text Box 2"/>
          <p:cNvSpPr txBox="1"/>
          <p:nvPr/>
        </p:nvSpPr>
        <p:spPr>
          <a:xfrm>
            <a:off x="611188" y="1397000"/>
            <a:ext cx="7043737" cy="460375"/>
          </a:xfrm>
          <a:prstGeom prst="rect">
            <a:avLst/>
          </a:prstGeom>
          <a:noFill/>
          <a:ln w="9525">
            <a:noFill/>
          </a:ln>
        </p:spPr>
        <p:txBody>
          <a:bodyPr anchor="t" anchorCtr="0">
            <a:spAutoFit/>
          </a:bodyPr>
          <a:p>
            <a:pPr marL="609600" indent="-609600" eaLnBrk="0" hangingPunct="0">
              <a:spcBef>
                <a:spcPct val="50000"/>
              </a:spcBef>
            </a:pPr>
            <a:r>
              <a:rPr lang="en-US" altLang="zh-CN" sz="2400" b="1" dirty="0">
                <a:solidFill>
                  <a:srgbClr val="000000"/>
                </a:solidFill>
                <a:latin typeface="Times New Roman" panose="02020603050405020304" pitchFamily="18" charset="0"/>
                <a:ea typeface="宋体" panose="02010600030101010101" pitchFamily="2" charset="-122"/>
              </a:rPr>
              <a:t>2</a:t>
            </a:r>
            <a:r>
              <a:rPr lang="zh-CN" altLang="en-US" sz="2400" b="1" dirty="0">
                <a:solidFill>
                  <a:srgbClr val="000000"/>
                </a:solidFill>
                <a:latin typeface="Times New Roman" panose="02020603050405020304" pitchFamily="18" charset="0"/>
                <a:ea typeface="宋体" panose="02010600030101010101" pitchFamily="2" charset="-122"/>
              </a:rPr>
              <a:t>、多个同方向同频率简谐振动的合成</a:t>
            </a:r>
            <a:endParaRPr lang="zh-CN" altLang="en-US" sz="2400" b="1" dirty="0">
              <a:solidFill>
                <a:srgbClr val="000000"/>
              </a:solidFill>
              <a:latin typeface="Times New Roman" panose="02020603050405020304" pitchFamily="18" charset="0"/>
              <a:ea typeface="宋体" panose="02010600030101010101" pitchFamily="2" charset="-122"/>
            </a:endParaRPr>
          </a:p>
        </p:txBody>
      </p:sp>
      <p:sp>
        <p:nvSpPr>
          <p:cNvPr id="141315" name="Text Box 3"/>
          <p:cNvSpPr txBox="1"/>
          <p:nvPr/>
        </p:nvSpPr>
        <p:spPr>
          <a:xfrm>
            <a:off x="404813" y="5070475"/>
            <a:ext cx="7696200" cy="460375"/>
          </a:xfrm>
          <a:prstGeom prst="rect">
            <a:avLst/>
          </a:prstGeom>
          <a:noFill/>
          <a:ln w="9525">
            <a:noFill/>
          </a:ln>
        </p:spPr>
        <p:txBody>
          <a:bodyPr anchor="t" anchorCtr="0">
            <a:spAutoFit/>
          </a:bodyPr>
          <a:p>
            <a:pPr algn="ctr" eaLnBrk="0" hangingPunct="0">
              <a:spcBef>
                <a:spcPct val="50000"/>
              </a:spcBef>
            </a:pPr>
            <a:r>
              <a:rPr lang="zh-CN" altLang="en-US" sz="2400" b="1" dirty="0">
                <a:solidFill>
                  <a:srgbClr val="000000"/>
                </a:solidFill>
                <a:latin typeface="Times New Roman" panose="02020603050405020304" pitchFamily="18" charset="0"/>
                <a:ea typeface="宋体" panose="02010600030101010101" pitchFamily="2" charset="-122"/>
              </a:rPr>
              <a:t>合振动仍然是</a:t>
            </a:r>
            <a:r>
              <a:rPr lang="zh-CN" altLang="en-US" sz="2400" b="1" dirty="0">
                <a:solidFill>
                  <a:srgbClr val="FF0000"/>
                </a:solidFill>
                <a:latin typeface="Times New Roman" panose="02020603050405020304" pitchFamily="18" charset="0"/>
                <a:ea typeface="宋体" panose="02010600030101010101" pitchFamily="2" charset="-122"/>
              </a:rPr>
              <a:t>同频率</a:t>
            </a:r>
            <a:r>
              <a:rPr lang="zh-CN" altLang="en-US" sz="2400" b="1" dirty="0">
                <a:solidFill>
                  <a:srgbClr val="000000"/>
                </a:solidFill>
                <a:latin typeface="Times New Roman" panose="02020603050405020304" pitchFamily="18" charset="0"/>
                <a:ea typeface="宋体" panose="02010600030101010101" pitchFamily="2" charset="-122"/>
              </a:rPr>
              <a:t>的</a:t>
            </a:r>
            <a:r>
              <a:rPr lang="zh-CN" altLang="en-US" sz="2400" b="1" dirty="0">
                <a:solidFill>
                  <a:srgbClr val="FF0000"/>
                </a:solidFill>
                <a:latin typeface="Times New Roman" panose="02020603050405020304" pitchFamily="18" charset="0"/>
                <a:ea typeface="宋体" panose="02010600030101010101" pitchFamily="2" charset="-122"/>
              </a:rPr>
              <a:t>简谐振动</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141316" name="Rectangle 4"/>
          <p:cNvSpPr/>
          <p:nvPr/>
        </p:nvSpPr>
        <p:spPr>
          <a:xfrm>
            <a:off x="2514600" y="1916113"/>
            <a:ext cx="3352800" cy="3276600"/>
          </a:xfrm>
          <a:prstGeom prst="rect">
            <a:avLst/>
          </a:prstGeom>
          <a:no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141317" name="Group 5"/>
          <p:cNvGrpSpPr/>
          <p:nvPr/>
        </p:nvGrpSpPr>
        <p:grpSpPr>
          <a:xfrm>
            <a:off x="2932113" y="3754438"/>
            <a:ext cx="2935287" cy="803275"/>
            <a:chOff x="3911" y="3414"/>
            <a:chExt cx="1849" cy="506"/>
          </a:xfrm>
        </p:grpSpPr>
        <p:sp>
          <p:nvSpPr>
            <p:cNvPr id="61446" name="Line 6"/>
            <p:cNvSpPr/>
            <p:nvPr/>
          </p:nvSpPr>
          <p:spPr>
            <a:xfrm>
              <a:off x="4149" y="3662"/>
              <a:ext cx="1611" cy="0"/>
            </a:xfrm>
            <a:prstGeom prst="line">
              <a:avLst/>
            </a:prstGeom>
            <a:ln w="9525" cap="flat" cmpd="sng">
              <a:solidFill>
                <a:schemeClr val="tx1"/>
              </a:solidFill>
              <a:prstDash val="solid"/>
              <a:round/>
              <a:headEnd type="none" w="med" len="med"/>
              <a:tailEnd type="triangle" w="med" len="med"/>
            </a:ln>
          </p:spPr>
        </p:sp>
        <p:sp>
          <p:nvSpPr>
            <p:cNvPr id="61447" name="Text Box 7"/>
            <p:cNvSpPr txBox="1"/>
            <p:nvPr/>
          </p:nvSpPr>
          <p:spPr>
            <a:xfrm>
              <a:off x="3911" y="3414"/>
              <a:ext cx="210" cy="288"/>
            </a:xfrm>
            <a:prstGeom prst="rect">
              <a:avLst/>
            </a:prstGeom>
            <a:noFill/>
            <a:ln w="9525">
              <a:noFill/>
            </a:ln>
          </p:spPr>
          <p:txBody>
            <a:bodyPr wrap="none" lIns="90000" tIns="46800" rIns="90000" bIns="46800" anchor="t" anchorCtr="0">
              <a:spAutoFit/>
            </a:bodyPr>
            <a:p>
              <a:pPr algn="ctr"/>
              <a:r>
                <a:rPr lang="en-US" altLang="zh-CN" sz="2400" dirty="0">
                  <a:solidFill>
                    <a:schemeClr val="tx2"/>
                  </a:solidFill>
                  <a:latin typeface="Times New Roman" panose="02020603050405020304" pitchFamily="18" charset="0"/>
                  <a:ea typeface="宋体" panose="02010600030101010101" pitchFamily="2" charset="-122"/>
                </a:rPr>
                <a:t>o</a:t>
              </a:r>
              <a:endParaRPr lang="en-US" altLang="zh-CN" sz="2400" dirty="0">
                <a:solidFill>
                  <a:schemeClr val="tx2"/>
                </a:solidFill>
                <a:latin typeface="Times New Roman" panose="02020603050405020304" pitchFamily="18" charset="0"/>
                <a:ea typeface="宋体" panose="02010600030101010101" pitchFamily="2" charset="-122"/>
              </a:endParaRPr>
            </a:p>
          </p:txBody>
        </p:sp>
        <p:sp>
          <p:nvSpPr>
            <p:cNvPr id="61448" name="Text Box 8"/>
            <p:cNvSpPr txBox="1"/>
            <p:nvPr/>
          </p:nvSpPr>
          <p:spPr>
            <a:xfrm>
              <a:off x="5479" y="3632"/>
              <a:ext cx="210" cy="288"/>
            </a:xfrm>
            <a:prstGeom prst="rect">
              <a:avLst/>
            </a:prstGeom>
            <a:noFill/>
            <a:ln w="9525">
              <a:noFill/>
            </a:ln>
          </p:spPr>
          <p:txBody>
            <a:bodyPr wrap="none" lIns="90000" tIns="46800" rIns="90000" bIns="46800" anchor="t" anchorCtr="0">
              <a:spAutoFit/>
            </a:bodyPr>
            <a:p>
              <a:pPr algn="ctr"/>
              <a:r>
                <a:rPr lang="en-US" altLang="zh-CN" sz="2400" dirty="0">
                  <a:solidFill>
                    <a:schemeClr val="tx2"/>
                  </a:solidFill>
                  <a:latin typeface="Times New Roman" panose="02020603050405020304" pitchFamily="18" charset="0"/>
                  <a:ea typeface="宋体" panose="02010600030101010101" pitchFamily="2" charset="-122"/>
                </a:rPr>
                <a:t>x</a:t>
              </a:r>
              <a:endParaRPr lang="en-US" altLang="zh-CN" sz="2400" dirty="0">
                <a:solidFill>
                  <a:schemeClr val="tx2"/>
                </a:solidFill>
                <a:latin typeface="Times New Roman" panose="02020603050405020304" pitchFamily="18" charset="0"/>
                <a:ea typeface="宋体" panose="02010600030101010101" pitchFamily="2" charset="-122"/>
              </a:endParaRPr>
            </a:p>
          </p:txBody>
        </p:sp>
      </p:grpSp>
      <p:grpSp>
        <p:nvGrpSpPr>
          <p:cNvPr id="141321" name="Group 9"/>
          <p:cNvGrpSpPr/>
          <p:nvPr/>
        </p:nvGrpSpPr>
        <p:grpSpPr>
          <a:xfrm>
            <a:off x="3352800" y="3668713"/>
            <a:ext cx="1252538" cy="620712"/>
            <a:chOff x="4176" y="3360"/>
            <a:chExt cx="789" cy="391"/>
          </a:xfrm>
        </p:grpSpPr>
        <p:graphicFrame>
          <p:nvGraphicFramePr>
            <p:cNvPr id="61450" name="Object 10"/>
            <p:cNvGraphicFramePr>
              <a:graphicFrameLocks noChangeAspect="1"/>
            </p:cNvGraphicFramePr>
            <p:nvPr/>
          </p:nvGraphicFramePr>
          <p:xfrm>
            <a:off x="4704" y="3360"/>
            <a:ext cx="261" cy="391"/>
          </p:xfrm>
          <a:graphic>
            <a:graphicData uri="http://schemas.openxmlformats.org/presentationml/2006/ole">
              <mc:AlternateContent xmlns:mc="http://schemas.openxmlformats.org/markup-compatibility/2006">
                <mc:Choice xmlns:v="urn:schemas-microsoft-com:vml" Requires="v">
                  <p:oleObj spid="_x0000_s3076" name="" r:id="rId1" imgW="139700" imgH="165100" progId="Equation.3">
                    <p:embed/>
                  </p:oleObj>
                </mc:Choice>
                <mc:Fallback>
                  <p:oleObj name="" r:id="rId1" imgW="139700" imgH="165100" progId="Equation.3">
                    <p:embed/>
                    <p:pic>
                      <p:nvPicPr>
                        <p:cNvPr id="0" name="图片 3075"/>
                        <p:cNvPicPr/>
                        <p:nvPr/>
                      </p:nvPicPr>
                      <p:blipFill>
                        <a:blip r:embed="rId2"/>
                        <a:stretch>
                          <a:fillRect/>
                        </a:stretch>
                      </p:blipFill>
                      <p:spPr>
                        <a:xfrm>
                          <a:off x="4704" y="3360"/>
                          <a:ext cx="261" cy="391"/>
                        </a:xfrm>
                        <a:prstGeom prst="rect">
                          <a:avLst/>
                        </a:prstGeom>
                        <a:noFill/>
                        <a:ln w="38100">
                          <a:noFill/>
                          <a:miter/>
                        </a:ln>
                      </p:spPr>
                    </p:pic>
                  </p:oleObj>
                </mc:Fallback>
              </mc:AlternateContent>
            </a:graphicData>
          </a:graphic>
        </p:graphicFrame>
        <p:sp>
          <p:nvSpPr>
            <p:cNvPr id="61451" name="Line 11"/>
            <p:cNvSpPr/>
            <p:nvPr/>
          </p:nvSpPr>
          <p:spPr>
            <a:xfrm flipV="1">
              <a:off x="4176" y="3360"/>
              <a:ext cx="672" cy="288"/>
            </a:xfrm>
            <a:prstGeom prst="line">
              <a:avLst/>
            </a:prstGeom>
            <a:ln w="9525" cap="flat" cmpd="sng">
              <a:solidFill>
                <a:srgbClr val="000000"/>
              </a:solidFill>
              <a:prstDash val="solid"/>
              <a:round/>
              <a:headEnd type="none" w="med" len="med"/>
              <a:tailEnd type="triangle" w="med" len="med"/>
            </a:ln>
          </p:spPr>
        </p:sp>
      </p:grpSp>
      <p:grpSp>
        <p:nvGrpSpPr>
          <p:cNvPr id="141324" name="Group 12"/>
          <p:cNvGrpSpPr/>
          <p:nvPr/>
        </p:nvGrpSpPr>
        <p:grpSpPr>
          <a:xfrm>
            <a:off x="4419600" y="2830513"/>
            <a:ext cx="1057275" cy="838200"/>
            <a:chOff x="4848" y="2832"/>
            <a:chExt cx="666" cy="528"/>
          </a:xfrm>
        </p:grpSpPr>
        <p:graphicFrame>
          <p:nvGraphicFramePr>
            <p:cNvPr id="61453" name="Object 13"/>
            <p:cNvGraphicFramePr>
              <a:graphicFrameLocks noChangeAspect="1"/>
            </p:cNvGraphicFramePr>
            <p:nvPr/>
          </p:nvGraphicFramePr>
          <p:xfrm>
            <a:off x="5232" y="2832"/>
            <a:ext cx="282" cy="391"/>
          </p:xfrm>
          <a:graphic>
            <a:graphicData uri="http://schemas.openxmlformats.org/presentationml/2006/ole">
              <mc:AlternateContent xmlns:mc="http://schemas.openxmlformats.org/markup-compatibility/2006">
                <mc:Choice xmlns:v="urn:schemas-microsoft-com:vml" Requires="v">
                  <p:oleObj spid="_x0000_s3080" name="" r:id="rId3" imgW="152400" imgH="165100" progId="Equation.3">
                    <p:embed/>
                  </p:oleObj>
                </mc:Choice>
                <mc:Fallback>
                  <p:oleObj name="" r:id="rId3" imgW="152400" imgH="165100" progId="Equation.3">
                    <p:embed/>
                    <p:pic>
                      <p:nvPicPr>
                        <p:cNvPr id="0" name="图片 3079"/>
                        <p:cNvPicPr/>
                        <p:nvPr/>
                      </p:nvPicPr>
                      <p:blipFill>
                        <a:blip r:embed="rId4"/>
                        <a:stretch>
                          <a:fillRect/>
                        </a:stretch>
                      </p:blipFill>
                      <p:spPr>
                        <a:xfrm>
                          <a:off x="5232" y="2832"/>
                          <a:ext cx="282" cy="391"/>
                        </a:xfrm>
                        <a:prstGeom prst="rect">
                          <a:avLst/>
                        </a:prstGeom>
                        <a:noFill/>
                        <a:ln w="38100">
                          <a:noFill/>
                          <a:miter/>
                        </a:ln>
                      </p:spPr>
                    </p:pic>
                  </p:oleObj>
                </mc:Fallback>
              </mc:AlternateContent>
            </a:graphicData>
          </a:graphic>
        </p:graphicFrame>
        <p:sp>
          <p:nvSpPr>
            <p:cNvPr id="61454" name="Line 14"/>
            <p:cNvSpPr/>
            <p:nvPr/>
          </p:nvSpPr>
          <p:spPr>
            <a:xfrm flipV="1">
              <a:off x="4848" y="2928"/>
              <a:ext cx="384" cy="432"/>
            </a:xfrm>
            <a:prstGeom prst="line">
              <a:avLst/>
            </a:prstGeom>
            <a:ln w="9525" cap="flat" cmpd="sng">
              <a:solidFill>
                <a:srgbClr val="000000"/>
              </a:solidFill>
              <a:prstDash val="solid"/>
              <a:round/>
              <a:headEnd type="none" w="med" len="med"/>
              <a:tailEnd type="triangle" w="med" len="med"/>
            </a:ln>
          </p:spPr>
        </p:sp>
      </p:grpSp>
      <p:sp>
        <p:nvSpPr>
          <p:cNvPr id="141327" name="Line 15"/>
          <p:cNvSpPr/>
          <p:nvPr/>
        </p:nvSpPr>
        <p:spPr>
          <a:xfrm flipH="1" flipV="1">
            <a:off x="4876800" y="2297113"/>
            <a:ext cx="152400" cy="685800"/>
          </a:xfrm>
          <a:prstGeom prst="line">
            <a:avLst/>
          </a:prstGeom>
          <a:ln w="9525" cap="flat" cmpd="sng">
            <a:solidFill>
              <a:srgbClr val="000000"/>
            </a:solidFill>
            <a:prstDash val="dash"/>
            <a:round/>
            <a:headEnd type="none" w="med" len="med"/>
            <a:tailEnd type="none" w="med" len="med"/>
          </a:ln>
        </p:spPr>
      </p:sp>
      <p:grpSp>
        <p:nvGrpSpPr>
          <p:cNvPr id="141328" name="Group 16"/>
          <p:cNvGrpSpPr/>
          <p:nvPr/>
        </p:nvGrpSpPr>
        <p:grpSpPr>
          <a:xfrm>
            <a:off x="3886200" y="2068513"/>
            <a:ext cx="990600" cy="669925"/>
            <a:chOff x="4512" y="2352"/>
            <a:chExt cx="624" cy="422"/>
          </a:xfrm>
        </p:grpSpPr>
        <p:sp>
          <p:nvSpPr>
            <p:cNvPr id="61457" name="Line 17"/>
            <p:cNvSpPr/>
            <p:nvPr/>
          </p:nvSpPr>
          <p:spPr>
            <a:xfrm flipH="1" flipV="1">
              <a:off x="4512" y="2352"/>
              <a:ext cx="624" cy="144"/>
            </a:xfrm>
            <a:prstGeom prst="line">
              <a:avLst/>
            </a:prstGeom>
            <a:ln w="9525" cap="flat" cmpd="sng">
              <a:solidFill>
                <a:srgbClr val="000000"/>
              </a:solidFill>
              <a:prstDash val="solid"/>
              <a:round/>
              <a:headEnd type="none" w="med" len="med"/>
              <a:tailEnd type="triangle" w="med" len="med"/>
            </a:ln>
          </p:spPr>
        </p:sp>
        <p:graphicFrame>
          <p:nvGraphicFramePr>
            <p:cNvPr id="61458" name="Object 18"/>
            <p:cNvGraphicFramePr>
              <a:graphicFrameLocks noChangeAspect="1"/>
            </p:cNvGraphicFramePr>
            <p:nvPr/>
          </p:nvGraphicFramePr>
          <p:xfrm>
            <a:off x="4656" y="2352"/>
            <a:ext cx="305" cy="422"/>
          </p:xfrm>
          <a:graphic>
            <a:graphicData uri="http://schemas.openxmlformats.org/presentationml/2006/ole">
              <mc:AlternateContent xmlns:mc="http://schemas.openxmlformats.org/markup-compatibility/2006">
                <mc:Choice xmlns:v="urn:schemas-microsoft-com:vml" Requires="v">
                  <p:oleObj spid="_x0000_s3079" name="" r:id="rId5" imgW="165100" imgH="177800" progId="Equation.3">
                    <p:embed/>
                  </p:oleObj>
                </mc:Choice>
                <mc:Fallback>
                  <p:oleObj name="" r:id="rId5" imgW="165100" imgH="177800" progId="Equation.3">
                    <p:embed/>
                    <p:pic>
                      <p:nvPicPr>
                        <p:cNvPr id="0" name="图片 3078"/>
                        <p:cNvPicPr/>
                        <p:nvPr/>
                      </p:nvPicPr>
                      <p:blipFill>
                        <a:blip r:embed="rId6"/>
                        <a:stretch>
                          <a:fillRect/>
                        </a:stretch>
                      </p:blipFill>
                      <p:spPr>
                        <a:xfrm>
                          <a:off x="4656" y="2352"/>
                          <a:ext cx="305" cy="422"/>
                        </a:xfrm>
                        <a:prstGeom prst="rect">
                          <a:avLst/>
                        </a:prstGeom>
                        <a:noFill/>
                        <a:ln w="38100">
                          <a:noFill/>
                          <a:miter/>
                        </a:ln>
                      </p:spPr>
                    </p:pic>
                  </p:oleObj>
                </mc:Fallback>
              </mc:AlternateContent>
            </a:graphicData>
          </a:graphic>
        </p:graphicFrame>
      </p:grpSp>
      <p:grpSp>
        <p:nvGrpSpPr>
          <p:cNvPr id="141331" name="Group 19"/>
          <p:cNvGrpSpPr/>
          <p:nvPr/>
        </p:nvGrpSpPr>
        <p:grpSpPr>
          <a:xfrm>
            <a:off x="3352800" y="2906713"/>
            <a:ext cx="1676400" cy="1219200"/>
            <a:chOff x="4176" y="2880"/>
            <a:chExt cx="1056" cy="768"/>
          </a:xfrm>
        </p:grpSpPr>
        <p:graphicFrame>
          <p:nvGraphicFramePr>
            <p:cNvPr id="61460" name="Object 20"/>
            <p:cNvGraphicFramePr>
              <a:graphicFrameLocks noChangeAspect="1"/>
            </p:cNvGraphicFramePr>
            <p:nvPr/>
          </p:nvGraphicFramePr>
          <p:xfrm>
            <a:off x="4608" y="2880"/>
            <a:ext cx="281" cy="391"/>
          </p:xfrm>
          <a:graphic>
            <a:graphicData uri="http://schemas.openxmlformats.org/presentationml/2006/ole">
              <mc:AlternateContent xmlns:mc="http://schemas.openxmlformats.org/markup-compatibility/2006">
                <mc:Choice xmlns:v="urn:schemas-microsoft-com:vml" Requires="v">
                  <p:oleObj spid="_x0000_s3077" name="" r:id="rId7" imgW="114300" imgH="127000" progId="Equation.3">
                    <p:embed/>
                  </p:oleObj>
                </mc:Choice>
                <mc:Fallback>
                  <p:oleObj name="" r:id="rId7" imgW="114300" imgH="127000" progId="Equation.3">
                    <p:embed/>
                    <p:pic>
                      <p:nvPicPr>
                        <p:cNvPr id="0" name="图片 3076"/>
                        <p:cNvPicPr/>
                        <p:nvPr/>
                      </p:nvPicPr>
                      <p:blipFill>
                        <a:blip r:embed="rId8"/>
                        <a:stretch>
                          <a:fillRect/>
                        </a:stretch>
                      </p:blipFill>
                      <p:spPr>
                        <a:xfrm>
                          <a:off x="4608" y="2880"/>
                          <a:ext cx="281" cy="391"/>
                        </a:xfrm>
                        <a:prstGeom prst="rect">
                          <a:avLst/>
                        </a:prstGeom>
                        <a:noFill/>
                        <a:ln w="38100">
                          <a:noFill/>
                          <a:miter/>
                        </a:ln>
                      </p:spPr>
                    </p:pic>
                  </p:oleObj>
                </mc:Fallback>
              </mc:AlternateContent>
            </a:graphicData>
          </a:graphic>
        </p:graphicFrame>
        <p:sp>
          <p:nvSpPr>
            <p:cNvPr id="61461" name="Line 21"/>
            <p:cNvSpPr/>
            <p:nvPr/>
          </p:nvSpPr>
          <p:spPr>
            <a:xfrm flipV="1">
              <a:off x="4176" y="2928"/>
              <a:ext cx="1056" cy="720"/>
            </a:xfrm>
            <a:prstGeom prst="line">
              <a:avLst/>
            </a:prstGeom>
            <a:ln w="9525" cap="flat" cmpd="sng">
              <a:solidFill>
                <a:srgbClr val="000000"/>
              </a:solidFill>
              <a:prstDash val="solid"/>
              <a:round/>
              <a:headEnd type="none" w="med" len="med"/>
              <a:tailEnd type="triangle" w="med" len="med"/>
            </a:ln>
          </p:spPr>
        </p:sp>
      </p:grpSp>
      <p:grpSp>
        <p:nvGrpSpPr>
          <p:cNvPr id="141334" name="Group 22"/>
          <p:cNvGrpSpPr/>
          <p:nvPr/>
        </p:nvGrpSpPr>
        <p:grpSpPr>
          <a:xfrm>
            <a:off x="2895600" y="3975100"/>
            <a:ext cx="990600" cy="942975"/>
            <a:chOff x="3888" y="3553"/>
            <a:chExt cx="624" cy="594"/>
          </a:xfrm>
        </p:grpSpPr>
        <p:sp>
          <p:nvSpPr>
            <p:cNvPr id="61463" name="Arc 23"/>
            <p:cNvSpPr/>
            <p:nvPr/>
          </p:nvSpPr>
          <p:spPr>
            <a:xfrm>
              <a:off x="4464" y="3553"/>
              <a:ext cx="48" cy="107"/>
            </a:xfrm>
            <a:custGeom>
              <a:avLst/>
              <a:gdLst/>
              <a:ahLst/>
              <a:cxnLst>
                <a:cxn ang="0">
                  <a:pos x="0" y="0"/>
                </a:cxn>
                <a:cxn ang="0">
                  <a:pos x="0" y="0"/>
                </a:cxn>
                <a:cxn ang="0">
                  <a:pos x="0" y="0"/>
                </a:cxn>
              </a:cxnLst>
              <a:pathLst>
                <a:path w="21600" h="24153" fill="none">
                  <a:moveTo>
                    <a:pt x="0" y="0"/>
                  </a:moveTo>
                  <a:cubicBezTo>
                    <a:pt x="11929" y="0"/>
                    <a:pt x="21600" y="9670"/>
                    <a:pt x="21600" y="21600"/>
                  </a:cubicBezTo>
                  <a:cubicBezTo>
                    <a:pt x="21600" y="22453"/>
                    <a:pt x="21549" y="23305"/>
                    <a:pt x="21448" y="24152"/>
                  </a:cubicBezTo>
                </a:path>
                <a:path w="21600" h="24153" stroke="0">
                  <a:moveTo>
                    <a:pt x="0" y="0"/>
                  </a:moveTo>
                  <a:cubicBezTo>
                    <a:pt x="11929" y="0"/>
                    <a:pt x="21600" y="9670"/>
                    <a:pt x="21600" y="21600"/>
                  </a:cubicBezTo>
                  <a:cubicBezTo>
                    <a:pt x="21600" y="22453"/>
                    <a:pt x="21549" y="23305"/>
                    <a:pt x="21448" y="24152"/>
                  </a:cubicBezTo>
                  <a:lnTo>
                    <a:pt x="0" y="21600"/>
                  </a:lnTo>
                  <a:lnTo>
                    <a:pt x="0" y="0"/>
                  </a:lnTo>
                  <a:close/>
                </a:path>
              </a:pathLst>
            </a:custGeom>
            <a:noFill/>
            <a:ln w="9525" cap="flat" cmpd="sng">
              <a:solidFill>
                <a:srgbClr val="000000"/>
              </a:solidFill>
              <a:prstDash val="solid"/>
              <a:round/>
              <a:headEnd type="none" w="med" len="med"/>
              <a:tailEnd type="none" w="med" len="med"/>
            </a:ln>
          </p:spPr>
          <p:txBody>
            <a:bodyPr/>
            <a:p>
              <a:endParaRPr lang="zh-CN" altLang="en-US"/>
            </a:p>
          </p:txBody>
        </p:sp>
        <p:grpSp>
          <p:nvGrpSpPr>
            <p:cNvPr id="61464" name="Group 24"/>
            <p:cNvGrpSpPr/>
            <p:nvPr/>
          </p:nvGrpSpPr>
          <p:grpSpPr>
            <a:xfrm>
              <a:off x="3888" y="3696"/>
              <a:ext cx="432" cy="451"/>
              <a:chOff x="3888" y="3696"/>
              <a:chExt cx="432" cy="451"/>
            </a:xfrm>
          </p:grpSpPr>
          <p:sp>
            <p:nvSpPr>
              <p:cNvPr id="61465" name="AutoShape 25"/>
              <p:cNvSpPr/>
              <p:nvPr/>
            </p:nvSpPr>
            <p:spPr>
              <a:xfrm>
                <a:off x="3888" y="3696"/>
                <a:ext cx="432" cy="432"/>
              </a:xfrm>
              <a:prstGeom prst="wedgeRectCallout">
                <a:avLst>
                  <a:gd name="adj1" fmla="val 85185"/>
                  <a:gd name="adj2" fmla="val -72454"/>
                </a:avLst>
              </a:prstGeom>
              <a:noFill/>
              <a:ln w="9525" cap="flat" cmpd="sng">
                <a:solidFill>
                  <a:srgbClr val="000000"/>
                </a:solidFill>
                <a:prstDash val="solid"/>
                <a:miter/>
                <a:headEnd type="none" w="med" len="med"/>
                <a:tailEnd type="none" w="med" len="med"/>
              </a:ln>
            </p:spPr>
            <p:txBody>
              <a:bodyPr wrap="none" anchor="ctr" anchorCtr="0"/>
              <a:p>
                <a:pPr algn="ctr"/>
                <a:endParaRPr lang="zh-CN" altLang="zh-CN" sz="2400" dirty="0">
                  <a:solidFill>
                    <a:schemeClr val="tx2"/>
                  </a:solidFill>
                  <a:latin typeface="Times New Roman" panose="02020603050405020304" pitchFamily="18" charset="0"/>
                  <a:ea typeface="宋体" panose="02010600030101010101" pitchFamily="2" charset="-122"/>
                </a:endParaRPr>
              </a:p>
            </p:txBody>
          </p:sp>
          <p:graphicFrame>
            <p:nvGraphicFramePr>
              <p:cNvPr id="61466" name="Object 26"/>
              <p:cNvGraphicFramePr>
                <a:graphicFrameLocks noChangeAspect="1"/>
              </p:cNvGraphicFramePr>
              <p:nvPr/>
            </p:nvGraphicFramePr>
            <p:xfrm>
              <a:off x="3888" y="3696"/>
              <a:ext cx="390" cy="451"/>
            </p:xfrm>
            <a:graphic>
              <a:graphicData uri="http://schemas.openxmlformats.org/presentationml/2006/ole">
                <mc:AlternateContent xmlns:mc="http://schemas.openxmlformats.org/markup-compatibility/2006">
                  <mc:Choice xmlns:v="urn:schemas-microsoft-com:vml" Requires="v">
                    <p:oleObj spid="_x0000_s3078" name="" r:id="rId9" imgW="177800" imgH="202565" progId="Equation.3">
                      <p:embed/>
                    </p:oleObj>
                  </mc:Choice>
                  <mc:Fallback>
                    <p:oleObj name="" r:id="rId9" imgW="177800" imgH="202565" progId="Equation.3">
                      <p:embed/>
                      <p:pic>
                        <p:nvPicPr>
                          <p:cNvPr id="0" name="图片 3077"/>
                          <p:cNvPicPr/>
                          <p:nvPr/>
                        </p:nvPicPr>
                        <p:blipFill>
                          <a:blip r:embed="rId10"/>
                          <a:stretch>
                            <a:fillRect/>
                          </a:stretch>
                        </p:blipFill>
                        <p:spPr>
                          <a:xfrm>
                            <a:off x="3888" y="3696"/>
                            <a:ext cx="390" cy="451"/>
                          </a:xfrm>
                          <a:prstGeom prst="rect">
                            <a:avLst/>
                          </a:prstGeom>
                          <a:noFill/>
                          <a:ln w="38100">
                            <a:noFill/>
                            <a:miter/>
                          </a:ln>
                        </p:spPr>
                      </p:pic>
                    </p:oleObj>
                  </mc:Fallback>
                </mc:AlternateContent>
              </a:graphicData>
            </a:graphic>
          </p:graphicFrame>
        </p:grpSp>
      </p:grpSp>
      <p:grpSp>
        <p:nvGrpSpPr>
          <p:cNvPr id="141339" name="Group 27"/>
          <p:cNvGrpSpPr/>
          <p:nvPr/>
        </p:nvGrpSpPr>
        <p:grpSpPr>
          <a:xfrm>
            <a:off x="4419600" y="3211513"/>
            <a:ext cx="762000" cy="609600"/>
            <a:chOff x="4848" y="3072"/>
            <a:chExt cx="480" cy="384"/>
          </a:xfrm>
        </p:grpSpPr>
        <p:sp>
          <p:nvSpPr>
            <p:cNvPr id="61468" name="Line 28"/>
            <p:cNvSpPr/>
            <p:nvPr/>
          </p:nvSpPr>
          <p:spPr>
            <a:xfrm>
              <a:off x="4848" y="3408"/>
              <a:ext cx="480" cy="0"/>
            </a:xfrm>
            <a:prstGeom prst="line">
              <a:avLst/>
            </a:prstGeom>
            <a:ln w="9525" cap="flat" cmpd="sng">
              <a:solidFill>
                <a:srgbClr val="000000"/>
              </a:solidFill>
              <a:prstDash val="dash"/>
              <a:round/>
              <a:headEnd type="none" w="med" len="med"/>
              <a:tailEnd type="none" w="med" len="med"/>
            </a:ln>
          </p:spPr>
        </p:sp>
        <p:grpSp>
          <p:nvGrpSpPr>
            <p:cNvPr id="61469" name="Group 29"/>
            <p:cNvGrpSpPr/>
            <p:nvPr/>
          </p:nvGrpSpPr>
          <p:grpSpPr>
            <a:xfrm>
              <a:off x="4944" y="3072"/>
              <a:ext cx="378" cy="384"/>
              <a:chOff x="4944" y="3072"/>
              <a:chExt cx="378" cy="384"/>
            </a:xfrm>
          </p:grpSpPr>
          <p:sp>
            <p:nvSpPr>
              <p:cNvPr id="61470" name="Arc 30"/>
              <p:cNvSpPr/>
              <p:nvPr/>
            </p:nvSpPr>
            <p:spPr>
              <a:xfrm>
                <a:off x="4944" y="3264"/>
                <a:ext cx="96" cy="144"/>
              </a:xfrm>
              <a:custGeom>
                <a:avLst/>
                <a:gdLst/>
                <a:ahLst/>
                <a:cxnLst>
                  <a:cxn ang="0">
                    <a:pos x="0" y="0"/>
                  </a:cxn>
                  <a:cxn ang="0">
                    <a:pos x="0" y="1"/>
                  </a:cxn>
                  <a:cxn ang="0">
                    <a:pos x="0" y="1"/>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rgbClr val="000000"/>
                </a:solidFill>
                <a:prstDash val="solid"/>
                <a:round/>
                <a:headEnd type="none" w="med" len="med"/>
                <a:tailEnd type="none" w="med" len="med"/>
              </a:ln>
            </p:spPr>
            <p:txBody>
              <a:bodyPr/>
              <a:p>
                <a:endParaRPr lang="zh-CN" altLang="en-US"/>
              </a:p>
            </p:txBody>
          </p:sp>
          <p:graphicFrame>
            <p:nvGraphicFramePr>
              <p:cNvPr id="61471" name="Object 31"/>
              <p:cNvGraphicFramePr>
                <a:graphicFrameLocks noChangeAspect="1"/>
              </p:cNvGraphicFramePr>
              <p:nvPr/>
            </p:nvGraphicFramePr>
            <p:xfrm>
              <a:off x="4992" y="3072"/>
              <a:ext cx="330" cy="384"/>
            </p:xfrm>
            <a:graphic>
              <a:graphicData uri="http://schemas.openxmlformats.org/presentationml/2006/ole">
                <mc:AlternateContent xmlns:mc="http://schemas.openxmlformats.org/markup-compatibility/2006">
                  <mc:Choice xmlns:v="urn:schemas-microsoft-com:vml" Requires="v">
                    <p:oleObj spid="_x0000_s3081" name="" r:id="rId11" imgW="152400" imgH="165100" progId="Equation.3">
                      <p:embed/>
                    </p:oleObj>
                  </mc:Choice>
                  <mc:Fallback>
                    <p:oleObj name="" r:id="rId11" imgW="152400" imgH="165100" progId="Equation.3">
                      <p:embed/>
                      <p:pic>
                        <p:nvPicPr>
                          <p:cNvPr id="0" name="图片 3080"/>
                          <p:cNvPicPr/>
                          <p:nvPr/>
                        </p:nvPicPr>
                        <p:blipFill>
                          <a:blip r:embed="rId12"/>
                          <a:stretch>
                            <a:fillRect/>
                          </a:stretch>
                        </p:blipFill>
                        <p:spPr>
                          <a:xfrm>
                            <a:off x="4992" y="3072"/>
                            <a:ext cx="330" cy="384"/>
                          </a:xfrm>
                          <a:prstGeom prst="rect">
                            <a:avLst/>
                          </a:prstGeom>
                          <a:noFill/>
                          <a:ln w="38100">
                            <a:noFill/>
                            <a:miter/>
                          </a:ln>
                        </p:spPr>
                      </p:pic>
                    </p:oleObj>
                  </mc:Fallback>
                </mc:AlternateContent>
              </a:graphicData>
            </a:graphic>
          </p:graphicFrame>
        </p:grpSp>
      </p:grpSp>
      <p:grpSp>
        <p:nvGrpSpPr>
          <p:cNvPr id="141344" name="Group 32"/>
          <p:cNvGrpSpPr/>
          <p:nvPr/>
        </p:nvGrpSpPr>
        <p:grpSpPr>
          <a:xfrm>
            <a:off x="3124200" y="2068513"/>
            <a:ext cx="762000" cy="2057400"/>
            <a:chOff x="4032" y="2352"/>
            <a:chExt cx="480" cy="1296"/>
          </a:xfrm>
        </p:grpSpPr>
        <p:graphicFrame>
          <p:nvGraphicFramePr>
            <p:cNvPr id="61473" name="Object 33"/>
            <p:cNvGraphicFramePr>
              <a:graphicFrameLocks noChangeAspect="1"/>
            </p:cNvGraphicFramePr>
            <p:nvPr/>
          </p:nvGraphicFramePr>
          <p:xfrm>
            <a:off x="4032" y="2592"/>
            <a:ext cx="281" cy="391"/>
          </p:xfrm>
          <a:graphic>
            <a:graphicData uri="http://schemas.openxmlformats.org/presentationml/2006/ole">
              <mc:AlternateContent xmlns:mc="http://schemas.openxmlformats.org/markup-compatibility/2006">
                <mc:Choice xmlns:v="urn:schemas-microsoft-com:vml" Requires="v">
                  <p:oleObj spid="_x0000_s3082" name="" r:id="rId13" imgW="114300" imgH="127000" progId="Equation.3">
                    <p:embed/>
                  </p:oleObj>
                </mc:Choice>
                <mc:Fallback>
                  <p:oleObj name="" r:id="rId13" imgW="114300" imgH="127000" progId="Equation.3">
                    <p:embed/>
                    <p:pic>
                      <p:nvPicPr>
                        <p:cNvPr id="0" name="图片 3081"/>
                        <p:cNvPicPr/>
                        <p:nvPr/>
                      </p:nvPicPr>
                      <p:blipFill>
                        <a:blip r:embed="rId8"/>
                        <a:stretch>
                          <a:fillRect/>
                        </a:stretch>
                      </p:blipFill>
                      <p:spPr>
                        <a:xfrm>
                          <a:off x="4032" y="2592"/>
                          <a:ext cx="281" cy="391"/>
                        </a:xfrm>
                        <a:prstGeom prst="rect">
                          <a:avLst/>
                        </a:prstGeom>
                        <a:noFill/>
                        <a:ln w="38100">
                          <a:noFill/>
                          <a:miter/>
                        </a:ln>
                      </p:spPr>
                    </p:pic>
                  </p:oleObj>
                </mc:Fallback>
              </mc:AlternateContent>
            </a:graphicData>
          </a:graphic>
        </p:graphicFrame>
        <p:sp>
          <p:nvSpPr>
            <p:cNvPr id="61474" name="Line 34"/>
            <p:cNvSpPr/>
            <p:nvPr/>
          </p:nvSpPr>
          <p:spPr>
            <a:xfrm flipV="1">
              <a:off x="4176" y="2352"/>
              <a:ext cx="336" cy="1296"/>
            </a:xfrm>
            <a:prstGeom prst="line">
              <a:avLst/>
            </a:prstGeom>
            <a:ln w="9525" cap="flat" cmpd="sng">
              <a:solidFill>
                <a:srgbClr val="000000"/>
              </a:solidFill>
              <a:prstDash val="solid"/>
              <a:round/>
              <a:headEnd type="none" w="med" len="med"/>
              <a:tailEnd type="triangle" w="med" len="med"/>
            </a:ln>
          </p:spPr>
        </p:sp>
      </p:grpSp>
      <p:sp>
        <p:nvSpPr>
          <p:cNvPr id="61475" name="Text Box 35"/>
          <p:cNvSpPr txBox="1"/>
          <p:nvPr/>
        </p:nvSpPr>
        <p:spPr>
          <a:xfrm>
            <a:off x="552450" y="466725"/>
            <a:ext cx="7620000" cy="830263"/>
          </a:xfrm>
          <a:prstGeom prst="rect">
            <a:avLst/>
          </a:prstGeom>
          <a:noFill/>
          <a:ln w="9525">
            <a:noFill/>
          </a:ln>
        </p:spPr>
        <p:txBody>
          <a:bodyPr anchor="t" anchorCtr="0">
            <a:spAutoFit/>
          </a:bodyPr>
          <a:p>
            <a:pPr marL="609600" indent="-609600" eaLnBrk="0" hangingPunct="0">
              <a:spcBef>
                <a:spcPct val="50000"/>
              </a:spcBef>
            </a:pPr>
            <a:r>
              <a:rPr lang="en-US" altLang="zh-CN" sz="2400" b="1" dirty="0">
                <a:solidFill>
                  <a:srgbClr val="CC3300"/>
                </a:solidFill>
                <a:latin typeface="Times New Roman" panose="02020603050405020304" pitchFamily="18" charset="0"/>
                <a:ea typeface="华文新魏" panose="02010800040101010101" pitchFamily="2" charset="-122"/>
              </a:rPr>
              <a:t>[</a:t>
            </a:r>
            <a:r>
              <a:rPr lang="zh-CN" altLang="en-US" sz="2400" b="1" dirty="0">
                <a:solidFill>
                  <a:srgbClr val="CC3300"/>
                </a:solidFill>
                <a:latin typeface="Times New Roman" panose="02020603050405020304" pitchFamily="18" charset="0"/>
                <a:ea typeface="华文新魏" panose="02010800040101010101" pitchFamily="2" charset="-122"/>
              </a:rPr>
              <a:t>思考</a:t>
            </a:r>
            <a:r>
              <a:rPr lang="en-US" altLang="zh-CN" sz="2400" b="1" dirty="0">
                <a:solidFill>
                  <a:srgbClr val="CC3300"/>
                </a:solidFill>
                <a:latin typeface="Times New Roman" panose="02020603050405020304" pitchFamily="18" charset="0"/>
                <a:ea typeface="华文新魏" panose="02010800040101010101" pitchFamily="2" charset="-122"/>
              </a:rPr>
              <a:t>]</a:t>
            </a:r>
            <a:r>
              <a:rPr lang="en-US" altLang="zh-CN" sz="2400" b="1" dirty="0">
                <a:solidFill>
                  <a:srgbClr val="FF33CC"/>
                </a:solidFill>
                <a:latin typeface="Times New Roman" panose="02020603050405020304" pitchFamily="18" charset="0"/>
                <a:ea typeface="华文新魏" panose="02010800040101010101" pitchFamily="2" charset="-122"/>
              </a:rPr>
              <a:t> </a:t>
            </a:r>
            <a:r>
              <a:rPr lang="zh-CN" altLang="en-US" sz="2400" b="1" dirty="0">
                <a:latin typeface="Times New Roman" panose="02020603050405020304" pitchFamily="18" charset="0"/>
                <a:ea typeface="华文新魏" panose="02010800040101010101" pitchFamily="2" charset="-122"/>
              </a:rPr>
              <a:t>多个同方向同频率的简谐振动，其合振动还是简谐振动吗？</a:t>
            </a:r>
            <a:endParaRPr lang="zh-CN" altLang="en-US" sz="2400" b="1" dirty="0">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4"/>
                                        </p:tgtEl>
                                        <p:attrNameLst>
                                          <p:attrName>style.visibility</p:attrName>
                                        </p:attrNameLst>
                                      </p:cBhvr>
                                      <p:to>
                                        <p:strVal val="visible"/>
                                      </p:to>
                                    </p:set>
                                    <p:animEffect transition="in" filter="wipe(left)">
                                      <p:cBhvr>
                                        <p:cTn id="7" dur="500"/>
                                        <p:tgtEl>
                                          <p:spTgt spid="1413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nodePh="1">
                                  <p:stCondLst>
                                    <p:cond delay="0"/>
                                  </p:stCondLst>
                                  <p:endCondLst>
                                    <p:cond evt="begin" delay="0">
                                      <p:tn val="10"/>
                                    </p:cond>
                                  </p:endCondLst>
                                  <p:childTnLst>
                                    <p:set>
                                      <p:cBhvr>
                                        <p:cTn id="11" dur="1" fill="hold">
                                          <p:stCondLst>
                                            <p:cond delay="499"/>
                                          </p:stCondLst>
                                        </p:cTn>
                                        <p:tgtEl>
                                          <p:spTgt spid="141316"/>
                                        </p:tgtEl>
                                        <p:attrNameLst>
                                          <p:attrName>style.visibility</p:attrName>
                                        </p:attrNameLst>
                                      </p:cBhvr>
                                      <p:to>
                                        <p:strVal val="visible"/>
                                      </p:to>
                                    </p:se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141317"/>
                                        </p:tgtEl>
                                        <p:attrNameLst>
                                          <p:attrName>style.visibility</p:attrName>
                                        </p:attrNameLst>
                                      </p:cBhvr>
                                      <p:to>
                                        <p:strVal val="visible"/>
                                      </p:to>
                                    </p:set>
                                    <p:animEffect transition="in" filter="wipe(left)">
                                      <p:cBhvr>
                                        <p:cTn id="15" dur="500"/>
                                        <p:tgtEl>
                                          <p:spTgt spid="141317"/>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141321"/>
                                        </p:tgtEl>
                                        <p:attrNameLst>
                                          <p:attrName>style.visibility</p:attrName>
                                        </p:attrNameLst>
                                      </p:cBhvr>
                                      <p:to>
                                        <p:strVal val="visible"/>
                                      </p:to>
                                    </p:set>
                                    <p:animEffect transition="in" filter="wipe(left)">
                                      <p:cBhvr>
                                        <p:cTn id="19" dur="500"/>
                                        <p:tgtEl>
                                          <p:spTgt spid="141321"/>
                                        </p:tgtEl>
                                      </p:cBhvr>
                                    </p:animEffect>
                                  </p:childTnLst>
                                </p:cTn>
                              </p:par>
                            </p:childTnLst>
                          </p:cTn>
                        </p:par>
                        <p:par>
                          <p:cTn id="20" fill="hold">
                            <p:stCondLst>
                              <p:cond delay="1500"/>
                            </p:stCondLst>
                            <p:childTnLst>
                              <p:par>
                                <p:cTn id="21" presetID="4" presetClass="entr" presetSubtype="32" fill="hold" nodeType="afterEffect">
                                  <p:stCondLst>
                                    <p:cond delay="0"/>
                                  </p:stCondLst>
                                  <p:childTnLst>
                                    <p:set>
                                      <p:cBhvr>
                                        <p:cTn id="22" dur="1" fill="hold">
                                          <p:stCondLst>
                                            <p:cond delay="0"/>
                                          </p:stCondLst>
                                        </p:cTn>
                                        <p:tgtEl>
                                          <p:spTgt spid="141334"/>
                                        </p:tgtEl>
                                        <p:attrNameLst>
                                          <p:attrName>style.visibility</p:attrName>
                                        </p:attrNameLst>
                                      </p:cBhvr>
                                      <p:to>
                                        <p:strVal val="visible"/>
                                      </p:to>
                                    </p:set>
                                    <p:animEffect transition="in" filter="box(out)">
                                      <p:cBhvr>
                                        <p:cTn id="23" dur="500"/>
                                        <p:tgtEl>
                                          <p:spTgt spid="141334"/>
                                        </p:tgtEl>
                                      </p:cBhvr>
                                    </p:animEffect>
                                  </p:childTnLst>
                                </p:cTn>
                              </p:par>
                            </p:childTnLst>
                          </p:cTn>
                        </p:par>
                        <p:par>
                          <p:cTn id="24" fill="hold">
                            <p:stCondLst>
                              <p:cond delay="2000"/>
                            </p:stCondLst>
                            <p:childTnLst>
                              <p:par>
                                <p:cTn id="25" presetID="22" presetClass="entr" presetSubtype="8" fill="hold" nodeType="afterEffect">
                                  <p:stCondLst>
                                    <p:cond delay="0"/>
                                  </p:stCondLst>
                                  <p:childTnLst>
                                    <p:set>
                                      <p:cBhvr>
                                        <p:cTn id="26" dur="1" fill="hold">
                                          <p:stCondLst>
                                            <p:cond delay="0"/>
                                          </p:stCondLst>
                                        </p:cTn>
                                        <p:tgtEl>
                                          <p:spTgt spid="141324"/>
                                        </p:tgtEl>
                                        <p:attrNameLst>
                                          <p:attrName>style.visibility</p:attrName>
                                        </p:attrNameLst>
                                      </p:cBhvr>
                                      <p:to>
                                        <p:strVal val="visible"/>
                                      </p:to>
                                    </p:set>
                                    <p:animEffect transition="in" filter="wipe(left)">
                                      <p:cBhvr>
                                        <p:cTn id="27" dur="500"/>
                                        <p:tgtEl>
                                          <p:spTgt spid="141324"/>
                                        </p:tgtEl>
                                      </p:cBhvr>
                                    </p:animEffect>
                                  </p:childTnLst>
                                </p:cTn>
                              </p:par>
                            </p:childTnLst>
                          </p:cTn>
                        </p:par>
                        <p:par>
                          <p:cTn id="28" fill="hold">
                            <p:stCondLst>
                              <p:cond delay="2500"/>
                            </p:stCondLst>
                            <p:childTnLst>
                              <p:par>
                                <p:cTn id="29" presetID="22" presetClass="entr" presetSubtype="8" fill="hold" nodeType="afterEffect">
                                  <p:stCondLst>
                                    <p:cond delay="0"/>
                                  </p:stCondLst>
                                  <p:childTnLst>
                                    <p:set>
                                      <p:cBhvr>
                                        <p:cTn id="30" dur="1" fill="hold">
                                          <p:stCondLst>
                                            <p:cond delay="0"/>
                                          </p:stCondLst>
                                        </p:cTn>
                                        <p:tgtEl>
                                          <p:spTgt spid="141339"/>
                                        </p:tgtEl>
                                        <p:attrNameLst>
                                          <p:attrName>style.visibility</p:attrName>
                                        </p:attrNameLst>
                                      </p:cBhvr>
                                      <p:to>
                                        <p:strVal val="visible"/>
                                      </p:to>
                                    </p:set>
                                    <p:animEffect transition="in" filter="wipe(left)">
                                      <p:cBhvr>
                                        <p:cTn id="31" dur="500"/>
                                        <p:tgtEl>
                                          <p:spTgt spid="141339"/>
                                        </p:tgtEl>
                                      </p:cBhvr>
                                    </p:animEffect>
                                  </p:childTnLst>
                                </p:cTn>
                              </p:par>
                            </p:childTnLst>
                          </p:cTn>
                        </p:par>
                        <p:par>
                          <p:cTn id="32" fill="hold">
                            <p:stCondLst>
                              <p:cond delay="3000"/>
                            </p:stCondLst>
                            <p:childTnLst>
                              <p:par>
                                <p:cTn id="33" presetID="22" presetClass="entr" presetSubtype="8" fill="hold" nodeType="afterEffect">
                                  <p:stCondLst>
                                    <p:cond delay="0"/>
                                  </p:stCondLst>
                                  <p:childTnLst>
                                    <p:set>
                                      <p:cBhvr>
                                        <p:cTn id="34" dur="1" fill="hold">
                                          <p:stCondLst>
                                            <p:cond delay="0"/>
                                          </p:stCondLst>
                                        </p:cTn>
                                        <p:tgtEl>
                                          <p:spTgt spid="141331"/>
                                        </p:tgtEl>
                                        <p:attrNameLst>
                                          <p:attrName>style.visibility</p:attrName>
                                        </p:attrNameLst>
                                      </p:cBhvr>
                                      <p:to>
                                        <p:strVal val="visible"/>
                                      </p:to>
                                    </p:set>
                                    <p:animEffect transition="in" filter="wipe(left)">
                                      <p:cBhvr>
                                        <p:cTn id="35" dur="500"/>
                                        <p:tgtEl>
                                          <p:spTgt spid="141331"/>
                                        </p:tgtEl>
                                      </p:cBhvr>
                                    </p:animEffect>
                                  </p:childTnLst>
                                  <p:subTnLst>
                                    <p:set>
                                      <p:cBhvr override="childStyle">
                                        <p:cTn dur="1" fill="hold" display="0" masterRel="nextClick" afterEffect="1"/>
                                        <p:tgtEl>
                                          <p:spTgt spid="141331"/>
                                        </p:tgtEl>
                                        <p:attrNameLst>
                                          <p:attrName>style.visibility</p:attrName>
                                        </p:attrNameLst>
                                      </p:cBhvr>
                                      <p:to>
                                        <p:strVal val="hidden"/>
                                      </p:to>
                                    </p:set>
                                  </p:subTnLst>
                                </p:cTn>
                              </p:par>
                            </p:childTnLst>
                          </p:cTn>
                        </p:par>
                        <p:par>
                          <p:cTn id="36" fill="hold">
                            <p:stCondLst>
                              <p:cond delay="3500"/>
                            </p:stCondLst>
                            <p:childTnLst>
                              <p:par>
                                <p:cTn id="37" presetID="22" presetClass="entr" presetSubtype="2" fill="hold" nodeType="afterEffect">
                                  <p:stCondLst>
                                    <p:cond delay="0"/>
                                  </p:stCondLst>
                                  <p:childTnLst>
                                    <p:set>
                                      <p:cBhvr>
                                        <p:cTn id="38" dur="1" fill="hold">
                                          <p:stCondLst>
                                            <p:cond delay="0"/>
                                          </p:stCondLst>
                                        </p:cTn>
                                        <p:tgtEl>
                                          <p:spTgt spid="141327"/>
                                        </p:tgtEl>
                                        <p:attrNameLst>
                                          <p:attrName>style.visibility</p:attrName>
                                        </p:attrNameLst>
                                      </p:cBhvr>
                                      <p:to>
                                        <p:strVal val="visible"/>
                                      </p:to>
                                    </p:set>
                                    <p:animEffect transition="in" filter="wipe(right)">
                                      <p:cBhvr>
                                        <p:cTn id="39" dur="500"/>
                                        <p:tgtEl>
                                          <p:spTgt spid="141327"/>
                                        </p:tgtEl>
                                      </p:cBhvr>
                                    </p:animEffect>
                                  </p:childTnLst>
                                </p:cTn>
                              </p:par>
                            </p:childTnLst>
                          </p:cTn>
                        </p:par>
                        <p:par>
                          <p:cTn id="40" fill="hold">
                            <p:stCondLst>
                              <p:cond delay="4000"/>
                            </p:stCondLst>
                            <p:childTnLst>
                              <p:par>
                                <p:cTn id="41" presetID="22" presetClass="entr" presetSubtype="2" fill="hold" nodeType="afterEffect">
                                  <p:stCondLst>
                                    <p:cond delay="0"/>
                                  </p:stCondLst>
                                  <p:childTnLst>
                                    <p:set>
                                      <p:cBhvr>
                                        <p:cTn id="42" dur="1" fill="hold">
                                          <p:stCondLst>
                                            <p:cond delay="0"/>
                                          </p:stCondLst>
                                        </p:cTn>
                                        <p:tgtEl>
                                          <p:spTgt spid="141328"/>
                                        </p:tgtEl>
                                        <p:attrNameLst>
                                          <p:attrName>style.visibility</p:attrName>
                                        </p:attrNameLst>
                                      </p:cBhvr>
                                      <p:to>
                                        <p:strVal val="visible"/>
                                      </p:to>
                                    </p:set>
                                    <p:animEffect transition="in" filter="wipe(right)">
                                      <p:cBhvr>
                                        <p:cTn id="43" dur="500"/>
                                        <p:tgtEl>
                                          <p:spTgt spid="141328"/>
                                        </p:tgtEl>
                                      </p:cBhvr>
                                    </p:animEffect>
                                  </p:childTnLst>
                                </p:cTn>
                              </p:par>
                            </p:childTnLst>
                          </p:cTn>
                        </p:par>
                        <p:par>
                          <p:cTn id="44" fill="hold">
                            <p:stCondLst>
                              <p:cond delay="4500"/>
                            </p:stCondLst>
                            <p:childTnLst>
                              <p:par>
                                <p:cTn id="45" presetID="22" presetClass="entr" presetSubtype="8" fill="hold" nodeType="afterEffect">
                                  <p:stCondLst>
                                    <p:cond delay="0"/>
                                  </p:stCondLst>
                                  <p:childTnLst>
                                    <p:set>
                                      <p:cBhvr>
                                        <p:cTn id="46" dur="1" fill="hold">
                                          <p:stCondLst>
                                            <p:cond delay="0"/>
                                          </p:stCondLst>
                                        </p:cTn>
                                        <p:tgtEl>
                                          <p:spTgt spid="141344"/>
                                        </p:tgtEl>
                                        <p:attrNameLst>
                                          <p:attrName>style.visibility</p:attrName>
                                        </p:attrNameLst>
                                      </p:cBhvr>
                                      <p:to>
                                        <p:strVal val="visible"/>
                                      </p:to>
                                    </p:set>
                                    <p:animEffect transition="in" filter="wipe(left)">
                                      <p:cBhvr>
                                        <p:cTn id="47" dur="500"/>
                                        <p:tgtEl>
                                          <p:spTgt spid="141344"/>
                                        </p:tgtEl>
                                      </p:cBhvr>
                                    </p:animEffect>
                                  </p:childTnLst>
                                </p:cTn>
                              </p:par>
                            </p:childTnLst>
                          </p:cTn>
                        </p:par>
                        <p:par>
                          <p:cTn id="48" fill="hold">
                            <p:stCondLst>
                              <p:cond delay="5000"/>
                            </p:stCondLst>
                            <p:childTnLst>
                              <p:par>
                                <p:cTn id="49" presetID="22" presetClass="entr" presetSubtype="8" fill="hold" grpId="0" nodeType="afterEffect">
                                  <p:stCondLst>
                                    <p:cond delay="0"/>
                                  </p:stCondLst>
                                  <p:childTnLst>
                                    <p:set>
                                      <p:cBhvr>
                                        <p:cTn id="50" dur="1" fill="hold">
                                          <p:stCondLst>
                                            <p:cond delay="0"/>
                                          </p:stCondLst>
                                        </p:cTn>
                                        <p:tgtEl>
                                          <p:spTgt spid="141315"/>
                                        </p:tgtEl>
                                        <p:attrNameLst>
                                          <p:attrName>style.visibility</p:attrName>
                                        </p:attrNameLst>
                                      </p:cBhvr>
                                      <p:to>
                                        <p:strVal val="visible"/>
                                      </p:to>
                                    </p:set>
                                    <p:animEffect transition="in" filter="wipe(left)">
                                      <p:cBhvr>
                                        <p:cTn id="51" dur="500"/>
                                        <p:tgtEl>
                                          <p:spTgt spid="141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p:bldP spid="141315" grpId="0"/>
      <p:bldP spid="14131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62466" name="Rectangle 2"/>
          <p:cNvSpPr/>
          <p:nvPr/>
        </p:nvSpPr>
        <p:spPr>
          <a:xfrm>
            <a:off x="577850" y="411163"/>
            <a:ext cx="7875588" cy="1198562"/>
          </a:xfrm>
          <a:prstGeom prst="rect">
            <a:avLst/>
          </a:prstGeom>
          <a:noFill/>
          <a:ln w="9525">
            <a:noFill/>
          </a:ln>
        </p:spPr>
        <p:txBody>
          <a:bodyPr wrap="square" anchor="t" anchorCtr="0">
            <a:spAutoFit/>
          </a:bodyPr>
          <a:p>
            <a:r>
              <a:rPr lang="zh-CN" altLang="en-US" sz="2400" b="1" dirty="0">
                <a:solidFill>
                  <a:srgbClr val="FF0000"/>
                </a:solidFill>
                <a:latin typeface="微软雅黑" panose="020B0503020204020204" charset="-122"/>
                <a:ea typeface="微软雅黑" panose="020B0503020204020204" charset="-122"/>
              </a:rPr>
              <a:t>补充：</a:t>
            </a:r>
            <a:r>
              <a:rPr lang="en-US" altLang="zh-CN" sz="2400" b="1" i="1" dirty="0">
                <a:solidFill>
                  <a:srgbClr val="000000"/>
                </a:solidFill>
                <a:latin typeface="Times New Roman" panose="02020603050405020304" pitchFamily="18" charset="0"/>
                <a:ea typeface="宋体" panose="02010600030101010101" pitchFamily="2" charset="-122"/>
              </a:rPr>
              <a:t>N</a:t>
            </a:r>
            <a:r>
              <a:rPr lang="zh-CN" altLang="en-US" sz="2400" b="1" dirty="0">
                <a:solidFill>
                  <a:srgbClr val="000000"/>
                </a:solidFill>
                <a:latin typeface="楷体_GB2312" pitchFamily="49" charset="-122"/>
                <a:ea typeface="楷体_GB2312" pitchFamily="49" charset="-122"/>
              </a:rPr>
              <a:t>个同方向、同频率的简谐振动，它们的振幅相等，初相分别为</a:t>
            </a:r>
            <a:r>
              <a:rPr lang="en-US" altLang="zh-CN" sz="2000" b="1" i="1" dirty="0">
                <a:solidFill>
                  <a:srgbClr val="000000"/>
                </a:solidFill>
                <a:latin typeface="Times New Roman" panose="02020603050405020304" pitchFamily="18" charset="0"/>
                <a:ea typeface="宋体" panose="02010600030101010101" pitchFamily="2" charset="-122"/>
              </a:rPr>
              <a:t>0</a:t>
            </a:r>
            <a:r>
              <a:rPr lang="en-US" altLang="zh-CN" sz="2400" b="1" dirty="0">
                <a:solidFill>
                  <a:srgbClr val="000000"/>
                </a:solidFill>
                <a:latin typeface="宋体" panose="02010600030101010101" pitchFamily="2" charset="-122"/>
                <a:ea typeface="宋体" panose="02010600030101010101" pitchFamily="2" charset="-122"/>
              </a:rPr>
              <a:t>, </a:t>
            </a:r>
            <a:r>
              <a:rPr lang="en-US" altLang="zh-CN" sz="24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solidFill>
                  <a:srgbClr val="000000"/>
                </a:solidFill>
                <a:latin typeface="宋体" panose="02010600030101010101" pitchFamily="2" charset="-122"/>
                <a:ea typeface="宋体" panose="02010600030101010101" pitchFamily="2" charset="-122"/>
              </a:rPr>
              <a:t>, </a:t>
            </a:r>
            <a:r>
              <a:rPr lang="en-US" altLang="zh-CN" sz="2400" dirty="0">
                <a:solidFill>
                  <a:srgbClr val="000000"/>
                </a:solidFill>
                <a:latin typeface="Times New Roman" panose="02020603050405020304" pitchFamily="18" charset="0"/>
                <a:ea typeface="宋体" panose="02010600030101010101" pitchFamily="2" charset="-122"/>
              </a:rPr>
              <a:t>2</a:t>
            </a:r>
            <a:r>
              <a:rPr lang="en-US" altLang="zh-CN" sz="24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solidFill>
                  <a:srgbClr val="000000"/>
                </a:solidFill>
                <a:latin typeface="宋体" panose="02010600030101010101" pitchFamily="2" charset="-122"/>
                <a:ea typeface="宋体" panose="02010600030101010101" pitchFamily="2" charset="-122"/>
              </a:rPr>
              <a:t>, ..., </a:t>
            </a:r>
            <a:r>
              <a:rPr lang="zh-CN" altLang="en-US" sz="2400" b="1" dirty="0">
                <a:solidFill>
                  <a:srgbClr val="000000"/>
                </a:solidFill>
                <a:latin typeface="楷体_GB2312" pitchFamily="49" charset="-122"/>
                <a:ea typeface="楷体_GB2312" pitchFamily="49" charset="-122"/>
              </a:rPr>
              <a:t>依次差一个恒量</a:t>
            </a:r>
            <a:r>
              <a:rPr lang="zh-CN" altLang="en-US" sz="24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宋体" panose="02010600030101010101" pitchFamily="2" charset="-122"/>
                <a:ea typeface="宋体" panose="02010600030101010101" pitchFamily="2" charset="-122"/>
              </a:rPr>
              <a:t>，</a:t>
            </a:r>
            <a:r>
              <a:rPr lang="zh-CN" altLang="en-US" sz="2400" b="1" dirty="0">
                <a:solidFill>
                  <a:srgbClr val="000000"/>
                </a:solidFill>
                <a:latin typeface="宋体" panose="02010600030101010101" pitchFamily="2" charset="-122"/>
                <a:ea typeface="宋体" panose="02010600030101010101" pitchFamily="2" charset="-122"/>
                <a:sym typeface="宋体" panose="02010600030101010101" pitchFamily="2" charset="-122"/>
              </a:rPr>
              <a:t>求合振动方程。</a:t>
            </a:r>
            <a:endParaRPr lang="zh-CN" altLang="en-US" sz="2400" b="1" dirty="0">
              <a:solidFill>
                <a:srgbClr val="000000"/>
              </a:solidFill>
              <a:latin typeface="楷体_GB2312" pitchFamily="49" charset="-122"/>
              <a:ea typeface="楷体_GB2312" pitchFamily="49" charset="-122"/>
            </a:endParaRPr>
          </a:p>
        </p:txBody>
      </p:sp>
      <p:sp>
        <p:nvSpPr>
          <p:cNvPr id="110595" name="Rectangle 3"/>
          <p:cNvSpPr/>
          <p:nvPr/>
        </p:nvSpPr>
        <p:spPr>
          <a:xfrm>
            <a:off x="695325" y="4772025"/>
            <a:ext cx="7777163" cy="822325"/>
          </a:xfrm>
          <a:prstGeom prst="rect">
            <a:avLst/>
          </a:prstGeom>
          <a:noFill/>
          <a:ln w="9525">
            <a:noFill/>
          </a:ln>
        </p:spPr>
        <p:txBody>
          <a:bodyPr anchor="t" anchorCtr="0">
            <a:spAutoFit/>
          </a:bodyPr>
          <a:p>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采用旋转矢量法可使问题得到简化，从而避开烦琐的三角函数运算。</a:t>
            </a:r>
            <a:endParaRPr lang="zh-CN" altLang="en-US" sz="2400" b="1" dirty="0">
              <a:solidFill>
                <a:srgbClr val="000000"/>
              </a:solidFill>
              <a:latin typeface="楷体_GB2312" pitchFamily="49" charset="-122"/>
              <a:ea typeface="楷体_GB2312" pitchFamily="49" charset="-122"/>
            </a:endParaRPr>
          </a:p>
        </p:txBody>
      </p:sp>
      <p:sp>
        <p:nvSpPr>
          <p:cNvPr id="110596" name="Rectangle 4"/>
          <p:cNvSpPr/>
          <p:nvPr/>
        </p:nvSpPr>
        <p:spPr>
          <a:xfrm>
            <a:off x="695325" y="5645150"/>
            <a:ext cx="7920038" cy="822325"/>
          </a:xfrm>
          <a:prstGeom prst="rect">
            <a:avLst/>
          </a:prstGeom>
          <a:noFill/>
          <a:ln w="9525">
            <a:noFill/>
          </a:ln>
        </p:spPr>
        <p:txBody>
          <a:bodyPr anchor="t" anchorCtr="0">
            <a:spAutoFit/>
          </a:bodyPr>
          <a:p>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根据矢量合成法则，</a:t>
            </a:r>
            <a:r>
              <a:rPr lang="en-US" altLang="zh-CN" sz="2400" b="1" i="1" dirty="0">
                <a:solidFill>
                  <a:srgbClr val="000000"/>
                </a:solidFill>
                <a:latin typeface="Times New Roman" panose="02020603050405020304" pitchFamily="18" charset="0"/>
                <a:ea typeface="楷体_GB2312" pitchFamily="49" charset="-122"/>
              </a:rPr>
              <a:t>N</a:t>
            </a:r>
            <a:r>
              <a:rPr lang="zh-CN" altLang="en-US" sz="2400" b="1" dirty="0">
                <a:solidFill>
                  <a:srgbClr val="000000"/>
                </a:solidFill>
                <a:latin typeface="楷体_GB2312" pitchFamily="49" charset="-122"/>
                <a:ea typeface="楷体_GB2312" pitchFamily="49" charset="-122"/>
              </a:rPr>
              <a:t>个简谐振动对应的旋转矢量的合成如下图所示：</a:t>
            </a:r>
            <a:endParaRPr lang="zh-CN" altLang="en-US" sz="2400" b="1" dirty="0">
              <a:solidFill>
                <a:srgbClr val="000000"/>
              </a:solidFill>
              <a:latin typeface="楷体_GB2312" pitchFamily="49" charset="-122"/>
              <a:ea typeface="楷体_GB2312" pitchFamily="49" charset="-122"/>
            </a:endParaRPr>
          </a:p>
        </p:txBody>
      </p:sp>
      <p:grpSp>
        <p:nvGrpSpPr>
          <p:cNvPr id="62469" name="Group 5"/>
          <p:cNvGrpSpPr/>
          <p:nvPr/>
        </p:nvGrpSpPr>
        <p:grpSpPr>
          <a:xfrm>
            <a:off x="2854325" y="1538288"/>
            <a:ext cx="3101975" cy="2087562"/>
            <a:chOff x="930" y="1117"/>
            <a:chExt cx="1954" cy="1315"/>
          </a:xfrm>
        </p:grpSpPr>
        <p:graphicFrame>
          <p:nvGraphicFramePr>
            <p:cNvPr id="62470" name="Object 6"/>
            <p:cNvGraphicFramePr>
              <a:graphicFrameLocks noChangeAspect="1"/>
            </p:cNvGraphicFramePr>
            <p:nvPr/>
          </p:nvGraphicFramePr>
          <p:xfrm>
            <a:off x="930" y="1117"/>
            <a:ext cx="977" cy="281"/>
          </p:xfrm>
          <a:graphic>
            <a:graphicData uri="http://schemas.openxmlformats.org/presentationml/2006/ole">
              <mc:AlternateContent xmlns:mc="http://schemas.openxmlformats.org/markup-compatibility/2006">
                <mc:Choice xmlns:v="urn:schemas-microsoft-com:vml" Requires="v">
                  <p:oleObj spid="_x0000_s3294" name="" r:id="rId1" imgW="786130" imgH="215900" progId="Equation.3">
                    <p:embed/>
                  </p:oleObj>
                </mc:Choice>
                <mc:Fallback>
                  <p:oleObj name="" r:id="rId1" imgW="786130" imgH="215900" progId="Equation.3">
                    <p:embed/>
                    <p:pic>
                      <p:nvPicPr>
                        <p:cNvPr id="0" name="图片 3293"/>
                        <p:cNvPicPr/>
                        <p:nvPr/>
                      </p:nvPicPr>
                      <p:blipFill>
                        <a:blip r:embed="rId2"/>
                        <a:stretch>
                          <a:fillRect/>
                        </a:stretch>
                      </p:blipFill>
                      <p:spPr>
                        <a:xfrm>
                          <a:off x="930" y="1117"/>
                          <a:ext cx="977" cy="281"/>
                        </a:xfrm>
                        <a:prstGeom prst="rect">
                          <a:avLst/>
                        </a:prstGeom>
                        <a:noFill/>
                        <a:ln w="38100">
                          <a:noFill/>
                          <a:miter/>
                        </a:ln>
                      </p:spPr>
                    </p:pic>
                  </p:oleObj>
                </mc:Fallback>
              </mc:AlternateContent>
            </a:graphicData>
          </a:graphic>
        </p:graphicFrame>
        <p:graphicFrame>
          <p:nvGraphicFramePr>
            <p:cNvPr id="62471" name="Object 7"/>
            <p:cNvGraphicFramePr>
              <a:graphicFrameLocks noChangeAspect="1"/>
            </p:cNvGraphicFramePr>
            <p:nvPr/>
          </p:nvGraphicFramePr>
          <p:xfrm>
            <a:off x="930" y="1344"/>
            <a:ext cx="1313" cy="267"/>
          </p:xfrm>
          <a:graphic>
            <a:graphicData uri="http://schemas.openxmlformats.org/presentationml/2006/ole">
              <mc:AlternateContent xmlns:mc="http://schemas.openxmlformats.org/markup-compatibility/2006">
                <mc:Choice xmlns:v="urn:schemas-microsoft-com:vml" Requires="v">
                  <p:oleObj spid="_x0000_s3298" name="" r:id="rId3" imgW="1129030" imgH="215900" progId="Equation.3">
                    <p:embed/>
                  </p:oleObj>
                </mc:Choice>
                <mc:Fallback>
                  <p:oleObj name="" r:id="rId3" imgW="1129030" imgH="215900" progId="Equation.3">
                    <p:embed/>
                    <p:pic>
                      <p:nvPicPr>
                        <p:cNvPr id="0" name="图片 3297"/>
                        <p:cNvPicPr/>
                        <p:nvPr/>
                      </p:nvPicPr>
                      <p:blipFill>
                        <a:blip r:embed="rId4"/>
                        <a:stretch>
                          <a:fillRect/>
                        </a:stretch>
                      </p:blipFill>
                      <p:spPr>
                        <a:xfrm>
                          <a:off x="930" y="1344"/>
                          <a:ext cx="1313" cy="267"/>
                        </a:xfrm>
                        <a:prstGeom prst="rect">
                          <a:avLst/>
                        </a:prstGeom>
                        <a:noFill/>
                        <a:ln w="38100">
                          <a:noFill/>
                          <a:miter/>
                        </a:ln>
                      </p:spPr>
                    </p:pic>
                  </p:oleObj>
                </mc:Fallback>
              </mc:AlternateContent>
            </a:graphicData>
          </a:graphic>
        </p:graphicFrame>
        <p:graphicFrame>
          <p:nvGraphicFramePr>
            <p:cNvPr id="62472" name="Object 8"/>
            <p:cNvGraphicFramePr>
              <a:graphicFrameLocks noChangeAspect="1"/>
            </p:cNvGraphicFramePr>
            <p:nvPr/>
          </p:nvGraphicFramePr>
          <p:xfrm>
            <a:off x="930" y="1570"/>
            <a:ext cx="1507" cy="498"/>
          </p:xfrm>
          <a:graphic>
            <a:graphicData uri="http://schemas.openxmlformats.org/presentationml/2006/ole">
              <mc:AlternateContent xmlns:mc="http://schemas.openxmlformats.org/markup-compatibility/2006">
                <mc:Choice xmlns:v="urn:schemas-microsoft-com:vml" Requires="v">
                  <p:oleObj spid="_x0000_s3295" name="" r:id="rId5" imgW="1205865" imgH="381000" progId="Equation.3">
                    <p:embed/>
                  </p:oleObj>
                </mc:Choice>
                <mc:Fallback>
                  <p:oleObj name="" r:id="rId5" imgW="1205865" imgH="381000" progId="Equation.3">
                    <p:embed/>
                    <p:pic>
                      <p:nvPicPr>
                        <p:cNvPr id="0" name="图片 3294"/>
                        <p:cNvPicPr/>
                        <p:nvPr/>
                      </p:nvPicPr>
                      <p:blipFill>
                        <a:blip r:embed="rId6"/>
                        <a:stretch>
                          <a:fillRect/>
                        </a:stretch>
                      </p:blipFill>
                      <p:spPr>
                        <a:xfrm>
                          <a:off x="930" y="1570"/>
                          <a:ext cx="1507" cy="498"/>
                        </a:xfrm>
                        <a:prstGeom prst="rect">
                          <a:avLst/>
                        </a:prstGeom>
                        <a:noFill/>
                        <a:ln w="38100">
                          <a:noFill/>
                          <a:miter/>
                        </a:ln>
                      </p:spPr>
                    </p:pic>
                  </p:oleObj>
                </mc:Fallback>
              </mc:AlternateContent>
            </a:graphicData>
          </a:graphic>
        </p:graphicFrame>
        <p:graphicFrame>
          <p:nvGraphicFramePr>
            <p:cNvPr id="62473" name="Object 9"/>
            <p:cNvGraphicFramePr>
              <a:graphicFrameLocks noChangeAspect="1"/>
            </p:cNvGraphicFramePr>
            <p:nvPr/>
          </p:nvGraphicFramePr>
          <p:xfrm>
            <a:off x="933" y="2138"/>
            <a:ext cx="1951" cy="294"/>
          </p:xfrm>
          <a:graphic>
            <a:graphicData uri="http://schemas.openxmlformats.org/presentationml/2006/ole">
              <mc:AlternateContent xmlns:mc="http://schemas.openxmlformats.org/markup-compatibility/2006">
                <mc:Choice xmlns:v="urn:schemas-microsoft-com:vml" Requires="v">
                  <p:oleObj spid="_x0000_s3296" name="" r:id="rId7" imgW="1587500" imgH="228600" progId="Equation.3">
                    <p:embed/>
                  </p:oleObj>
                </mc:Choice>
                <mc:Fallback>
                  <p:oleObj name="" r:id="rId7" imgW="1587500" imgH="228600" progId="Equation.3">
                    <p:embed/>
                    <p:pic>
                      <p:nvPicPr>
                        <p:cNvPr id="0" name="图片 3295"/>
                        <p:cNvPicPr/>
                        <p:nvPr/>
                      </p:nvPicPr>
                      <p:blipFill>
                        <a:blip r:embed="rId8"/>
                        <a:stretch>
                          <a:fillRect/>
                        </a:stretch>
                      </p:blipFill>
                      <p:spPr>
                        <a:xfrm>
                          <a:off x="933" y="2138"/>
                          <a:ext cx="1951" cy="294"/>
                        </a:xfrm>
                        <a:prstGeom prst="rect">
                          <a:avLst/>
                        </a:prstGeom>
                        <a:noFill/>
                        <a:ln w="38100">
                          <a:noFill/>
                          <a:miter/>
                        </a:ln>
                      </p:spPr>
                    </p:pic>
                  </p:oleObj>
                </mc:Fallback>
              </mc:AlternateContent>
            </a:graphicData>
          </a:graphic>
        </p:graphicFrame>
      </p:grpSp>
      <p:sp>
        <p:nvSpPr>
          <p:cNvPr id="110603" name="Rectangle 11"/>
          <p:cNvSpPr/>
          <p:nvPr/>
        </p:nvSpPr>
        <p:spPr>
          <a:xfrm>
            <a:off x="627063" y="3824288"/>
            <a:ext cx="7775575" cy="822325"/>
          </a:xfrm>
          <a:prstGeom prst="rect">
            <a:avLst/>
          </a:prstGeom>
          <a:noFill/>
          <a:ln w="9525">
            <a:noFill/>
          </a:ln>
        </p:spPr>
        <p:txBody>
          <a:bodyPr anchor="t" anchorCtr="0">
            <a:spAutoFit/>
          </a:bodyPr>
          <a:p>
            <a:pPr algn="ctr" eaLnBrk="0" hangingPunct="0">
              <a:spcBef>
                <a:spcPct val="50000"/>
              </a:spcBef>
            </a:pPr>
            <a:r>
              <a:rPr lang="zh-CN" altLang="en-US" sz="2400" b="1" dirty="0">
                <a:solidFill>
                  <a:srgbClr val="FF0000"/>
                </a:solidFill>
                <a:latin typeface="黑体" panose="02010609060101010101" pitchFamily="2" charset="-122"/>
                <a:ea typeface="黑体" panose="02010609060101010101" pitchFamily="2" charset="-122"/>
              </a:rPr>
              <a:t>合振动的频率与分振动的频率相同。</a:t>
            </a:r>
            <a:r>
              <a:rPr lang="zh-CN" altLang="en-US" sz="2400" dirty="0">
                <a:solidFill>
                  <a:srgbClr val="FF0000"/>
                </a:solidFill>
                <a:latin typeface="黑体" panose="02010609060101010101" pitchFamily="2" charset="-122"/>
                <a:ea typeface="黑体" panose="02010609060101010101" pitchFamily="2" charset="-122"/>
              </a:rPr>
              <a:t> </a:t>
            </a:r>
            <a:endParaRPr lang="zh-CN" altLang="en-US" sz="2400" dirty="0">
              <a:solidFill>
                <a:srgbClr val="FF0000"/>
              </a:solidFill>
              <a:latin typeface="黑体" panose="02010609060101010101" pitchFamily="2" charset="-122"/>
              <a:ea typeface="黑体" panose="02010609060101010101" pitchFamily="2" charset="-122"/>
            </a:endParaRPr>
          </a:p>
          <a:p>
            <a:pPr algn="ctr"/>
            <a:r>
              <a:rPr lang="zh-CN" altLang="en-US" sz="2400" b="1" dirty="0">
                <a:solidFill>
                  <a:srgbClr val="FF0000"/>
                </a:solidFill>
                <a:latin typeface="黑体" panose="02010609060101010101" pitchFamily="2" charset="-122"/>
                <a:ea typeface="黑体" panose="02010609060101010101" pitchFamily="2" charset="-122"/>
              </a:rPr>
              <a:t>合振动的振幅和初相是分析的关键</a:t>
            </a:r>
            <a:r>
              <a:rPr lang="en-US" altLang="zh-CN" sz="2400" b="1" dirty="0">
                <a:solidFill>
                  <a:srgbClr val="FF0000"/>
                </a:solidFill>
                <a:latin typeface="黑体" panose="02010609060101010101" pitchFamily="2" charset="-122"/>
                <a:ea typeface="黑体" panose="02010609060101010101" pitchFamily="2" charset="-122"/>
              </a:rPr>
              <a:t>!</a:t>
            </a:r>
            <a:endParaRPr lang="en-US" altLang="zh-CN" sz="2400" b="1" dirty="0">
              <a:solidFill>
                <a:srgbClr val="FF000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6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0595">
                                            <p:txEl>
                                              <p:charRg st="0" end="35"/>
                                            </p:txEl>
                                          </p:spTgt>
                                        </p:tgtEl>
                                        <p:attrNameLst>
                                          <p:attrName>style.visibility</p:attrName>
                                        </p:attrNameLst>
                                      </p:cBhvr>
                                      <p:to>
                                        <p:strVal val="visible"/>
                                      </p:to>
                                    </p:set>
                                    <p:animEffect transition="in" filter="wipe(left)">
                                      <p:cBhvr>
                                        <p:cTn id="11" dur="500"/>
                                        <p:tgtEl>
                                          <p:spTgt spid="110595">
                                            <p:txEl>
                                              <p:charRg st="0" end="35"/>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10596">
                                            <p:txEl>
                                              <p:charRg st="0" end="36"/>
                                            </p:txEl>
                                          </p:spTgt>
                                        </p:tgtEl>
                                        <p:attrNameLst>
                                          <p:attrName>style.visibility</p:attrName>
                                        </p:attrNameLst>
                                      </p:cBhvr>
                                      <p:to>
                                        <p:strVal val="visible"/>
                                      </p:to>
                                    </p:set>
                                    <p:animEffect transition="in" filter="wipe(left)">
                                      <p:cBhvr>
                                        <p:cTn id="15" dur="500"/>
                                        <p:tgtEl>
                                          <p:spTgt spid="110596">
                                            <p:txEl>
                                              <p:charRg st="0" end="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P spid="110596" grpId="0" build="p"/>
      <p:bldP spid="11060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aphicFrame>
        <p:nvGraphicFramePr>
          <p:cNvPr id="111618" name="Object 2"/>
          <p:cNvGraphicFramePr>
            <a:graphicFrameLocks noChangeAspect="1"/>
          </p:cNvGraphicFramePr>
          <p:nvPr/>
        </p:nvGraphicFramePr>
        <p:xfrm>
          <a:off x="3425825" y="5832475"/>
          <a:ext cx="3084513" cy="466725"/>
        </p:xfrm>
        <a:graphic>
          <a:graphicData uri="http://schemas.openxmlformats.org/presentationml/2006/ole">
            <mc:AlternateContent xmlns:mc="http://schemas.openxmlformats.org/markup-compatibility/2006">
              <mc:Choice xmlns:v="urn:schemas-microsoft-com:vml" Requires="v">
                <p:oleObj spid="_x0000_s3300" name="" r:id="rId1" imgW="3352800" imgH="495300" progId="Equation.3">
                  <p:embed/>
                </p:oleObj>
              </mc:Choice>
              <mc:Fallback>
                <p:oleObj name="" r:id="rId1" imgW="3352800" imgH="495300" progId="Equation.3">
                  <p:embed/>
                  <p:pic>
                    <p:nvPicPr>
                      <p:cNvPr id="0" name="图片 3299"/>
                      <p:cNvPicPr/>
                      <p:nvPr/>
                    </p:nvPicPr>
                    <p:blipFill>
                      <a:blip r:embed="rId2">
                        <a:clrChange>
                          <a:clrFrom>
                            <a:srgbClr val="000000"/>
                          </a:clrFrom>
                          <a:clrTo>
                            <a:srgbClr val="000000">
                              <a:alpha val="0"/>
                            </a:srgbClr>
                          </a:clrTo>
                        </a:clrChange>
                      </a:blip>
                      <a:stretch>
                        <a:fillRect/>
                      </a:stretch>
                    </p:blipFill>
                    <p:spPr>
                      <a:xfrm>
                        <a:off x="3425825" y="5832475"/>
                        <a:ext cx="3084513" cy="466725"/>
                      </a:xfrm>
                      <a:prstGeom prst="rect">
                        <a:avLst/>
                      </a:prstGeom>
                      <a:noFill/>
                      <a:ln w="38100">
                        <a:noFill/>
                        <a:miter/>
                      </a:ln>
                    </p:spPr>
                  </p:pic>
                </p:oleObj>
              </mc:Fallback>
            </mc:AlternateContent>
          </a:graphicData>
        </a:graphic>
      </p:graphicFrame>
      <p:grpSp>
        <p:nvGrpSpPr>
          <p:cNvPr id="63491" name="Group 3"/>
          <p:cNvGrpSpPr/>
          <p:nvPr/>
        </p:nvGrpSpPr>
        <p:grpSpPr>
          <a:xfrm>
            <a:off x="4427538" y="692150"/>
            <a:ext cx="3603625" cy="2379663"/>
            <a:chOff x="1111" y="709"/>
            <a:chExt cx="2224" cy="1499"/>
          </a:xfrm>
        </p:grpSpPr>
        <p:graphicFrame>
          <p:nvGraphicFramePr>
            <p:cNvPr id="63492" name="Object 4"/>
            <p:cNvGraphicFramePr>
              <a:graphicFrameLocks noChangeAspect="1"/>
            </p:cNvGraphicFramePr>
            <p:nvPr/>
          </p:nvGraphicFramePr>
          <p:xfrm>
            <a:off x="1111" y="709"/>
            <a:ext cx="1089" cy="299"/>
          </p:xfrm>
          <a:graphic>
            <a:graphicData uri="http://schemas.openxmlformats.org/presentationml/2006/ole">
              <mc:AlternateContent xmlns:mc="http://schemas.openxmlformats.org/markup-compatibility/2006">
                <mc:Choice xmlns:v="urn:schemas-microsoft-com:vml" Requires="v">
                  <p:oleObj spid="_x0000_s3293" name="" r:id="rId3" imgW="786130" imgH="215900" progId="Equation.3">
                    <p:embed/>
                  </p:oleObj>
                </mc:Choice>
                <mc:Fallback>
                  <p:oleObj name="" r:id="rId3" imgW="786130" imgH="215900" progId="Equation.3">
                    <p:embed/>
                    <p:pic>
                      <p:nvPicPr>
                        <p:cNvPr id="0" name="图片 3292"/>
                        <p:cNvPicPr/>
                        <p:nvPr/>
                      </p:nvPicPr>
                      <p:blipFill>
                        <a:blip r:embed="rId4"/>
                        <a:stretch>
                          <a:fillRect/>
                        </a:stretch>
                      </p:blipFill>
                      <p:spPr>
                        <a:xfrm>
                          <a:off x="1111" y="709"/>
                          <a:ext cx="1089" cy="299"/>
                        </a:xfrm>
                        <a:prstGeom prst="rect">
                          <a:avLst/>
                        </a:prstGeom>
                        <a:noFill/>
                        <a:ln w="38100">
                          <a:noFill/>
                          <a:miter/>
                        </a:ln>
                      </p:spPr>
                    </p:pic>
                  </p:oleObj>
                </mc:Fallback>
              </mc:AlternateContent>
            </a:graphicData>
          </a:graphic>
        </p:graphicFrame>
        <p:graphicFrame>
          <p:nvGraphicFramePr>
            <p:cNvPr id="63493" name="Object 5"/>
            <p:cNvGraphicFramePr>
              <a:graphicFrameLocks noChangeAspect="1"/>
            </p:cNvGraphicFramePr>
            <p:nvPr/>
          </p:nvGraphicFramePr>
          <p:xfrm>
            <a:off x="1111" y="990"/>
            <a:ext cx="1588" cy="303"/>
          </p:xfrm>
          <a:graphic>
            <a:graphicData uri="http://schemas.openxmlformats.org/presentationml/2006/ole">
              <mc:AlternateContent xmlns:mc="http://schemas.openxmlformats.org/markup-compatibility/2006">
                <mc:Choice xmlns:v="urn:schemas-microsoft-com:vml" Requires="v">
                  <p:oleObj spid="_x0000_s3301" name="" r:id="rId5" imgW="1129030" imgH="215900" progId="Equation.3">
                    <p:embed/>
                  </p:oleObj>
                </mc:Choice>
                <mc:Fallback>
                  <p:oleObj name="" r:id="rId5" imgW="1129030" imgH="215900" progId="Equation.3">
                    <p:embed/>
                    <p:pic>
                      <p:nvPicPr>
                        <p:cNvPr id="0" name="图片 3300"/>
                        <p:cNvPicPr/>
                        <p:nvPr/>
                      </p:nvPicPr>
                      <p:blipFill>
                        <a:blip r:embed="rId6"/>
                        <a:stretch>
                          <a:fillRect/>
                        </a:stretch>
                      </p:blipFill>
                      <p:spPr>
                        <a:xfrm>
                          <a:off x="1111" y="990"/>
                          <a:ext cx="1588" cy="303"/>
                        </a:xfrm>
                        <a:prstGeom prst="rect">
                          <a:avLst/>
                        </a:prstGeom>
                        <a:noFill/>
                        <a:ln w="38100">
                          <a:noFill/>
                          <a:miter/>
                        </a:ln>
                      </p:spPr>
                    </p:pic>
                  </p:oleObj>
                </mc:Fallback>
              </mc:AlternateContent>
            </a:graphicData>
          </a:graphic>
        </p:graphicFrame>
        <p:graphicFrame>
          <p:nvGraphicFramePr>
            <p:cNvPr id="63494" name="Object 6"/>
            <p:cNvGraphicFramePr>
              <a:graphicFrameLocks noChangeAspect="1"/>
            </p:cNvGraphicFramePr>
            <p:nvPr/>
          </p:nvGraphicFramePr>
          <p:xfrm>
            <a:off x="1111" y="1315"/>
            <a:ext cx="1679" cy="530"/>
          </p:xfrm>
          <a:graphic>
            <a:graphicData uri="http://schemas.openxmlformats.org/presentationml/2006/ole">
              <mc:AlternateContent xmlns:mc="http://schemas.openxmlformats.org/markup-compatibility/2006">
                <mc:Choice xmlns:v="urn:schemas-microsoft-com:vml" Requires="v">
                  <p:oleObj spid="_x0000_s3297" name="" r:id="rId7" imgW="1205865" imgH="381000" progId="Equation.3">
                    <p:embed/>
                  </p:oleObj>
                </mc:Choice>
                <mc:Fallback>
                  <p:oleObj name="" r:id="rId7" imgW="1205865" imgH="381000" progId="Equation.3">
                    <p:embed/>
                    <p:pic>
                      <p:nvPicPr>
                        <p:cNvPr id="0" name="图片 3296"/>
                        <p:cNvPicPr/>
                        <p:nvPr/>
                      </p:nvPicPr>
                      <p:blipFill>
                        <a:blip r:embed="rId8"/>
                        <a:stretch>
                          <a:fillRect/>
                        </a:stretch>
                      </p:blipFill>
                      <p:spPr>
                        <a:xfrm>
                          <a:off x="1111" y="1315"/>
                          <a:ext cx="1679" cy="530"/>
                        </a:xfrm>
                        <a:prstGeom prst="rect">
                          <a:avLst/>
                        </a:prstGeom>
                        <a:noFill/>
                        <a:ln w="38100">
                          <a:noFill/>
                          <a:miter/>
                        </a:ln>
                      </p:spPr>
                    </p:pic>
                  </p:oleObj>
                </mc:Fallback>
              </mc:AlternateContent>
            </a:graphicData>
          </a:graphic>
        </p:graphicFrame>
        <p:graphicFrame>
          <p:nvGraphicFramePr>
            <p:cNvPr id="63495" name="Object 7"/>
            <p:cNvGraphicFramePr>
              <a:graphicFrameLocks noChangeAspect="1"/>
            </p:cNvGraphicFramePr>
            <p:nvPr/>
          </p:nvGraphicFramePr>
          <p:xfrm>
            <a:off x="1111" y="1888"/>
            <a:ext cx="2224" cy="320"/>
          </p:xfrm>
          <a:graphic>
            <a:graphicData uri="http://schemas.openxmlformats.org/presentationml/2006/ole">
              <mc:AlternateContent xmlns:mc="http://schemas.openxmlformats.org/markup-compatibility/2006">
                <mc:Choice xmlns:v="urn:schemas-microsoft-com:vml" Requires="v">
                  <p:oleObj spid="_x0000_s3299" name="" r:id="rId9" imgW="1587500" imgH="228600" progId="Equation.3">
                    <p:embed/>
                  </p:oleObj>
                </mc:Choice>
                <mc:Fallback>
                  <p:oleObj name="" r:id="rId9" imgW="1587500" imgH="228600" progId="Equation.3">
                    <p:embed/>
                    <p:pic>
                      <p:nvPicPr>
                        <p:cNvPr id="0" name="图片 3298"/>
                        <p:cNvPicPr/>
                        <p:nvPr/>
                      </p:nvPicPr>
                      <p:blipFill>
                        <a:blip r:embed="rId10"/>
                        <a:stretch>
                          <a:fillRect/>
                        </a:stretch>
                      </p:blipFill>
                      <p:spPr>
                        <a:xfrm>
                          <a:off x="1111" y="1888"/>
                          <a:ext cx="2224" cy="320"/>
                        </a:xfrm>
                        <a:prstGeom prst="rect">
                          <a:avLst/>
                        </a:prstGeom>
                        <a:noFill/>
                        <a:ln w="38100">
                          <a:noFill/>
                          <a:miter/>
                        </a:ln>
                      </p:spPr>
                    </p:pic>
                  </p:oleObj>
                </mc:Fallback>
              </mc:AlternateContent>
            </a:graphicData>
          </a:graphic>
        </p:graphicFrame>
      </p:grpSp>
      <p:sp>
        <p:nvSpPr>
          <p:cNvPr id="111624" name="Line 8"/>
          <p:cNvSpPr/>
          <p:nvPr/>
        </p:nvSpPr>
        <p:spPr>
          <a:xfrm>
            <a:off x="1047750" y="3648075"/>
            <a:ext cx="3030538" cy="0"/>
          </a:xfrm>
          <a:prstGeom prst="line">
            <a:avLst/>
          </a:prstGeom>
          <a:ln w="31750" cap="flat" cmpd="sng">
            <a:solidFill>
              <a:schemeClr val="tx1"/>
            </a:solidFill>
            <a:prstDash val="solid"/>
            <a:round/>
            <a:headEnd type="none" w="med" len="med"/>
            <a:tailEnd type="triangle" w="med" len="med"/>
          </a:ln>
        </p:spPr>
      </p:sp>
      <p:sp>
        <p:nvSpPr>
          <p:cNvPr id="111625" name="Line 9"/>
          <p:cNvSpPr/>
          <p:nvPr/>
        </p:nvSpPr>
        <p:spPr>
          <a:xfrm>
            <a:off x="1047750" y="3648075"/>
            <a:ext cx="838200" cy="0"/>
          </a:xfrm>
          <a:prstGeom prst="line">
            <a:avLst/>
          </a:prstGeom>
          <a:ln w="25400" cap="flat" cmpd="sng">
            <a:solidFill>
              <a:srgbClr val="0000FF"/>
            </a:solidFill>
            <a:prstDash val="solid"/>
            <a:round/>
            <a:headEnd type="none" w="med" len="med"/>
            <a:tailEnd type="triangle" w="med" len="med"/>
          </a:ln>
        </p:spPr>
      </p:sp>
      <p:sp>
        <p:nvSpPr>
          <p:cNvPr id="111626" name="Line 10"/>
          <p:cNvSpPr/>
          <p:nvPr/>
        </p:nvSpPr>
        <p:spPr>
          <a:xfrm flipV="1">
            <a:off x="1809750" y="3343275"/>
            <a:ext cx="838200" cy="304800"/>
          </a:xfrm>
          <a:prstGeom prst="line">
            <a:avLst/>
          </a:prstGeom>
          <a:ln w="25400" cap="flat" cmpd="sng">
            <a:solidFill>
              <a:srgbClr val="0000FF"/>
            </a:solidFill>
            <a:prstDash val="solid"/>
            <a:round/>
            <a:headEnd type="none" w="med" len="med"/>
            <a:tailEnd type="triangle" w="med" len="med"/>
          </a:ln>
        </p:spPr>
      </p:sp>
      <p:sp>
        <p:nvSpPr>
          <p:cNvPr id="111627" name="Line 11"/>
          <p:cNvSpPr/>
          <p:nvPr/>
        </p:nvSpPr>
        <p:spPr>
          <a:xfrm flipV="1">
            <a:off x="2641600" y="2657475"/>
            <a:ext cx="685800" cy="685800"/>
          </a:xfrm>
          <a:prstGeom prst="line">
            <a:avLst/>
          </a:prstGeom>
          <a:ln w="25400" cap="flat" cmpd="sng">
            <a:solidFill>
              <a:srgbClr val="0000FF"/>
            </a:solidFill>
            <a:prstDash val="solid"/>
            <a:round/>
            <a:headEnd type="none" w="med" len="med"/>
            <a:tailEnd type="triangle" w="med" len="med"/>
          </a:ln>
        </p:spPr>
      </p:sp>
      <p:sp>
        <p:nvSpPr>
          <p:cNvPr id="111628" name="Line 12"/>
          <p:cNvSpPr/>
          <p:nvPr/>
        </p:nvSpPr>
        <p:spPr>
          <a:xfrm flipV="1">
            <a:off x="3325813" y="1819275"/>
            <a:ext cx="304800" cy="838200"/>
          </a:xfrm>
          <a:prstGeom prst="line">
            <a:avLst/>
          </a:prstGeom>
          <a:ln w="25400" cap="flat" cmpd="sng">
            <a:solidFill>
              <a:srgbClr val="0000FF"/>
            </a:solidFill>
            <a:prstDash val="solid"/>
            <a:round/>
            <a:headEnd type="none" w="med" len="med"/>
            <a:tailEnd type="triangle" w="med" len="med"/>
          </a:ln>
        </p:spPr>
      </p:sp>
      <p:sp>
        <p:nvSpPr>
          <p:cNvPr id="111629" name="Line 13"/>
          <p:cNvSpPr/>
          <p:nvPr/>
        </p:nvSpPr>
        <p:spPr>
          <a:xfrm flipH="1" flipV="1">
            <a:off x="3638550" y="904875"/>
            <a:ext cx="0" cy="914400"/>
          </a:xfrm>
          <a:prstGeom prst="line">
            <a:avLst/>
          </a:prstGeom>
          <a:ln w="25400" cap="flat" cmpd="sng">
            <a:solidFill>
              <a:srgbClr val="0000FF"/>
            </a:solidFill>
            <a:prstDash val="solid"/>
            <a:round/>
            <a:headEnd type="none" w="med" len="med"/>
            <a:tailEnd type="triangle" w="med" len="med"/>
          </a:ln>
        </p:spPr>
      </p:sp>
      <p:sp>
        <p:nvSpPr>
          <p:cNvPr id="111630" name="Line 14"/>
          <p:cNvSpPr/>
          <p:nvPr/>
        </p:nvSpPr>
        <p:spPr>
          <a:xfrm flipV="1">
            <a:off x="2647950" y="3038475"/>
            <a:ext cx="838200" cy="304800"/>
          </a:xfrm>
          <a:prstGeom prst="line">
            <a:avLst/>
          </a:prstGeom>
          <a:ln w="25400" cap="flat" cmpd="sng">
            <a:solidFill>
              <a:srgbClr val="0000FF"/>
            </a:solidFill>
            <a:prstDash val="sysDot"/>
            <a:round/>
            <a:headEnd type="none" w="med" len="med"/>
            <a:tailEnd type="none" w="med" len="med"/>
          </a:ln>
        </p:spPr>
      </p:sp>
      <p:sp>
        <p:nvSpPr>
          <p:cNvPr id="111631" name="Line 15"/>
          <p:cNvSpPr/>
          <p:nvPr/>
        </p:nvSpPr>
        <p:spPr>
          <a:xfrm flipV="1">
            <a:off x="3333750" y="2047875"/>
            <a:ext cx="609600" cy="609600"/>
          </a:xfrm>
          <a:prstGeom prst="line">
            <a:avLst/>
          </a:prstGeom>
          <a:ln w="25400" cap="flat" cmpd="sng">
            <a:solidFill>
              <a:srgbClr val="0000FF"/>
            </a:solidFill>
            <a:prstDash val="sysDot"/>
            <a:round/>
            <a:headEnd type="none" w="med" len="med"/>
            <a:tailEnd type="none" w="med" len="med"/>
          </a:ln>
        </p:spPr>
      </p:sp>
      <p:sp>
        <p:nvSpPr>
          <p:cNvPr id="111632" name="Line 16"/>
          <p:cNvSpPr/>
          <p:nvPr/>
        </p:nvSpPr>
        <p:spPr>
          <a:xfrm flipV="1">
            <a:off x="3638550" y="981075"/>
            <a:ext cx="304800" cy="838200"/>
          </a:xfrm>
          <a:prstGeom prst="line">
            <a:avLst/>
          </a:prstGeom>
          <a:ln w="25400" cap="flat" cmpd="sng">
            <a:solidFill>
              <a:srgbClr val="0000FF"/>
            </a:solidFill>
            <a:prstDash val="sysDot"/>
            <a:round/>
            <a:headEnd type="none" w="med" len="med"/>
            <a:tailEnd type="none" w="med" len="med"/>
          </a:ln>
        </p:spPr>
      </p:sp>
      <p:graphicFrame>
        <p:nvGraphicFramePr>
          <p:cNvPr id="111633" name="Object 17"/>
          <p:cNvGraphicFramePr>
            <a:graphicFrameLocks noChangeAspect="1"/>
          </p:cNvGraphicFramePr>
          <p:nvPr/>
        </p:nvGraphicFramePr>
        <p:xfrm>
          <a:off x="935038" y="3676650"/>
          <a:ext cx="252412" cy="269875"/>
        </p:xfrm>
        <a:graphic>
          <a:graphicData uri="http://schemas.openxmlformats.org/presentationml/2006/ole">
            <mc:AlternateContent xmlns:mc="http://schemas.openxmlformats.org/markup-compatibility/2006">
              <mc:Choice xmlns:v="urn:schemas-microsoft-com:vml" Requires="v">
                <p:oleObj spid="_x0000_s3303" name="" r:id="rId11" imgW="152400" imgH="165100" progId="Equation.3">
                  <p:embed/>
                </p:oleObj>
              </mc:Choice>
              <mc:Fallback>
                <p:oleObj name="" r:id="rId11" imgW="152400" imgH="165100" progId="Equation.3">
                  <p:embed/>
                  <p:pic>
                    <p:nvPicPr>
                      <p:cNvPr id="0" name="图片 3302"/>
                      <p:cNvPicPr/>
                      <p:nvPr/>
                    </p:nvPicPr>
                    <p:blipFill>
                      <a:blip r:embed="rId12"/>
                      <a:stretch>
                        <a:fillRect/>
                      </a:stretch>
                    </p:blipFill>
                    <p:spPr>
                      <a:xfrm>
                        <a:off x="935038" y="3676650"/>
                        <a:ext cx="252412" cy="269875"/>
                      </a:xfrm>
                      <a:prstGeom prst="rect">
                        <a:avLst/>
                      </a:prstGeom>
                      <a:noFill/>
                      <a:ln w="38100">
                        <a:noFill/>
                        <a:miter/>
                      </a:ln>
                    </p:spPr>
                  </p:pic>
                </p:oleObj>
              </mc:Fallback>
            </mc:AlternateContent>
          </a:graphicData>
        </a:graphic>
      </p:graphicFrame>
      <p:graphicFrame>
        <p:nvGraphicFramePr>
          <p:cNvPr id="111634" name="Object 18"/>
          <p:cNvGraphicFramePr>
            <a:graphicFrameLocks noChangeAspect="1"/>
          </p:cNvGraphicFramePr>
          <p:nvPr/>
        </p:nvGraphicFramePr>
        <p:xfrm>
          <a:off x="3933825" y="3692525"/>
          <a:ext cx="311150" cy="312738"/>
        </p:xfrm>
        <a:graphic>
          <a:graphicData uri="http://schemas.openxmlformats.org/presentationml/2006/ole">
            <mc:AlternateContent xmlns:mc="http://schemas.openxmlformats.org/markup-compatibility/2006">
              <mc:Choice xmlns:v="urn:schemas-microsoft-com:vml" Requires="v">
                <p:oleObj spid="_x0000_s3312" name="" r:id="rId13" imgW="127000" imgH="127000" progId="Equation.3">
                  <p:embed/>
                </p:oleObj>
              </mc:Choice>
              <mc:Fallback>
                <p:oleObj name="" r:id="rId13" imgW="127000" imgH="127000" progId="Equation.3">
                  <p:embed/>
                  <p:pic>
                    <p:nvPicPr>
                      <p:cNvPr id="0" name="图片 3311"/>
                      <p:cNvPicPr/>
                      <p:nvPr/>
                    </p:nvPicPr>
                    <p:blipFill>
                      <a:blip r:embed="rId14"/>
                      <a:stretch>
                        <a:fillRect/>
                      </a:stretch>
                    </p:blipFill>
                    <p:spPr>
                      <a:xfrm>
                        <a:off x="3933825" y="3692525"/>
                        <a:ext cx="311150" cy="312738"/>
                      </a:xfrm>
                      <a:prstGeom prst="rect">
                        <a:avLst/>
                      </a:prstGeom>
                      <a:noFill/>
                      <a:ln w="38100">
                        <a:noFill/>
                        <a:miter/>
                      </a:ln>
                    </p:spPr>
                  </p:pic>
                </p:oleObj>
              </mc:Fallback>
            </mc:AlternateContent>
          </a:graphicData>
        </a:graphic>
      </p:graphicFrame>
      <p:graphicFrame>
        <p:nvGraphicFramePr>
          <p:cNvPr id="111635" name="Object 19"/>
          <p:cNvGraphicFramePr>
            <a:graphicFrameLocks noChangeAspect="1"/>
          </p:cNvGraphicFramePr>
          <p:nvPr/>
        </p:nvGraphicFramePr>
        <p:xfrm>
          <a:off x="1281113" y="3600450"/>
          <a:ext cx="311150" cy="433388"/>
        </p:xfrm>
        <a:graphic>
          <a:graphicData uri="http://schemas.openxmlformats.org/presentationml/2006/ole">
            <mc:AlternateContent xmlns:mc="http://schemas.openxmlformats.org/markup-compatibility/2006">
              <mc:Choice xmlns:v="urn:schemas-microsoft-com:vml" Requires="v">
                <p:oleObj spid="_x0000_s3307" name="" r:id="rId15" imgW="152400" imgH="215900" progId="Equation.3">
                  <p:embed/>
                </p:oleObj>
              </mc:Choice>
              <mc:Fallback>
                <p:oleObj name="" r:id="rId15" imgW="152400" imgH="215900" progId="Equation.3">
                  <p:embed/>
                  <p:pic>
                    <p:nvPicPr>
                      <p:cNvPr id="0" name="图片 3306"/>
                      <p:cNvPicPr/>
                      <p:nvPr/>
                    </p:nvPicPr>
                    <p:blipFill>
                      <a:blip r:embed="rId16"/>
                      <a:stretch>
                        <a:fillRect/>
                      </a:stretch>
                    </p:blipFill>
                    <p:spPr>
                      <a:xfrm>
                        <a:off x="1281113" y="3600450"/>
                        <a:ext cx="311150" cy="433388"/>
                      </a:xfrm>
                      <a:prstGeom prst="rect">
                        <a:avLst/>
                      </a:prstGeom>
                      <a:noFill/>
                      <a:ln w="38100">
                        <a:noFill/>
                        <a:miter/>
                      </a:ln>
                    </p:spPr>
                  </p:pic>
                </p:oleObj>
              </mc:Fallback>
            </mc:AlternateContent>
          </a:graphicData>
        </a:graphic>
      </p:graphicFrame>
      <p:graphicFrame>
        <p:nvGraphicFramePr>
          <p:cNvPr id="111636" name="Object 20"/>
          <p:cNvGraphicFramePr>
            <a:graphicFrameLocks noChangeAspect="1"/>
          </p:cNvGraphicFramePr>
          <p:nvPr/>
        </p:nvGraphicFramePr>
        <p:xfrm>
          <a:off x="2062163" y="3024188"/>
          <a:ext cx="371475" cy="449262"/>
        </p:xfrm>
        <a:graphic>
          <a:graphicData uri="http://schemas.openxmlformats.org/presentationml/2006/ole">
            <mc:AlternateContent xmlns:mc="http://schemas.openxmlformats.org/markup-compatibility/2006">
              <mc:Choice xmlns:v="urn:schemas-microsoft-com:vml" Requires="v">
                <p:oleObj spid="_x0000_s3308" name="" r:id="rId17" imgW="177800" imgH="215265" progId="Equation.3">
                  <p:embed/>
                </p:oleObj>
              </mc:Choice>
              <mc:Fallback>
                <p:oleObj name="" r:id="rId17" imgW="177800" imgH="215265" progId="Equation.3">
                  <p:embed/>
                  <p:pic>
                    <p:nvPicPr>
                      <p:cNvPr id="0" name="图片 3307"/>
                      <p:cNvPicPr/>
                      <p:nvPr/>
                    </p:nvPicPr>
                    <p:blipFill>
                      <a:blip r:embed="rId18"/>
                      <a:stretch>
                        <a:fillRect/>
                      </a:stretch>
                    </p:blipFill>
                    <p:spPr>
                      <a:xfrm>
                        <a:off x="2062163" y="3024188"/>
                        <a:ext cx="371475" cy="449262"/>
                      </a:xfrm>
                      <a:prstGeom prst="rect">
                        <a:avLst/>
                      </a:prstGeom>
                      <a:noFill/>
                      <a:ln w="38100">
                        <a:noFill/>
                        <a:miter/>
                      </a:ln>
                    </p:spPr>
                  </p:pic>
                </p:oleObj>
              </mc:Fallback>
            </mc:AlternateContent>
          </a:graphicData>
        </a:graphic>
      </p:graphicFrame>
      <p:graphicFrame>
        <p:nvGraphicFramePr>
          <p:cNvPr id="111637" name="Object 21"/>
          <p:cNvGraphicFramePr>
            <a:graphicFrameLocks noChangeAspect="1"/>
          </p:cNvGraphicFramePr>
          <p:nvPr/>
        </p:nvGraphicFramePr>
        <p:xfrm>
          <a:off x="2701925" y="2628900"/>
          <a:ext cx="315913" cy="439738"/>
        </p:xfrm>
        <a:graphic>
          <a:graphicData uri="http://schemas.openxmlformats.org/presentationml/2006/ole">
            <mc:AlternateContent xmlns:mc="http://schemas.openxmlformats.org/markup-compatibility/2006">
              <mc:Choice xmlns:v="urn:schemas-microsoft-com:vml" Requires="v">
                <p:oleObj spid="_x0000_s3311" name="" r:id="rId19" imgW="165100" imgH="228600" progId="Equation.3">
                  <p:embed/>
                </p:oleObj>
              </mc:Choice>
              <mc:Fallback>
                <p:oleObj name="" r:id="rId19" imgW="165100" imgH="228600" progId="Equation.3">
                  <p:embed/>
                  <p:pic>
                    <p:nvPicPr>
                      <p:cNvPr id="0" name="图片 3310"/>
                      <p:cNvPicPr/>
                      <p:nvPr/>
                    </p:nvPicPr>
                    <p:blipFill>
                      <a:blip r:embed="rId20"/>
                      <a:stretch>
                        <a:fillRect/>
                      </a:stretch>
                    </p:blipFill>
                    <p:spPr>
                      <a:xfrm>
                        <a:off x="2701925" y="2628900"/>
                        <a:ext cx="315913" cy="439738"/>
                      </a:xfrm>
                      <a:prstGeom prst="rect">
                        <a:avLst/>
                      </a:prstGeom>
                      <a:noFill/>
                      <a:ln w="38100">
                        <a:noFill/>
                        <a:miter/>
                      </a:ln>
                    </p:spPr>
                  </p:pic>
                </p:oleObj>
              </mc:Fallback>
            </mc:AlternateContent>
          </a:graphicData>
        </a:graphic>
      </p:graphicFrame>
      <p:graphicFrame>
        <p:nvGraphicFramePr>
          <p:cNvPr id="111638" name="Object 22"/>
          <p:cNvGraphicFramePr>
            <a:graphicFrameLocks noChangeAspect="1"/>
          </p:cNvGraphicFramePr>
          <p:nvPr/>
        </p:nvGraphicFramePr>
        <p:xfrm>
          <a:off x="3098800" y="1960563"/>
          <a:ext cx="371475" cy="441325"/>
        </p:xfrm>
        <a:graphic>
          <a:graphicData uri="http://schemas.openxmlformats.org/presentationml/2006/ole">
            <mc:AlternateContent xmlns:mc="http://schemas.openxmlformats.org/markup-compatibility/2006">
              <mc:Choice xmlns:v="urn:schemas-microsoft-com:vml" Requires="v">
                <p:oleObj spid="_x0000_s3309" name="" r:id="rId21" imgW="177800" imgH="215265" progId="Equation.3">
                  <p:embed/>
                </p:oleObj>
              </mc:Choice>
              <mc:Fallback>
                <p:oleObj name="" r:id="rId21" imgW="177800" imgH="215265" progId="Equation.3">
                  <p:embed/>
                  <p:pic>
                    <p:nvPicPr>
                      <p:cNvPr id="0" name="图片 3308"/>
                      <p:cNvPicPr/>
                      <p:nvPr/>
                    </p:nvPicPr>
                    <p:blipFill>
                      <a:blip r:embed="rId22"/>
                      <a:stretch>
                        <a:fillRect/>
                      </a:stretch>
                    </p:blipFill>
                    <p:spPr>
                      <a:xfrm>
                        <a:off x="3098800" y="1960563"/>
                        <a:ext cx="371475" cy="441325"/>
                      </a:xfrm>
                      <a:prstGeom prst="rect">
                        <a:avLst/>
                      </a:prstGeom>
                      <a:noFill/>
                      <a:ln w="38100">
                        <a:noFill/>
                        <a:miter/>
                      </a:ln>
                    </p:spPr>
                  </p:pic>
                </p:oleObj>
              </mc:Fallback>
            </mc:AlternateContent>
          </a:graphicData>
        </a:graphic>
      </p:graphicFrame>
      <p:graphicFrame>
        <p:nvGraphicFramePr>
          <p:cNvPr id="111639" name="Object 23"/>
          <p:cNvGraphicFramePr>
            <a:graphicFrameLocks noChangeAspect="1"/>
          </p:cNvGraphicFramePr>
          <p:nvPr/>
        </p:nvGraphicFramePr>
        <p:xfrm>
          <a:off x="3298825" y="1219200"/>
          <a:ext cx="320675" cy="444500"/>
        </p:xfrm>
        <a:graphic>
          <a:graphicData uri="http://schemas.openxmlformats.org/presentationml/2006/ole">
            <mc:AlternateContent xmlns:mc="http://schemas.openxmlformats.org/markup-compatibility/2006">
              <mc:Choice xmlns:v="urn:schemas-microsoft-com:vml" Requires="v">
                <p:oleObj spid="_x0000_s3302" name="" r:id="rId23" imgW="165100" imgH="228600" progId="Equation.3">
                  <p:embed/>
                </p:oleObj>
              </mc:Choice>
              <mc:Fallback>
                <p:oleObj name="" r:id="rId23" imgW="165100" imgH="228600" progId="Equation.3">
                  <p:embed/>
                  <p:pic>
                    <p:nvPicPr>
                      <p:cNvPr id="0" name="图片 3301"/>
                      <p:cNvPicPr/>
                      <p:nvPr/>
                    </p:nvPicPr>
                    <p:blipFill>
                      <a:blip r:embed="rId24"/>
                      <a:stretch>
                        <a:fillRect/>
                      </a:stretch>
                    </p:blipFill>
                    <p:spPr>
                      <a:xfrm>
                        <a:off x="3298825" y="1219200"/>
                        <a:ext cx="320675" cy="444500"/>
                      </a:xfrm>
                      <a:prstGeom prst="rect">
                        <a:avLst/>
                      </a:prstGeom>
                      <a:noFill/>
                      <a:ln w="38100">
                        <a:noFill/>
                        <a:miter/>
                      </a:ln>
                    </p:spPr>
                  </p:pic>
                </p:oleObj>
              </mc:Fallback>
            </mc:AlternateContent>
          </a:graphicData>
        </a:graphic>
      </p:graphicFrame>
      <p:graphicFrame>
        <p:nvGraphicFramePr>
          <p:cNvPr id="111640" name="Object 24"/>
          <p:cNvGraphicFramePr>
            <a:graphicFrameLocks noChangeAspect="1"/>
          </p:cNvGraphicFramePr>
          <p:nvPr/>
        </p:nvGraphicFramePr>
        <p:xfrm>
          <a:off x="3055938" y="2930525"/>
          <a:ext cx="193675" cy="161925"/>
        </p:xfrm>
        <a:graphic>
          <a:graphicData uri="http://schemas.openxmlformats.org/presentationml/2006/ole">
            <mc:AlternateContent xmlns:mc="http://schemas.openxmlformats.org/markup-compatibility/2006">
              <mc:Choice xmlns:v="urn:schemas-microsoft-com:vml" Requires="v">
                <p:oleObj spid="_x0000_s3315" name="" r:id="rId25" imgW="406400" imgH="342900" progId="Equation.3">
                  <p:embed/>
                </p:oleObj>
              </mc:Choice>
              <mc:Fallback>
                <p:oleObj name="" r:id="rId25" imgW="406400" imgH="342900" progId="Equation.3">
                  <p:embed/>
                  <p:pic>
                    <p:nvPicPr>
                      <p:cNvPr id="0" name="图片 3314"/>
                      <p:cNvPicPr/>
                      <p:nvPr/>
                    </p:nvPicPr>
                    <p:blipFill>
                      <a:blip r:embed="rId26">
                        <a:clrChange>
                          <a:clrFrom>
                            <a:srgbClr val="000000"/>
                          </a:clrFrom>
                          <a:clrTo>
                            <a:srgbClr val="000000">
                              <a:alpha val="0"/>
                            </a:srgbClr>
                          </a:clrTo>
                        </a:clrChange>
                      </a:blip>
                      <a:stretch>
                        <a:fillRect/>
                      </a:stretch>
                    </p:blipFill>
                    <p:spPr>
                      <a:xfrm>
                        <a:off x="3055938" y="2930525"/>
                        <a:ext cx="193675" cy="161925"/>
                      </a:xfrm>
                      <a:prstGeom prst="rect">
                        <a:avLst/>
                      </a:prstGeom>
                      <a:noFill/>
                      <a:ln w="38100">
                        <a:noFill/>
                        <a:miter/>
                      </a:ln>
                    </p:spPr>
                  </p:pic>
                </p:oleObj>
              </mc:Fallback>
            </mc:AlternateContent>
          </a:graphicData>
        </a:graphic>
      </p:graphicFrame>
      <p:graphicFrame>
        <p:nvGraphicFramePr>
          <p:cNvPr id="111641" name="Object 25"/>
          <p:cNvGraphicFramePr>
            <a:graphicFrameLocks noChangeAspect="1"/>
          </p:cNvGraphicFramePr>
          <p:nvPr/>
        </p:nvGraphicFramePr>
        <p:xfrm>
          <a:off x="3556000" y="2092325"/>
          <a:ext cx="193675" cy="161925"/>
        </p:xfrm>
        <a:graphic>
          <a:graphicData uri="http://schemas.openxmlformats.org/presentationml/2006/ole">
            <mc:AlternateContent xmlns:mc="http://schemas.openxmlformats.org/markup-compatibility/2006">
              <mc:Choice xmlns:v="urn:schemas-microsoft-com:vml" Requires="v">
                <p:oleObj spid="_x0000_s3310" name="" r:id="rId27" imgW="406400" imgH="342900" progId="Equation.3">
                  <p:embed/>
                </p:oleObj>
              </mc:Choice>
              <mc:Fallback>
                <p:oleObj name="" r:id="rId27" imgW="406400" imgH="342900" progId="Equation.3">
                  <p:embed/>
                  <p:pic>
                    <p:nvPicPr>
                      <p:cNvPr id="0" name="图片 3309"/>
                      <p:cNvPicPr/>
                      <p:nvPr/>
                    </p:nvPicPr>
                    <p:blipFill>
                      <a:blip r:embed="rId28">
                        <a:clrChange>
                          <a:clrFrom>
                            <a:srgbClr val="000000"/>
                          </a:clrFrom>
                          <a:clrTo>
                            <a:srgbClr val="000000">
                              <a:alpha val="0"/>
                            </a:srgbClr>
                          </a:clrTo>
                        </a:clrChange>
                      </a:blip>
                      <a:stretch>
                        <a:fillRect/>
                      </a:stretch>
                    </p:blipFill>
                    <p:spPr>
                      <a:xfrm>
                        <a:off x="3556000" y="2092325"/>
                        <a:ext cx="193675" cy="161925"/>
                      </a:xfrm>
                      <a:prstGeom prst="rect">
                        <a:avLst/>
                      </a:prstGeom>
                      <a:noFill/>
                      <a:ln w="38100">
                        <a:noFill/>
                        <a:miter/>
                      </a:ln>
                    </p:spPr>
                  </p:pic>
                </p:oleObj>
              </mc:Fallback>
            </mc:AlternateContent>
          </a:graphicData>
        </a:graphic>
      </p:graphicFrame>
      <p:graphicFrame>
        <p:nvGraphicFramePr>
          <p:cNvPr id="111642" name="Object 26"/>
          <p:cNvGraphicFramePr>
            <a:graphicFrameLocks noChangeAspect="1"/>
          </p:cNvGraphicFramePr>
          <p:nvPr/>
        </p:nvGraphicFramePr>
        <p:xfrm>
          <a:off x="3665538" y="1101725"/>
          <a:ext cx="193675" cy="161925"/>
        </p:xfrm>
        <a:graphic>
          <a:graphicData uri="http://schemas.openxmlformats.org/presentationml/2006/ole">
            <mc:AlternateContent xmlns:mc="http://schemas.openxmlformats.org/markup-compatibility/2006">
              <mc:Choice xmlns:v="urn:schemas-microsoft-com:vml" Requires="v">
                <p:oleObj spid="_x0000_s3304" name="" r:id="rId29" imgW="406400" imgH="342900" progId="Equation.3">
                  <p:embed/>
                </p:oleObj>
              </mc:Choice>
              <mc:Fallback>
                <p:oleObj name="" r:id="rId29" imgW="406400" imgH="342900" progId="Equation.3">
                  <p:embed/>
                  <p:pic>
                    <p:nvPicPr>
                      <p:cNvPr id="0" name="图片 3303"/>
                      <p:cNvPicPr/>
                      <p:nvPr/>
                    </p:nvPicPr>
                    <p:blipFill>
                      <a:blip r:embed="rId30">
                        <a:clrChange>
                          <a:clrFrom>
                            <a:srgbClr val="000000"/>
                          </a:clrFrom>
                          <a:clrTo>
                            <a:srgbClr val="000000">
                              <a:alpha val="0"/>
                            </a:srgbClr>
                          </a:clrTo>
                        </a:clrChange>
                      </a:blip>
                      <a:stretch>
                        <a:fillRect/>
                      </a:stretch>
                    </p:blipFill>
                    <p:spPr>
                      <a:xfrm>
                        <a:off x="3665538" y="1101725"/>
                        <a:ext cx="193675" cy="161925"/>
                      </a:xfrm>
                      <a:prstGeom prst="rect">
                        <a:avLst/>
                      </a:prstGeom>
                      <a:noFill/>
                      <a:ln w="38100">
                        <a:noFill/>
                        <a:miter/>
                      </a:ln>
                    </p:spPr>
                  </p:pic>
                </p:oleObj>
              </mc:Fallback>
            </mc:AlternateContent>
          </a:graphicData>
        </a:graphic>
      </p:graphicFrame>
      <p:graphicFrame>
        <p:nvGraphicFramePr>
          <p:cNvPr id="111643" name="Object 27"/>
          <p:cNvGraphicFramePr>
            <a:graphicFrameLocks noChangeAspect="1"/>
          </p:cNvGraphicFramePr>
          <p:nvPr/>
        </p:nvGraphicFramePr>
        <p:xfrm>
          <a:off x="2370138" y="3463925"/>
          <a:ext cx="193675" cy="161925"/>
        </p:xfrm>
        <a:graphic>
          <a:graphicData uri="http://schemas.openxmlformats.org/presentationml/2006/ole">
            <mc:AlternateContent xmlns:mc="http://schemas.openxmlformats.org/markup-compatibility/2006">
              <mc:Choice xmlns:v="urn:schemas-microsoft-com:vml" Requires="v">
                <p:oleObj spid="_x0000_s3313" name="" r:id="rId31" imgW="406400" imgH="342900" progId="Equation.3">
                  <p:embed/>
                </p:oleObj>
              </mc:Choice>
              <mc:Fallback>
                <p:oleObj name="" r:id="rId31" imgW="406400" imgH="342900" progId="Equation.3">
                  <p:embed/>
                  <p:pic>
                    <p:nvPicPr>
                      <p:cNvPr id="0" name="图片 3312"/>
                      <p:cNvPicPr/>
                      <p:nvPr/>
                    </p:nvPicPr>
                    <p:blipFill>
                      <a:blip r:embed="rId32">
                        <a:clrChange>
                          <a:clrFrom>
                            <a:srgbClr val="000000"/>
                          </a:clrFrom>
                          <a:clrTo>
                            <a:srgbClr val="000000">
                              <a:alpha val="0"/>
                            </a:srgbClr>
                          </a:clrTo>
                        </a:clrChange>
                      </a:blip>
                      <a:stretch>
                        <a:fillRect/>
                      </a:stretch>
                    </p:blipFill>
                    <p:spPr>
                      <a:xfrm>
                        <a:off x="2370138" y="3463925"/>
                        <a:ext cx="193675" cy="161925"/>
                      </a:xfrm>
                      <a:prstGeom prst="rect">
                        <a:avLst/>
                      </a:prstGeom>
                      <a:noFill/>
                      <a:ln w="38100">
                        <a:noFill/>
                        <a:miter/>
                      </a:ln>
                    </p:spPr>
                  </p:pic>
                </p:oleObj>
              </mc:Fallback>
            </mc:AlternateContent>
          </a:graphicData>
        </a:graphic>
      </p:graphicFrame>
      <p:sp>
        <p:nvSpPr>
          <p:cNvPr id="111644" name="Line 28"/>
          <p:cNvSpPr/>
          <p:nvPr/>
        </p:nvSpPr>
        <p:spPr>
          <a:xfrm flipV="1">
            <a:off x="1047750" y="904875"/>
            <a:ext cx="2590800" cy="2743200"/>
          </a:xfrm>
          <a:prstGeom prst="line">
            <a:avLst/>
          </a:prstGeom>
          <a:ln w="31750" cap="flat" cmpd="sng">
            <a:solidFill>
              <a:srgbClr val="FF3300"/>
            </a:solidFill>
            <a:prstDash val="solid"/>
            <a:round/>
            <a:headEnd type="none" w="med" len="med"/>
            <a:tailEnd type="triangle" w="med" len="lg"/>
          </a:ln>
        </p:spPr>
      </p:sp>
      <p:grpSp>
        <p:nvGrpSpPr>
          <p:cNvPr id="3" name="Group 29"/>
          <p:cNvGrpSpPr/>
          <p:nvPr/>
        </p:nvGrpSpPr>
        <p:grpSpPr>
          <a:xfrm>
            <a:off x="1047750" y="981075"/>
            <a:ext cx="2590800" cy="2667000"/>
            <a:chOff x="1179" y="548"/>
            <a:chExt cx="1632" cy="1680"/>
          </a:xfrm>
        </p:grpSpPr>
        <p:sp>
          <p:nvSpPr>
            <p:cNvPr id="63518" name="Line 30"/>
            <p:cNvSpPr/>
            <p:nvPr/>
          </p:nvSpPr>
          <p:spPr>
            <a:xfrm flipH="1">
              <a:off x="1179" y="836"/>
              <a:ext cx="288" cy="1392"/>
            </a:xfrm>
            <a:prstGeom prst="line">
              <a:avLst/>
            </a:prstGeom>
            <a:ln w="9525" cap="rnd" cmpd="sng">
              <a:solidFill>
                <a:srgbClr val="0000FF"/>
              </a:solidFill>
              <a:prstDash val="sysDot"/>
              <a:round/>
              <a:headEnd type="none" w="med" len="med"/>
              <a:tailEnd type="none" w="med" len="med"/>
            </a:ln>
          </p:spPr>
        </p:sp>
        <p:sp>
          <p:nvSpPr>
            <p:cNvPr id="63519" name="Line 31"/>
            <p:cNvSpPr/>
            <p:nvPr/>
          </p:nvSpPr>
          <p:spPr>
            <a:xfrm>
              <a:off x="1467" y="836"/>
              <a:ext cx="192" cy="1392"/>
            </a:xfrm>
            <a:prstGeom prst="line">
              <a:avLst/>
            </a:prstGeom>
            <a:ln w="9525" cap="rnd" cmpd="sng">
              <a:solidFill>
                <a:srgbClr val="0000FF"/>
              </a:solidFill>
              <a:prstDash val="sysDot"/>
              <a:round/>
              <a:headEnd type="none" w="med" len="med"/>
              <a:tailEnd type="none" w="med" len="med"/>
            </a:ln>
          </p:spPr>
        </p:sp>
        <p:sp>
          <p:nvSpPr>
            <p:cNvPr id="63520" name="Line 32"/>
            <p:cNvSpPr/>
            <p:nvPr/>
          </p:nvSpPr>
          <p:spPr>
            <a:xfrm>
              <a:off x="1467" y="836"/>
              <a:ext cx="720" cy="1200"/>
            </a:xfrm>
            <a:prstGeom prst="line">
              <a:avLst/>
            </a:prstGeom>
            <a:ln w="9525" cap="rnd" cmpd="sng">
              <a:solidFill>
                <a:srgbClr val="0000FF"/>
              </a:solidFill>
              <a:prstDash val="sysDot"/>
              <a:round/>
              <a:headEnd type="none" w="med" len="med"/>
              <a:tailEnd type="none" w="med" len="med"/>
            </a:ln>
          </p:spPr>
        </p:sp>
        <p:sp>
          <p:nvSpPr>
            <p:cNvPr id="63521" name="Line 33"/>
            <p:cNvSpPr/>
            <p:nvPr/>
          </p:nvSpPr>
          <p:spPr>
            <a:xfrm>
              <a:off x="1467" y="836"/>
              <a:ext cx="1104" cy="768"/>
            </a:xfrm>
            <a:prstGeom prst="line">
              <a:avLst/>
            </a:prstGeom>
            <a:ln w="9525" cap="rnd" cmpd="sng">
              <a:solidFill>
                <a:srgbClr val="0000FF"/>
              </a:solidFill>
              <a:prstDash val="sysDot"/>
              <a:round/>
              <a:headEnd type="none" w="med" len="med"/>
              <a:tailEnd type="none" w="med" len="med"/>
            </a:ln>
          </p:spPr>
        </p:sp>
        <p:sp>
          <p:nvSpPr>
            <p:cNvPr id="63522" name="Line 34"/>
            <p:cNvSpPr/>
            <p:nvPr/>
          </p:nvSpPr>
          <p:spPr>
            <a:xfrm>
              <a:off x="1467" y="836"/>
              <a:ext cx="1344" cy="288"/>
            </a:xfrm>
            <a:prstGeom prst="line">
              <a:avLst/>
            </a:prstGeom>
            <a:ln w="9525" cap="rnd" cmpd="sng">
              <a:solidFill>
                <a:srgbClr val="0000FF"/>
              </a:solidFill>
              <a:prstDash val="sysDot"/>
              <a:round/>
              <a:headEnd type="none" w="med" len="med"/>
              <a:tailEnd type="none" w="med" len="med"/>
            </a:ln>
          </p:spPr>
        </p:sp>
        <p:sp>
          <p:nvSpPr>
            <p:cNvPr id="63523" name="Line 35"/>
            <p:cNvSpPr/>
            <p:nvPr/>
          </p:nvSpPr>
          <p:spPr>
            <a:xfrm flipV="1">
              <a:off x="1467" y="548"/>
              <a:ext cx="1248" cy="288"/>
            </a:xfrm>
            <a:prstGeom prst="line">
              <a:avLst/>
            </a:prstGeom>
            <a:ln w="9525" cap="rnd" cmpd="sng">
              <a:solidFill>
                <a:srgbClr val="0000FF"/>
              </a:solidFill>
              <a:prstDash val="sysDot"/>
              <a:round/>
              <a:headEnd type="none" w="med" len="med"/>
              <a:tailEnd type="none" w="med" len="med"/>
            </a:ln>
          </p:spPr>
        </p:sp>
        <p:graphicFrame>
          <p:nvGraphicFramePr>
            <p:cNvPr id="63524" name="Object 36"/>
            <p:cNvGraphicFramePr>
              <a:graphicFrameLocks noChangeAspect="1"/>
            </p:cNvGraphicFramePr>
            <p:nvPr/>
          </p:nvGraphicFramePr>
          <p:xfrm>
            <a:off x="1289" y="639"/>
            <a:ext cx="151" cy="168"/>
          </p:xfrm>
          <a:graphic>
            <a:graphicData uri="http://schemas.openxmlformats.org/presentationml/2006/ole">
              <mc:AlternateContent xmlns:mc="http://schemas.openxmlformats.org/markup-compatibility/2006">
                <mc:Choice xmlns:v="urn:schemas-microsoft-com:vml" Requires="v">
                  <p:oleObj spid="_x0000_s3305" name="" r:id="rId33" imgW="342900" imgH="381000" progId="Equation.3">
                    <p:embed/>
                  </p:oleObj>
                </mc:Choice>
                <mc:Fallback>
                  <p:oleObj name="" r:id="rId33" imgW="342900" imgH="381000" progId="Equation.3">
                    <p:embed/>
                    <p:pic>
                      <p:nvPicPr>
                        <p:cNvPr id="0" name="图片 3304"/>
                        <p:cNvPicPr/>
                        <p:nvPr/>
                      </p:nvPicPr>
                      <p:blipFill>
                        <a:blip r:embed="rId34"/>
                        <a:stretch>
                          <a:fillRect/>
                        </a:stretch>
                      </p:blipFill>
                      <p:spPr>
                        <a:xfrm>
                          <a:off x="1289" y="639"/>
                          <a:ext cx="151" cy="168"/>
                        </a:xfrm>
                        <a:prstGeom prst="rect">
                          <a:avLst/>
                        </a:prstGeom>
                        <a:noFill/>
                        <a:ln w="38100">
                          <a:noFill/>
                          <a:miter/>
                        </a:ln>
                      </p:spPr>
                    </p:pic>
                  </p:oleObj>
                </mc:Fallback>
              </mc:AlternateContent>
            </a:graphicData>
          </a:graphic>
        </p:graphicFrame>
      </p:grpSp>
      <p:graphicFrame>
        <p:nvGraphicFramePr>
          <p:cNvPr id="111653" name="Object 37"/>
          <p:cNvGraphicFramePr>
            <a:graphicFrameLocks noChangeAspect="1"/>
          </p:cNvGraphicFramePr>
          <p:nvPr/>
        </p:nvGraphicFramePr>
        <p:xfrm>
          <a:off x="2051050" y="1700213"/>
          <a:ext cx="390525" cy="495300"/>
        </p:xfrm>
        <a:graphic>
          <a:graphicData uri="http://schemas.openxmlformats.org/presentationml/2006/ole">
            <mc:AlternateContent xmlns:mc="http://schemas.openxmlformats.org/markup-compatibility/2006">
              <mc:Choice xmlns:v="urn:schemas-microsoft-com:vml" Requires="v">
                <p:oleObj spid="_x0000_s3314" name="" r:id="rId35" imgW="190500" imgH="241300" progId="Equation.3">
                  <p:embed/>
                </p:oleObj>
              </mc:Choice>
              <mc:Fallback>
                <p:oleObj name="" r:id="rId35" imgW="190500" imgH="241300" progId="Equation.3">
                  <p:embed/>
                  <p:pic>
                    <p:nvPicPr>
                      <p:cNvPr id="0" name="图片 3313"/>
                      <p:cNvPicPr/>
                      <p:nvPr/>
                    </p:nvPicPr>
                    <p:blipFill>
                      <a:blip r:embed="rId36">
                        <a:clrChange>
                          <a:clrFrom>
                            <a:srgbClr val="000000"/>
                          </a:clrFrom>
                          <a:clrTo>
                            <a:srgbClr val="000000">
                              <a:alpha val="0"/>
                            </a:srgbClr>
                          </a:clrTo>
                        </a:clrChange>
                      </a:blip>
                      <a:stretch>
                        <a:fillRect/>
                      </a:stretch>
                    </p:blipFill>
                    <p:spPr>
                      <a:xfrm>
                        <a:off x="2051050" y="1700213"/>
                        <a:ext cx="390525" cy="495300"/>
                      </a:xfrm>
                      <a:prstGeom prst="rect">
                        <a:avLst/>
                      </a:prstGeom>
                      <a:noFill/>
                      <a:ln w="38100">
                        <a:noFill/>
                        <a:miter/>
                      </a:ln>
                    </p:spPr>
                  </p:pic>
                </p:oleObj>
              </mc:Fallback>
            </mc:AlternateContent>
          </a:graphicData>
        </a:graphic>
      </p:graphicFrame>
      <p:graphicFrame>
        <p:nvGraphicFramePr>
          <p:cNvPr id="111654" name="Object 38"/>
          <p:cNvGraphicFramePr>
            <a:graphicFrameLocks noChangeAspect="1"/>
          </p:cNvGraphicFramePr>
          <p:nvPr/>
        </p:nvGraphicFramePr>
        <p:xfrm>
          <a:off x="3443288" y="623888"/>
          <a:ext cx="338137" cy="249237"/>
        </p:xfrm>
        <a:graphic>
          <a:graphicData uri="http://schemas.openxmlformats.org/presentationml/2006/ole">
            <mc:AlternateContent xmlns:mc="http://schemas.openxmlformats.org/markup-compatibility/2006">
              <mc:Choice xmlns:v="urn:schemas-microsoft-com:vml" Requires="v">
                <p:oleObj spid="_x0000_s3306" name="" r:id="rId37" imgW="481965" imgH="355600" progId="Equation.3">
                  <p:embed/>
                </p:oleObj>
              </mc:Choice>
              <mc:Fallback>
                <p:oleObj name="" r:id="rId37" imgW="481965" imgH="355600" progId="Equation.3">
                  <p:embed/>
                  <p:pic>
                    <p:nvPicPr>
                      <p:cNvPr id="0" name="图片 3305"/>
                      <p:cNvPicPr/>
                      <p:nvPr/>
                    </p:nvPicPr>
                    <p:blipFill>
                      <a:blip r:embed="rId38"/>
                      <a:stretch>
                        <a:fillRect/>
                      </a:stretch>
                    </p:blipFill>
                    <p:spPr>
                      <a:xfrm>
                        <a:off x="3443288" y="623888"/>
                        <a:ext cx="338137" cy="249237"/>
                      </a:xfrm>
                      <a:prstGeom prst="rect">
                        <a:avLst/>
                      </a:prstGeom>
                      <a:noFill/>
                      <a:ln w="38100">
                        <a:noFill/>
                        <a:miter/>
                      </a:ln>
                    </p:spPr>
                  </p:pic>
                </p:oleObj>
              </mc:Fallback>
            </mc:AlternateContent>
          </a:graphicData>
        </a:graphic>
      </p:graphicFrame>
      <p:grpSp>
        <p:nvGrpSpPr>
          <p:cNvPr id="4" name="Group 39"/>
          <p:cNvGrpSpPr/>
          <p:nvPr/>
        </p:nvGrpSpPr>
        <p:grpSpPr>
          <a:xfrm>
            <a:off x="2089150" y="1430338"/>
            <a:ext cx="1693863" cy="2247900"/>
            <a:chOff x="1087" y="810"/>
            <a:chExt cx="1067" cy="1416"/>
          </a:xfrm>
        </p:grpSpPr>
        <p:sp>
          <p:nvSpPr>
            <p:cNvPr id="63528" name="Line 40"/>
            <p:cNvSpPr/>
            <p:nvPr/>
          </p:nvSpPr>
          <p:spPr>
            <a:xfrm>
              <a:off x="1087" y="2136"/>
              <a:ext cx="45" cy="90"/>
            </a:xfrm>
            <a:prstGeom prst="line">
              <a:avLst/>
            </a:prstGeom>
            <a:ln w="9525" cap="flat" cmpd="sng">
              <a:solidFill>
                <a:srgbClr val="000000"/>
              </a:solidFill>
              <a:prstDash val="solid"/>
              <a:round/>
              <a:headEnd type="none" w="med" len="med"/>
              <a:tailEnd type="none" w="lg" len="lg"/>
            </a:ln>
          </p:spPr>
        </p:sp>
        <p:sp>
          <p:nvSpPr>
            <p:cNvPr id="63529" name="Line 41"/>
            <p:cNvSpPr/>
            <p:nvPr/>
          </p:nvSpPr>
          <p:spPr>
            <a:xfrm>
              <a:off x="1568" y="1881"/>
              <a:ext cx="46" cy="91"/>
            </a:xfrm>
            <a:prstGeom prst="line">
              <a:avLst/>
            </a:prstGeom>
            <a:ln w="9525" cap="flat" cmpd="sng">
              <a:solidFill>
                <a:srgbClr val="000000"/>
              </a:solidFill>
              <a:prstDash val="solid"/>
              <a:round/>
              <a:headEnd type="none" w="med" len="med"/>
              <a:tailEnd type="none" w="lg" len="lg"/>
            </a:ln>
          </p:spPr>
        </p:sp>
        <p:sp>
          <p:nvSpPr>
            <p:cNvPr id="63530" name="Line 42"/>
            <p:cNvSpPr/>
            <p:nvPr/>
          </p:nvSpPr>
          <p:spPr>
            <a:xfrm>
              <a:off x="1920" y="1413"/>
              <a:ext cx="91" cy="46"/>
            </a:xfrm>
            <a:prstGeom prst="line">
              <a:avLst/>
            </a:prstGeom>
            <a:ln w="9525" cap="flat" cmpd="sng">
              <a:solidFill>
                <a:srgbClr val="000000"/>
              </a:solidFill>
              <a:prstDash val="solid"/>
              <a:round/>
              <a:headEnd type="none" w="med" len="med"/>
              <a:tailEnd type="none" w="lg" len="lg"/>
            </a:ln>
          </p:spPr>
        </p:sp>
        <p:sp>
          <p:nvSpPr>
            <p:cNvPr id="63531" name="Line 43"/>
            <p:cNvSpPr/>
            <p:nvPr/>
          </p:nvSpPr>
          <p:spPr>
            <a:xfrm>
              <a:off x="2064" y="810"/>
              <a:ext cx="90" cy="0"/>
            </a:xfrm>
            <a:prstGeom prst="line">
              <a:avLst/>
            </a:prstGeom>
            <a:ln w="9525" cap="flat" cmpd="sng">
              <a:solidFill>
                <a:srgbClr val="000000"/>
              </a:solidFill>
              <a:prstDash val="solid"/>
              <a:round/>
              <a:headEnd type="none" w="med" len="med"/>
              <a:tailEnd type="none" w="lg" len="lg"/>
            </a:ln>
          </p:spPr>
        </p:sp>
      </p:grpSp>
      <p:grpSp>
        <p:nvGrpSpPr>
          <p:cNvPr id="5" name="Group 44"/>
          <p:cNvGrpSpPr/>
          <p:nvPr/>
        </p:nvGrpSpPr>
        <p:grpSpPr>
          <a:xfrm>
            <a:off x="900113" y="4186238"/>
            <a:ext cx="7343775" cy="1463675"/>
            <a:chOff x="567" y="2568"/>
            <a:chExt cx="4626" cy="922"/>
          </a:xfrm>
        </p:grpSpPr>
        <p:sp>
          <p:nvSpPr>
            <p:cNvPr id="63533" name="Rectangle 45"/>
            <p:cNvSpPr/>
            <p:nvPr/>
          </p:nvSpPr>
          <p:spPr>
            <a:xfrm>
              <a:off x="567" y="2568"/>
              <a:ext cx="4626" cy="922"/>
            </a:xfrm>
            <a:prstGeom prst="rect">
              <a:avLst/>
            </a:prstGeom>
            <a:noFill/>
            <a:ln w="9525">
              <a:noFill/>
            </a:ln>
          </p:spPr>
          <p:txBody>
            <a:bodyPr anchor="t" anchorCtr="0">
              <a:spAutoFit/>
            </a:bodyPr>
            <a:p>
              <a:pPr>
                <a:lnSpc>
                  <a:spcPct val="125000"/>
                </a:lnSpc>
              </a:pPr>
              <a:r>
                <a:rPr lang="en-US" altLang="zh-CN" sz="2400" b="1" dirty="0">
                  <a:solidFill>
                    <a:srgbClr val="000066"/>
                  </a:solidFill>
                  <a:latin typeface="楷体_GB2312" pitchFamily="49" charset="-122"/>
                  <a:ea typeface="楷体_GB2312" pitchFamily="49" charset="-122"/>
                </a:rPr>
                <a:t>    </a:t>
              </a:r>
              <a:r>
                <a:rPr lang="zh-CN" altLang="en-US" sz="2400" b="1" dirty="0">
                  <a:solidFill>
                    <a:srgbClr val="000066"/>
                  </a:solidFill>
                  <a:latin typeface="楷体_GB2312" pitchFamily="49" charset="-122"/>
                  <a:ea typeface="楷体_GB2312" pitchFamily="49" charset="-122"/>
                </a:rPr>
                <a:t>因各个振动的振幅相同且相差依次恒为</a:t>
              </a:r>
              <a:r>
                <a:rPr lang="en-US" altLang="zh-CN" sz="2400" b="1" i="1" dirty="0">
                  <a:solidFill>
                    <a:srgbClr val="000066"/>
                  </a:solidFill>
                  <a:latin typeface="Symbol" panose="05050102010706020507" pitchFamily="18" charset="2"/>
                  <a:ea typeface="楷体_GB2312" pitchFamily="49" charset="-122"/>
                </a:rPr>
                <a:t>a</a:t>
              </a:r>
              <a:r>
                <a:rPr lang="en-US" altLang="zh-CN" sz="2400" b="1" dirty="0">
                  <a:solidFill>
                    <a:srgbClr val="000066"/>
                  </a:solidFill>
                  <a:latin typeface="楷体_GB2312" pitchFamily="49" charset="-122"/>
                  <a:ea typeface="楷体_GB2312" pitchFamily="49" charset="-122"/>
                </a:rPr>
                <a:t>,</a:t>
              </a:r>
              <a:r>
                <a:rPr lang="zh-CN" altLang="en-US" sz="2400" b="1" dirty="0">
                  <a:solidFill>
                    <a:srgbClr val="000066"/>
                  </a:solidFill>
                  <a:latin typeface="楷体_GB2312" pitchFamily="49" charset="-122"/>
                  <a:ea typeface="楷体_GB2312" pitchFamily="49" charset="-122"/>
                </a:rPr>
                <a:t>上图中各个矢量                              的起点和终点都在以</a:t>
              </a:r>
              <a:r>
                <a:rPr lang="en-US" altLang="zh-CN" sz="2400" i="1" dirty="0">
                  <a:solidFill>
                    <a:srgbClr val="000066"/>
                  </a:solidFill>
                  <a:latin typeface="Times New Roman" panose="02020603050405020304" pitchFamily="18" charset="0"/>
                  <a:ea typeface="楷体_GB2312" pitchFamily="49" charset="-122"/>
                </a:rPr>
                <a:t>C</a:t>
              </a:r>
              <a:r>
                <a:rPr lang="zh-CN" altLang="en-US" sz="2400" b="1" dirty="0">
                  <a:solidFill>
                    <a:srgbClr val="000066"/>
                  </a:solidFill>
                  <a:latin typeface="楷体_GB2312" pitchFamily="49" charset="-122"/>
                  <a:ea typeface="楷体_GB2312" pitchFamily="49" charset="-122"/>
                </a:rPr>
                <a:t>为圆心的圆周上，根据简单的几何关系，可得</a:t>
              </a:r>
              <a:endParaRPr lang="zh-CN" altLang="en-US" sz="2400" b="1" dirty="0">
                <a:solidFill>
                  <a:srgbClr val="000066"/>
                </a:solidFill>
                <a:latin typeface="楷体_GB2312" pitchFamily="49" charset="-122"/>
                <a:ea typeface="楷体_GB2312" pitchFamily="49" charset="-122"/>
              </a:endParaRPr>
            </a:p>
          </p:txBody>
        </p:sp>
        <p:graphicFrame>
          <p:nvGraphicFramePr>
            <p:cNvPr id="63534" name="Object 46"/>
            <p:cNvGraphicFramePr>
              <a:graphicFrameLocks noChangeAspect="1"/>
            </p:cNvGraphicFramePr>
            <p:nvPr/>
          </p:nvGraphicFramePr>
          <p:xfrm>
            <a:off x="1247" y="2893"/>
            <a:ext cx="1678" cy="286"/>
          </p:xfrm>
          <a:graphic>
            <a:graphicData uri="http://schemas.openxmlformats.org/presentationml/2006/ole">
              <mc:AlternateContent xmlns:mc="http://schemas.openxmlformats.org/markup-compatibility/2006">
                <mc:Choice xmlns:v="urn:schemas-microsoft-com:vml" Requires="v">
                  <p:oleObj spid="_x0000_s3324" name="" r:id="rId39" imgW="1193800" imgH="203200" progId="Equation.3">
                    <p:embed/>
                  </p:oleObj>
                </mc:Choice>
                <mc:Fallback>
                  <p:oleObj name="" r:id="rId39" imgW="1193800" imgH="203200" progId="Equation.3">
                    <p:embed/>
                    <p:pic>
                      <p:nvPicPr>
                        <p:cNvPr id="0" name="图片 3323"/>
                        <p:cNvPicPr/>
                        <p:nvPr/>
                      </p:nvPicPr>
                      <p:blipFill>
                        <a:blip r:embed="rId40"/>
                        <a:stretch>
                          <a:fillRect/>
                        </a:stretch>
                      </p:blipFill>
                      <p:spPr>
                        <a:xfrm>
                          <a:off x="1247" y="2893"/>
                          <a:ext cx="1678" cy="286"/>
                        </a:xfrm>
                        <a:prstGeom prst="rect">
                          <a:avLst/>
                        </a:prstGeom>
                        <a:noFill/>
                        <a:ln w="38100">
                          <a:noFill/>
                          <a:miter/>
                        </a:ln>
                      </p:spPr>
                    </p:pic>
                  </p:oleObj>
                </mc:Fallback>
              </mc:AlternateContent>
            </a:graphicData>
          </a:graphic>
        </p:graphicFrame>
      </p:grpSp>
      <p:grpSp>
        <p:nvGrpSpPr>
          <p:cNvPr id="6" name="Group 47"/>
          <p:cNvGrpSpPr/>
          <p:nvPr/>
        </p:nvGrpSpPr>
        <p:grpSpPr>
          <a:xfrm>
            <a:off x="1431925" y="1412875"/>
            <a:ext cx="763588" cy="2232025"/>
            <a:chOff x="902" y="890"/>
            <a:chExt cx="481" cy="1406"/>
          </a:xfrm>
        </p:grpSpPr>
        <p:sp>
          <p:nvSpPr>
            <p:cNvPr id="63536" name="Line 48"/>
            <p:cNvSpPr/>
            <p:nvPr/>
          </p:nvSpPr>
          <p:spPr>
            <a:xfrm flipH="1">
              <a:off x="902" y="890"/>
              <a:ext cx="46" cy="1406"/>
            </a:xfrm>
            <a:prstGeom prst="line">
              <a:avLst/>
            </a:prstGeom>
            <a:ln w="9525" cap="flat" cmpd="sng">
              <a:solidFill>
                <a:srgbClr val="000000"/>
              </a:solidFill>
              <a:prstDash val="dash"/>
              <a:round/>
              <a:headEnd type="none" w="med" len="med"/>
              <a:tailEnd type="none" w="lg" len="lg"/>
            </a:ln>
          </p:spPr>
        </p:sp>
        <p:sp>
          <p:nvSpPr>
            <p:cNvPr id="63537" name="Line 49"/>
            <p:cNvSpPr/>
            <p:nvPr/>
          </p:nvSpPr>
          <p:spPr>
            <a:xfrm>
              <a:off x="930" y="890"/>
              <a:ext cx="453" cy="1315"/>
            </a:xfrm>
            <a:prstGeom prst="line">
              <a:avLst/>
            </a:prstGeom>
            <a:ln w="9525" cap="flat" cmpd="sng">
              <a:solidFill>
                <a:srgbClr val="000000"/>
              </a:solidFill>
              <a:prstDash val="dash"/>
              <a:round/>
              <a:headEnd type="none" w="med" len="med"/>
              <a:tailEnd type="none" w="lg" len="lg"/>
            </a:ln>
          </p:spPr>
        </p:sp>
        <p:sp>
          <p:nvSpPr>
            <p:cNvPr id="63538" name="Freeform 50"/>
            <p:cNvSpPr/>
            <p:nvPr/>
          </p:nvSpPr>
          <p:spPr>
            <a:xfrm>
              <a:off x="930" y="1231"/>
              <a:ext cx="136" cy="46"/>
            </a:xfrm>
            <a:custGeom>
              <a:avLst/>
              <a:gdLst/>
              <a:ahLst/>
              <a:cxnLst>
                <a:cxn ang="0">
                  <a:pos x="0" y="0"/>
                </a:cxn>
                <a:cxn ang="0">
                  <a:pos x="45" y="46"/>
                </a:cxn>
                <a:cxn ang="0">
                  <a:pos x="136" y="0"/>
                </a:cxn>
              </a:cxnLst>
              <a:pathLst>
                <a:path w="136" h="46">
                  <a:moveTo>
                    <a:pt x="0" y="0"/>
                  </a:moveTo>
                  <a:cubicBezTo>
                    <a:pt x="11" y="23"/>
                    <a:pt x="22" y="46"/>
                    <a:pt x="45" y="46"/>
                  </a:cubicBezTo>
                  <a:cubicBezTo>
                    <a:pt x="68" y="46"/>
                    <a:pt x="121" y="8"/>
                    <a:pt x="136" y="0"/>
                  </a:cubicBezTo>
                </a:path>
              </a:pathLst>
            </a:custGeom>
            <a:noFill/>
            <a:ln w="9525" cap="flat" cmpd="sng">
              <a:solidFill>
                <a:srgbClr val="000000"/>
              </a:solidFill>
              <a:prstDash val="dash"/>
              <a:round/>
              <a:headEnd type="none" w="med" len="med"/>
              <a:tailEnd type="arrow" w="lg" len="lg"/>
            </a:ln>
          </p:spPr>
          <p:txBody>
            <a:bodyPr/>
            <a:p>
              <a:endParaRPr lang="zh-CN" altLang="en-US"/>
            </a:p>
          </p:txBody>
        </p:sp>
        <p:graphicFrame>
          <p:nvGraphicFramePr>
            <p:cNvPr id="63539" name="Object 51"/>
            <p:cNvGraphicFramePr>
              <a:graphicFrameLocks noChangeAspect="1"/>
            </p:cNvGraphicFramePr>
            <p:nvPr/>
          </p:nvGraphicFramePr>
          <p:xfrm>
            <a:off x="930" y="1268"/>
            <a:ext cx="180" cy="180"/>
          </p:xfrm>
          <a:graphic>
            <a:graphicData uri="http://schemas.openxmlformats.org/presentationml/2006/ole">
              <mc:AlternateContent xmlns:mc="http://schemas.openxmlformats.org/markup-compatibility/2006">
                <mc:Choice xmlns:v="urn:schemas-microsoft-com:vml" Requires="v">
                  <p:oleObj spid="_x0000_s3316" name="" r:id="rId41" imgW="139700" imgH="139700" progId="Equation.3">
                    <p:embed/>
                  </p:oleObj>
                </mc:Choice>
                <mc:Fallback>
                  <p:oleObj name="" r:id="rId41" imgW="139700" imgH="139700" progId="Equation.3">
                    <p:embed/>
                    <p:pic>
                      <p:nvPicPr>
                        <p:cNvPr id="0" name="图片 3315"/>
                        <p:cNvPicPr/>
                        <p:nvPr/>
                      </p:nvPicPr>
                      <p:blipFill>
                        <a:blip r:embed="rId42"/>
                        <a:stretch>
                          <a:fillRect/>
                        </a:stretch>
                      </p:blipFill>
                      <p:spPr>
                        <a:xfrm>
                          <a:off x="930" y="1268"/>
                          <a:ext cx="180" cy="180"/>
                        </a:xfrm>
                        <a:prstGeom prst="rect">
                          <a:avLst/>
                        </a:prstGeom>
                        <a:noFill/>
                        <a:ln w="38100">
                          <a:noFill/>
                          <a:miter/>
                        </a:ln>
                      </p:spPr>
                    </p:pic>
                  </p:oleObj>
                </mc:Fallback>
              </mc:AlternateContent>
            </a:graphicData>
          </a:graphic>
        </p:graphicFrame>
      </p:grpSp>
      <p:graphicFrame>
        <p:nvGraphicFramePr>
          <p:cNvPr id="111670" name="Object 54"/>
          <p:cNvGraphicFramePr>
            <a:graphicFrameLocks noChangeAspect="1"/>
          </p:cNvGraphicFramePr>
          <p:nvPr/>
        </p:nvGraphicFramePr>
        <p:xfrm>
          <a:off x="4383088" y="3192463"/>
          <a:ext cx="4275137" cy="735012"/>
        </p:xfrm>
        <a:graphic>
          <a:graphicData uri="http://schemas.openxmlformats.org/presentationml/2006/ole">
            <mc:AlternateContent xmlns:mc="http://schemas.openxmlformats.org/markup-compatibility/2006">
              <mc:Choice xmlns:v="urn:schemas-microsoft-com:vml" Requires="v">
                <p:oleObj spid="_x0000_s3320" name="" r:id="rId43" imgW="2362200" imgH="419100" progId="Equation.3">
                  <p:embed/>
                </p:oleObj>
              </mc:Choice>
              <mc:Fallback>
                <p:oleObj name="" r:id="rId43" imgW="2362200" imgH="419100" progId="Equation.3">
                  <p:embed/>
                  <p:pic>
                    <p:nvPicPr>
                      <p:cNvPr id="0" name="图片 3319"/>
                      <p:cNvPicPr/>
                      <p:nvPr/>
                    </p:nvPicPr>
                    <p:blipFill>
                      <a:blip r:embed="rId44"/>
                      <a:stretch>
                        <a:fillRect/>
                      </a:stretch>
                    </p:blipFill>
                    <p:spPr>
                      <a:xfrm>
                        <a:off x="4383088" y="3192463"/>
                        <a:ext cx="4275137" cy="735012"/>
                      </a:xfrm>
                      <a:prstGeom prst="rect">
                        <a:avLst/>
                      </a:prstGeom>
                      <a:solidFill>
                        <a:srgbClr val="BADDE1"/>
                      </a:solidFill>
                      <a:ln w="9525" cap="flat" cmpd="sng">
                        <a:solidFill>
                          <a:srgbClr val="FF3300"/>
                        </a:solidFill>
                        <a:prstDash val="solid"/>
                        <a:miter/>
                        <a:headEnd type="none" w="med" len="med"/>
                        <a:tailEnd type="none" w="lg" len="lg"/>
                      </a:ln>
                    </p:spPr>
                  </p:pic>
                </p:oleObj>
              </mc:Fallback>
            </mc:AlternateContent>
          </a:graphicData>
        </a:graphic>
      </p:graphicFrame>
      <p:graphicFrame>
        <p:nvGraphicFramePr>
          <p:cNvPr id="33854" name="Object 2"/>
          <p:cNvGraphicFramePr>
            <a:graphicFrameLocks noChangeAspect="1"/>
          </p:cNvGraphicFramePr>
          <p:nvPr/>
        </p:nvGraphicFramePr>
        <p:xfrm>
          <a:off x="908050" y="695325"/>
          <a:ext cx="1646238" cy="300038"/>
        </p:xfrm>
        <a:graphic>
          <a:graphicData uri="http://schemas.openxmlformats.org/presentationml/2006/ole">
            <mc:AlternateContent xmlns:mc="http://schemas.openxmlformats.org/markup-compatibility/2006">
              <mc:Choice xmlns:v="urn:schemas-microsoft-com:vml" Requires="v">
                <p:oleObj spid="_x0000_s3325" name="" r:id="rId45" imgW="3352800" imgH="495300" progId="Equation.3">
                  <p:embed/>
                </p:oleObj>
              </mc:Choice>
              <mc:Fallback>
                <p:oleObj name="" r:id="rId45" imgW="3352800" imgH="495300" progId="Equation.3">
                  <p:embed/>
                  <p:pic>
                    <p:nvPicPr>
                      <p:cNvPr id="0" name="图片 3324"/>
                      <p:cNvPicPr/>
                      <p:nvPr/>
                    </p:nvPicPr>
                    <p:blipFill>
                      <a:blip r:embed="rId46">
                        <a:clrChange>
                          <a:clrFrom>
                            <a:srgbClr val="000000"/>
                          </a:clrFrom>
                          <a:clrTo>
                            <a:srgbClr val="000000">
                              <a:alpha val="0"/>
                            </a:srgbClr>
                          </a:clrTo>
                        </a:clrChange>
                      </a:blip>
                      <a:stretch>
                        <a:fillRect/>
                      </a:stretch>
                    </p:blipFill>
                    <p:spPr>
                      <a:xfrm>
                        <a:off x="908050" y="695325"/>
                        <a:ext cx="1646238" cy="3000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11633"/>
                                        </p:tgtEl>
                                        <p:attrNameLst>
                                          <p:attrName>style.visibility</p:attrName>
                                        </p:attrNameLst>
                                      </p:cBhvr>
                                      <p:to>
                                        <p:strVal val="visible"/>
                                      </p:to>
                                    </p:set>
                                    <p:animEffect transition="in" filter="dissolve">
                                      <p:cBhvr>
                                        <p:cTn id="7" dur="500"/>
                                        <p:tgtEl>
                                          <p:spTgt spid="111633"/>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111624"/>
                                        </p:tgtEl>
                                        <p:attrNameLst>
                                          <p:attrName>style.visibility</p:attrName>
                                        </p:attrNameLst>
                                      </p:cBhvr>
                                      <p:to>
                                        <p:strVal val="visible"/>
                                      </p:to>
                                    </p:set>
                                    <p:animEffect transition="in" filter="slide(fromLeft)">
                                      <p:cBhvr>
                                        <p:cTn id="11" dur="500"/>
                                        <p:tgtEl>
                                          <p:spTgt spid="111624"/>
                                        </p:tgtEl>
                                      </p:cBhvr>
                                    </p:animEffect>
                                  </p:childTnLst>
                                </p:cTn>
                              </p:par>
                            </p:childTnLst>
                          </p:cTn>
                        </p:par>
                        <p:par>
                          <p:cTn id="12" fill="hold">
                            <p:stCondLst>
                              <p:cond delay="1000"/>
                            </p:stCondLst>
                            <p:childTnLst>
                              <p:par>
                                <p:cTn id="13" presetID="12" presetClass="entr" presetSubtype="2" fill="hold" nodeType="afterEffect">
                                  <p:stCondLst>
                                    <p:cond delay="0"/>
                                  </p:stCondLst>
                                  <p:childTnLst>
                                    <p:set>
                                      <p:cBhvr>
                                        <p:cTn id="14" dur="1" fill="hold">
                                          <p:stCondLst>
                                            <p:cond delay="0"/>
                                          </p:stCondLst>
                                        </p:cTn>
                                        <p:tgtEl>
                                          <p:spTgt spid="111634"/>
                                        </p:tgtEl>
                                        <p:attrNameLst>
                                          <p:attrName>style.visibility</p:attrName>
                                        </p:attrNameLst>
                                      </p:cBhvr>
                                      <p:to>
                                        <p:strVal val="visible"/>
                                      </p:to>
                                    </p:set>
                                    <p:animEffect transition="in" filter="slide(fromRight)">
                                      <p:cBhvr>
                                        <p:cTn id="15" dur="500"/>
                                        <p:tgtEl>
                                          <p:spTgt spid="111634"/>
                                        </p:tgtEl>
                                      </p:cBhvr>
                                    </p:animEffect>
                                  </p:childTnLst>
                                </p:cTn>
                              </p:par>
                            </p:childTnLst>
                          </p:cTn>
                        </p:par>
                        <p:par>
                          <p:cTn id="16" fill="hold">
                            <p:stCondLst>
                              <p:cond delay="1500"/>
                            </p:stCondLst>
                            <p:childTnLst>
                              <p:par>
                                <p:cTn id="17" presetID="12" presetClass="entr" presetSubtype="8" fill="hold" nodeType="afterEffect">
                                  <p:stCondLst>
                                    <p:cond delay="0"/>
                                  </p:stCondLst>
                                  <p:childTnLst>
                                    <p:set>
                                      <p:cBhvr>
                                        <p:cTn id="18" dur="1" fill="hold">
                                          <p:stCondLst>
                                            <p:cond delay="0"/>
                                          </p:stCondLst>
                                        </p:cTn>
                                        <p:tgtEl>
                                          <p:spTgt spid="111625"/>
                                        </p:tgtEl>
                                        <p:attrNameLst>
                                          <p:attrName>style.visibility</p:attrName>
                                        </p:attrNameLst>
                                      </p:cBhvr>
                                      <p:to>
                                        <p:strVal val="visible"/>
                                      </p:to>
                                    </p:set>
                                    <p:animEffect transition="in" filter="slide(fromLeft)">
                                      <p:cBhvr>
                                        <p:cTn id="19" dur="500"/>
                                        <p:tgtEl>
                                          <p:spTgt spid="111625"/>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111635"/>
                                        </p:tgtEl>
                                        <p:attrNameLst>
                                          <p:attrName>style.visibility</p:attrName>
                                        </p:attrNameLst>
                                      </p:cBhvr>
                                      <p:to>
                                        <p:strVal val="visible"/>
                                      </p:to>
                                    </p:set>
                                    <p:animEffect transition="in" filter="dissolve">
                                      <p:cBhvr>
                                        <p:cTn id="23" dur="500"/>
                                        <p:tgtEl>
                                          <p:spTgt spid="111635"/>
                                        </p:tgtEl>
                                      </p:cBhvr>
                                    </p:animEffect>
                                  </p:childTnLst>
                                </p:cTn>
                              </p:par>
                            </p:childTnLst>
                          </p:cTn>
                        </p:par>
                        <p:par>
                          <p:cTn id="24" fill="hold">
                            <p:stCondLst>
                              <p:cond delay="2500"/>
                            </p:stCondLst>
                            <p:childTnLst>
                              <p:par>
                                <p:cTn id="25" presetID="12" presetClass="entr" presetSubtype="4" fill="hold" nodeType="afterEffect">
                                  <p:stCondLst>
                                    <p:cond delay="0"/>
                                  </p:stCondLst>
                                  <p:childTnLst>
                                    <p:set>
                                      <p:cBhvr>
                                        <p:cTn id="26" dur="1" fill="hold">
                                          <p:stCondLst>
                                            <p:cond delay="0"/>
                                          </p:stCondLst>
                                        </p:cTn>
                                        <p:tgtEl>
                                          <p:spTgt spid="111626"/>
                                        </p:tgtEl>
                                        <p:attrNameLst>
                                          <p:attrName>style.visibility</p:attrName>
                                        </p:attrNameLst>
                                      </p:cBhvr>
                                      <p:to>
                                        <p:strVal val="visible"/>
                                      </p:to>
                                    </p:set>
                                    <p:animEffect transition="in" filter="slide(fromBottom)">
                                      <p:cBhvr>
                                        <p:cTn id="27" dur="500"/>
                                        <p:tgtEl>
                                          <p:spTgt spid="111626"/>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111636"/>
                                        </p:tgtEl>
                                        <p:attrNameLst>
                                          <p:attrName>style.visibility</p:attrName>
                                        </p:attrNameLst>
                                      </p:cBhvr>
                                      <p:to>
                                        <p:strVal val="visible"/>
                                      </p:to>
                                    </p:set>
                                    <p:animEffect transition="in" filter="wipe(up)">
                                      <p:cBhvr>
                                        <p:cTn id="31" dur="500"/>
                                        <p:tgtEl>
                                          <p:spTgt spid="111636"/>
                                        </p:tgtEl>
                                      </p:cBhvr>
                                    </p:animEffect>
                                  </p:childTnLst>
                                </p:cTn>
                              </p:par>
                            </p:childTnLst>
                          </p:cTn>
                        </p:par>
                        <p:par>
                          <p:cTn id="32" fill="hold">
                            <p:stCondLst>
                              <p:cond delay="3500"/>
                            </p:stCondLst>
                            <p:childTnLst>
                              <p:par>
                                <p:cTn id="33" presetID="9" presetClass="entr" presetSubtype="0" fill="hold" nodeType="afterEffect">
                                  <p:stCondLst>
                                    <p:cond delay="0"/>
                                  </p:stCondLst>
                                  <p:childTnLst>
                                    <p:set>
                                      <p:cBhvr>
                                        <p:cTn id="34" dur="1" fill="hold">
                                          <p:stCondLst>
                                            <p:cond delay="0"/>
                                          </p:stCondLst>
                                        </p:cTn>
                                        <p:tgtEl>
                                          <p:spTgt spid="111627"/>
                                        </p:tgtEl>
                                        <p:attrNameLst>
                                          <p:attrName>style.visibility</p:attrName>
                                        </p:attrNameLst>
                                      </p:cBhvr>
                                      <p:to>
                                        <p:strVal val="visible"/>
                                      </p:to>
                                    </p:set>
                                    <p:animEffect transition="in" filter="dissolve">
                                      <p:cBhvr>
                                        <p:cTn id="35" dur="500"/>
                                        <p:tgtEl>
                                          <p:spTgt spid="111627"/>
                                        </p:tgtEl>
                                      </p:cBhvr>
                                    </p:animEffect>
                                  </p:childTnLst>
                                </p:cTn>
                              </p:par>
                            </p:childTnLst>
                          </p:cTn>
                        </p:par>
                        <p:par>
                          <p:cTn id="36" fill="hold">
                            <p:stCondLst>
                              <p:cond delay="4000"/>
                            </p:stCondLst>
                            <p:childTnLst>
                              <p:par>
                                <p:cTn id="37" presetID="14" presetClass="entr" presetSubtype="10" fill="hold" nodeType="afterEffect">
                                  <p:stCondLst>
                                    <p:cond delay="0"/>
                                  </p:stCondLst>
                                  <p:childTnLst>
                                    <p:set>
                                      <p:cBhvr>
                                        <p:cTn id="38" dur="1" fill="hold">
                                          <p:stCondLst>
                                            <p:cond delay="0"/>
                                          </p:stCondLst>
                                        </p:cTn>
                                        <p:tgtEl>
                                          <p:spTgt spid="111637"/>
                                        </p:tgtEl>
                                        <p:attrNameLst>
                                          <p:attrName>style.visibility</p:attrName>
                                        </p:attrNameLst>
                                      </p:cBhvr>
                                      <p:to>
                                        <p:strVal val="visible"/>
                                      </p:to>
                                    </p:set>
                                    <p:animEffect transition="in" filter="randombar(horizontal)">
                                      <p:cBhvr>
                                        <p:cTn id="39" dur="500"/>
                                        <p:tgtEl>
                                          <p:spTgt spid="111637"/>
                                        </p:tgtEl>
                                      </p:cBhvr>
                                    </p:animEffect>
                                  </p:childTnLst>
                                </p:cTn>
                              </p:par>
                            </p:childTnLst>
                          </p:cTn>
                        </p:par>
                        <p:par>
                          <p:cTn id="40" fill="hold">
                            <p:stCondLst>
                              <p:cond delay="4500"/>
                            </p:stCondLst>
                            <p:childTnLst>
                              <p:par>
                                <p:cTn id="41" presetID="23" presetClass="entr" presetSubtype="16" fill="hold" nodeType="afterEffect">
                                  <p:stCondLst>
                                    <p:cond delay="0"/>
                                  </p:stCondLst>
                                  <p:childTnLst>
                                    <p:set>
                                      <p:cBhvr>
                                        <p:cTn id="42" dur="1" fill="hold">
                                          <p:stCondLst>
                                            <p:cond delay="0"/>
                                          </p:stCondLst>
                                        </p:cTn>
                                        <p:tgtEl>
                                          <p:spTgt spid="111628"/>
                                        </p:tgtEl>
                                        <p:attrNameLst>
                                          <p:attrName>style.visibility</p:attrName>
                                        </p:attrNameLst>
                                      </p:cBhvr>
                                      <p:to>
                                        <p:strVal val="visible"/>
                                      </p:to>
                                    </p:set>
                                    <p:anim calcmode="lin" valueType="num">
                                      <p:cBhvr>
                                        <p:cTn id="43" dur="500" fill="hold"/>
                                        <p:tgtEl>
                                          <p:spTgt spid="111628"/>
                                        </p:tgtEl>
                                        <p:attrNameLst>
                                          <p:attrName>ppt_w</p:attrName>
                                        </p:attrNameLst>
                                      </p:cBhvr>
                                      <p:tavLst>
                                        <p:tav tm="0">
                                          <p:val>
                                            <p:fltVal val="0.000000"/>
                                          </p:val>
                                        </p:tav>
                                        <p:tav tm="100000">
                                          <p:val>
                                            <p:strVal val="#ppt_w"/>
                                          </p:val>
                                        </p:tav>
                                      </p:tavLst>
                                    </p:anim>
                                    <p:anim calcmode="lin" valueType="num">
                                      <p:cBhvr>
                                        <p:cTn id="44" dur="500" fill="hold"/>
                                        <p:tgtEl>
                                          <p:spTgt spid="111628"/>
                                        </p:tgtEl>
                                        <p:attrNameLst>
                                          <p:attrName>ppt_h</p:attrName>
                                        </p:attrNameLst>
                                      </p:cBhvr>
                                      <p:tavLst>
                                        <p:tav tm="0">
                                          <p:val>
                                            <p:fltVal val="0.000000"/>
                                          </p:val>
                                        </p:tav>
                                        <p:tav tm="100000">
                                          <p:val>
                                            <p:strVal val="#ppt_h"/>
                                          </p:val>
                                        </p:tav>
                                      </p:tavLst>
                                    </p:anim>
                                  </p:childTnLst>
                                </p:cTn>
                              </p:par>
                            </p:childTnLst>
                          </p:cTn>
                        </p:par>
                        <p:par>
                          <p:cTn id="45" fill="hold">
                            <p:stCondLst>
                              <p:cond delay="5000"/>
                            </p:stCondLst>
                            <p:childTnLst>
                              <p:par>
                                <p:cTn id="46" presetID="23" presetClass="entr" presetSubtype="36" fill="hold" nodeType="afterEffect">
                                  <p:stCondLst>
                                    <p:cond delay="0"/>
                                  </p:stCondLst>
                                  <p:childTnLst>
                                    <p:set>
                                      <p:cBhvr>
                                        <p:cTn id="47" dur="1" fill="hold">
                                          <p:stCondLst>
                                            <p:cond delay="0"/>
                                          </p:stCondLst>
                                        </p:cTn>
                                        <p:tgtEl>
                                          <p:spTgt spid="111638"/>
                                        </p:tgtEl>
                                        <p:attrNameLst>
                                          <p:attrName>style.visibility</p:attrName>
                                        </p:attrNameLst>
                                      </p:cBhvr>
                                      <p:to>
                                        <p:strVal val="visible"/>
                                      </p:to>
                                    </p:set>
                                    <p:anim calcmode="lin" valueType="num">
                                      <p:cBhvr>
                                        <p:cTn id="48" dur="500" fill="hold"/>
                                        <p:tgtEl>
                                          <p:spTgt spid="111638"/>
                                        </p:tgtEl>
                                        <p:attrNameLst>
                                          <p:attrName>ppt_w</p:attrName>
                                        </p:attrNameLst>
                                      </p:cBhvr>
                                      <p:tavLst>
                                        <p:tav tm="0">
                                          <p:val>
                                            <p:strVal val="(6*min(max(#ppt_w*#ppt_h,.3),1)-7.4)/-.7*#ppt_w"/>
                                          </p:val>
                                        </p:tav>
                                        <p:tav tm="100000">
                                          <p:val>
                                            <p:strVal val="#ppt_w"/>
                                          </p:val>
                                        </p:tav>
                                      </p:tavLst>
                                    </p:anim>
                                    <p:anim calcmode="lin" valueType="num">
                                      <p:cBhvr>
                                        <p:cTn id="49" dur="500" fill="hold"/>
                                        <p:tgtEl>
                                          <p:spTgt spid="111638"/>
                                        </p:tgtEl>
                                        <p:attrNameLst>
                                          <p:attrName>ppt_h</p:attrName>
                                        </p:attrNameLst>
                                      </p:cBhvr>
                                      <p:tavLst>
                                        <p:tav tm="0">
                                          <p:val>
                                            <p:strVal val="(6*min(max(#ppt_w*#ppt_h,.3),1)-7.4)/-.7*#ppt_h"/>
                                          </p:val>
                                        </p:tav>
                                        <p:tav tm="100000">
                                          <p:val>
                                            <p:strVal val="#ppt_h"/>
                                          </p:val>
                                        </p:tav>
                                      </p:tavLst>
                                    </p:anim>
                                    <p:anim calcmode="lin" valueType="num">
                                      <p:cBhvr>
                                        <p:cTn id="50" dur="500" fill="hold"/>
                                        <p:tgtEl>
                                          <p:spTgt spid="111638"/>
                                        </p:tgtEl>
                                        <p:attrNameLst>
                                          <p:attrName>ppt_x</p:attrName>
                                        </p:attrNameLst>
                                      </p:cBhvr>
                                      <p:tavLst>
                                        <p:tav tm="0">
                                          <p:val>
                                            <p:fltVal val="0.500000"/>
                                          </p:val>
                                        </p:tav>
                                        <p:tav tm="100000">
                                          <p:val>
                                            <p:strVal val="#ppt_x"/>
                                          </p:val>
                                        </p:tav>
                                      </p:tavLst>
                                    </p:anim>
                                    <p:anim calcmode="lin" valueType="num">
                                      <p:cBhvr>
                                        <p:cTn id="51" dur="500" fill="hold"/>
                                        <p:tgtEl>
                                          <p:spTgt spid="111638"/>
                                        </p:tgtEl>
                                        <p:attrNameLst>
                                          <p:attrName>ppt_y</p:attrName>
                                        </p:attrNameLst>
                                      </p:cBhvr>
                                      <p:tavLst>
                                        <p:tav tm="0">
                                          <p:val>
                                            <p:strVal val="1+(6*min(max(#ppt_w*#ppt_h,.3),1)-7.4)/-.7*#ppt_h/2"/>
                                          </p:val>
                                        </p:tav>
                                        <p:tav tm="100000">
                                          <p:val>
                                            <p:strVal val="#ppt_y"/>
                                          </p:val>
                                        </p:tav>
                                      </p:tavLst>
                                    </p:anim>
                                  </p:childTnLst>
                                </p:cTn>
                              </p:par>
                            </p:childTnLst>
                          </p:cTn>
                        </p:par>
                        <p:par>
                          <p:cTn id="52" fill="hold">
                            <p:stCondLst>
                              <p:cond delay="5500"/>
                            </p:stCondLst>
                            <p:childTnLst>
                              <p:par>
                                <p:cTn id="53" presetID="17" presetClass="entr" presetSubtype="10" fill="hold" nodeType="afterEffect">
                                  <p:stCondLst>
                                    <p:cond delay="0"/>
                                  </p:stCondLst>
                                  <p:childTnLst>
                                    <p:set>
                                      <p:cBhvr>
                                        <p:cTn id="54" dur="1" fill="hold">
                                          <p:stCondLst>
                                            <p:cond delay="0"/>
                                          </p:stCondLst>
                                        </p:cTn>
                                        <p:tgtEl>
                                          <p:spTgt spid="111629"/>
                                        </p:tgtEl>
                                        <p:attrNameLst>
                                          <p:attrName>style.visibility</p:attrName>
                                        </p:attrNameLst>
                                      </p:cBhvr>
                                      <p:to>
                                        <p:strVal val="visible"/>
                                      </p:to>
                                    </p:set>
                                    <p:anim calcmode="lin" valueType="num">
                                      <p:cBhvr>
                                        <p:cTn id="55" dur="500" fill="hold"/>
                                        <p:tgtEl>
                                          <p:spTgt spid="111629"/>
                                        </p:tgtEl>
                                        <p:attrNameLst>
                                          <p:attrName>ppt_w</p:attrName>
                                        </p:attrNameLst>
                                      </p:cBhvr>
                                      <p:tavLst>
                                        <p:tav tm="0">
                                          <p:val>
                                            <p:fltVal val="0.000000"/>
                                          </p:val>
                                        </p:tav>
                                        <p:tav tm="100000">
                                          <p:val>
                                            <p:strVal val="#ppt_w"/>
                                          </p:val>
                                        </p:tav>
                                      </p:tavLst>
                                    </p:anim>
                                    <p:anim calcmode="lin" valueType="num">
                                      <p:cBhvr>
                                        <p:cTn id="56" dur="500" fill="hold"/>
                                        <p:tgtEl>
                                          <p:spTgt spid="111629"/>
                                        </p:tgtEl>
                                        <p:attrNameLst>
                                          <p:attrName>ppt_h</p:attrName>
                                        </p:attrNameLst>
                                      </p:cBhvr>
                                      <p:tavLst>
                                        <p:tav tm="0">
                                          <p:val>
                                            <p:strVal val="#ppt_h"/>
                                          </p:val>
                                        </p:tav>
                                        <p:tav tm="100000">
                                          <p:val>
                                            <p:strVal val="#ppt_h"/>
                                          </p:val>
                                        </p:tav>
                                      </p:tavLst>
                                    </p:anim>
                                  </p:childTnLst>
                                </p:cTn>
                              </p:par>
                            </p:childTnLst>
                          </p:cTn>
                        </p:par>
                        <p:par>
                          <p:cTn id="57" fill="hold">
                            <p:stCondLst>
                              <p:cond delay="6000"/>
                            </p:stCondLst>
                            <p:childTnLst>
                              <p:par>
                                <p:cTn id="58" presetID="17" presetClass="entr" presetSubtype="10" fill="hold" nodeType="afterEffect">
                                  <p:stCondLst>
                                    <p:cond delay="0"/>
                                  </p:stCondLst>
                                  <p:childTnLst>
                                    <p:set>
                                      <p:cBhvr>
                                        <p:cTn id="59" dur="1" fill="hold">
                                          <p:stCondLst>
                                            <p:cond delay="0"/>
                                          </p:stCondLst>
                                        </p:cTn>
                                        <p:tgtEl>
                                          <p:spTgt spid="111639"/>
                                        </p:tgtEl>
                                        <p:attrNameLst>
                                          <p:attrName>style.visibility</p:attrName>
                                        </p:attrNameLst>
                                      </p:cBhvr>
                                      <p:to>
                                        <p:strVal val="visible"/>
                                      </p:to>
                                    </p:set>
                                    <p:anim calcmode="lin" valueType="num">
                                      <p:cBhvr>
                                        <p:cTn id="60" dur="500" fill="hold"/>
                                        <p:tgtEl>
                                          <p:spTgt spid="111639"/>
                                        </p:tgtEl>
                                        <p:attrNameLst>
                                          <p:attrName>ppt_w</p:attrName>
                                        </p:attrNameLst>
                                      </p:cBhvr>
                                      <p:tavLst>
                                        <p:tav tm="0">
                                          <p:val>
                                            <p:fltVal val="0.000000"/>
                                          </p:val>
                                        </p:tav>
                                        <p:tav tm="100000">
                                          <p:val>
                                            <p:strVal val="#ppt_w"/>
                                          </p:val>
                                        </p:tav>
                                      </p:tavLst>
                                    </p:anim>
                                    <p:anim calcmode="lin" valueType="num">
                                      <p:cBhvr>
                                        <p:cTn id="61" dur="500" fill="hold"/>
                                        <p:tgtEl>
                                          <p:spTgt spid="111639"/>
                                        </p:tgtEl>
                                        <p:attrNameLst>
                                          <p:attrName>ppt_h</p:attrName>
                                        </p:attrNameLst>
                                      </p:cBhvr>
                                      <p:tavLst>
                                        <p:tav tm="0">
                                          <p:val>
                                            <p:strVal val="#ppt_h"/>
                                          </p:val>
                                        </p:tav>
                                        <p:tav tm="100000">
                                          <p:val>
                                            <p:strVal val="#ppt_h"/>
                                          </p:val>
                                        </p:tav>
                                      </p:tavLst>
                                    </p:anim>
                                  </p:childTnLst>
                                </p:cTn>
                              </p:par>
                            </p:childTnLst>
                          </p:cTn>
                        </p:par>
                        <p:par>
                          <p:cTn id="62" fill="hold">
                            <p:stCondLst>
                              <p:cond delay="6500"/>
                            </p:stCondLst>
                            <p:childTnLst>
                              <p:par>
                                <p:cTn id="63" presetID="1" presetClass="entr" presetSubtype="0" fill="hold" nodeType="afterEffect">
                                  <p:stCondLst>
                                    <p:cond delay="0"/>
                                  </p:stCondLst>
                                  <p:childTnLst>
                                    <p:set>
                                      <p:cBhvr>
                                        <p:cTn id="64" dur="1" fill="hold">
                                          <p:stCondLst>
                                            <p:cond delay="0"/>
                                          </p:stCondLst>
                                        </p:cTn>
                                        <p:tgtEl>
                                          <p:spTgt spid="4"/>
                                        </p:tgtEl>
                                        <p:attrNameLst>
                                          <p:attrName>style.visibility</p:attrName>
                                        </p:attrNameLst>
                                      </p:cBhvr>
                                      <p:to>
                                        <p:strVal val="visible"/>
                                      </p:to>
                                    </p:set>
                                  </p:childTnLst>
                                </p:cTn>
                              </p:par>
                            </p:childTnLst>
                          </p:cTn>
                        </p:par>
                        <p:par>
                          <p:cTn id="65" fill="hold">
                            <p:stCondLst>
                              <p:cond delay="6500"/>
                            </p:stCondLst>
                            <p:childTnLst>
                              <p:par>
                                <p:cTn id="66" presetID="9" presetClass="entr" presetSubtype="0" fill="hold" nodeType="afterEffect">
                                  <p:stCondLst>
                                    <p:cond delay="0"/>
                                  </p:stCondLst>
                                  <p:childTnLst>
                                    <p:set>
                                      <p:cBhvr>
                                        <p:cTn id="67" dur="1" fill="hold">
                                          <p:stCondLst>
                                            <p:cond delay="0"/>
                                          </p:stCondLst>
                                        </p:cTn>
                                        <p:tgtEl>
                                          <p:spTgt spid="111643"/>
                                        </p:tgtEl>
                                        <p:attrNameLst>
                                          <p:attrName>style.visibility</p:attrName>
                                        </p:attrNameLst>
                                      </p:cBhvr>
                                      <p:to>
                                        <p:strVal val="visible"/>
                                      </p:to>
                                    </p:set>
                                    <p:animEffect transition="in" filter="dissolve">
                                      <p:cBhvr>
                                        <p:cTn id="68" dur="500"/>
                                        <p:tgtEl>
                                          <p:spTgt spid="111643"/>
                                        </p:tgtEl>
                                      </p:cBhvr>
                                    </p:animEffect>
                                  </p:childTnLst>
                                </p:cTn>
                              </p:par>
                            </p:childTnLst>
                          </p:cTn>
                        </p:par>
                        <p:par>
                          <p:cTn id="69" fill="hold">
                            <p:stCondLst>
                              <p:cond delay="7000"/>
                            </p:stCondLst>
                            <p:childTnLst>
                              <p:par>
                                <p:cTn id="70" presetID="5" presetClass="entr" presetSubtype="10" fill="hold" nodeType="afterEffect">
                                  <p:stCondLst>
                                    <p:cond delay="0"/>
                                  </p:stCondLst>
                                  <p:childTnLst>
                                    <p:set>
                                      <p:cBhvr>
                                        <p:cTn id="71" dur="1" fill="hold">
                                          <p:stCondLst>
                                            <p:cond delay="0"/>
                                          </p:stCondLst>
                                        </p:cTn>
                                        <p:tgtEl>
                                          <p:spTgt spid="111630"/>
                                        </p:tgtEl>
                                        <p:attrNameLst>
                                          <p:attrName>style.visibility</p:attrName>
                                        </p:attrNameLst>
                                      </p:cBhvr>
                                      <p:to>
                                        <p:strVal val="visible"/>
                                      </p:to>
                                    </p:set>
                                    <p:animEffect transition="in" filter="checkerboard(across)">
                                      <p:cBhvr>
                                        <p:cTn id="72" dur="500"/>
                                        <p:tgtEl>
                                          <p:spTgt spid="111630"/>
                                        </p:tgtEl>
                                      </p:cBhvr>
                                    </p:animEffect>
                                  </p:childTnLst>
                                </p:cTn>
                              </p:par>
                            </p:childTnLst>
                          </p:cTn>
                        </p:par>
                        <p:par>
                          <p:cTn id="73" fill="hold">
                            <p:stCondLst>
                              <p:cond delay="7500"/>
                            </p:stCondLst>
                            <p:childTnLst>
                              <p:par>
                                <p:cTn id="74" presetID="22" presetClass="entr" presetSubtype="1" fill="hold" nodeType="afterEffect">
                                  <p:stCondLst>
                                    <p:cond delay="0"/>
                                  </p:stCondLst>
                                  <p:childTnLst>
                                    <p:set>
                                      <p:cBhvr>
                                        <p:cTn id="75" dur="1" fill="hold">
                                          <p:stCondLst>
                                            <p:cond delay="0"/>
                                          </p:stCondLst>
                                        </p:cTn>
                                        <p:tgtEl>
                                          <p:spTgt spid="111640"/>
                                        </p:tgtEl>
                                        <p:attrNameLst>
                                          <p:attrName>style.visibility</p:attrName>
                                        </p:attrNameLst>
                                      </p:cBhvr>
                                      <p:to>
                                        <p:strVal val="visible"/>
                                      </p:to>
                                    </p:set>
                                    <p:animEffect transition="in" filter="wipe(up)">
                                      <p:cBhvr>
                                        <p:cTn id="76" dur="500"/>
                                        <p:tgtEl>
                                          <p:spTgt spid="111640"/>
                                        </p:tgtEl>
                                      </p:cBhvr>
                                    </p:animEffect>
                                  </p:childTnLst>
                                </p:cTn>
                              </p:par>
                            </p:childTnLst>
                          </p:cTn>
                        </p:par>
                        <p:par>
                          <p:cTn id="77" fill="hold">
                            <p:stCondLst>
                              <p:cond delay="8000"/>
                            </p:stCondLst>
                            <p:childTnLst>
                              <p:par>
                                <p:cTn id="78" presetID="4" presetClass="entr" presetSubtype="16" fill="hold" nodeType="afterEffect">
                                  <p:stCondLst>
                                    <p:cond delay="0"/>
                                  </p:stCondLst>
                                  <p:childTnLst>
                                    <p:set>
                                      <p:cBhvr>
                                        <p:cTn id="79" dur="1" fill="hold">
                                          <p:stCondLst>
                                            <p:cond delay="0"/>
                                          </p:stCondLst>
                                        </p:cTn>
                                        <p:tgtEl>
                                          <p:spTgt spid="111631"/>
                                        </p:tgtEl>
                                        <p:attrNameLst>
                                          <p:attrName>style.visibility</p:attrName>
                                        </p:attrNameLst>
                                      </p:cBhvr>
                                      <p:to>
                                        <p:strVal val="visible"/>
                                      </p:to>
                                    </p:set>
                                    <p:animEffect transition="in" filter="box(in)">
                                      <p:cBhvr>
                                        <p:cTn id="80" dur="500"/>
                                        <p:tgtEl>
                                          <p:spTgt spid="111631"/>
                                        </p:tgtEl>
                                      </p:cBhvr>
                                    </p:animEffect>
                                  </p:childTnLst>
                                </p:cTn>
                              </p:par>
                            </p:childTnLst>
                          </p:cTn>
                        </p:par>
                        <p:par>
                          <p:cTn id="81" fill="hold">
                            <p:stCondLst>
                              <p:cond delay="8500"/>
                            </p:stCondLst>
                            <p:childTnLst>
                              <p:par>
                                <p:cTn id="82" presetID="23" presetClass="entr" presetSubtype="16" fill="hold" nodeType="afterEffect">
                                  <p:stCondLst>
                                    <p:cond delay="0"/>
                                  </p:stCondLst>
                                  <p:childTnLst>
                                    <p:set>
                                      <p:cBhvr>
                                        <p:cTn id="83" dur="1" fill="hold">
                                          <p:stCondLst>
                                            <p:cond delay="0"/>
                                          </p:stCondLst>
                                        </p:cTn>
                                        <p:tgtEl>
                                          <p:spTgt spid="111641"/>
                                        </p:tgtEl>
                                        <p:attrNameLst>
                                          <p:attrName>style.visibility</p:attrName>
                                        </p:attrNameLst>
                                      </p:cBhvr>
                                      <p:to>
                                        <p:strVal val="visible"/>
                                      </p:to>
                                    </p:set>
                                    <p:anim calcmode="lin" valueType="num">
                                      <p:cBhvr>
                                        <p:cTn id="84" dur="500" fill="hold"/>
                                        <p:tgtEl>
                                          <p:spTgt spid="111641"/>
                                        </p:tgtEl>
                                        <p:attrNameLst>
                                          <p:attrName>ppt_w</p:attrName>
                                        </p:attrNameLst>
                                      </p:cBhvr>
                                      <p:tavLst>
                                        <p:tav tm="0">
                                          <p:val>
                                            <p:fltVal val="0.000000"/>
                                          </p:val>
                                        </p:tav>
                                        <p:tav tm="100000">
                                          <p:val>
                                            <p:strVal val="#ppt_w"/>
                                          </p:val>
                                        </p:tav>
                                      </p:tavLst>
                                    </p:anim>
                                    <p:anim calcmode="lin" valueType="num">
                                      <p:cBhvr>
                                        <p:cTn id="85" dur="500" fill="hold"/>
                                        <p:tgtEl>
                                          <p:spTgt spid="111641"/>
                                        </p:tgtEl>
                                        <p:attrNameLst>
                                          <p:attrName>ppt_h</p:attrName>
                                        </p:attrNameLst>
                                      </p:cBhvr>
                                      <p:tavLst>
                                        <p:tav tm="0">
                                          <p:val>
                                            <p:fltVal val="0.000000"/>
                                          </p:val>
                                        </p:tav>
                                        <p:tav tm="100000">
                                          <p:val>
                                            <p:strVal val="#ppt_h"/>
                                          </p:val>
                                        </p:tav>
                                      </p:tavLst>
                                    </p:anim>
                                  </p:childTnLst>
                                </p:cTn>
                              </p:par>
                            </p:childTnLst>
                          </p:cTn>
                        </p:par>
                        <p:par>
                          <p:cTn id="86" fill="hold">
                            <p:stCondLst>
                              <p:cond delay="9000"/>
                            </p:stCondLst>
                            <p:childTnLst>
                              <p:par>
                                <p:cTn id="87" presetID="23" presetClass="entr" presetSubtype="16" fill="hold" nodeType="afterEffect">
                                  <p:stCondLst>
                                    <p:cond delay="0"/>
                                  </p:stCondLst>
                                  <p:childTnLst>
                                    <p:set>
                                      <p:cBhvr>
                                        <p:cTn id="88" dur="1" fill="hold">
                                          <p:stCondLst>
                                            <p:cond delay="0"/>
                                          </p:stCondLst>
                                        </p:cTn>
                                        <p:tgtEl>
                                          <p:spTgt spid="111632"/>
                                        </p:tgtEl>
                                        <p:attrNameLst>
                                          <p:attrName>style.visibility</p:attrName>
                                        </p:attrNameLst>
                                      </p:cBhvr>
                                      <p:to>
                                        <p:strVal val="visible"/>
                                      </p:to>
                                    </p:set>
                                    <p:anim calcmode="lin" valueType="num">
                                      <p:cBhvr>
                                        <p:cTn id="89" dur="500" fill="hold"/>
                                        <p:tgtEl>
                                          <p:spTgt spid="111632"/>
                                        </p:tgtEl>
                                        <p:attrNameLst>
                                          <p:attrName>ppt_w</p:attrName>
                                        </p:attrNameLst>
                                      </p:cBhvr>
                                      <p:tavLst>
                                        <p:tav tm="0">
                                          <p:val>
                                            <p:fltVal val="0.000000"/>
                                          </p:val>
                                        </p:tav>
                                        <p:tav tm="100000">
                                          <p:val>
                                            <p:strVal val="#ppt_w"/>
                                          </p:val>
                                        </p:tav>
                                      </p:tavLst>
                                    </p:anim>
                                    <p:anim calcmode="lin" valueType="num">
                                      <p:cBhvr>
                                        <p:cTn id="90" dur="500" fill="hold"/>
                                        <p:tgtEl>
                                          <p:spTgt spid="111632"/>
                                        </p:tgtEl>
                                        <p:attrNameLst>
                                          <p:attrName>ppt_h</p:attrName>
                                        </p:attrNameLst>
                                      </p:cBhvr>
                                      <p:tavLst>
                                        <p:tav tm="0">
                                          <p:val>
                                            <p:fltVal val="0.000000"/>
                                          </p:val>
                                        </p:tav>
                                        <p:tav tm="100000">
                                          <p:val>
                                            <p:strVal val="#ppt_h"/>
                                          </p:val>
                                        </p:tav>
                                      </p:tavLst>
                                    </p:anim>
                                  </p:childTnLst>
                                </p:cTn>
                              </p:par>
                            </p:childTnLst>
                          </p:cTn>
                        </p:par>
                        <p:par>
                          <p:cTn id="91" fill="hold">
                            <p:stCondLst>
                              <p:cond delay="9500"/>
                            </p:stCondLst>
                            <p:childTnLst>
                              <p:par>
                                <p:cTn id="92" presetID="16" presetClass="entr" presetSubtype="42" fill="hold" nodeType="afterEffect">
                                  <p:stCondLst>
                                    <p:cond delay="0"/>
                                  </p:stCondLst>
                                  <p:childTnLst>
                                    <p:set>
                                      <p:cBhvr>
                                        <p:cTn id="93" dur="1" fill="hold">
                                          <p:stCondLst>
                                            <p:cond delay="0"/>
                                          </p:stCondLst>
                                        </p:cTn>
                                        <p:tgtEl>
                                          <p:spTgt spid="111642"/>
                                        </p:tgtEl>
                                        <p:attrNameLst>
                                          <p:attrName>style.visibility</p:attrName>
                                        </p:attrNameLst>
                                      </p:cBhvr>
                                      <p:to>
                                        <p:strVal val="visible"/>
                                      </p:to>
                                    </p:set>
                                    <p:animEffect transition="in" filter="barn(outHorizontal)">
                                      <p:cBhvr>
                                        <p:cTn id="94" dur="500"/>
                                        <p:tgtEl>
                                          <p:spTgt spid="111642"/>
                                        </p:tgtEl>
                                      </p:cBhvr>
                                    </p:animEffect>
                                  </p:childTnLst>
                                </p:cTn>
                              </p:par>
                            </p:childTnLst>
                          </p:cTn>
                        </p:par>
                        <p:par>
                          <p:cTn id="95" fill="hold">
                            <p:stCondLst>
                              <p:cond delay="10000"/>
                            </p:stCondLst>
                            <p:childTnLst>
                              <p:par>
                                <p:cTn id="96" presetID="12" presetClass="entr" presetSubtype="4" fill="hold" nodeType="afterEffect">
                                  <p:stCondLst>
                                    <p:cond delay="0"/>
                                  </p:stCondLst>
                                  <p:childTnLst>
                                    <p:set>
                                      <p:cBhvr>
                                        <p:cTn id="97" dur="1" fill="hold">
                                          <p:stCondLst>
                                            <p:cond delay="0"/>
                                          </p:stCondLst>
                                        </p:cTn>
                                        <p:tgtEl>
                                          <p:spTgt spid="111644"/>
                                        </p:tgtEl>
                                        <p:attrNameLst>
                                          <p:attrName>style.visibility</p:attrName>
                                        </p:attrNameLst>
                                      </p:cBhvr>
                                      <p:to>
                                        <p:strVal val="visible"/>
                                      </p:to>
                                    </p:set>
                                    <p:animEffect transition="in" filter="slide(fromBottom)">
                                      <p:cBhvr>
                                        <p:cTn id="98" dur="500"/>
                                        <p:tgtEl>
                                          <p:spTgt spid="111644"/>
                                        </p:tgtEl>
                                      </p:cBhvr>
                                    </p:animEffect>
                                  </p:childTnLst>
                                </p:cTn>
                              </p:par>
                            </p:childTnLst>
                          </p:cTn>
                        </p:par>
                        <p:par>
                          <p:cTn id="99" fill="hold">
                            <p:stCondLst>
                              <p:cond delay="10500"/>
                            </p:stCondLst>
                            <p:childTnLst>
                              <p:par>
                                <p:cTn id="100" presetID="9" presetClass="entr" presetSubtype="0" fill="hold" nodeType="afterEffect">
                                  <p:stCondLst>
                                    <p:cond delay="0"/>
                                  </p:stCondLst>
                                  <p:childTnLst>
                                    <p:set>
                                      <p:cBhvr>
                                        <p:cTn id="101" dur="1" fill="hold">
                                          <p:stCondLst>
                                            <p:cond delay="0"/>
                                          </p:stCondLst>
                                        </p:cTn>
                                        <p:tgtEl>
                                          <p:spTgt spid="111654"/>
                                        </p:tgtEl>
                                        <p:attrNameLst>
                                          <p:attrName>style.visibility</p:attrName>
                                        </p:attrNameLst>
                                      </p:cBhvr>
                                      <p:to>
                                        <p:strVal val="visible"/>
                                      </p:to>
                                    </p:set>
                                    <p:animEffect transition="in" filter="dissolve">
                                      <p:cBhvr>
                                        <p:cTn id="102" dur="500"/>
                                        <p:tgtEl>
                                          <p:spTgt spid="111654"/>
                                        </p:tgtEl>
                                      </p:cBhvr>
                                    </p:animEffect>
                                  </p:childTnLst>
                                </p:cTn>
                              </p:par>
                            </p:childTnLst>
                          </p:cTn>
                        </p:par>
                        <p:par>
                          <p:cTn id="103" fill="hold">
                            <p:stCondLst>
                              <p:cond delay="11000"/>
                            </p:stCondLst>
                            <p:childTnLst>
                              <p:par>
                                <p:cTn id="104" presetID="12" presetClass="entr" presetSubtype="4" fill="hold" nodeType="afterEffect">
                                  <p:stCondLst>
                                    <p:cond delay="0"/>
                                  </p:stCondLst>
                                  <p:childTnLst>
                                    <p:set>
                                      <p:cBhvr>
                                        <p:cTn id="105" dur="1" fill="hold">
                                          <p:stCondLst>
                                            <p:cond delay="0"/>
                                          </p:stCondLst>
                                        </p:cTn>
                                        <p:tgtEl>
                                          <p:spTgt spid="111653"/>
                                        </p:tgtEl>
                                        <p:attrNameLst>
                                          <p:attrName>style.visibility</p:attrName>
                                        </p:attrNameLst>
                                      </p:cBhvr>
                                      <p:to>
                                        <p:strVal val="visible"/>
                                      </p:to>
                                    </p:set>
                                    <p:animEffect transition="in" filter="slide(fromBottom)">
                                      <p:cBhvr>
                                        <p:cTn id="106" dur="500"/>
                                        <p:tgtEl>
                                          <p:spTgt spid="111653"/>
                                        </p:tgtEl>
                                      </p:cBhvr>
                                    </p:animEffect>
                                  </p:childTnLst>
                                </p:cTn>
                              </p:par>
                            </p:childTnLst>
                          </p:cTn>
                        </p:par>
                        <p:par>
                          <p:cTn id="107" fill="hold">
                            <p:stCondLst>
                              <p:cond delay="11500"/>
                            </p:stCondLst>
                            <p:childTnLst>
                              <p:par>
                                <p:cTn id="108" presetID="23" presetClass="entr" presetSubtype="32" fill="hold" nodeType="afterEffect">
                                  <p:stCondLst>
                                    <p:cond delay="0"/>
                                  </p:stCondLst>
                                  <p:childTnLst>
                                    <p:set>
                                      <p:cBhvr>
                                        <p:cTn id="109" dur="1" fill="hold">
                                          <p:stCondLst>
                                            <p:cond delay="0"/>
                                          </p:stCondLst>
                                        </p:cTn>
                                        <p:tgtEl>
                                          <p:spTgt spid="3"/>
                                        </p:tgtEl>
                                        <p:attrNameLst>
                                          <p:attrName>style.visibility</p:attrName>
                                        </p:attrNameLst>
                                      </p:cBhvr>
                                      <p:to>
                                        <p:strVal val="visible"/>
                                      </p:to>
                                    </p:set>
                                    <p:anim calcmode="lin" valueType="num">
                                      <p:cBhvr>
                                        <p:cTn id="110" dur="500" fill="hold"/>
                                        <p:tgtEl>
                                          <p:spTgt spid="3"/>
                                        </p:tgtEl>
                                        <p:attrNameLst>
                                          <p:attrName>ppt_w</p:attrName>
                                        </p:attrNameLst>
                                      </p:cBhvr>
                                      <p:tavLst>
                                        <p:tav tm="0">
                                          <p:val>
                                            <p:strVal val="4*#ppt_w"/>
                                          </p:val>
                                        </p:tav>
                                        <p:tav tm="100000">
                                          <p:val>
                                            <p:strVal val="#ppt_w"/>
                                          </p:val>
                                        </p:tav>
                                      </p:tavLst>
                                    </p:anim>
                                    <p:anim calcmode="lin" valueType="num">
                                      <p:cBhvr>
                                        <p:cTn id="111" dur="500" fill="hold"/>
                                        <p:tgtEl>
                                          <p:spTgt spid="3"/>
                                        </p:tgtEl>
                                        <p:attrNameLst>
                                          <p:attrName>ppt_h</p:attrName>
                                        </p:attrNameLst>
                                      </p:cBhvr>
                                      <p:tavLst>
                                        <p:tav tm="0">
                                          <p:val>
                                            <p:strVal val="4*#ppt_h"/>
                                          </p:val>
                                        </p:tav>
                                        <p:tav tm="100000">
                                          <p:val>
                                            <p:strVal val="#ppt_h"/>
                                          </p:val>
                                        </p:tav>
                                      </p:tavLst>
                                    </p:anim>
                                  </p:childTnLst>
                                </p:cTn>
                              </p:par>
                            </p:childTnLst>
                          </p:cTn>
                        </p:par>
                        <p:par>
                          <p:cTn id="112" fill="hold">
                            <p:stCondLst>
                              <p:cond delay="12000"/>
                            </p:stCondLst>
                            <p:childTnLst>
                              <p:par>
                                <p:cTn id="113" presetID="1" presetClass="entr" presetSubtype="0" fill="hold" nodeType="afterEffect">
                                  <p:stCondLst>
                                    <p:cond delay="0"/>
                                  </p:stCondLst>
                                  <p:childTnLst>
                                    <p:set>
                                      <p:cBhvr>
                                        <p:cTn id="114" dur="1" fill="hold">
                                          <p:stCondLst>
                                            <p:cond delay="0"/>
                                          </p:stCondLst>
                                        </p:cTn>
                                        <p:tgtEl>
                                          <p:spTgt spid="5"/>
                                        </p:tgtEl>
                                        <p:attrNameLst>
                                          <p:attrName>style.visibility</p:attrName>
                                        </p:attrNameLst>
                                      </p:cBhvr>
                                      <p:to>
                                        <p:strVal val="visible"/>
                                      </p:to>
                                    </p:set>
                                  </p:childTnLst>
                                </p:cTn>
                              </p:par>
                            </p:childTnLst>
                          </p:cTn>
                        </p:par>
                        <p:par>
                          <p:cTn id="115" fill="hold">
                            <p:stCondLst>
                              <p:cond delay="12000"/>
                            </p:stCondLst>
                            <p:childTnLst>
                              <p:par>
                                <p:cTn id="116" presetID="1" presetClass="entr" presetSubtype="0" fill="hold" nodeType="afterEffect">
                                  <p:stCondLst>
                                    <p:cond delay="0"/>
                                  </p:stCondLst>
                                  <p:childTnLst>
                                    <p:set>
                                      <p:cBhvr>
                                        <p:cTn id="117" dur="1" fill="hold">
                                          <p:stCondLst>
                                            <p:cond delay="0"/>
                                          </p:stCondLst>
                                        </p:cTn>
                                        <p:tgtEl>
                                          <p:spTgt spid="111618"/>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6"/>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111670"/>
                                        </p:tgtEl>
                                        <p:attrNameLst>
                                          <p:attrName>style.visibility</p:attrName>
                                        </p:attrNameLst>
                                      </p:cBhvr>
                                      <p:to>
                                        <p:strVal val="visible"/>
                                      </p:to>
                                    </p:set>
                                  </p:childTnLst>
                                </p:cTn>
                              </p:par>
                            </p:childTnLst>
                          </p:cTn>
                        </p:par>
                        <p:par>
                          <p:cTn id="126" fill="hold">
                            <p:stCondLst>
                              <p:cond delay="0"/>
                            </p:stCondLst>
                            <p:childTnLst>
                              <p:par>
                                <p:cTn id="127" presetID="16" presetClass="entr" presetSubtype="21" fill="hold" nodeType="afterEffect">
                                  <p:stCondLst>
                                    <p:cond delay="0"/>
                                  </p:stCondLst>
                                  <p:childTnLst>
                                    <p:set>
                                      <p:cBhvr>
                                        <p:cTn id="128" dur="1" fill="hold">
                                          <p:stCondLst>
                                            <p:cond delay="0"/>
                                          </p:stCondLst>
                                        </p:cTn>
                                        <p:tgtEl>
                                          <p:spTgt spid="33854"/>
                                        </p:tgtEl>
                                        <p:attrNameLst>
                                          <p:attrName>style.visibility</p:attrName>
                                        </p:attrNameLst>
                                      </p:cBhvr>
                                      <p:to>
                                        <p:strVal val="visible"/>
                                      </p:to>
                                    </p:set>
                                    <p:animEffect transition="in" filter="barn(inVertical)">
                                      <p:cBhvr>
                                        <p:cTn id="129" dur="500"/>
                                        <p:tgtEl>
                                          <p:spTgt spid="33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4513" name="对象 111667"/>
          <p:cNvGraphicFramePr/>
          <p:nvPr/>
        </p:nvGraphicFramePr>
        <p:xfrm>
          <a:off x="1858963" y="4102100"/>
          <a:ext cx="4318000" cy="215900"/>
        </p:xfrm>
        <a:graphic>
          <a:graphicData uri="http://schemas.openxmlformats.org/presentationml/2006/ole">
            <mc:AlternateContent xmlns:mc="http://schemas.openxmlformats.org/markup-compatibility/2006">
              <mc:Choice xmlns:v="urn:schemas-microsoft-com:vml" Requires="v">
                <p:oleObj spid="_x0000_s3321" name="" r:id="rId1" imgW="0" imgH="0" progId="Equation.3">
                  <p:embed/>
                </p:oleObj>
              </mc:Choice>
              <mc:Fallback>
                <p:oleObj name="" r:id="rId1" imgW="0" imgH="0" progId="Equation.3">
                  <p:embed/>
                  <p:pic>
                    <p:nvPicPr>
                      <p:cNvPr id="0" name="图片 3320"/>
                      <p:cNvPicPr/>
                      <p:nvPr/>
                    </p:nvPicPr>
                    <p:blipFill>
                      <a:blip/>
                      <a:stretch>
                        <a:fillRect/>
                      </a:stretch>
                    </p:blipFill>
                    <p:spPr>
                      <a:xfrm>
                        <a:off x="1858963" y="4102100"/>
                        <a:ext cx="4318000" cy="215900"/>
                      </a:xfrm>
                      <a:prstGeom prst="rect">
                        <a:avLst/>
                      </a:prstGeom>
                      <a:noFill/>
                      <a:ln w="38100">
                        <a:noFill/>
                        <a:miter/>
                      </a:ln>
                    </p:spPr>
                  </p:pic>
                </p:oleObj>
              </mc:Fallback>
            </mc:AlternateContent>
          </a:graphicData>
        </a:graphic>
      </p:graphicFrame>
      <p:sp>
        <p:nvSpPr>
          <p:cNvPr id="64514" name="Line 8"/>
          <p:cNvSpPr/>
          <p:nvPr/>
        </p:nvSpPr>
        <p:spPr>
          <a:xfrm>
            <a:off x="593725" y="4554538"/>
            <a:ext cx="3030538" cy="0"/>
          </a:xfrm>
          <a:prstGeom prst="line">
            <a:avLst/>
          </a:prstGeom>
          <a:ln w="31750" cap="flat" cmpd="sng">
            <a:solidFill>
              <a:schemeClr val="tx1"/>
            </a:solidFill>
            <a:prstDash val="solid"/>
            <a:round/>
            <a:headEnd type="none" w="med" len="med"/>
            <a:tailEnd type="triangle" w="med" len="med"/>
          </a:ln>
        </p:spPr>
      </p:sp>
      <p:sp>
        <p:nvSpPr>
          <p:cNvPr id="64515" name="Line 9"/>
          <p:cNvSpPr/>
          <p:nvPr/>
        </p:nvSpPr>
        <p:spPr>
          <a:xfrm>
            <a:off x="593725" y="4554538"/>
            <a:ext cx="838200" cy="0"/>
          </a:xfrm>
          <a:prstGeom prst="line">
            <a:avLst/>
          </a:prstGeom>
          <a:ln w="25400" cap="flat" cmpd="sng">
            <a:solidFill>
              <a:srgbClr val="0000FF"/>
            </a:solidFill>
            <a:prstDash val="solid"/>
            <a:round/>
            <a:headEnd type="none" w="med" len="med"/>
            <a:tailEnd type="triangle" w="med" len="med"/>
          </a:ln>
        </p:spPr>
      </p:sp>
      <p:sp>
        <p:nvSpPr>
          <p:cNvPr id="64516" name="Line 10"/>
          <p:cNvSpPr/>
          <p:nvPr/>
        </p:nvSpPr>
        <p:spPr>
          <a:xfrm flipV="1">
            <a:off x="1355725" y="4249738"/>
            <a:ext cx="838200" cy="304800"/>
          </a:xfrm>
          <a:prstGeom prst="line">
            <a:avLst/>
          </a:prstGeom>
          <a:ln w="25400" cap="flat" cmpd="sng">
            <a:solidFill>
              <a:srgbClr val="0000FF"/>
            </a:solidFill>
            <a:prstDash val="solid"/>
            <a:round/>
            <a:headEnd type="none" w="med" len="med"/>
            <a:tailEnd type="triangle" w="med" len="med"/>
          </a:ln>
        </p:spPr>
      </p:sp>
      <p:sp>
        <p:nvSpPr>
          <p:cNvPr id="64517" name="Line 11"/>
          <p:cNvSpPr/>
          <p:nvPr/>
        </p:nvSpPr>
        <p:spPr>
          <a:xfrm flipV="1">
            <a:off x="2187575" y="3563938"/>
            <a:ext cx="685800" cy="685800"/>
          </a:xfrm>
          <a:prstGeom prst="line">
            <a:avLst/>
          </a:prstGeom>
          <a:ln w="25400" cap="flat" cmpd="sng">
            <a:solidFill>
              <a:srgbClr val="0000FF"/>
            </a:solidFill>
            <a:prstDash val="solid"/>
            <a:round/>
            <a:headEnd type="none" w="med" len="med"/>
            <a:tailEnd type="triangle" w="med" len="med"/>
          </a:ln>
        </p:spPr>
      </p:sp>
      <p:sp>
        <p:nvSpPr>
          <p:cNvPr id="64518" name="Line 12"/>
          <p:cNvSpPr/>
          <p:nvPr/>
        </p:nvSpPr>
        <p:spPr>
          <a:xfrm flipV="1">
            <a:off x="2871788" y="2725738"/>
            <a:ext cx="304800" cy="838200"/>
          </a:xfrm>
          <a:prstGeom prst="line">
            <a:avLst/>
          </a:prstGeom>
          <a:ln w="25400" cap="flat" cmpd="sng">
            <a:solidFill>
              <a:srgbClr val="0000FF"/>
            </a:solidFill>
            <a:prstDash val="solid"/>
            <a:round/>
            <a:headEnd type="none" w="med" len="med"/>
            <a:tailEnd type="triangle" w="med" len="med"/>
          </a:ln>
        </p:spPr>
      </p:sp>
      <p:sp>
        <p:nvSpPr>
          <p:cNvPr id="64519" name="Line 13"/>
          <p:cNvSpPr/>
          <p:nvPr/>
        </p:nvSpPr>
        <p:spPr>
          <a:xfrm flipH="1" flipV="1">
            <a:off x="3184525" y="1811338"/>
            <a:ext cx="0" cy="914400"/>
          </a:xfrm>
          <a:prstGeom prst="line">
            <a:avLst/>
          </a:prstGeom>
          <a:ln w="25400" cap="flat" cmpd="sng">
            <a:solidFill>
              <a:srgbClr val="0000FF"/>
            </a:solidFill>
            <a:prstDash val="solid"/>
            <a:round/>
            <a:headEnd type="none" w="med" len="med"/>
            <a:tailEnd type="triangle" w="med" len="med"/>
          </a:ln>
        </p:spPr>
      </p:sp>
      <p:sp>
        <p:nvSpPr>
          <p:cNvPr id="64520" name="Line 14"/>
          <p:cNvSpPr/>
          <p:nvPr/>
        </p:nvSpPr>
        <p:spPr>
          <a:xfrm flipV="1">
            <a:off x="2193925" y="3944938"/>
            <a:ext cx="838200" cy="304800"/>
          </a:xfrm>
          <a:prstGeom prst="line">
            <a:avLst/>
          </a:prstGeom>
          <a:ln w="25400" cap="flat" cmpd="sng">
            <a:solidFill>
              <a:srgbClr val="0000FF"/>
            </a:solidFill>
            <a:prstDash val="sysDot"/>
            <a:round/>
            <a:headEnd type="none" w="med" len="med"/>
            <a:tailEnd type="none" w="med" len="med"/>
          </a:ln>
        </p:spPr>
      </p:sp>
      <p:sp>
        <p:nvSpPr>
          <p:cNvPr id="64521" name="Line 15"/>
          <p:cNvSpPr/>
          <p:nvPr/>
        </p:nvSpPr>
        <p:spPr>
          <a:xfrm flipV="1">
            <a:off x="2879725" y="2954338"/>
            <a:ext cx="609600" cy="609600"/>
          </a:xfrm>
          <a:prstGeom prst="line">
            <a:avLst/>
          </a:prstGeom>
          <a:ln w="25400" cap="flat" cmpd="sng">
            <a:solidFill>
              <a:srgbClr val="0000FF"/>
            </a:solidFill>
            <a:prstDash val="sysDot"/>
            <a:round/>
            <a:headEnd type="none" w="med" len="med"/>
            <a:tailEnd type="none" w="med" len="med"/>
          </a:ln>
        </p:spPr>
      </p:sp>
      <p:sp>
        <p:nvSpPr>
          <p:cNvPr id="64522" name="Line 16"/>
          <p:cNvSpPr/>
          <p:nvPr/>
        </p:nvSpPr>
        <p:spPr>
          <a:xfrm flipV="1">
            <a:off x="3184525" y="1887538"/>
            <a:ext cx="304800" cy="838200"/>
          </a:xfrm>
          <a:prstGeom prst="line">
            <a:avLst/>
          </a:prstGeom>
          <a:ln w="25400" cap="flat" cmpd="sng">
            <a:solidFill>
              <a:srgbClr val="0000FF"/>
            </a:solidFill>
            <a:prstDash val="sysDot"/>
            <a:round/>
            <a:headEnd type="none" w="med" len="med"/>
            <a:tailEnd type="none" w="med" len="med"/>
          </a:ln>
        </p:spPr>
      </p:sp>
      <p:graphicFrame>
        <p:nvGraphicFramePr>
          <p:cNvPr id="64523" name="Object 17"/>
          <p:cNvGraphicFramePr>
            <a:graphicFrameLocks noChangeAspect="1"/>
          </p:cNvGraphicFramePr>
          <p:nvPr/>
        </p:nvGraphicFramePr>
        <p:xfrm>
          <a:off x="481013" y="4583113"/>
          <a:ext cx="252412" cy="269875"/>
        </p:xfrm>
        <a:graphic>
          <a:graphicData uri="http://schemas.openxmlformats.org/presentationml/2006/ole">
            <mc:AlternateContent xmlns:mc="http://schemas.openxmlformats.org/markup-compatibility/2006">
              <mc:Choice xmlns:v="urn:schemas-microsoft-com:vml" Requires="v">
                <p:oleObj spid="_x0000_s3322" name="" r:id="rId2" imgW="152400" imgH="165100" progId="Equation.3">
                  <p:embed/>
                </p:oleObj>
              </mc:Choice>
              <mc:Fallback>
                <p:oleObj name="" r:id="rId2" imgW="152400" imgH="165100" progId="Equation.3">
                  <p:embed/>
                  <p:pic>
                    <p:nvPicPr>
                      <p:cNvPr id="0" name="图片 3321"/>
                      <p:cNvPicPr/>
                      <p:nvPr/>
                    </p:nvPicPr>
                    <p:blipFill>
                      <a:blip r:embed="rId3"/>
                      <a:stretch>
                        <a:fillRect/>
                      </a:stretch>
                    </p:blipFill>
                    <p:spPr>
                      <a:xfrm>
                        <a:off x="481013" y="4583113"/>
                        <a:ext cx="252412" cy="269875"/>
                      </a:xfrm>
                      <a:prstGeom prst="rect">
                        <a:avLst/>
                      </a:prstGeom>
                      <a:noFill/>
                      <a:ln w="38100">
                        <a:noFill/>
                        <a:miter/>
                      </a:ln>
                    </p:spPr>
                  </p:pic>
                </p:oleObj>
              </mc:Fallback>
            </mc:AlternateContent>
          </a:graphicData>
        </a:graphic>
      </p:graphicFrame>
      <p:graphicFrame>
        <p:nvGraphicFramePr>
          <p:cNvPr id="64524" name="Object 18"/>
          <p:cNvGraphicFramePr>
            <a:graphicFrameLocks noChangeAspect="1"/>
          </p:cNvGraphicFramePr>
          <p:nvPr/>
        </p:nvGraphicFramePr>
        <p:xfrm>
          <a:off x="3313113" y="4627563"/>
          <a:ext cx="311150" cy="312737"/>
        </p:xfrm>
        <a:graphic>
          <a:graphicData uri="http://schemas.openxmlformats.org/presentationml/2006/ole">
            <mc:AlternateContent xmlns:mc="http://schemas.openxmlformats.org/markup-compatibility/2006">
              <mc:Choice xmlns:v="urn:schemas-microsoft-com:vml" Requires="v">
                <p:oleObj spid="_x0000_s3319" name="" r:id="rId4" imgW="127000" imgH="127000" progId="Equation.3">
                  <p:embed/>
                </p:oleObj>
              </mc:Choice>
              <mc:Fallback>
                <p:oleObj name="" r:id="rId4" imgW="127000" imgH="127000" progId="Equation.3">
                  <p:embed/>
                  <p:pic>
                    <p:nvPicPr>
                      <p:cNvPr id="0" name="图片 3318"/>
                      <p:cNvPicPr/>
                      <p:nvPr/>
                    </p:nvPicPr>
                    <p:blipFill>
                      <a:blip r:embed="rId5"/>
                      <a:stretch>
                        <a:fillRect/>
                      </a:stretch>
                    </p:blipFill>
                    <p:spPr>
                      <a:xfrm>
                        <a:off x="3313113" y="4627563"/>
                        <a:ext cx="311150" cy="312737"/>
                      </a:xfrm>
                      <a:prstGeom prst="rect">
                        <a:avLst/>
                      </a:prstGeom>
                      <a:noFill/>
                      <a:ln w="38100">
                        <a:noFill/>
                        <a:miter/>
                      </a:ln>
                    </p:spPr>
                  </p:pic>
                </p:oleObj>
              </mc:Fallback>
            </mc:AlternateContent>
          </a:graphicData>
        </a:graphic>
      </p:graphicFrame>
      <p:graphicFrame>
        <p:nvGraphicFramePr>
          <p:cNvPr id="64525" name="Object 19"/>
          <p:cNvGraphicFramePr>
            <a:graphicFrameLocks noChangeAspect="1"/>
          </p:cNvGraphicFramePr>
          <p:nvPr/>
        </p:nvGraphicFramePr>
        <p:xfrm>
          <a:off x="827088" y="4506913"/>
          <a:ext cx="311150" cy="433387"/>
        </p:xfrm>
        <a:graphic>
          <a:graphicData uri="http://schemas.openxmlformats.org/presentationml/2006/ole">
            <mc:AlternateContent xmlns:mc="http://schemas.openxmlformats.org/markup-compatibility/2006">
              <mc:Choice xmlns:v="urn:schemas-microsoft-com:vml" Requires="v">
                <p:oleObj spid="_x0000_s3326" name="" r:id="rId6" imgW="152400" imgH="215900" progId="Equation.3">
                  <p:embed/>
                </p:oleObj>
              </mc:Choice>
              <mc:Fallback>
                <p:oleObj name="" r:id="rId6" imgW="152400" imgH="215900" progId="Equation.3">
                  <p:embed/>
                  <p:pic>
                    <p:nvPicPr>
                      <p:cNvPr id="0" name="图片 3325"/>
                      <p:cNvPicPr/>
                      <p:nvPr/>
                    </p:nvPicPr>
                    <p:blipFill>
                      <a:blip r:embed="rId7"/>
                      <a:stretch>
                        <a:fillRect/>
                      </a:stretch>
                    </p:blipFill>
                    <p:spPr>
                      <a:xfrm>
                        <a:off x="827088" y="4506913"/>
                        <a:ext cx="311150" cy="433387"/>
                      </a:xfrm>
                      <a:prstGeom prst="rect">
                        <a:avLst/>
                      </a:prstGeom>
                      <a:noFill/>
                      <a:ln w="38100">
                        <a:noFill/>
                        <a:miter/>
                      </a:ln>
                    </p:spPr>
                  </p:pic>
                </p:oleObj>
              </mc:Fallback>
            </mc:AlternateContent>
          </a:graphicData>
        </a:graphic>
      </p:graphicFrame>
      <p:graphicFrame>
        <p:nvGraphicFramePr>
          <p:cNvPr id="64526" name="Object 20"/>
          <p:cNvGraphicFramePr>
            <a:graphicFrameLocks noChangeAspect="1"/>
          </p:cNvGraphicFramePr>
          <p:nvPr/>
        </p:nvGraphicFramePr>
        <p:xfrm>
          <a:off x="1608138" y="3930650"/>
          <a:ext cx="371475" cy="449263"/>
        </p:xfrm>
        <a:graphic>
          <a:graphicData uri="http://schemas.openxmlformats.org/presentationml/2006/ole">
            <mc:AlternateContent xmlns:mc="http://schemas.openxmlformats.org/markup-compatibility/2006">
              <mc:Choice xmlns:v="urn:schemas-microsoft-com:vml" Requires="v">
                <p:oleObj spid="_x0000_s3317" name="" r:id="rId8" imgW="177800" imgH="215265" progId="Equation.3">
                  <p:embed/>
                </p:oleObj>
              </mc:Choice>
              <mc:Fallback>
                <p:oleObj name="" r:id="rId8" imgW="177800" imgH="215265" progId="Equation.3">
                  <p:embed/>
                  <p:pic>
                    <p:nvPicPr>
                      <p:cNvPr id="0" name="图片 3316"/>
                      <p:cNvPicPr/>
                      <p:nvPr/>
                    </p:nvPicPr>
                    <p:blipFill>
                      <a:blip r:embed="rId9"/>
                      <a:stretch>
                        <a:fillRect/>
                      </a:stretch>
                    </p:blipFill>
                    <p:spPr>
                      <a:xfrm>
                        <a:off x="1608138" y="3930650"/>
                        <a:ext cx="371475" cy="449263"/>
                      </a:xfrm>
                      <a:prstGeom prst="rect">
                        <a:avLst/>
                      </a:prstGeom>
                      <a:noFill/>
                      <a:ln w="38100">
                        <a:noFill/>
                        <a:miter/>
                      </a:ln>
                    </p:spPr>
                  </p:pic>
                </p:oleObj>
              </mc:Fallback>
            </mc:AlternateContent>
          </a:graphicData>
        </a:graphic>
      </p:graphicFrame>
      <p:graphicFrame>
        <p:nvGraphicFramePr>
          <p:cNvPr id="64527" name="Object 21"/>
          <p:cNvGraphicFramePr>
            <a:graphicFrameLocks noChangeAspect="1"/>
          </p:cNvGraphicFramePr>
          <p:nvPr/>
        </p:nvGraphicFramePr>
        <p:xfrm>
          <a:off x="2247900" y="3535363"/>
          <a:ext cx="315913" cy="439737"/>
        </p:xfrm>
        <a:graphic>
          <a:graphicData uri="http://schemas.openxmlformats.org/presentationml/2006/ole">
            <mc:AlternateContent xmlns:mc="http://schemas.openxmlformats.org/markup-compatibility/2006">
              <mc:Choice xmlns:v="urn:schemas-microsoft-com:vml" Requires="v">
                <p:oleObj spid="_x0000_s3327" name="" r:id="rId10" imgW="165100" imgH="228600" progId="Equation.3">
                  <p:embed/>
                </p:oleObj>
              </mc:Choice>
              <mc:Fallback>
                <p:oleObj name="" r:id="rId10" imgW="165100" imgH="228600" progId="Equation.3">
                  <p:embed/>
                  <p:pic>
                    <p:nvPicPr>
                      <p:cNvPr id="0" name="图片 3326"/>
                      <p:cNvPicPr/>
                      <p:nvPr/>
                    </p:nvPicPr>
                    <p:blipFill>
                      <a:blip r:embed="rId11"/>
                      <a:stretch>
                        <a:fillRect/>
                      </a:stretch>
                    </p:blipFill>
                    <p:spPr>
                      <a:xfrm>
                        <a:off x="2247900" y="3535363"/>
                        <a:ext cx="315913" cy="439737"/>
                      </a:xfrm>
                      <a:prstGeom prst="rect">
                        <a:avLst/>
                      </a:prstGeom>
                      <a:noFill/>
                      <a:ln w="38100">
                        <a:noFill/>
                        <a:miter/>
                      </a:ln>
                    </p:spPr>
                  </p:pic>
                </p:oleObj>
              </mc:Fallback>
            </mc:AlternateContent>
          </a:graphicData>
        </a:graphic>
      </p:graphicFrame>
      <p:graphicFrame>
        <p:nvGraphicFramePr>
          <p:cNvPr id="64528" name="Object 22"/>
          <p:cNvGraphicFramePr>
            <a:graphicFrameLocks noChangeAspect="1"/>
          </p:cNvGraphicFramePr>
          <p:nvPr/>
        </p:nvGraphicFramePr>
        <p:xfrm>
          <a:off x="2644775" y="2867025"/>
          <a:ext cx="371475" cy="441325"/>
        </p:xfrm>
        <a:graphic>
          <a:graphicData uri="http://schemas.openxmlformats.org/presentationml/2006/ole">
            <mc:AlternateContent xmlns:mc="http://schemas.openxmlformats.org/markup-compatibility/2006">
              <mc:Choice xmlns:v="urn:schemas-microsoft-com:vml" Requires="v">
                <p:oleObj spid="_x0000_s3318" name="" r:id="rId12" imgW="177800" imgH="215265" progId="Equation.3">
                  <p:embed/>
                </p:oleObj>
              </mc:Choice>
              <mc:Fallback>
                <p:oleObj name="" r:id="rId12" imgW="177800" imgH="215265" progId="Equation.3">
                  <p:embed/>
                  <p:pic>
                    <p:nvPicPr>
                      <p:cNvPr id="0" name="图片 3317"/>
                      <p:cNvPicPr/>
                      <p:nvPr/>
                    </p:nvPicPr>
                    <p:blipFill>
                      <a:blip r:embed="rId13"/>
                      <a:stretch>
                        <a:fillRect/>
                      </a:stretch>
                    </p:blipFill>
                    <p:spPr>
                      <a:xfrm>
                        <a:off x="2644775" y="2867025"/>
                        <a:ext cx="371475" cy="441325"/>
                      </a:xfrm>
                      <a:prstGeom prst="rect">
                        <a:avLst/>
                      </a:prstGeom>
                      <a:noFill/>
                      <a:ln w="38100">
                        <a:noFill/>
                        <a:miter/>
                      </a:ln>
                    </p:spPr>
                  </p:pic>
                </p:oleObj>
              </mc:Fallback>
            </mc:AlternateContent>
          </a:graphicData>
        </a:graphic>
      </p:graphicFrame>
      <p:graphicFrame>
        <p:nvGraphicFramePr>
          <p:cNvPr id="64529" name="Object 23"/>
          <p:cNvGraphicFramePr>
            <a:graphicFrameLocks noChangeAspect="1"/>
          </p:cNvGraphicFramePr>
          <p:nvPr/>
        </p:nvGraphicFramePr>
        <p:xfrm>
          <a:off x="2844800" y="2125663"/>
          <a:ext cx="320675" cy="444500"/>
        </p:xfrm>
        <a:graphic>
          <a:graphicData uri="http://schemas.openxmlformats.org/presentationml/2006/ole">
            <mc:AlternateContent xmlns:mc="http://schemas.openxmlformats.org/markup-compatibility/2006">
              <mc:Choice xmlns:v="urn:schemas-microsoft-com:vml" Requires="v">
                <p:oleObj spid="_x0000_s3323" name="" r:id="rId14" imgW="165100" imgH="228600" progId="Equation.3">
                  <p:embed/>
                </p:oleObj>
              </mc:Choice>
              <mc:Fallback>
                <p:oleObj name="" r:id="rId14" imgW="165100" imgH="228600" progId="Equation.3">
                  <p:embed/>
                  <p:pic>
                    <p:nvPicPr>
                      <p:cNvPr id="0" name="图片 3322"/>
                      <p:cNvPicPr/>
                      <p:nvPr/>
                    </p:nvPicPr>
                    <p:blipFill>
                      <a:blip r:embed="rId15"/>
                      <a:stretch>
                        <a:fillRect/>
                      </a:stretch>
                    </p:blipFill>
                    <p:spPr>
                      <a:xfrm>
                        <a:off x="2844800" y="2125663"/>
                        <a:ext cx="320675" cy="444500"/>
                      </a:xfrm>
                      <a:prstGeom prst="rect">
                        <a:avLst/>
                      </a:prstGeom>
                      <a:noFill/>
                      <a:ln w="38100">
                        <a:noFill/>
                        <a:miter/>
                      </a:ln>
                    </p:spPr>
                  </p:pic>
                </p:oleObj>
              </mc:Fallback>
            </mc:AlternateContent>
          </a:graphicData>
        </a:graphic>
      </p:graphicFrame>
      <p:graphicFrame>
        <p:nvGraphicFramePr>
          <p:cNvPr id="64530" name="Object 24"/>
          <p:cNvGraphicFramePr>
            <a:graphicFrameLocks noChangeAspect="1"/>
          </p:cNvGraphicFramePr>
          <p:nvPr/>
        </p:nvGraphicFramePr>
        <p:xfrm>
          <a:off x="2601913" y="3836988"/>
          <a:ext cx="193675" cy="161925"/>
        </p:xfrm>
        <a:graphic>
          <a:graphicData uri="http://schemas.openxmlformats.org/presentationml/2006/ole">
            <mc:AlternateContent xmlns:mc="http://schemas.openxmlformats.org/markup-compatibility/2006">
              <mc:Choice xmlns:v="urn:schemas-microsoft-com:vml" Requires="v">
                <p:oleObj spid="_x0000_s3328" name="" r:id="rId16" imgW="406400" imgH="342900" progId="Equation.3">
                  <p:embed/>
                </p:oleObj>
              </mc:Choice>
              <mc:Fallback>
                <p:oleObj name="" r:id="rId16" imgW="406400" imgH="342900" progId="Equation.3">
                  <p:embed/>
                  <p:pic>
                    <p:nvPicPr>
                      <p:cNvPr id="0" name="图片 3327"/>
                      <p:cNvPicPr/>
                      <p:nvPr/>
                    </p:nvPicPr>
                    <p:blipFill>
                      <a:blip r:embed="rId17">
                        <a:clrChange>
                          <a:clrFrom>
                            <a:srgbClr val="000000"/>
                          </a:clrFrom>
                          <a:clrTo>
                            <a:srgbClr val="000000">
                              <a:alpha val="0"/>
                            </a:srgbClr>
                          </a:clrTo>
                        </a:clrChange>
                      </a:blip>
                      <a:stretch>
                        <a:fillRect/>
                      </a:stretch>
                    </p:blipFill>
                    <p:spPr>
                      <a:xfrm>
                        <a:off x="2601913" y="3836988"/>
                        <a:ext cx="193675" cy="161925"/>
                      </a:xfrm>
                      <a:prstGeom prst="rect">
                        <a:avLst/>
                      </a:prstGeom>
                      <a:noFill/>
                      <a:ln w="38100">
                        <a:noFill/>
                        <a:miter/>
                      </a:ln>
                    </p:spPr>
                  </p:pic>
                </p:oleObj>
              </mc:Fallback>
            </mc:AlternateContent>
          </a:graphicData>
        </a:graphic>
      </p:graphicFrame>
      <p:graphicFrame>
        <p:nvGraphicFramePr>
          <p:cNvPr id="64531" name="Object 25"/>
          <p:cNvGraphicFramePr>
            <a:graphicFrameLocks noChangeAspect="1"/>
          </p:cNvGraphicFramePr>
          <p:nvPr/>
        </p:nvGraphicFramePr>
        <p:xfrm>
          <a:off x="3101975" y="2998788"/>
          <a:ext cx="193675" cy="161925"/>
        </p:xfrm>
        <a:graphic>
          <a:graphicData uri="http://schemas.openxmlformats.org/presentationml/2006/ole">
            <mc:AlternateContent xmlns:mc="http://schemas.openxmlformats.org/markup-compatibility/2006">
              <mc:Choice xmlns:v="urn:schemas-microsoft-com:vml" Requires="v">
                <p:oleObj spid="_x0000_s3329" name="" r:id="rId18" imgW="406400" imgH="342900" progId="Equation.3">
                  <p:embed/>
                </p:oleObj>
              </mc:Choice>
              <mc:Fallback>
                <p:oleObj name="" r:id="rId18" imgW="406400" imgH="342900" progId="Equation.3">
                  <p:embed/>
                  <p:pic>
                    <p:nvPicPr>
                      <p:cNvPr id="0" name="图片 3328"/>
                      <p:cNvPicPr/>
                      <p:nvPr/>
                    </p:nvPicPr>
                    <p:blipFill>
                      <a:blip r:embed="rId19">
                        <a:clrChange>
                          <a:clrFrom>
                            <a:srgbClr val="000000"/>
                          </a:clrFrom>
                          <a:clrTo>
                            <a:srgbClr val="000000">
                              <a:alpha val="0"/>
                            </a:srgbClr>
                          </a:clrTo>
                        </a:clrChange>
                      </a:blip>
                      <a:stretch>
                        <a:fillRect/>
                      </a:stretch>
                    </p:blipFill>
                    <p:spPr>
                      <a:xfrm>
                        <a:off x="3101975" y="2998788"/>
                        <a:ext cx="193675" cy="161925"/>
                      </a:xfrm>
                      <a:prstGeom prst="rect">
                        <a:avLst/>
                      </a:prstGeom>
                      <a:noFill/>
                      <a:ln w="38100">
                        <a:noFill/>
                        <a:miter/>
                      </a:ln>
                    </p:spPr>
                  </p:pic>
                </p:oleObj>
              </mc:Fallback>
            </mc:AlternateContent>
          </a:graphicData>
        </a:graphic>
      </p:graphicFrame>
      <p:graphicFrame>
        <p:nvGraphicFramePr>
          <p:cNvPr id="64532" name="Object 26"/>
          <p:cNvGraphicFramePr>
            <a:graphicFrameLocks noChangeAspect="1"/>
          </p:cNvGraphicFramePr>
          <p:nvPr/>
        </p:nvGraphicFramePr>
        <p:xfrm>
          <a:off x="3211513" y="2008188"/>
          <a:ext cx="193675" cy="161925"/>
        </p:xfrm>
        <a:graphic>
          <a:graphicData uri="http://schemas.openxmlformats.org/presentationml/2006/ole">
            <mc:AlternateContent xmlns:mc="http://schemas.openxmlformats.org/markup-compatibility/2006">
              <mc:Choice xmlns:v="urn:schemas-microsoft-com:vml" Requires="v">
                <p:oleObj spid="_x0000_s3341" name="" r:id="rId20" imgW="406400" imgH="342900" progId="Equation.3">
                  <p:embed/>
                </p:oleObj>
              </mc:Choice>
              <mc:Fallback>
                <p:oleObj name="" r:id="rId20" imgW="406400" imgH="342900" progId="Equation.3">
                  <p:embed/>
                  <p:pic>
                    <p:nvPicPr>
                      <p:cNvPr id="0" name="图片 3340"/>
                      <p:cNvPicPr/>
                      <p:nvPr/>
                    </p:nvPicPr>
                    <p:blipFill>
                      <a:blip r:embed="rId21">
                        <a:clrChange>
                          <a:clrFrom>
                            <a:srgbClr val="000000"/>
                          </a:clrFrom>
                          <a:clrTo>
                            <a:srgbClr val="000000">
                              <a:alpha val="0"/>
                            </a:srgbClr>
                          </a:clrTo>
                        </a:clrChange>
                      </a:blip>
                      <a:stretch>
                        <a:fillRect/>
                      </a:stretch>
                    </p:blipFill>
                    <p:spPr>
                      <a:xfrm>
                        <a:off x="3211513" y="2008188"/>
                        <a:ext cx="193675" cy="161925"/>
                      </a:xfrm>
                      <a:prstGeom prst="rect">
                        <a:avLst/>
                      </a:prstGeom>
                      <a:noFill/>
                      <a:ln w="38100">
                        <a:noFill/>
                        <a:miter/>
                      </a:ln>
                    </p:spPr>
                  </p:pic>
                </p:oleObj>
              </mc:Fallback>
            </mc:AlternateContent>
          </a:graphicData>
        </a:graphic>
      </p:graphicFrame>
      <p:graphicFrame>
        <p:nvGraphicFramePr>
          <p:cNvPr id="64533" name="Object 27"/>
          <p:cNvGraphicFramePr>
            <a:graphicFrameLocks noChangeAspect="1"/>
          </p:cNvGraphicFramePr>
          <p:nvPr/>
        </p:nvGraphicFramePr>
        <p:xfrm>
          <a:off x="1916113" y="4370388"/>
          <a:ext cx="193675" cy="161925"/>
        </p:xfrm>
        <a:graphic>
          <a:graphicData uri="http://schemas.openxmlformats.org/presentationml/2006/ole">
            <mc:AlternateContent xmlns:mc="http://schemas.openxmlformats.org/markup-compatibility/2006">
              <mc:Choice xmlns:v="urn:schemas-microsoft-com:vml" Requires="v">
                <p:oleObj spid="_x0000_s3335" name="" r:id="rId22" imgW="406400" imgH="342900" progId="Equation.3">
                  <p:embed/>
                </p:oleObj>
              </mc:Choice>
              <mc:Fallback>
                <p:oleObj name="" r:id="rId22" imgW="406400" imgH="342900" progId="Equation.3">
                  <p:embed/>
                  <p:pic>
                    <p:nvPicPr>
                      <p:cNvPr id="0" name="图片 3334"/>
                      <p:cNvPicPr/>
                      <p:nvPr/>
                    </p:nvPicPr>
                    <p:blipFill>
                      <a:blip r:embed="rId23">
                        <a:clrChange>
                          <a:clrFrom>
                            <a:srgbClr val="000000"/>
                          </a:clrFrom>
                          <a:clrTo>
                            <a:srgbClr val="000000">
                              <a:alpha val="0"/>
                            </a:srgbClr>
                          </a:clrTo>
                        </a:clrChange>
                      </a:blip>
                      <a:stretch>
                        <a:fillRect/>
                      </a:stretch>
                    </p:blipFill>
                    <p:spPr>
                      <a:xfrm>
                        <a:off x="1916113" y="4370388"/>
                        <a:ext cx="193675" cy="161925"/>
                      </a:xfrm>
                      <a:prstGeom prst="rect">
                        <a:avLst/>
                      </a:prstGeom>
                      <a:noFill/>
                      <a:ln w="38100">
                        <a:noFill/>
                        <a:miter/>
                      </a:ln>
                    </p:spPr>
                  </p:pic>
                </p:oleObj>
              </mc:Fallback>
            </mc:AlternateContent>
          </a:graphicData>
        </a:graphic>
      </p:graphicFrame>
      <p:sp>
        <p:nvSpPr>
          <p:cNvPr id="64534" name="Line 28"/>
          <p:cNvSpPr/>
          <p:nvPr/>
        </p:nvSpPr>
        <p:spPr>
          <a:xfrm flipV="1">
            <a:off x="593725" y="1811338"/>
            <a:ext cx="2590800" cy="2743200"/>
          </a:xfrm>
          <a:prstGeom prst="line">
            <a:avLst/>
          </a:prstGeom>
          <a:ln w="31750" cap="flat" cmpd="sng">
            <a:solidFill>
              <a:srgbClr val="FF3300"/>
            </a:solidFill>
            <a:prstDash val="solid"/>
            <a:round/>
            <a:headEnd type="none" w="med" len="med"/>
            <a:tailEnd type="triangle" w="med" len="lg"/>
          </a:ln>
        </p:spPr>
      </p:sp>
      <p:grpSp>
        <p:nvGrpSpPr>
          <p:cNvPr id="64535" name="Group 29"/>
          <p:cNvGrpSpPr/>
          <p:nvPr/>
        </p:nvGrpSpPr>
        <p:grpSpPr>
          <a:xfrm>
            <a:off x="593725" y="1887538"/>
            <a:ext cx="2590800" cy="2667000"/>
            <a:chOff x="1179" y="548"/>
            <a:chExt cx="1632" cy="1680"/>
          </a:xfrm>
        </p:grpSpPr>
        <p:sp>
          <p:nvSpPr>
            <p:cNvPr id="64536" name="Line 30"/>
            <p:cNvSpPr/>
            <p:nvPr/>
          </p:nvSpPr>
          <p:spPr>
            <a:xfrm flipH="1">
              <a:off x="1179" y="836"/>
              <a:ext cx="288" cy="1392"/>
            </a:xfrm>
            <a:prstGeom prst="line">
              <a:avLst/>
            </a:prstGeom>
            <a:ln w="9525" cap="rnd" cmpd="sng">
              <a:solidFill>
                <a:srgbClr val="0000FF"/>
              </a:solidFill>
              <a:prstDash val="sysDot"/>
              <a:round/>
              <a:headEnd type="none" w="med" len="med"/>
              <a:tailEnd type="none" w="med" len="med"/>
            </a:ln>
          </p:spPr>
        </p:sp>
        <p:sp>
          <p:nvSpPr>
            <p:cNvPr id="64537" name="Line 31"/>
            <p:cNvSpPr/>
            <p:nvPr/>
          </p:nvSpPr>
          <p:spPr>
            <a:xfrm>
              <a:off x="1467" y="836"/>
              <a:ext cx="192" cy="1392"/>
            </a:xfrm>
            <a:prstGeom prst="line">
              <a:avLst/>
            </a:prstGeom>
            <a:ln w="9525" cap="rnd" cmpd="sng">
              <a:solidFill>
                <a:srgbClr val="0000FF"/>
              </a:solidFill>
              <a:prstDash val="sysDot"/>
              <a:round/>
              <a:headEnd type="none" w="med" len="med"/>
              <a:tailEnd type="none" w="med" len="med"/>
            </a:ln>
          </p:spPr>
        </p:sp>
        <p:sp>
          <p:nvSpPr>
            <p:cNvPr id="64538" name="Line 32"/>
            <p:cNvSpPr/>
            <p:nvPr/>
          </p:nvSpPr>
          <p:spPr>
            <a:xfrm>
              <a:off x="1467" y="836"/>
              <a:ext cx="720" cy="1200"/>
            </a:xfrm>
            <a:prstGeom prst="line">
              <a:avLst/>
            </a:prstGeom>
            <a:ln w="9525" cap="rnd" cmpd="sng">
              <a:solidFill>
                <a:srgbClr val="0000FF"/>
              </a:solidFill>
              <a:prstDash val="sysDot"/>
              <a:round/>
              <a:headEnd type="none" w="med" len="med"/>
              <a:tailEnd type="none" w="med" len="med"/>
            </a:ln>
          </p:spPr>
        </p:sp>
        <p:sp>
          <p:nvSpPr>
            <p:cNvPr id="64539" name="Line 33"/>
            <p:cNvSpPr/>
            <p:nvPr/>
          </p:nvSpPr>
          <p:spPr>
            <a:xfrm>
              <a:off x="1467" y="836"/>
              <a:ext cx="1104" cy="768"/>
            </a:xfrm>
            <a:prstGeom prst="line">
              <a:avLst/>
            </a:prstGeom>
            <a:ln w="9525" cap="rnd" cmpd="sng">
              <a:solidFill>
                <a:srgbClr val="0000FF"/>
              </a:solidFill>
              <a:prstDash val="sysDot"/>
              <a:round/>
              <a:headEnd type="none" w="med" len="med"/>
              <a:tailEnd type="none" w="med" len="med"/>
            </a:ln>
          </p:spPr>
        </p:sp>
        <p:sp>
          <p:nvSpPr>
            <p:cNvPr id="64540" name="Line 34"/>
            <p:cNvSpPr/>
            <p:nvPr/>
          </p:nvSpPr>
          <p:spPr>
            <a:xfrm>
              <a:off x="1467" y="836"/>
              <a:ext cx="1344" cy="288"/>
            </a:xfrm>
            <a:prstGeom prst="line">
              <a:avLst/>
            </a:prstGeom>
            <a:ln w="9525" cap="rnd" cmpd="sng">
              <a:solidFill>
                <a:srgbClr val="0000FF"/>
              </a:solidFill>
              <a:prstDash val="sysDot"/>
              <a:round/>
              <a:headEnd type="none" w="med" len="med"/>
              <a:tailEnd type="none" w="med" len="med"/>
            </a:ln>
          </p:spPr>
        </p:sp>
        <p:sp>
          <p:nvSpPr>
            <p:cNvPr id="64541" name="Line 35"/>
            <p:cNvSpPr/>
            <p:nvPr/>
          </p:nvSpPr>
          <p:spPr>
            <a:xfrm flipV="1">
              <a:off x="1467" y="548"/>
              <a:ext cx="1248" cy="288"/>
            </a:xfrm>
            <a:prstGeom prst="line">
              <a:avLst/>
            </a:prstGeom>
            <a:ln w="9525" cap="rnd" cmpd="sng">
              <a:solidFill>
                <a:srgbClr val="0000FF"/>
              </a:solidFill>
              <a:prstDash val="sysDot"/>
              <a:round/>
              <a:headEnd type="none" w="med" len="med"/>
              <a:tailEnd type="none" w="med" len="med"/>
            </a:ln>
          </p:spPr>
        </p:sp>
        <p:graphicFrame>
          <p:nvGraphicFramePr>
            <p:cNvPr id="64542" name="Object 36"/>
            <p:cNvGraphicFramePr>
              <a:graphicFrameLocks noChangeAspect="1"/>
            </p:cNvGraphicFramePr>
            <p:nvPr/>
          </p:nvGraphicFramePr>
          <p:xfrm>
            <a:off x="1289" y="639"/>
            <a:ext cx="151" cy="168"/>
          </p:xfrm>
          <a:graphic>
            <a:graphicData uri="http://schemas.openxmlformats.org/presentationml/2006/ole">
              <mc:AlternateContent xmlns:mc="http://schemas.openxmlformats.org/markup-compatibility/2006">
                <mc:Choice xmlns:v="urn:schemas-microsoft-com:vml" Requires="v">
                  <p:oleObj spid="_x0000_s3333" name="" r:id="rId24" imgW="342900" imgH="381000" progId="Equation.3">
                    <p:embed/>
                  </p:oleObj>
                </mc:Choice>
                <mc:Fallback>
                  <p:oleObj name="" r:id="rId24" imgW="342900" imgH="381000" progId="Equation.3">
                    <p:embed/>
                    <p:pic>
                      <p:nvPicPr>
                        <p:cNvPr id="0" name="图片 3332"/>
                        <p:cNvPicPr/>
                        <p:nvPr/>
                      </p:nvPicPr>
                      <p:blipFill>
                        <a:blip r:embed="rId25"/>
                        <a:stretch>
                          <a:fillRect/>
                        </a:stretch>
                      </p:blipFill>
                      <p:spPr>
                        <a:xfrm>
                          <a:off x="1289" y="639"/>
                          <a:ext cx="151" cy="168"/>
                        </a:xfrm>
                        <a:prstGeom prst="rect">
                          <a:avLst/>
                        </a:prstGeom>
                        <a:noFill/>
                        <a:ln w="38100">
                          <a:noFill/>
                          <a:miter/>
                        </a:ln>
                      </p:spPr>
                    </p:pic>
                  </p:oleObj>
                </mc:Fallback>
              </mc:AlternateContent>
            </a:graphicData>
          </a:graphic>
        </p:graphicFrame>
      </p:grpSp>
      <p:graphicFrame>
        <p:nvGraphicFramePr>
          <p:cNvPr id="64543" name="Object 37"/>
          <p:cNvGraphicFramePr>
            <a:graphicFrameLocks noChangeAspect="1"/>
          </p:cNvGraphicFramePr>
          <p:nvPr/>
        </p:nvGraphicFramePr>
        <p:xfrm>
          <a:off x="1597025" y="2606675"/>
          <a:ext cx="390525" cy="495300"/>
        </p:xfrm>
        <a:graphic>
          <a:graphicData uri="http://schemas.openxmlformats.org/presentationml/2006/ole">
            <mc:AlternateContent xmlns:mc="http://schemas.openxmlformats.org/markup-compatibility/2006">
              <mc:Choice xmlns:v="urn:schemas-microsoft-com:vml" Requires="v">
                <p:oleObj spid="_x0000_s3332" name="" r:id="rId26" imgW="190500" imgH="241300" progId="Equation.3">
                  <p:embed/>
                </p:oleObj>
              </mc:Choice>
              <mc:Fallback>
                <p:oleObj name="" r:id="rId26" imgW="190500" imgH="241300" progId="Equation.3">
                  <p:embed/>
                  <p:pic>
                    <p:nvPicPr>
                      <p:cNvPr id="0" name="图片 3331"/>
                      <p:cNvPicPr/>
                      <p:nvPr/>
                    </p:nvPicPr>
                    <p:blipFill>
                      <a:blip r:embed="rId27">
                        <a:clrChange>
                          <a:clrFrom>
                            <a:srgbClr val="000000"/>
                          </a:clrFrom>
                          <a:clrTo>
                            <a:srgbClr val="000000">
                              <a:alpha val="0"/>
                            </a:srgbClr>
                          </a:clrTo>
                        </a:clrChange>
                      </a:blip>
                      <a:stretch>
                        <a:fillRect/>
                      </a:stretch>
                    </p:blipFill>
                    <p:spPr>
                      <a:xfrm>
                        <a:off x="1597025" y="2606675"/>
                        <a:ext cx="390525" cy="495300"/>
                      </a:xfrm>
                      <a:prstGeom prst="rect">
                        <a:avLst/>
                      </a:prstGeom>
                      <a:noFill/>
                      <a:ln w="38100">
                        <a:noFill/>
                        <a:miter/>
                      </a:ln>
                    </p:spPr>
                  </p:pic>
                </p:oleObj>
              </mc:Fallback>
            </mc:AlternateContent>
          </a:graphicData>
        </a:graphic>
      </p:graphicFrame>
      <p:graphicFrame>
        <p:nvGraphicFramePr>
          <p:cNvPr id="64544" name="Object 38"/>
          <p:cNvGraphicFramePr>
            <a:graphicFrameLocks noChangeAspect="1"/>
          </p:cNvGraphicFramePr>
          <p:nvPr/>
        </p:nvGraphicFramePr>
        <p:xfrm>
          <a:off x="2989263" y="1530350"/>
          <a:ext cx="338137" cy="249238"/>
        </p:xfrm>
        <a:graphic>
          <a:graphicData uri="http://schemas.openxmlformats.org/presentationml/2006/ole">
            <mc:AlternateContent xmlns:mc="http://schemas.openxmlformats.org/markup-compatibility/2006">
              <mc:Choice xmlns:v="urn:schemas-microsoft-com:vml" Requires="v">
                <p:oleObj spid="_x0000_s3339" name="" r:id="rId28" imgW="481965" imgH="355600" progId="Equation.3">
                  <p:embed/>
                </p:oleObj>
              </mc:Choice>
              <mc:Fallback>
                <p:oleObj name="" r:id="rId28" imgW="481965" imgH="355600" progId="Equation.3">
                  <p:embed/>
                  <p:pic>
                    <p:nvPicPr>
                      <p:cNvPr id="0" name="图片 3338"/>
                      <p:cNvPicPr/>
                      <p:nvPr/>
                    </p:nvPicPr>
                    <p:blipFill>
                      <a:blip r:embed="rId29"/>
                      <a:stretch>
                        <a:fillRect/>
                      </a:stretch>
                    </p:blipFill>
                    <p:spPr>
                      <a:xfrm>
                        <a:off x="2989263" y="1530350"/>
                        <a:ext cx="338137" cy="249238"/>
                      </a:xfrm>
                      <a:prstGeom prst="rect">
                        <a:avLst/>
                      </a:prstGeom>
                      <a:noFill/>
                      <a:ln w="38100">
                        <a:noFill/>
                        <a:miter/>
                      </a:ln>
                    </p:spPr>
                  </p:pic>
                </p:oleObj>
              </mc:Fallback>
            </mc:AlternateContent>
          </a:graphicData>
        </a:graphic>
      </p:graphicFrame>
      <p:grpSp>
        <p:nvGrpSpPr>
          <p:cNvPr id="64545" name="Group 39"/>
          <p:cNvGrpSpPr/>
          <p:nvPr/>
        </p:nvGrpSpPr>
        <p:grpSpPr>
          <a:xfrm>
            <a:off x="1635125" y="2336800"/>
            <a:ext cx="1693863" cy="2247900"/>
            <a:chOff x="1087" y="810"/>
            <a:chExt cx="1067" cy="1416"/>
          </a:xfrm>
        </p:grpSpPr>
        <p:sp>
          <p:nvSpPr>
            <p:cNvPr id="64546" name="Line 40"/>
            <p:cNvSpPr/>
            <p:nvPr/>
          </p:nvSpPr>
          <p:spPr>
            <a:xfrm>
              <a:off x="1087" y="2136"/>
              <a:ext cx="45" cy="90"/>
            </a:xfrm>
            <a:prstGeom prst="line">
              <a:avLst/>
            </a:prstGeom>
            <a:ln w="9525" cap="flat" cmpd="sng">
              <a:solidFill>
                <a:srgbClr val="000000"/>
              </a:solidFill>
              <a:prstDash val="solid"/>
              <a:round/>
              <a:headEnd type="none" w="med" len="med"/>
              <a:tailEnd type="none" w="lg" len="lg"/>
            </a:ln>
          </p:spPr>
        </p:sp>
        <p:sp>
          <p:nvSpPr>
            <p:cNvPr id="64547" name="Line 41"/>
            <p:cNvSpPr/>
            <p:nvPr/>
          </p:nvSpPr>
          <p:spPr>
            <a:xfrm>
              <a:off x="1568" y="1881"/>
              <a:ext cx="46" cy="91"/>
            </a:xfrm>
            <a:prstGeom prst="line">
              <a:avLst/>
            </a:prstGeom>
            <a:ln w="9525" cap="flat" cmpd="sng">
              <a:solidFill>
                <a:srgbClr val="000000"/>
              </a:solidFill>
              <a:prstDash val="solid"/>
              <a:round/>
              <a:headEnd type="none" w="med" len="med"/>
              <a:tailEnd type="none" w="lg" len="lg"/>
            </a:ln>
          </p:spPr>
        </p:sp>
        <p:sp>
          <p:nvSpPr>
            <p:cNvPr id="64548" name="Line 42"/>
            <p:cNvSpPr/>
            <p:nvPr/>
          </p:nvSpPr>
          <p:spPr>
            <a:xfrm>
              <a:off x="1920" y="1413"/>
              <a:ext cx="91" cy="46"/>
            </a:xfrm>
            <a:prstGeom prst="line">
              <a:avLst/>
            </a:prstGeom>
            <a:ln w="9525" cap="flat" cmpd="sng">
              <a:solidFill>
                <a:srgbClr val="000000"/>
              </a:solidFill>
              <a:prstDash val="solid"/>
              <a:round/>
              <a:headEnd type="none" w="med" len="med"/>
              <a:tailEnd type="none" w="lg" len="lg"/>
            </a:ln>
          </p:spPr>
        </p:sp>
        <p:sp>
          <p:nvSpPr>
            <p:cNvPr id="64549" name="Line 43"/>
            <p:cNvSpPr/>
            <p:nvPr/>
          </p:nvSpPr>
          <p:spPr>
            <a:xfrm>
              <a:off x="2064" y="810"/>
              <a:ext cx="90" cy="0"/>
            </a:xfrm>
            <a:prstGeom prst="line">
              <a:avLst/>
            </a:prstGeom>
            <a:ln w="9525" cap="flat" cmpd="sng">
              <a:solidFill>
                <a:srgbClr val="000000"/>
              </a:solidFill>
              <a:prstDash val="solid"/>
              <a:round/>
              <a:headEnd type="none" w="med" len="med"/>
              <a:tailEnd type="none" w="lg" len="lg"/>
            </a:ln>
          </p:spPr>
        </p:sp>
      </p:grpSp>
      <p:grpSp>
        <p:nvGrpSpPr>
          <p:cNvPr id="64550" name="Group 47"/>
          <p:cNvGrpSpPr/>
          <p:nvPr/>
        </p:nvGrpSpPr>
        <p:grpSpPr>
          <a:xfrm>
            <a:off x="977900" y="2319338"/>
            <a:ext cx="763588" cy="2232025"/>
            <a:chOff x="902" y="890"/>
            <a:chExt cx="481" cy="1406"/>
          </a:xfrm>
        </p:grpSpPr>
        <p:sp>
          <p:nvSpPr>
            <p:cNvPr id="64551" name="Line 48"/>
            <p:cNvSpPr/>
            <p:nvPr/>
          </p:nvSpPr>
          <p:spPr>
            <a:xfrm flipH="1">
              <a:off x="902" y="890"/>
              <a:ext cx="46" cy="1406"/>
            </a:xfrm>
            <a:prstGeom prst="line">
              <a:avLst/>
            </a:prstGeom>
            <a:ln w="9525" cap="flat" cmpd="sng">
              <a:solidFill>
                <a:srgbClr val="000000"/>
              </a:solidFill>
              <a:prstDash val="dash"/>
              <a:round/>
              <a:headEnd type="none" w="med" len="med"/>
              <a:tailEnd type="none" w="lg" len="lg"/>
            </a:ln>
          </p:spPr>
        </p:sp>
        <p:sp>
          <p:nvSpPr>
            <p:cNvPr id="64552" name="Line 49"/>
            <p:cNvSpPr/>
            <p:nvPr/>
          </p:nvSpPr>
          <p:spPr>
            <a:xfrm>
              <a:off x="930" y="890"/>
              <a:ext cx="453" cy="1315"/>
            </a:xfrm>
            <a:prstGeom prst="line">
              <a:avLst/>
            </a:prstGeom>
            <a:ln w="9525" cap="flat" cmpd="sng">
              <a:solidFill>
                <a:srgbClr val="000000"/>
              </a:solidFill>
              <a:prstDash val="dash"/>
              <a:round/>
              <a:headEnd type="none" w="med" len="med"/>
              <a:tailEnd type="none" w="lg" len="lg"/>
            </a:ln>
          </p:spPr>
        </p:sp>
        <p:sp>
          <p:nvSpPr>
            <p:cNvPr id="64553" name="Freeform 50"/>
            <p:cNvSpPr/>
            <p:nvPr/>
          </p:nvSpPr>
          <p:spPr>
            <a:xfrm>
              <a:off x="930" y="1231"/>
              <a:ext cx="136" cy="46"/>
            </a:xfrm>
            <a:custGeom>
              <a:avLst/>
              <a:gdLst/>
              <a:ahLst/>
              <a:cxnLst>
                <a:cxn ang="0">
                  <a:pos x="0" y="0"/>
                </a:cxn>
                <a:cxn ang="0">
                  <a:pos x="45" y="46"/>
                </a:cxn>
                <a:cxn ang="0">
                  <a:pos x="136" y="0"/>
                </a:cxn>
              </a:cxnLst>
              <a:pathLst>
                <a:path w="136" h="46">
                  <a:moveTo>
                    <a:pt x="0" y="0"/>
                  </a:moveTo>
                  <a:cubicBezTo>
                    <a:pt x="11" y="23"/>
                    <a:pt x="22" y="46"/>
                    <a:pt x="45" y="46"/>
                  </a:cubicBezTo>
                  <a:cubicBezTo>
                    <a:pt x="68" y="46"/>
                    <a:pt x="121" y="8"/>
                    <a:pt x="136" y="0"/>
                  </a:cubicBezTo>
                </a:path>
              </a:pathLst>
            </a:custGeom>
            <a:noFill/>
            <a:ln w="9525" cap="flat" cmpd="sng">
              <a:solidFill>
                <a:srgbClr val="000000"/>
              </a:solidFill>
              <a:prstDash val="dash"/>
              <a:round/>
              <a:headEnd type="none" w="med" len="med"/>
              <a:tailEnd type="arrow" w="lg" len="lg"/>
            </a:ln>
          </p:spPr>
          <p:txBody>
            <a:bodyPr/>
            <a:p>
              <a:endParaRPr lang="zh-CN" altLang="en-US"/>
            </a:p>
          </p:txBody>
        </p:sp>
        <p:graphicFrame>
          <p:nvGraphicFramePr>
            <p:cNvPr id="64554" name="Object 51"/>
            <p:cNvGraphicFramePr>
              <a:graphicFrameLocks noChangeAspect="1"/>
            </p:cNvGraphicFramePr>
            <p:nvPr/>
          </p:nvGraphicFramePr>
          <p:xfrm>
            <a:off x="930" y="1268"/>
            <a:ext cx="180" cy="180"/>
          </p:xfrm>
          <a:graphic>
            <a:graphicData uri="http://schemas.openxmlformats.org/presentationml/2006/ole">
              <mc:AlternateContent xmlns:mc="http://schemas.openxmlformats.org/markup-compatibility/2006">
                <mc:Choice xmlns:v="urn:schemas-microsoft-com:vml" Requires="v">
                  <p:oleObj spid="_x0000_s3340" name="" r:id="rId30" imgW="139700" imgH="139700" progId="Equation.3">
                    <p:embed/>
                  </p:oleObj>
                </mc:Choice>
                <mc:Fallback>
                  <p:oleObj name="" r:id="rId30" imgW="139700" imgH="139700" progId="Equation.3">
                    <p:embed/>
                    <p:pic>
                      <p:nvPicPr>
                        <p:cNvPr id="0" name="图片 3339"/>
                        <p:cNvPicPr/>
                        <p:nvPr/>
                      </p:nvPicPr>
                      <p:blipFill>
                        <a:blip r:embed="rId31"/>
                        <a:stretch>
                          <a:fillRect/>
                        </a:stretch>
                      </p:blipFill>
                      <p:spPr>
                        <a:xfrm>
                          <a:off x="930" y="1268"/>
                          <a:ext cx="180" cy="180"/>
                        </a:xfrm>
                        <a:prstGeom prst="rect">
                          <a:avLst/>
                        </a:prstGeom>
                        <a:noFill/>
                        <a:ln w="38100">
                          <a:noFill/>
                          <a:miter/>
                        </a:ln>
                      </p:spPr>
                    </p:pic>
                  </p:oleObj>
                </mc:Fallback>
              </mc:AlternateContent>
            </a:graphicData>
          </a:graphic>
        </p:graphicFrame>
      </p:grpSp>
      <p:grpSp>
        <p:nvGrpSpPr>
          <p:cNvPr id="32" name="Group 50"/>
          <p:cNvGrpSpPr/>
          <p:nvPr/>
        </p:nvGrpSpPr>
        <p:grpSpPr>
          <a:xfrm>
            <a:off x="706438" y="4267200"/>
            <a:ext cx="277812" cy="317500"/>
            <a:chOff x="683" y="1898"/>
            <a:chExt cx="175" cy="200"/>
          </a:xfrm>
        </p:grpSpPr>
        <p:graphicFrame>
          <p:nvGraphicFramePr>
            <p:cNvPr id="64556" name="Object 51"/>
            <p:cNvGraphicFramePr>
              <a:graphicFrameLocks noChangeAspect="1"/>
            </p:cNvGraphicFramePr>
            <p:nvPr/>
          </p:nvGraphicFramePr>
          <p:xfrm>
            <a:off x="733" y="1898"/>
            <a:ext cx="125" cy="200"/>
          </p:xfrm>
          <a:graphic>
            <a:graphicData uri="http://schemas.openxmlformats.org/presentationml/2006/ole">
              <mc:AlternateContent xmlns:mc="http://schemas.openxmlformats.org/markup-compatibility/2006">
                <mc:Choice xmlns:v="urn:schemas-microsoft-com:vml" Requires="v">
                  <p:oleObj spid="_x0000_s3334" name="" r:id="rId32" imgW="127000" imgH="202565" progId="Equation.3">
                    <p:embed/>
                  </p:oleObj>
                </mc:Choice>
                <mc:Fallback>
                  <p:oleObj name="" r:id="rId32" imgW="127000" imgH="202565" progId="Equation.3">
                    <p:embed/>
                    <p:pic>
                      <p:nvPicPr>
                        <p:cNvPr id="0" name="图片 3333"/>
                        <p:cNvPicPr/>
                        <p:nvPr/>
                      </p:nvPicPr>
                      <p:blipFill>
                        <a:blip r:embed="rId33"/>
                        <a:stretch>
                          <a:fillRect/>
                        </a:stretch>
                      </p:blipFill>
                      <p:spPr>
                        <a:xfrm>
                          <a:off x="733" y="1898"/>
                          <a:ext cx="125" cy="200"/>
                        </a:xfrm>
                        <a:prstGeom prst="rect">
                          <a:avLst/>
                        </a:prstGeom>
                        <a:noFill/>
                        <a:ln w="38100">
                          <a:noFill/>
                          <a:miter/>
                        </a:ln>
                      </p:spPr>
                    </p:pic>
                  </p:oleObj>
                </mc:Fallback>
              </mc:AlternateContent>
            </a:graphicData>
          </a:graphic>
        </p:graphicFrame>
        <p:sp>
          <p:nvSpPr>
            <p:cNvPr id="64557" name="Freeform 52"/>
            <p:cNvSpPr>
              <a:spLocks noChangeAspect="1"/>
            </p:cNvSpPr>
            <p:nvPr/>
          </p:nvSpPr>
          <p:spPr>
            <a:xfrm>
              <a:off x="683" y="2004"/>
              <a:ext cx="39" cy="68"/>
            </a:xfrm>
            <a:custGeom>
              <a:avLst/>
              <a:gdLst/>
              <a:ahLst/>
              <a:cxnLst>
                <a:cxn ang="0">
                  <a:pos x="0" y="0"/>
                </a:cxn>
                <a:cxn ang="0">
                  <a:pos x="20" y="20"/>
                </a:cxn>
                <a:cxn ang="0">
                  <a:pos x="20" y="39"/>
                </a:cxn>
              </a:cxnLst>
              <a:pathLst>
                <a:path w="52" h="90">
                  <a:moveTo>
                    <a:pt x="0" y="0"/>
                  </a:moveTo>
                  <a:cubicBezTo>
                    <a:pt x="19" y="15"/>
                    <a:pt x="38" y="30"/>
                    <a:pt x="45" y="45"/>
                  </a:cubicBezTo>
                  <a:cubicBezTo>
                    <a:pt x="52" y="60"/>
                    <a:pt x="45" y="83"/>
                    <a:pt x="45" y="90"/>
                  </a:cubicBezTo>
                </a:path>
              </a:pathLst>
            </a:custGeom>
            <a:noFill/>
            <a:ln w="22225" cap="flat" cmpd="sng">
              <a:solidFill>
                <a:srgbClr val="000000"/>
              </a:solidFill>
              <a:prstDash val="solid"/>
              <a:round/>
              <a:headEnd type="none" w="med" len="med"/>
              <a:tailEnd type="none" w="lg" len="lg"/>
            </a:ln>
          </p:spPr>
          <p:txBody>
            <a:bodyPr/>
            <a:p>
              <a:endParaRPr lang="zh-CN" altLang="en-US"/>
            </a:p>
          </p:txBody>
        </p:sp>
      </p:grpSp>
      <p:graphicFrame>
        <p:nvGraphicFramePr>
          <p:cNvPr id="64558" name="Object 2"/>
          <p:cNvGraphicFramePr>
            <a:graphicFrameLocks noChangeAspect="1"/>
          </p:cNvGraphicFramePr>
          <p:nvPr/>
        </p:nvGraphicFramePr>
        <p:xfrm>
          <a:off x="733425" y="1530350"/>
          <a:ext cx="1419225" cy="258763"/>
        </p:xfrm>
        <a:graphic>
          <a:graphicData uri="http://schemas.openxmlformats.org/presentationml/2006/ole">
            <mc:AlternateContent xmlns:mc="http://schemas.openxmlformats.org/markup-compatibility/2006">
              <mc:Choice xmlns:v="urn:schemas-microsoft-com:vml" Requires="v">
                <p:oleObj spid="_x0000_s3330" name="" r:id="rId34" imgW="3352800" imgH="495300" progId="Equation.3">
                  <p:embed/>
                </p:oleObj>
              </mc:Choice>
              <mc:Fallback>
                <p:oleObj name="" r:id="rId34" imgW="3352800" imgH="495300" progId="Equation.3">
                  <p:embed/>
                  <p:pic>
                    <p:nvPicPr>
                      <p:cNvPr id="0" name="图片 3329"/>
                      <p:cNvPicPr/>
                      <p:nvPr/>
                    </p:nvPicPr>
                    <p:blipFill>
                      <a:blip r:embed="rId35">
                        <a:clrChange>
                          <a:clrFrom>
                            <a:srgbClr val="000000"/>
                          </a:clrFrom>
                          <a:clrTo>
                            <a:srgbClr val="000000">
                              <a:alpha val="0"/>
                            </a:srgbClr>
                          </a:clrTo>
                        </a:clrChange>
                      </a:blip>
                      <a:stretch>
                        <a:fillRect/>
                      </a:stretch>
                    </p:blipFill>
                    <p:spPr>
                      <a:xfrm>
                        <a:off x="733425" y="1530350"/>
                        <a:ext cx="1419225" cy="258763"/>
                      </a:xfrm>
                      <a:prstGeom prst="rect">
                        <a:avLst/>
                      </a:prstGeom>
                      <a:noFill/>
                      <a:ln w="38100">
                        <a:noFill/>
                        <a:miter/>
                      </a:ln>
                    </p:spPr>
                  </p:pic>
                </p:oleObj>
              </mc:Fallback>
            </mc:AlternateContent>
          </a:graphicData>
        </a:graphic>
      </p:graphicFrame>
      <p:graphicFrame>
        <p:nvGraphicFramePr>
          <p:cNvPr id="17" name="对象 16"/>
          <p:cNvGraphicFramePr/>
          <p:nvPr/>
        </p:nvGraphicFramePr>
        <p:xfrm>
          <a:off x="4978400" y="1541463"/>
          <a:ext cx="1728788" cy="671512"/>
        </p:xfrm>
        <a:graphic>
          <a:graphicData uri="http://schemas.openxmlformats.org/presentationml/2006/ole">
            <mc:AlternateContent xmlns:mc="http://schemas.openxmlformats.org/markup-compatibility/2006">
              <mc:Choice xmlns:v="urn:schemas-microsoft-com:vml" Requires="v">
                <p:oleObj spid="_x0000_s3336" name="" r:id="rId36" imgW="951865" imgH="368300" progId="Equation.3">
                  <p:embed/>
                </p:oleObj>
              </mc:Choice>
              <mc:Fallback>
                <p:oleObj name="" r:id="rId36" imgW="951865" imgH="368300" progId="Equation.3">
                  <p:embed/>
                  <p:pic>
                    <p:nvPicPr>
                      <p:cNvPr id="0" name="图片 3335"/>
                      <p:cNvPicPr/>
                      <p:nvPr/>
                    </p:nvPicPr>
                    <p:blipFill>
                      <a:blip r:embed="rId37"/>
                      <a:stretch>
                        <a:fillRect/>
                      </a:stretch>
                    </p:blipFill>
                    <p:spPr>
                      <a:xfrm>
                        <a:off x="4978400" y="1541463"/>
                        <a:ext cx="1728788" cy="671512"/>
                      </a:xfrm>
                      <a:prstGeom prst="rect">
                        <a:avLst/>
                      </a:prstGeom>
                      <a:noFill/>
                      <a:ln w="38100">
                        <a:noFill/>
                        <a:miter/>
                      </a:ln>
                    </p:spPr>
                  </p:pic>
                </p:oleObj>
              </mc:Fallback>
            </mc:AlternateContent>
          </a:graphicData>
        </a:graphic>
      </p:graphicFrame>
      <p:sp>
        <p:nvSpPr>
          <p:cNvPr id="33" name="矩形 32"/>
          <p:cNvSpPr/>
          <p:nvPr/>
        </p:nvSpPr>
        <p:spPr>
          <a:xfrm>
            <a:off x="4525963" y="2295525"/>
            <a:ext cx="2016125" cy="398463"/>
          </a:xfrm>
          <a:prstGeom prst="rect">
            <a:avLst/>
          </a:prstGeom>
          <a:noFill/>
          <a:ln w="9525">
            <a:noFill/>
          </a:ln>
        </p:spPr>
        <p:txBody>
          <a:bodyPr anchor="t" anchorCtr="0">
            <a:spAutoFit/>
          </a:bodyPr>
          <a:p>
            <a:r>
              <a:rPr lang="zh-CN" altLang="en-US" sz="2000" b="1" dirty="0">
                <a:solidFill>
                  <a:srgbClr val="000000"/>
                </a:solidFill>
                <a:latin typeface="楷体_GB2312" pitchFamily="49" charset="-122"/>
                <a:ea typeface="楷体_GB2312" pitchFamily="49" charset="-122"/>
              </a:rPr>
              <a:t>考虑到</a:t>
            </a:r>
            <a:endParaRPr lang="zh-CN" altLang="en-US" sz="2000" b="1" dirty="0">
              <a:solidFill>
                <a:srgbClr val="000000"/>
              </a:solidFill>
              <a:latin typeface="楷体_GB2312" pitchFamily="49" charset="-122"/>
              <a:ea typeface="楷体_GB2312" pitchFamily="49" charset="-122"/>
            </a:endParaRPr>
          </a:p>
        </p:txBody>
      </p:sp>
      <p:graphicFrame>
        <p:nvGraphicFramePr>
          <p:cNvPr id="34" name="对象 33"/>
          <p:cNvGraphicFramePr/>
          <p:nvPr/>
        </p:nvGraphicFramePr>
        <p:xfrm>
          <a:off x="5507038" y="2219325"/>
          <a:ext cx="1368425" cy="552450"/>
        </p:xfrm>
        <a:graphic>
          <a:graphicData uri="http://schemas.openxmlformats.org/presentationml/2006/ole">
            <mc:AlternateContent xmlns:mc="http://schemas.openxmlformats.org/markup-compatibility/2006">
              <mc:Choice xmlns:v="urn:schemas-microsoft-com:vml" Requires="v">
                <p:oleObj spid="_x0000_s3331" name="" r:id="rId38" imgW="2527300" imgH="1016000" progId="Equation.3">
                  <p:embed/>
                </p:oleObj>
              </mc:Choice>
              <mc:Fallback>
                <p:oleObj name="" r:id="rId38" imgW="2527300" imgH="1016000" progId="Equation.3">
                  <p:embed/>
                  <p:pic>
                    <p:nvPicPr>
                      <p:cNvPr id="0" name="图片 3330"/>
                      <p:cNvPicPr/>
                      <p:nvPr/>
                    </p:nvPicPr>
                    <p:blipFill>
                      <a:blip r:embed="rId39"/>
                      <a:stretch>
                        <a:fillRect/>
                      </a:stretch>
                    </p:blipFill>
                    <p:spPr>
                      <a:xfrm>
                        <a:off x="5507038" y="2219325"/>
                        <a:ext cx="1368425" cy="552450"/>
                      </a:xfrm>
                      <a:prstGeom prst="rect">
                        <a:avLst/>
                      </a:prstGeom>
                      <a:noFill/>
                      <a:ln w="38100">
                        <a:noFill/>
                        <a:miter/>
                      </a:ln>
                    </p:spPr>
                  </p:pic>
                </p:oleObj>
              </mc:Fallback>
            </mc:AlternateContent>
          </a:graphicData>
        </a:graphic>
      </p:graphicFrame>
      <p:sp>
        <p:nvSpPr>
          <p:cNvPr id="36" name="燕尾形箭头 35"/>
          <p:cNvSpPr/>
          <p:nvPr/>
        </p:nvSpPr>
        <p:spPr>
          <a:xfrm>
            <a:off x="4379913" y="3181350"/>
            <a:ext cx="533400" cy="152400"/>
          </a:xfrm>
          <a:prstGeom prst="notchedRightArrow">
            <a:avLst>
              <a:gd name="adj1" fmla="val 50000"/>
              <a:gd name="adj2" fmla="val 87500"/>
            </a:avLst>
          </a:prstGeom>
          <a:solidFill>
            <a:srgbClr val="66FF66"/>
          </a:solidFill>
          <a:ln w="9525" cap="flat" cmpd="sng">
            <a:solidFill>
              <a:srgbClr val="FF0000"/>
            </a:solidFill>
            <a:prstDash val="solid"/>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graphicFrame>
        <p:nvGraphicFramePr>
          <p:cNvPr id="37" name="对象 36"/>
          <p:cNvGraphicFramePr/>
          <p:nvPr/>
        </p:nvGraphicFramePr>
        <p:xfrm>
          <a:off x="5092700" y="2965450"/>
          <a:ext cx="2055813" cy="584200"/>
        </p:xfrm>
        <a:graphic>
          <a:graphicData uri="http://schemas.openxmlformats.org/presentationml/2006/ole">
            <mc:AlternateContent xmlns:mc="http://schemas.openxmlformats.org/markup-compatibility/2006">
              <mc:Choice xmlns:v="urn:schemas-microsoft-com:vml" Requires="v">
                <p:oleObj spid="_x0000_s3337" name="" r:id="rId40" imgW="3568700" imgH="1016000" progId="Equation.3">
                  <p:embed/>
                </p:oleObj>
              </mc:Choice>
              <mc:Fallback>
                <p:oleObj name="" r:id="rId40" imgW="3568700" imgH="1016000" progId="Equation.3">
                  <p:embed/>
                  <p:pic>
                    <p:nvPicPr>
                      <p:cNvPr id="0" name="图片 3336"/>
                      <p:cNvPicPr/>
                      <p:nvPr/>
                    </p:nvPicPr>
                    <p:blipFill>
                      <a:blip r:embed="rId41"/>
                      <a:stretch>
                        <a:fillRect/>
                      </a:stretch>
                    </p:blipFill>
                    <p:spPr>
                      <a:xfrm>
                        <a:off x="5092700" y="2965450"/>
                        <a:ext cx="2055813" cy="584200"/>
                      </a:xfrm>
                      <a:prstGeom prst="rect">
                        <a:avLst/>
                      </a:prstGeom>
                      <a:noFill/>
                      <a:ln w="38100">
                        <a:noFill/>
                        <a:miter/>
                      </a:ln>
                    </p:spPr>
                  </p:pic>
                </p:oleObj>
              </mc:Fallback>
            </mc:AlternateContent>
          </a:graphicData>
        </a:graphic>
      </p:graphicFrame>
      <p:graphicFrame>
        <p:nvGraphicFramePr>
          <p:cNvPr id="39" name="对象 38"/>
          <p:cNvGraphicFramePr/>
          <p:nvPr/>
        </p:nvGraphicFramePr>
        <p:xfrm>
          <a:off x="4340225" y="3814763"/>
          <a:ext cx="2881313" cy="241300"/>
        </p:xfrm>
        <a:graphic>
          <a:graphicData uri="http://schemas.openxmlformats.org/presentationml/2006/ole">
            <mc:AlternateContent xmlns:mc="http://schemas.openxmlformats.org/markup-compatibility/2006">
              <mc:Choice xmlns:v="urn:schemas-microsoft-com:vml" Requires="v">
                <p:oleObj spid="_x0000_s3338" name="" r:id="rId42" imgW="5676900" imgH="469900" progId="Equation.3">
                  <p:embed/>
                </p:oleObj>
              </mc:Choice>
              <mc:Fallback>
                <p:oleObj name="" r:id="rId42" imgW="5676900" imgH="469900" progId="Equation.3">
                  <p:embed/>
                  <p:pic>
                    <p:nvPicPr>
                      <p:cNvPr id="0" name="图片 3337"/>
                      <p:cNvPicPr/>
                      <p:nvPr/>
                    </p:nvPicPr>
                    <p:blipFill>
                      <a:blip r:embed="rId43"/>
                      <a:stretch>
                        <a:fillRect/>
                      </a:stretch>
                    </p:blipFill>
                    <p:spPr>
                      <a:xfrm>
                        <a:off x="4340225" y="3814763"/>
                        <a:ext cx="2881313" cy="241300"/>
                      </a:xfrm>
                      <a:prstGeom prst="rect">
                        <a:avLst/>
                      </a:prstGeom>
                      <a:noFill/>
                      <a:ln w="38100">
                        <a:noFill/>
                        <a:miter/>
                      </a:ln>
                    </p:spPr>
                  </p:pic>
                </p:oleObj>
              </mc:Fallback>
            </mc:AlternateContent>
          </a:graphicData>
        </a:graphic>
      </p:graphicFrame>
      <p:graphicFrame>
        <p:nvGraphicFramePr>
          <p:cNvPr id="41" name="对象 40"/>
          <p:cNvGraphicFramePr/>
          <p:nvPr/>
        </p:nvGraphicFramePr>
        <p:xfrm>
          <a:off x="4527550" y="4135438"/>
          <a:ext cx="2978150" cy="590550"/>
        </p:xfrm>
        <a:graphic>
          <a:graphicData uri="http://schemas.openxmlformats.org/presentationml/2006/ole">
            <mc:AlternateContent xmlns:mc="http://schemas.openxmlformats.org/markup-compatibility/2006">
              <mc:Choice xmlns:v="urn:schemas-microsoft-com:vml" Requires="v">
                <p:oleObj spid="_x0000_s3345" name="" r:id="rId44" imgW="2108200" imgH="393700" progId="Equation.3">
                  <p:embed/>
                </p:oleObj>
              </mc:Choice>
              <mc:Fallback>
                <p:oleObj name="" r:id="rId44" imgW="2108200" imgH="393700" progId="Equation.3">
                  <p:embed/>
                  <p:pic>
                    <p:nvPicPr>
                      <p:cNvPr id="0" name="图片 3344"/>
                      <p:cNvPicPr/>
                      <p:nvPr/>
                    </p:nvPicPr>
                    <p:blipFill>
                      <a:blip r:embed="rId45"/>
                      <a:stretch>
                        <a:fillRect/>
                      </a:stretch>
                    </p:blipFill>
                    <p:spPr>
                      <a:xfrm>
                        <a:off x="4527550" y="4135438"/>
                        <a:ext cx="2978150" cy="590550"/>
                      </a:xfrm>
                      <a:prstGeom prst="rect">
                        <a:avLst/>
                      </a:prstGeom>
                      <a:noFill/>
                      <a:ln w="38100">
                        <a:noFill/>
                        <a:miter/>
                      </a:ln>
                    </p:spPr>
                  </p:pic>
                </p:oleObj>
              </mc:Fallback>
            </mc:AlternateContent>
          </a:graphicData>
        </a:graphic>
      </p:graphicFrame>
      <p:graphicFrame>
        <p:nvGraphicFramePr>
          <p:cNvPr id="43" name="对象 42"/>
          <p:cNvGraphicFramePr/>
          <p:nvPr/>
        </p:nvGraphicFramePr>
        <p:xfrm>
          <a:off x="4479925" y="4924425"/>
          <a:ext cx="2911475" cy="1030288"/>
        </p:xfrm>
        <a:graphic>
          <a:graphicData uri="http://schemas.openxmlformats.org/presentationml/2006/ole">
            <mc:AlternateContent xmlns:mc="http://schemas.openxmlformats.org/markup-compatibility/2006">
              <mc:Choice xmlns:v="urn:schemas-microsoft-com:vml" Requires="v">
                <p:oleObj spid="_x0000_s3346" name="" r:id="rId46" imgW="1942465" imgH="761365" progId="Equation.3">
                  <p:embed/>
                </p:oleObj>
              </mc:Choice>
              <mc:Fallback>
                <p:oleObj name="" r:id="rId46" imgW="1942465" imgH="761365" progId="Equation.3">
                  <p:embed/>
                  <p:pic>
                    <p:nvPicPr>
                      <p:cNvPr id="0" name="图片 3345"/>
                      <p:cNvPicPr/>
                      <p:nvPr/>
                    </p:nvPicPr>
                    <p:blipFill>
                      <a:blip r:embed="rId47"/>
                      <a:stretch>
                        <a:fillRect/>
                      </a:stretch>
                    </p:blipFill>
                    <p:spPr>
                      <a:xfrm>
                        <a:off x="4479925" y="4924425"/>
                        <a:ext cx="2911475" cy="1030288"/>
                      </a:xfrm>
                      <a:prstGeom prst="rect">
                        <a:avLst/>
                      </a:prstGeom>
                      <a:solidFill>
                        <a:srgbClr val="FFFF99"/>
                      </a:solidFill>
                      <a:ln w="9525" cap="flat" cmpd="sng">
                        <a:solidFill>
                          <a:srgbClr val="FF3300"/>
                        </a:solidFill>
                        <a:prstDash val="solid"/>
                        <a:miter/>
                        <a:headEnd type="none" w="med" len="med"/>
                        <a:tailEnd type="none" w="med" len="med"/>
                      </a:ln>
                    </p:spPr>
                  </p:pic>
                </p:oleObj>
              </mc:Fallback>
            </mc:AlternateContent>
          </a:graphicData>
        </a:graphic>
      </p:graphicFrame>
      <p:sp>
        <p:nvSpPr>
          <p:cNvPr id="45" name="Text Box 83"/>
          <p:cNvSpPr txBox="1"/>
          <p:nvPr/>
        </p:nvSpPr>
        <p:spPr>
          <a:xfrm>
            <a:off x="4619625" y="6007100"/>
            <a:ext cx="2771775" cy="460375"/>
          </a:xfrm>
          <a:prstGeom prst="rect">
            <a:avLst/>
          </a:prstGeom>
          <a:noFill/>
          <a:ln w="9525">
            <a:noFill/>
          </a:ln>
        </p:spPr>
        <p:txBody>
          <a:bodyPr wrap="square" anchor="t" anchorCtr="0">
            <a:spAutoFit/>
          </a:bodyPr>
          <a:p>
            <a:pPr algn="just"/>
            <a:r>
              <a:rPr lang="zh-CN" altLang="en-US" sz="2400" b="1" dirty="0">
                <a:solidFill>
                  <a:srgbClr val="FF0000"/>
                </a:solidFill>
                <a:latin typeface="Times New Roman" panose="02020603050405020304" pitchFamily="18" charset="0"/>
                <a:ea typeface="楷体_GB2312" pitchFamily="49" charset="-122"/>
              </a:rPr>
              <a:t>光栅衍射光强分布</a:t>
            </a:r>
            <a:endParaRPr lang="zh-CN" altLang="en-US" sz="2400" b="1" dirty="0">
              <a:latin typeface="Times New Roman" panose="02020603050405020304" pitchFamily="18" charset="0"/>
              <a:ea typeface="宋体" panose="02010600030101010101" pitchFamily="2" charset="-122"/>
            </a:endParaRPr>
          </a:p>
        </p:txBody>
      </p:sp>
      <p:sp>
        <p:nvSpPr>
          <p:cNvPr id="64568" name="Rectangle 3"/>
          <p:cNvSpPr/>
          <p:nvPr/>
        </p:nvSpPr>
        <p:spPr>
          <a:xfrm>
            <a:off x="3779838" y="404813"/>
            <a:ext cx="4679950" cy="1096962"/>
          </a:xfrm>
          <a:prstGeom prst="rect">
            <a:avLst/>
          </a:prstGeom>
          <a:noFill/>
          <a:ln w="9525">
            <a:noFill/>
          </a:ln>
        </p:spPr>
        <p:txBody>
          <a:bodyPr anchor="t" anchorCtr="0">
            <a:spAutoFit/>
          </a:bodyPr>
          <a:p>
            <a:r>
              <a:rPr lang="zh-CN" altLang="en-US" sz="2200" b="1" dirty="0">
                <a:solidFill>
                  <a:srgbClr val="000000"/>
                </a:solidFill>
                <a:latin typeface="楷体_GB2312" pitchFamily="49" charset="-122"/>
                <a:ea typeface="楷体_GB2312" pitchFamily="49" charset="-122"/>
              </a:rPr>
              <a:t>在三角形</a:t>
            </a:r>
            <a:r>
              <a:rPr lang="en-US" altLang="zh-CN" sz="2200" dirty="0">
                <a:solidFill>
                  <a:srgbClr val="000000"/>
                </a:solidFill>
                <a:latin typeface="Symbol" panose="05050102010706020507" pitchFamily="18" charset="2"/>
                <a:ea typeface="楷体_GB2312" pitchFamily="49" charset="-122"/>
              </a:rPr>
              <a:t>D</a:t>
            </a:r>
            <a:r>
              <a:rPr lang="en-US" altLang="zh-CN" sz="2200" i="1" dirty="0">
                <a:solidFill>
                  <a:srgbClr val="000000"/>
                </a:solidFill>
                <a:latin typeface="Times New Roman" panose="02020603050405020304" pitchFamily="18" charset="0"/>
                <a:ea typeface="楷体_GB2312" pitchFamily="49" charset="-122"/>
              </a:rPr>
              <a:t>OCM</a:t>
            </a:r>
            <a:r>
              <a:rPr lang="zh-CN" altLang="en-US" sz="2200" b="1" dirty="0">
                <a:solidFill>
                  <a:srgbClr val="000000"/>
                </a:solidFill>
                <a:latin typeface="楷体_GB2312" pitchFamily="49" charset="-122"/>
                <a:ea typeface="楷体_GB2312" pitchFamily="49" charset="-122"/>
              </a:rPr>
              <a:t>中</a:t>
            </a:r>
            <a:r>
              <a:rPr lang="en-US" altLang="zh-CN" sz="2200" b="1" dirty="0">
                <a:solidFill>
                  <a:srgbClr val="000000"/>
                </a:solidFill>
                <a:latin typeface="楷体_GB2312" pitchFamily="49" charset="-122"/>
                <a:ea typeface="楷体_GB2312" pitchFamily="49" charset="-122"/>
              </a:rPr>
              <a:t>,</a:t>
            </a:r>
            <a:r>
              <a:rPr lang="en-US" altLang="zh-CN" sz="2200" i="1" dirty="0">
                <a:solidFill>
                  <a:srgbClr val="000000"/>
                </a:solidFill>
                <a:latin typeface="Times New Roman" panose="02020603050405020304" pitchFamily="18" charset="0"/>
                <a:ea typeface="楷体_GB2312" pitchFamily="49" charset="-122"/>
              </a:rPr>
              <a:t>OM </a:t>
            </a:r>
            <a:r>
              <a:rPr lang="zh-CN" altLang="en-US" sz="2200" b="1" dirty="0">
                <a:solidFill>
                  <a:srgbClr val="000000"/>
                </a:solidFill>
                <a:latin typeface="楷体_GB2312" pitchFamily="49" charset="-122"/>
                <a:ea typeface="楷体_GB2312" pitchFamily="49" charset="-122"/>
              </a:rPr>
              <a:t>的长度就是</a:t>
            </a:r>
            <a:r>
              <a:rPr lang="zh-CN" altLang="en-US" sz="2200" b="1" dirty="0">
                <a:solidFill>
                  <a:srgbClr val="FF3300"/>
                </a:solidFill>
                <a:latin typeface="Times New Roman" panose="02020603050405020304" pitchFamily="18" charset="0"/>
                <a:ea typeface="黑体" panose="02010609060101010101" pitchFamily="2" charset="-122"/>
              </a:rPr>
              <a:t>合</a:t>
            </a:r>
            <a:r>
              <a:rPr lang="zh-CN" altLang="en-US" sz="2200" b="1" dirty="0">
                <a:solidFill>
                  <a:srgbClr val="FF3300"/>
                </a:solidFill>
                <a:latin typeface="楷体_GB2312" pitchFamily="49" charset="-122"/>
                <a:ea typeface="黑体" panose="02010609060101010101" pitchFamily="2" charset="-122"/>
              </a:rPr>
              <a:t>振动</a:t>
            </a:r>
            <a:r>
              <a:rPr lang="zh-CN" altLang="en-US" sz="2200" b="1" dirty="0">
                <a:solidFill>
                  <a:srgbClr val="000000"/>
                </a:solidFill>
                <a:latin typeface="楷体_GB2312" pitchFamily="49" charset="-122"/>
                <a:ea typeface="楷体_GB2312" pitchFamily="49" charset="-122"/>
              </a:rPr>
              <a:t>的</a:t>
            </a:r>
            <a:r>
              <a:rPr lang="zh-CN" altLang="en-US" sz="2200" b="1" dirty="0">
                <a:solidFill>
                  <a:srgbClr val="000000"/>
                </a:solidFill>
                <a:latin typeface="Times New Roman" panose="02020603050405020304" pitchFamily="18" charset="0"/>
                <a:ea typeface="宋体" panose="02010600030101010101" pitchFamily="2" charset="-122"/>
              </a:rPr>
              <a:t>振幅</a:t>
            </a:r>
            <a:r>
              <a:rPr lang="en-US" altLang="zh-CN" sz="2200" b="1" i="1" dirty="0">
                <a:solidFill>
                  <a:srgbClr val="000000"/>
                </a:solidFill>
                <a:latin typeface="Times New Roman" panose="02020603050405020304" pitchFamily="18" charset="0"/>
                <a:ea typeface="宋体" panose="02010600030101010101" pitchFamily="2" charset="-122"/>
              </a:rPr>
              <a:t>A</a:t>
            </a:r>
            <a:r>
              <a:rPr lang="en-US" altLang="zh-CN" sz="2200" b="1" dirty="0">
                <a:solidFill>
                  <a:srgbClr val="000000"/>
                </a:solidFill>
                <a:latin typeface="楷体_GB2312" pitchFamily="49" charset="-122"/>
                <a:ea typeface="楷体_GB2312" pitchFamily="49" charset="-122"/>
              </a:rPr>
              <a:t>,</a:t>
            </a:r>
            <a:r>
              <a:rPr lang="zh-CN" altLang="en-US" sz="2200" b="1" dirty="0">
                <a:solidFill>
                  <a:srgbClr val="000000"/>
                </a:solidFill>
                <a:latin typeface="楷体_GB2312" pitchFamily="49" charset="-122"/>
                <a:ea typeface="楷体_GB2312" pitchFamily="49" charset="-122"/>
              </a:rPr>
              <a:t>角度</a:t>
            </a:r>
            <a:r>
              <a:rPr lang="zh-CN" altLang="en-US" sz="2200" b="1" dirty="0">
                <a:solidFill>
                  <a:srgbClr val="000000"/>
                </a:solidFill>
                <a:latin typeface="楷体_GB2312" pitchFamily="49" charset="-122"/>
                <a:ea typeface="楷体_GB2312" pitchFamily="49" charset="-122"/>
                <a:sym typeface="Symbol" panose="05050102010706020507" pitchFamily="18" charset="2"/>
              </a:rPr>
              <a:t></a:t>
            </a:r>
            <a:r>
              <a:rPr lang="en-US" altLang="zh-CN" sz="2200" b="1" i="1" dirty="0">
                <a:solidFill>
                  <a:srgbClr val="000000"/>
                </a:solidFill>
                <a:latin typeface="Times New Roman" panose="02020603050405020304" pitchFamily="18" charset="0"/>
                <a:ea typeface="楷体_GB2312" pitchFamily="49" charset="-122"/>
                <a:sym typeface="Symbol" panose="05050102010706020507" pitchFamily="18" charset="2"/>
              </a:rPr>
              <a:t>MOX</a:t>
            </a:r>
            <a:r>
              <a:rPr lang="zh-CN" altLang="en-US" sz="2200" b="1" dirty="0">
                <a:solidFill>
                  <a:srgbClr val="000000"/>
                </a:solidFill>
                <a:latin typeface="楷体_GB2312" pitchFamily="49" charset="-122"/>
                <a:ea typeface="楷体_GB2312" pitchFamily="49" charset="-122"/>
              </a:rPr>
              <a:t>就是</a:t>
            </a:r>
            <a:r>
              <a:rPr lang="zh-CN" altLang="en-US" sz="2200" b="1" dirty="0">
                <a:solidFill>
                  <a:srgbClr val="FF3300"/>
                </a:solidFill>
                <a:latin typeface="黑体" panose="02010609060101010101" pitchFamily="2" charset="-122"/>
                <a:ea typeface="黑体" panose="02010609060101010101" pitchFamily="2" charset="-122"/>
              </a:rPr>
              <a:t>合振动</a:t>
            </a:r>
            <a:r>
              <a:rPr lang="zh-CN" altLang="en-US" sz="2200" b="1" dirty="0">
                <a:solidFill>
                  <a:srgbClr val="000000"/>
                </a:solidFill>
                <a:latin typeface="楷体_GB2312" pitchFamily="49" charset="-122"/>
                <a:ea typeface="楷体_GB2312" pitchFamily="49" charset="-122"/>
              </a:rPr>
              <a:t>的初相</a:t>
            </a:r>
            <a:r>
              <a:rPr lang="zh-CN" altLang="en-US" sz="2200" b="1" i="1" dirty="0">
                <a:solidFill>
                  <a:srgbClr val="000000"/>
                </a:solidFill>
                <a:latin typeface="楷体_GB2312" pitchFamily="49" charset="-122"/>
                <a:ea typeface="楷体_GB2312" pitchFamily="49" charset="-122"/>
                <a:sym typeface="Symbol" panose="05050102010706020507" pitchFamily="18" charset="2"/>
              </a:rPr>
              <a:t></a:t>
            </a:r>
            <a:r>
              <a:rPr lang="zh-CN" altLang="en-US" sz="2200" b="1" dirty="0">
                <a:solidFill>
                  <a:srgbClr val="000000"/>
                </a:solidFill>
                <a:latin typeface="楷体_GB2312" pitchFamily="49" charset="-122"/>
                <a:ea typeface="楷体_GB2312" pitchFamily="49" charset="-122"/>
              </a:rPr>
              <a:t>，据此得</a:t>
            </a:r>
            <a:endParaRPr lang="zh-CN" altLang="en-US" sz="2200" b="1" dirty="0">
              <a:solidFill>
                <a:srgbClr val="0000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500"/>
                                        <p:tgtEl>
                                          <p:spTgt spid="33"/>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left)">
                                      <p:cBhvr>
                                        <p:cTn id="23" dur="500"/>
                                        <p:tgtEl>
                                          <p:spTgt spid="36"/>
                                        </p:tgtEl>
                                      </p:cBhvr>
                                    </p:animEffect>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wipe(left)">
                                      <p:cBhvr>
                                        <p:cTn id="32" dur="500"/>
                                        <p:tgtEl>
                                          <p:spTgt spid="39"/>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wipe(left)">
                                      <p:cBhvr>
                                        <p:cTn id="36" dur="500"/>
                                        <p:tgtEl>
                                          <p:spTgt spid="4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wipe(left)">
                                      <p:cBhvr>
                                        <p:cTn id="41" dur="500"/>
                                        <p:tgtEl>
                                          <p:spTgt spid="43"/>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wipe(left)">
                                      <p:cBhvr>
                                        <p:cTn id="4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6" grpId="0" bldLvl="0" animBg="1"/>
      <p:bldP spid="4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48" name="Text Box 36"/>
          <p:cNvSpPr txBox="1"/>
          <p:nvPr/>
        </p:nvSpPr>
        <p:spPr>
          <a:xfrm>
            <a:off x="1835150" y="1557338"/>
            <a:ext cx="5816600" cy="1954212"/>
          </a:xfrm>
          <a:prstGeom prst="rect">
            <a:avLst/>
          </a:prstGeom>
          <a:noFill/>
          <a:ln w="9525">
            <a:noFill/>
          </a:ln>
        </p:spPr>
        <p:txBody>
          <a:bodyPr wrap="square" anchor="t" anchorCtr="0">
            <a:spAutoFit/>
          </a:bodyPr>
          <a:p>
            <a:pPr marL="609600" indent="-609600" eaLnBrk="0" hangingPunct="0">
              <a:spcBef>
                <a:spcPct val="50000"/>
              </a:spcBef>
            </a:pPr>
            <a:r>
              <a:rPr lang="zh-CN" altLang="en-US" sz="2800" b="1" dirty="0">
                <a:solidFill>
                  <a:srgbClr val="0070C0"/>
                </a:solidFill>
                <a:latin typeface="微软雅黑" panose="020B0503020204020204" charset="-122"/>
                <a:ea typeface="微软雅黑" panose="020B0503020204020204" charset="-122"/>
              </a:rPr>
              <a:t>              思  考：</a:t>
            </a:r>
            <a:endParaRPr lang="en-US" altLang="zh-CN" sz="2800" b="1" dirty="0">
              <a:solidFill>
                <a:srgbClr val="0070C0"/>
              </a:solidFill>
              <a:latin typeface="微软雅黑" panose="020B0503020204020204" charset="-122"/>
              <a:ea typeface="微软雅黑" panose="020B0503020204020204" charset="-122"/>
            </a:endParaRPr>
          </a:p>
          <a:p>
            <a:pPr marL="609600" indent="-609600" eaLnBrk="0" hangingPunct="0">
              <a:lnSpc>
                <a:spcPct val="150000"/>
              </a:lnSpc>
              <a:spcBef>
                <a:spcPct val="50000"/>
              </a:spcBef>
            </a:pPr>
            <a:r>
              <a:rPr lang="en-US" altLang="zh-CN" sz="2800" b="1" dirty="0">
                <a:solidFill>
                  <a:srgbClr val="0070C0"/>
                </a:solidFill>
                <a:latin typeface="微软雅黑" panose="020B0503020204020204" charset="-122"/>
                <a:ea typeface="微软雅黑" panose="020B0503020204020204" charset="-122"/>
              </a:rPr>
              <a:t> </a:t>
            </a:r>
            <a:r>
              <a:rPr lang="zh-CN" altLang="en-US" sz="2800" dirty="0">
                <a:solidFill>
                  <a:srgbClr val="0070C0"/>
                </a:solidFill>
                <a:latin typeface="微软雅黑" panose="020B0503020204020204" charset="-122"/>
                <a:ea typeface="微软雅黑" panose="020B0503020204020204" charset="-122"/>
              </a:rPr>
              <a:t>两个同方向</a:t>
            </a:r>
            <a:r>
              <a:rPr lang="zh-CN" altLang="en-US" sz="2800" dirty="0">
                <a:solidFill>
                  <a:srgbClr val="FF0000"/>
                </a:solidFill>
                <a:latin typeface="微软雅黑" panose="020B0503020204020204" charset="-122"/>
                <a:ea typeface="微软雅黑" panose="020B0503020204020204" charset="-122"/>
              </a:rPr>
              <a:t>不同</a:t>
            </a:r>
            <a:r>
              <a:rPr lang="zh-CN" altLang="en-US" sz="2800" dirty="0">
                <a:solidFill>
                  <a:srgbClr val="0070C0"/>
                </a:solidFill>
                <a:latin typeface="微软雅黑" panose="020B0503020204020204" charset="-122"/>
                <a:ea typeface="微软雅黑" panose="020B0503020204020204" charset="-122"/>
              </a:rPr>
              <a:t>频率的简谐振动，其合振动还是简谐振动吗？</a:t>
            </a:r>
            <a:endParaRPr lang="zh-CN" altLang="en-US" sz="2800" dirty="0">
              <a:solidFill>
                <a:srgbClr val="0070C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1348"/>
                                        </p:tgtEl>
                                        <p:attrNameLst>
                                          <p:attrName>style.visibility</p:attrName>
                                        </p:attrNameLst>
                                      </p:cBhvr>
                                      <p:to>
                                        <p:strVal val="visible"/>
                                      </p:to>
                                    </p:set>
                                    <p:animEffect transition="in" filter="wipe(left)">
                                      <p:cBhvr>
                                        <p:cTn id="7" dur="500"/>
                                        <p:tgtEl>
                                          <p:spTgt spid="141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4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aphicFrame>
        <p:nvGraphicFramePr>
          <p:cNvPr id="207875" name="Object 3"/>
          <p:cNvGraphicFramePr>
            <a:graphicFrameLocks noChangeAspect="1"/>
          </p:cNvGraphicFramePr>
          <p:nvPr/>
        </p:nvGraphicFramePr>
        <p:xfrm>
          <a:off x="990600" y="2185988"/>
          <a:ext cx="3459163" cy="604837"/>
        </p:xfrm>
        <a:graphic>
          <a:graphicData uri="http://schemas.openxmlformats.org/presentationml/2006/ole">
            <mc:AlternateContent xmlns:mc="http://schemas.openxmlformats.org/markup-compatibility/2006">
              <mc:Choice xmlns:v="urn:schemas-microsoft-com:vml" Requires="v">
                <p:oleObj spid="_x0000_s3348" name="" r:id="rId1" imgW="1371600" imgH="215900" progId="Equation.3">
                  <p:embed/>
                </p:oleObj>
              </mc:Choice>
              <mc:Fallback>
                <p:oleObj name="" r:id="rId1" imgW="1371600" imgH="215900" progId="Equation.3">
                  <p:embed/>
                  <p:pic>
                    <p:nvPicPr>
                      <p:cNvPr id="0" name="图片 3347"/>
                      <p:cNvPicPr/>
                      <p:nvPr/>
                    </p:nvPicPr>
                    <p:blipFill>
                      <a:blip r:embed="rId2"/>
                      <a:stretch>
                        <a:fillRect/>
                      </a:stretch>
                    </p:blipFill>
                    <p:spPr>
                      <a:xfrm>
                        <a:off x="990600" y="2185988"/>
                        <a:ext cx="3459163" cy="604837"/>
                      </a:xfrm>
                      <a:prstGeom prst="rect">
                        <a:avLst/>
                      </a:prstGeom>
                      <a:noFill/>
                      <a:ln w="38100">
                        <a:noFill/>
                        <a:miter/>
                      </a:ln>
                    </p:spPr>
                  </p:pic>
                </p:oleObj>
              </mc:Fallback>
            </mc:AlternateContent>
          </a:graphicData>
        </a:graphic>
      </p:graphicFrame>
      <p:sp>
        <p:nvSpPr>
          <p:cNvPr id="207876" name="AutoShape 4"/>
          <p:cNvSpPr/>
          <p:nvPr/>
        </p:nvSpPr>
        <p:spPr>
          <a:xfrm>
            <a:off x="762000" y="1643063"/>
            <a:ext cx="85725" cy="1114425"/>
          </a:xfrm>
          <a:prstGeom prst="leftBrace">
            <a:avLst>
              <a:gd name="adj1" fmla="val 107731"/>
              <a:gd name="adj2" fmla="val 50000"/>
            </a:avLst>
          </a:prstGeom>
          <a:noFill/>
          <a:ln w="9525" cap="flat" cmpd="sng">
            <a:solidFill>
              <a:schemeClr val="tx1"/>
            </a:solidFill>
            <a:prstDash val="solid"/>
            <a:round/>
            <a:headEnd type="none" w="med" len="med"/>
            <a:tailEnd type="none" w="med" len="med"/>
          </a:ln>
        </p:spPr>
        <p:txBody>
          <a:bodyPr wrap="none" lIns="90000" tIns="46800" rIns="90000" bIns="46800" anchor="ctr" anchorCtr="0">
            <a:spAutoFit/>
          </a:bodyPr>
          <a:p>
            <a:endParaRPr lang="zh-CN" altLang="en-US" dirty="0">
              <a:latin typeface="Arial" panose="020B0604020202020204" pitchFamily="34" charset="0"/>
              <a:ea typeface="宋体" panose="02010600030101010101" pitchFamily="2" charset="-122"/>
            </a:endParaRPr>
          </a:p>
        </p:txBody>
      </p:sp>
      <p:graphicFrame>
        <p:nvGraphicFramePr>
          <p:cNvPr id="207877" name="Object 5"/>
          <p:cNvGraphicFramePr>
            <a:graphicFrameLocks noChangeAspect="1"/>
          </p:cNvGraphicFramePr>
          <p:nvPr/>
        </p:nvGraphicFramePr>
        <p:xfrm>
          <a:off x="914400" y="1404938"/>
          <a:ext cx="3429000" cy="696912"/>
        </p:xfrm>
        <a:graphic>
          <a:graphicData uri="http://schemas.openxmlformats.org/presentationml/2006/ole">
            <mc:AlternateContent xmlns:mc="http://schemas.openxmlformats.org/markup-compatibility/2006">
              <mc:Choice xmlns:v="urn:schemas-microsoft-com:vml" Requires="v">
                <p:oleObj spid="_x0000_s3347" name="" r:id="rId3" imgW="901065" imgH="165100" progId="Equation.3">
                  <p:embed/>
                </p:oleObj>
              </mc:Choice>
              <mc:Fallback>
                <p:oleObj name="" r:id="rId3" imgW="901065" imgH="165100" progId="Equation.3">
                  <p:embed/>
                  <p:pic>
                    <p:nvPicPr>
                      <p:cNvPr id="0" name="图片 3346"/>
                      <p:cNvPicPr/>
                      <p:nvPr/>
                    </p:nvPicPr>
                    <p:blipFill>
                      <a:blip r:embed="rId4"/>
                      <a:stretch>
                        <a:fillRect/>
                      </a:stretch>
                    </p:blipFill>
                    <p:spPr>
                      <a:xfrm>
                        <a:off x="914400" y="1404938"/>
                        <a:ext cx="3429000" cy="696912"/>
                      </a:xfrm>
                      <a:prstGeom prst="rect">
                        <a:avLst/>
                      </a:prstGeom>
                      <a:noFill/>
                      <a:ln w="38100">
                        <a:noFill/>
                        <a:miter/>
                      </a:ln>
                    </p:spPr>
                  </p:pic>
                </p:oleObj>
              </mc:Fallback>
            </mc:AlternateContent>
          </a:graphicData>
        </a:graphic>
      </p:graphicFrame>
      <p:grpSp>
        <p:nvGrpSpPr>
          <p:cNvPr id="207878" name="Group 6"/>
          <p:cNvGrpSpPr/>
          <p:nvPr/>
        </p:nvGrpSpPr>
        <p:grpSpPr>
          <a:xfrm>
            <a:off x="5611813" y="1165225"/>
            <a:ext cx="2557462" cy="3295650"/>
            <a:chOff x="3631" y="180"/>
            <a:chExt cx="1611" cy="2076"/>
          </a:xfrm>
        </p:grpSpPr>
        <p:graphicFrame>
          <p:nvGraphicFramePr>
            <p:cNvPr id="66566" name="Object 7"/>
            <p:cNvGraphicFramePr>
              <a:graphicFrameLocks noChangeAspect="1"/>
            </p:cNvGraphicFramePr>
            <p:nvPr/>
          </p:nvGraphicFramePr>
          <p:xfrm>
            <a:off x="4831" y="180"/>
            <a:ext cx="292" cy="332"/>
          </p:xfrm>
          <a:graphic>
            <a:graphicData uri="http://schemas.openxmlformats.org/presentationml/2006/ole">
              <mc:AlternateContent xmlns:mc="http://schemas.openxmlformats.org/markup-compatibility/2006">
                <mc:Choice xmlns:v="urn:schemas-microsoft-com:vml" Requires="v">
                  <p:oleObj spid="_x0000_s3349" name="" r:id="rId5" imgW="114300" imgH="127000" progId="Equation.3">
                    <p:embed/>
                  </p:oleObj>
                </mc:Choice>
                <mc:Fallback>
                  <p:oleObj name="" r:id="rId5" imgW="114300" imgH="127000" progId="Equation.3">
                    <p:embed/>
                    <p:pic>
                      <p:nvPicPr>
                        <p:cNvPr id="0" name="图片 3348"/>
                        <p:cNvPicPr/>
                        <p:nvPr/>
                      </p:nvPicPr>
                      <p:blipFill>
                        <a:blip r:embed="rId6"/>
                        <a:stretch>
                          <a:fillRect/>
                        </a:stretch>
                      </p:blipFill>
                      <p:spPr>
                        <a:xfrm>
                          <a:off x="4831" y="180"/>
                          <a:ext cx="292" cy="332"/>
                        </a:xfrm>
                        <a:prstGeom prst="rect">
                          <a:avLst/>
                        </a:prstGeom>
                        <a:noFill/>
                        <a:ln w="38100">
                          <a:noFill/>
                          <a:miter/>
                        </a:ln>
                      </p:spPr>
                    </p:pic>
                  </p:oleObj>
                </mc:Fallback>
              </mc:AlternateContent>
            </a:graphicData>
          </a:graphic>
        </p:graphicFrame>
        <p:grpSp>
          <p:nvGrpSpPr>
            <p:cNvPr id="66567" name="Group 8"/>
            <p:cNvGrpSpPr/>
            <p:nvPr/>
          </p:nvGrpSpPr>
          <p:grpSpPr>
            <a:xfrm>
              <a:off x="3631" y="384"/>
              <a:ext cx="1611" cy="1872"/>
              <a:chOff x="3631" y="384"/>
              <a:chExt cx="1611" cy="1872"/>
            </a:xfrm>
          </p:grpSpPr>
          <p:sp>
            <p:nvSpPr>
              <p:cNvPr id="66568" name="Line 9"/>
              <p:cNvSpPr/>
              <p:nvPr/>
            </p:nvSpPr>
            <p:spPr>
              <a:xfrm flipV="1">
                <a:off x="4683" y="384"/>
                <a:ext cx="545" cy="1262"/>
              </a:xfrm>
              <a:prstGeom prst="line">
                <a:avLst/>
              </a:prstGeom>
              <a:ln w="9525" cap="flat" cmpd="sng">
                <a:solidFill>
                  <a:schemeClr val="tx1"/>
                </a:solidFill>
                <a:prstDash val="solid"/>
                <a:round/>
                <a:headEnd type="none" w="med" len="med"/>
                <a:tailEnd type="triangle" w="med" len="med"/>
              </a:ln>
            </p:spPr>
          </p:sp>
          <p:sp>
            <p:nvSpPr>
              <p:cNvPr id="66569" name="Line 10"/>
              <p:cNvSpPr/>
              <p:nvPr/>
            </p:nvSpPr>
            <p:spPr>
              <a:xfrm flipV="1">
                <a:off x="3631" y="384"/>
                <a:ext cx="1584" cy="1872"/>
              </a:xfrm>
              <a:prstGeom prst="line">
                <a:avLst/>
              </a:prstGeom>
              <a:ln w="9525" cap="flat" cmpd="sng">
                <a:solidFill>
                  <a:schemeClr val="tx1"/>
                </a:solidFill>
                <a:prstDash val="solid"/>
                <a:round/>
                <a:headEnd type="none" w="med" len="med"/>
                <a:tailEnd type="triangle" w="med" len="med"/>
              </a:ln>
            </p:spPr>
          </p:sp>
          <p:sp>
            <p:nvSpPr>
              <p:cNvPr id="66570" name="Line 11"/>
              <p:cNvSpPr/>
              <p:nvPr/>
            </p:nvSpPr>
            <p:spPr>
              <a:xfrm flipV="1">
                <a:off x="4138" y="384"/>
                <a:ext cx="1104" cy="672"/>
              </a:xfrm>
              <a:prstGeom prst="line">
                <a:avLst/>
              </a:prstGeom>
              <a:ln w="9525" cap="flat" cmpd="sng">
                <a:solidFill>
                  <a:schemeClr val="tx1"/>
                </a:solidFill>
                <a:prstDash val="solid"/>
                <a:round/>
                <a:headEnd type="none" w="med" len="med"/>
                <a:tailEnd type="none" w="med" len="med"/>
              </a:ln>
            </p:spPr>
          </p:sp>
        </p:grpSp>
      </p:grpSp>
      <p:grpSp>
        <p:nvGrpSpPr>
          <p:cNvPr id="207884" name="Group 12"/>
          <p:cNvGrpSpPr/>
          <p:nvPr/>
        </p:nvGrpSpPr>
        <p:grpSpPr>
          <a:xfrm>
            <a:off x="5562600" y="3013075"/>
            <a:ext cx="1709738" cy="1490663"/>
            <a:chOff x="3627" y="1296"/>
            <a:chExt cx="1077" cy="939"/>
          </a:xfrm>
        </p:grpSpPr>
        <p:sp>
          <p:nvSpPr>
            <p:cNvPr id="66572" name="Line 13"/>
            <p:cNvSpPr/>
            <p:nvPr/>
          </p:nvSpPr>
          <p:spPr>
            <a:xfrm flipV="1">
              <a:off x="3627" y="1618"/>
              <a:ext cx="1077" cy="617"/>
            </a:xfrm>
            <a:prstGeom prst="line">
              <a:avLst/>
            </a:prstGeom>
            <a:ln w="9525" cap="flat" cmpd="sng">
              <a:solidFill>
                <a:schemeClr val="tx1"/>
              </a:solidFill>
              <a:prstDash val="solid"/>
              <a:round/>
              <a:headEnd type="none" w="med" len="med"/>
              <a:tailEnd type="triangle" w="med" len="med"/>
            </a:ln>
          </p:spPr>
        </p:sp>
        <p:graphicFrame>
          <p:nvGraphicFramePr>
            <p:cNvPr id="66573" name="Object 14"/>
            <p:cNvGraphicFramePr>
              <a:graphicFrameLocks noChangeAspect="1"/>
            </p:cNvGraphicFramePr>
            <p:nvPr/>
          </p:nvGraphicFramePr>
          <p:xfrm>
            <a:off x="4255" y="1296"/>
            <a:ext cx="360" cy="432"/>
          </p:xfrm>
          <a:graphic>
            <a:graphicData uri="http://schemas.openxmlformats.org/presentationml/2006/ole">
              <mc:AlternateContent xmlns:mc="http://schemas.openxmlformats.org/markup-compatibility/2006">
                <mc:Choice xmlns:v="urn:schemas-microsoft-com:vml" Requires="v">
                  <p:oleObj spid="_x0000_s3342" name="" r:id="rId7" imgW="139700" imgH="165100" progId="Equation.3">
                    <p:embed/>
                  </p:oleObj>
                </mc:Choice>
                <mc:Fallback>
                  <p:oleObj name="" r:id="rId7" imgW="139700" imgH="165100" progId="Equation.3">
                    <p:embed/>
                    <p:pic>
                      <p:nvPicPr>
                        <p:cNvPr id="0" name="图片 3341"/>
                        <p:cNvPicPr/>
                        <p:nvPr/>
                      </p:nvPicPr>
                      <p:blipFill>
                        <a:blip r:embed="rId8"/>
                        <a:stretch>
                          <a:fillRect/>
                        </a:stretch>
                      </p:blipFill>
                      <p:spPr>
                        <a:xfrm>
                          <a:off x="4255" y="1296"/>
                          <a:ext cx="360" cy="432"/>
                        </a:xfrm>
                        <a:prstGeom prst="rect">
                          <a:avLst/>
                        </a:prstGeom>
                        <a:noFill/>
                        <a:ln w="38100">
                          <a:noFill/>
                          <a:miter/>
                        </a:ln>
                      </p:spPr>
                    </p:pic>
                  </p:oleObj>
                </mc:Fallback>
              </mc:AlternateContent>
            </a:graphicData>
          </a:graphic>
        </p:graphicFrame>
      </p:grpSp>
      <p:grpSp>
        <p:nvGrpSpPr>
          <p:cNvPr id="207887" name="Group 15"/>
          <p:cNvGrpSpPr/>
          <p:nvPr/>
        </p:nvGrpSpPr>
        <p:grpSpPr>
          <a:xfrm>
            <a:off x="5535613" y="2076450"/>
            <a:ext cx="866775" cy="2451100"/>
            <a:chOff x="3600" y="754"/>
            <a:chExt cx="546" cy="1544"/>
          </a:xfrm>
        </p:grpSpPr>
        <p:sp>
          <p:nvSpPr>
            <p:cNvPr id="66575" name="Line 16"/>
            <p:cNvSpPr/>
            <p:nvPr/>
          </p:nvSpPr>
          <p:spPr>
            <a:xfrm flipV="1">
              <a:off x="3600" y="1008"/>
              <a:ext cx="546" cy="1290"/>
            </a:xfrm>
            <a:prstGeom prst="line">
              <a:avLst/>
            </a:prstGeom>
            <a:ln w="9525" cap="flat" cmpd="sng">
              <a:solidFill>
                <a:schemeClr val="tx1"/>
              </a:solidFill>
              <a:prstDash val="solid"/>
              <a:round/>
              <a:headEnd type="none" w="med" len="med"/>
              <a:tailEnd type="triangle" w="med" len="med"/>
            </a:ln>
          </p:spPr>
        </p:sp>
        <p:graphicFrame>
          <p:nvGraphicFramePr>
            <p:cNvPr id="66576" name="Object 17"/>
            <p:cNvGraphicFramePr>
              <a:graphicFrameLocks noChangeAspect="1"/>
            </p:cNvGraphicFramePr>
            <p:nvPr/>
          </p:nvGraphicFramePr>
          <p:xfrm>
            <a:off x="3704" y="754"/>
            <a:ext cx="386" cy="432"/>
          </p:xfrm>
          <a:graphic>
            <a:graphicData uri="http://schemas.openxmlformats.org/presentationml/2006/ole">
              <mc:AlternateContent xmlns:mc="http://schemas.openxmlformats.org/markup-compatibility/2006">
                <mc:Choice xmlns:v="urn:schemas-microsoft-com:vml" Requires="v">
                  <p:oleObj spid="_x0000_s3343" name="" r:id="rId9" imgW="152400" imgH="165100" progId="Equation.3">
                    <p:embed/>
                  </p:oleObj>
                </mc:Choice>
                <mc:Fallback>
                  <p:oleObj name="" r:id="rId9" imgW="152400" imgH="165100" progId="Equation.3">
                    <p:embed/>
                    <p:pic>
                      <p:nvPicPr>
                        <p:cNvPr id="0" name="图片 3342"/>
                        <p:cNvPicPr/>
                        <p:nvPr/>
                      </p:nvPicPr>
                      <p:blipFill>
                        <a:blip r:embed="rId10"/>
                        <a:stretch>
                          <a:fillRect/>
                        </a:stretch>
                      </p:blipFill>
                      <p:spPr>
                        <a:xfrm>
                          <a:off x="3704" y="754"/>
                          <a:ext cx="386" cy="432"/>
                        </a:xfrm>
                        <a:prstGeom prst="rect">
                          <a:avLst/>
                        </a:prstGeom>
                        <a:noFill/>
                        <a:ln w="38100">
                          <a:noFill/>
                          <a:miter/>
                        </a:ln>
                      </p:spPr>
                    </p:pic>
                  </p:oleObj>
                </mc:Fallback>
              </mc:AlternateContent>
            </a:graphicData>
          </a:graphic>
        </p:graphicFrame>
      </p:grpSp>
      <p:grpSp>
        <p:nvGrpSpPr>
          <p:cNvPr id="207890" name="Group 18"/>
          <p:cNvGrpSpPr/>
          <p:nvPr/>
        </p:nvGrpSpPr>
        <p:grpSpPr>
          <a:xfrm>
            <a:off x="4756150" y="3546475"/>
            <a:ext cx="1522413" cy="574675"/>
            <a:chOff x="2832" y="1680"/>
            <a:chExt cx="1219" cy="362"/>
          </a:xfrm>
        </p:grpSpPr>
        <p:sp>
          <p:nvSpPr>
            <p:cNvPr id="66578" name="Arc 19"/>
            <p:cNvSpPr/>
            <p:nvPr/>
          </p:nvSpPr>
          <p:spPr>
            <a:xfrm>
              <a:off x="3871" y="1680"/>
              <a:ext cx="180" cy="308"/>
            </a:xfrm>
            <a:custGeom>
              <a:avLst/>
              <a:gdLst/>
              <a:ahLst/>
              <a:cxnLst>
                <a:cxn ang="0">
                  <a:pos x="0" y="0"/>
                </a:cxn>
                <a:cxn ang="0">
                  <a:pos x="2" y="4"/>
                </a:cxn>
                <a:cxn ang="0">
                  <a:pos x="0" y="4"/>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rgbClr val="FF0000"/>
              </a:solidFill>
              <a:prstDash val="solid"/>
              <a:round/>
              <a:headEnd type="none" w="med" len="med"/>
              <a:tailEnd type="none" w="med" len="med"/>
            </a:ln>
          </p:spPr>
          <p:txBody>
            <a:bodyPr/>
            <a:p>
              <a:endParaRPr lang="zh-CN" altLang="en-US"/>
            </a:p>
          </p:txBody>
        </p:sp>
        <p:grpSp>
          <p:nvGrpSpPr>
            <p:cNvPr id="66579" name="Group 20"/>
            <p:cNvGrpSpPr/>
            <p:nvPr/>
          </p:nvGrpSpPr>
          <p:grpSpPr>
            <a:xfrm>
              <a:off x="2832" y="1728"/>
              <a:ext cx="576" cy="314"/>
              <a:chOff x="2832" y="1728"/>
              <a:chExt cx="576" cy="314"/>
            </a:xfrm>
          </p:grpSpPr>
          <p:sp>
            <p:nvSpPr>
              <p:cNvPr id="66580" name="AutoShape 21"/>
              <p:cNvSpPr/>
              <p:nvPr/>
            </p:nvSpPr>
            <p:spPr>
              <a:xfrm>
                <a:off x="2832" y="1728"/>
                <a:ext cx="576" cy="314"/>
              </a:xfrm>
              <a:prstGeom prst="wedgeRoundRectCallout">
                <a:avLst>
                  <a:gd name="adj1" fmla="val 152954"/>
                  <a:gd name="adj2" fmla="val -24523"/>
                  <a:gd name="adj3" fmla="val 16667"/>
                </a:avLst>
              </a:prstGeom>
              <a:solidFill>
                <a:schemeClr val="accent1"/>
              </a:solidFill>
              <a:ln w="9525" cap="flat" cmpd="sng">
                <a:solidFill>
                  <a:schemeClr val="tx1"/>
                </a:solidFill>
                <a:prstDash val="solid"/>
                <a:miter/>
                <a:headEnd type="none" w="med" len="med"/>
                <a:tailEnd type="none" w="med" len="med"/>
              </a:ln>
            </p:spPr>
            <p:txBody>
              <a:bodyPr lIns="90000" tIns="46800" rIns="90000" bIns="46800" anchor="ctr" anchorCtr="0">
                <a:spAutoFit/>
              </a:bodyPr>
              <a:p>
                <a:pPr algn="ctr"/>
                <a:endParaRPr lang="zh-CN" altLang="zh-CN" sz="2400" dirty="0">
                  <a:solidFill>
                    <a:schemeClr val="tx2"/>
                  </a:solidFill>
                  <a:latin typeface="Times New Roman" panose="02020603050405020304" pitchFamily="18" charset="0"/>
                  <a:ea typeface="宋体" panose="02010600030101010101" pitchFamily="2" charset="-122"/>
                </a:endParaRPr>
              </a:p>
            </p:txBody>
          </p:sp>
          <p:graphicFrame>
            <p:nvGraphicFramePr>
              <p:cNvPr id="66581" name="Object 22"/>
              <p:cNvGraphicFramePr>
                <a:graphicFrameLocks noChangeAspect="1"/>
              </p:cNvGraphicFramePr>
              <p:nvPr/>
            </p:nvGraphicFramePr>
            <p:xfrm>
              <a:off x="2919" y="1728"/>
              <a:ext cx="344" cy="294"/>
            </p:xfrm>
            <a:graphic>
              <a:graphicData uri="http://schemas.openxmlformats.org/presentationml/2006/ole">
                <mc:AlternateContent xmlns:mc="http://schemas.openxmlformats.org/markup-compatibility/2006">
                  <mc:Choice xmlns:v="urn:schemas-microsoft-com:vml" Requires="v">
                    <p:oleObj spid="_x0000_s3344" name="" r:id="rId11" imgW="177800" imgH="152400" progId="Equation.3">
                      <p:embed/>
                    </p:oleObj>
                  </mc:Choice>
                  <mc:Fallback>
                    <p:oleObj name="" r:id="rId11" imgW="177800" imgH="152400" progId="Equation.3">
                      <p:embed/>
                      <p:pic>
                        <p:nvPicPr>
                          <p:cNvPr id="0" name="图片 3343"/>
                          <p:cNvPicPr/>
                          <p:nvPr/>
                        </p:nvPicPr>
                        <p:blipFill>
                          <a:blip r:embed="rId12"/>
                          <a:stretch>
                            <a:fillRect/>
                          </a:stretch>
                        </p:blipFill>
                        <p:spPr>
                          <a:xfrm>
                            <a:off x="2919" y="1728"/>
                            <a:ext cx="344" cy="294"/>
                          </a:xfrm>
                          <a:prstGeom prst="rect">
                            <a:avLst/>
                          </a:prstGeom>
                          <a:noFill/>
                          <a:ln w="38100">
                            <a:noFill/>
                            <a:miter/>
                          </a:ln>
                        </p:spPr>
                      </p:pic>
                    </p:oleObj>
                  </mc:Fallback>
                </mc:AlternateContent>
              </a:graphicData>
            </a:graphic>
          </p:graphicFrame>
        </p:grpSp>
      </p:grpSp>
      <p:grpSp>
        <p:nvGrpSpPr>
          <p:cNvPr id="207895" name="Group 23"/>
          <p:cNvGrpSpPr/>
          <p:nvPr/>
        </p:nvGrpSpPr>
        <p:grpSpPr>
          <a:xfrm>
            <a:off x="5324475" y="4389438"/>
            <a:ext cx="3411538" cy="542925"/>
            <a:chOff x="3450" y="2211"/>
            <a:chExt cx="2149" cy="342"/>
          </a:xfrm>
        </p:grpSpPr>
        <p:sp>
          <p:nvSpPr>
            <p:cNvPr id="66583" name="Line 24"/>
            <p:cNvSpPr/>
            <p:nvPr/>
          </p:nvSpPr>
          <p:spPr>
            <a:xfrm>
              <a:off x="3600" y="2304"/>
              <a:ext cx="1973" cy="0"/>
            </a:xfrm>
            <a:prstGeom prst="line">
              <a:avLst/>
            </a:prstGeom>
            <a:ln w="9525" cap="flat" cmpd="sng">
              <a:solidFill>
                <a:schemeClr val="tx1"/>
              </a:solidFill>
              <a:prstDash val="solid"/>
              <a:round/>
              <a:headEnd type="none" w="med" len="med"/>
              <a:tailEnd type="triangle" w="med" len="med"/>
            </a:ln>
          </p:spPr>
        </p:sp>
        <p:sp>
          <p:nvSpPr>
            <p:cNvPr id="66584" name="Text Box 25"/>
            <p:cNvSpPr txBox="1"/>
            <p:nvPr/>
          </p:nvSpPr>
          <p:spPr>
            <a:xfrm>
              <a:off x="3450" y="2211"/>
              <a:ext cx="210" cy="288"/>
            </a:xfrm>
            <a:prstGeom prst="rect">
              <a:avLst/>
            </a:prstGeom>
            <a:noFill/>
            <a:ln w="9525">
              <a:noFill/>
            </a:ln>
          </p:spPr>
          <p:txBody>
            <a:bodyPr wrap="none" lIns="90000" tIns="46800" rIns="90000" bIns="46800" anchor="t" anchorCtr="0">
              <a:spAutoFit/>
            </a:bodyPr>
            <a:p>
              <a:pPr algn="ctr"/>
              <a:r>
                <a:rPr lang="en-US" altLang="zh-CN" sz="2400" dirty="0">
                  <a:solidFill>
                    <a:schemeClr val="tx2"/>
                  </a:solidFill>
                  <a:latin typeface="Times New Roman" panose="02020603050405020304" pitchFamily="18" charset="0"/>
                  <a:ea typeface="宋体" panose="02010600030101010101" pitchFamily="2" charset="-122"/>
                </a:rPr>
                <a:t>o</a:t>
              </a:r>
              <a:endParaRPr lang="en-US" altLang="zh-CN" sz="2400" dirty="0">
                <a:solidFill>
                  <a:schemeClr val="tx2"/>
                </a:solidFill>
                <a:latin typeface="Times New Roman" panose="02020603050405020304" pitchFamily="18" charset="0"/>
                <a:ea typeface="宋体" panose="02010600030101010101" pitchFamily="2" charset="-122"/>
              </a:endParaRPr>
            </a:p>
          </p:txBody>
        </p:sp>
        <p:sp>
          <p:nvSpPr>
            <p:cNvPr id="66585" name="Text Box 26"/>
            <p:cNvSpPr txBox="1"/>
            <p:nvPr/>
          </p:nvSpPr>
          <p:spPr>
            <a:xfrm>
              <a:off x="5346" y="2265"/>
              <a:ext cx="253" cy="288"/>
            </a:xfrm>
            <a:prstGeom prst="rect">
              <a:avLst/>
            </a:prstGeom>
            <a:noFill/>
            <a:ln w="9525">
              <a:noFill/>
            </a:ln>
          </p:spPr>
          <p:txBody>
            <a:bodyPr wrap="none" lIns="90000" tIns="46800" rIns="90000" bIns="46800" anchor="ctr" anchorCtr="0">
              <a:spAutoFit/>
            </a:bodyPr>
            <a:p>
              <a:pPr algn="ctr"/>
              <a:r>
                <a:rPr lang="en-US" altLang="zh-CN" sz="2400" dirty="0">
                  <a:solidFill>
                    <a:schemeClr val="tx2"/>
                  </a:solidFill>
                  <a:latin typeface="Times New Roman" panose="02020603050405020304" pitchFamily="18" charset="0"/>
                  <a:ea typeface="宋体" panose="02010600030101010101" pitchFamily="2" charset="-122"/>
                </a:rPr>
                <a:t>X</a:t>
              </a:r>
              <a:endParaRPr lang="en-US" altLang="zh-CN" sz="2400" dirty="0">
                <a:solidFill>
                  <a:schemeClr val="tx2"/>
                </a:solidFill>
                <a:latin typeface="Times New Roman" panose="02020603050405020304" pitchFamily="18" charset="0"/>
                <a:ea typeface="宋体" panose="02010600030101010101" pitchFamily="2" charset="-122"/>
              </a:endParaRPr>
            </a:p>
          </p:txBody>
        </p:sp>
      </p:grpSp>
      <p:grpSp>
        <p:nvGrpSpPr>
          <p:cNvPr id="207899" name="Group 27"/>
          <p:cNvGrpSpPr/>
          <p:nvPr/>
        </p:nvGrpSpPr>
        <p:grpSpPr>
          <a:xfrm>
            <a:off x="7620000" y="3241675"/>
            <a:ext cx="719138" cy="923925"/>
            <a:chOff x="4896" y="1488"/>
            <a:chExt cx="453" cy="582"/>
          </a:xfrm>
        </p:grpSpPr>
        <p:sp>
          <p:nvSpPr>
            <p:cNvPr id="66587" name="Arc 28"/>
            <p:cNvSpPr/>
            <p:nvPr/>
          </p:nvSpPr>
          <p:spPr>
            <a:xfrm>
              <a:off x="4896" y="1488"/>
              <a:ext cx="192" cy="288"/>
            </a:xfrm>
            <a:custGeom>
              <a:avLst/>
              <a:gdLst/>
              <a:ahLst/>
              <a:cxnLst>
                <a:cxn ang="0">
                  <a:pos x="0" y="0"/>
                </a:cxn>
                <a:cxn ang="0">
                  <a:pos x="2" y="4"/>
                </a:cxn>
                <a:cxn ang="0">
                  <a:pos x="0" y="4"/>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solidFill>
              <a:prstDash val="solid"/>
              <a:round/>
              <a:headEnd type="triangle" w="med" len="med"/>
              <a:tailEnd type="none" w="med" len="med"/>
            </a:ln>
          </p:spPr>
          <p:txBody>
            <a:bodyPr/>
            <a:p>
              <a:endParaRPr lang="zh-CN" altLang="en-US"/>
            </a:p>
          </p:txBody>
        </p:sp>
        <p:graphicFrame>
          <p:nvGraphicFramePr>
            <p:cNvPr id="66588" name="Object 29"/>
            <p:cNvGraphicFramePr>
              <a:graphicFrameLocks noChangeAspect="1"/>
            </p:cNvGraphicFramePr>
            <p:nvPr/>
          </p:nvGraphicFramePr>
          <p:xfrm>
            <a:off x="4950" y="1638"/>
            <a:ext cx="399" cy="432"/>
          </p:xfrm>
          <a:graphic>
            <a:graphicData uri="http://schemas.openxmlformats.org/presentationml/2006/ole">
              <mc:AlternateContent xmlns:mc="http://schemas.openxmlformats.org/markup-compatibility/2006">
                <mc:Choice xmlns:v="urn:schemas-microsoft-com:vml" Requires="v">
                  <p:oleObj spid="_x0000_s3352" name="" r:id="rId13" imgW="152400" imgH="165100" progId="Equation.3">
                    <p:embed/>
                  </p:oleObj>
                </mc:Choice>
                <mc:Fallback>
                  <p:oleObj name="" r:id="rId13" imgW="152400" imgH="165100" progId="Equation.3">
                    <p:embed/>
                    <p:pic>
                      <p:nvPicPr>
                        <p:cNvPr id="0" name="图片 3351"/>
                        <p:cNvPicPr/>
                        <p:nvPr/>
                      </p:nvPicPr>
                      <p:blipFill>
                        <a:blip r:embed="rId14"/>
                        <a:stretch>
                          <a:fillRect/>
                        </a:stretch>
                      </p:blipFill>
                      <p:spPr>
                        <a:xfrm>
                          <a:off x="4950" y="1638"/>
                          <a:ext cx="399" cy="432"/>
                        </a:xfrm>
                        <a:prstGeom prst="rect">
                          <a:avLst/>
                        </a:prstGeom>
                        <a:noFill/>
                        <a:ln w="38100">
                          <a:noFill/>
                          <a:miter/>
                        </a:ln>
                      </p:spPr>
                    </p:pic>
                  </p:oleObj>
                </mc:Fallback>
              </mc:AlternateContent>
            </a:graphicData>
          </a:graphic>
        </p:graphicFrame>
      </p:grpSp>
      <p:grpSp>
        <p:nvGrpSpPr>
          <p:cNvPr id="207902" name="Group 30"/>
          <p:cNvGrpSpPr/>
          <p:nvPr/>
        </p:nvGrpSpPr>
        <p:grpSpPr>
          <a:xfrm>
            <a:off x="5557838" y="1489075"/>
            <a:ext cx="1147762" cy="838200"/>
            <a:chOff x="3597" y="384"/>
            <a:chExt cx="723" cy="528"/>
          </a:xfrm>
        </p:grpSpPr>
        <p:sp>
          <p:nvSpPr>
            <p:cNvPr id="66590" name="Arc 31"/>
            <p:cNvSpPr/>
            <p:nvPr/>
          </p:nvSpPr>
          <p:spPr>
            <a:xfrm>
              <a:off x="3936" y="720"/>
              <a:ext cx="384" cy="192"/>
            </a:xfrm>
            <a:custGeom>
              <a:avLst/>
              <a:gdLst/>
              <a:ahLst/>
              <a:cxnLst>
                <a:cxn ang="0">
                  <a:pos x="0" y="0"/>
                </a:cxn>
                <a:cxn ang="0">
                  <a:pos x="7" y="2"/>
                </a:cxn>
                <a:cxn ang="0">
                  <a:pos x="0" y="2"/>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solidFill>
              <a:prstDash val="solid"/>
              <a:round/>
              <a:headEnd type="triangle" w="med" len="med"/>
              <a:tailEnd type="none" w="med" len="med"/>
            </a:ln>
          </p:spPr>
          <p:txBody>
            <a:bodyPr/>
            <a:p>
              <a:endParaRPr lang="zh-CN" altLang="en-US"/>
            </a:p>
          </p:txBody>
        </p:sp>
        <p:graphicFrame>
          <p:nvGraphicFramePr>
            <p:cNvPr id="66591" name="Object 32"/>
            <p:cNvGraphicFramePr>
              <a:graphicFrameLocks noChangeAspect="1"/>
            </p:cNvGraphicFramePr>
            <p:nvPr/>
          </p:nvGraphicFramePr>
          <p:xfrm>
            <a:off x="3597" y="384"/>
            <a:ext cx="388" cy="388"/>
          </p:xfrm>
          <a:graphic>
            <a:graphicData uri="http://schemas.openxmlformats.org/presentationml/2006/ole">
              <mc:AlternateContent xmlns:mc="http://schemas.openxmlformats.org/markup-compatibility/2006">
                <mc:Choice xmlns:v="urn:schemas-microsoft-com:vml" Requires="v">
                  <p:oleObj spid="_x0000_s3354" name="" r:id="rId15" imgW="165100" imgH="165100" progId="Equation.3">
                    <p:embed/>
                  </p:oleObj>
                </mc:Choice>
                <mc:Fallback>
                  <p:oleObj name="" r:id="rId15" imgW="165100" imgH="165100" progId="Equation.3">
                    <p:embed/>
                    <p:pic>
                      <p:nvPicPr>
                        <p:cNvPr id="0" name="图片 3353"/>
                        <p:cNvPicPr/>
                        <p:nvPr/>
                      </p:nvPicPr>
                      <p:blipFill>
                        <a:blip r:embed="rId16"/>
                        <a:stretch>
                          <a:fillRect/>
                        </a:stretch>
                      </p:blipFill>
                      <p:spPr>
                        <a:xfrm>
                          <a:off x="3597" y="384"/>
                          <a:ext cx="388" cy="388"/>
                        </a:xfrm>
                        <a:prstGeom prst="rect">
                          <a:avLst/>
                        </a:prstGeom>
                        <a:noFill/>
                        <a:ln w="38100">
                          <a:noFill/>
                          <a:miter/>
                        </a:ln>
                      </p:spPr>
                    </p:pic>
                  </p:oleObj>
                </mc:Fallback>
              </mc:AlternateContent>
            </a:graphicData>
          </a:graphic>
        </p:graphicFrame>
      </p:grpSp>
      <p:graphicFrame>
        <p:nvGraphicFramePr>
          <p:cNvPr id="207905" name="Object 33"/>
          <p:cNvGraphicFramePr>
            <a:graphicFrameLocks noChangeAspect="1"/>
          </p:cNvGraphicFramePr>
          <p:nvPr/>
        </p:nvGraphicFramePr>
        <p:xfrm>
          <a:off x="811213" y="3486150"/>
          <a:ext cx="1263650" cy="1003300"/>
        </p:xfrm>
        <a:graphic>
          <a:graphicData uri="http://schemas.openxmlformats.org/presentationml/2006/ole">
            <mc:AlternateContent xmlns:mc="http://schemas.openxmlformats.org/markup-compatibility/2006">
              <mc:Choice xmlns:v="urn:schemas-microsoft-com:vml" Requires="v">
                <p:oleObj spid="_x0000_s3356" name="" r:id="rId17" imgW="495300" imgH="393700" progId="Equation.3">
                  <p:embed/>
                </p:oleObj>
              </mc:Choice>
              <mc:Fallback>
                <p:oleObj name="" r:id="rId17" imgW="495300" imgH="393700" progId="Equation.3">
                  <p:embed/>
                  <p:pic>
                    <p:nvPicPr>
                      <p:cNvPr id="0" name="图片 3355"/>
                      <p:cNvPicPr/>
                      <p:nvPr/>
                    </p:nvPicPr>
                    <p:blipFill>
                      <a:blip r:embed="rId18"/>
                      <a:stretch>
                        <a:fillRect/>
                      </a:stretch>
                    </p:blipFill>
                    <p:spPr>
                      <a:xfrm>
                        <a:off x="811213" y="3486150"/>
                        <a:ext cx="1263650" cy="1003300"/>
                      </a:xfrm>
                      <a:prstGeom prst="rect">
                        <a:avLst/>
                      </a:prstGeom>
                      <a:noFill/>
                      <a:ln w="38100">
                        <a:noFill/>
                        <a:miter/>
                      </a:ln>
                    </p:spPr>
                  </p:pic>
                </p:oleObj>
              </mc:Fallback>
            </mc:AlternateContent>
          </a:graphicData>
        </a:graphic>
      </p:graphicFrame>
      <p:graphicFrame>
        <p:nvGraphicFramePr>
          <p:cNvPr id="207906" name="Object 34"/>
          <p:cNvGraphicFramePr>
            <a:graphicFrameLocks noChangeAspect="1"/>
          </p:cNvGraphicFramePr>
          <p:nvPr/>
        </p:nvGraphicFramePr>
        <p:xfrm>
          <a:off x="2641600" y="3484563"/>
          <a:ext cx="1239838" cy="962025"/>
        </p:xfrm>
        <a:graphic>
          <a:graphicData uri="http://schemas.openxmlformats.org/presentationml/2006/ole">
            <mc:AlternateContent xmlns:mc="http://schemas.openxmlformats.org/markup-compatibility/2006">
              <mc:Choice xmlns:v="urn:schemas-microsoft-com:vml" Requires="v">
                <p:oleObj spid="_x0000_s3351" name="" r:id="rId19" imgW="508000" imgH="393700" progId="Equation.3">
                  <p:embed/>
                </p:oleObj>
              </mc:Choice>
              <mc:Fallback>
                <p:oleObj name="" r:id="rId19" imgW="508000" imgH="393700" progId="Equation.3">
                  <p:embed/>
                  <p:pic>
                    <p:nvPicPr>
                      <p:cNvPr id="0" name="图片 3350"/>
                      <p:cNvPicPr/>
                      <p:nvPr/>
                    </p:nvPicPr>
                    <p:blipFill>
                      <a:blip r:embed="rId20"/>
                      <a:stretch>
                        <a:fillRect/>
                      </a:stretch>
                    </p:blipFill>
                    <p:spPr>
                      <a:xfrm>
                        <a:off x="2641600" y="3484563"/>
                        <a:ext cx="1239838" cy="962025"/>
                      </a:xfrm>
                      <a:prstGeom prst="rect">
                        <a:avLst/>
                      </a:prstGeom>
                      <a:noFill/>
                      <a:ln w="38100">
                        <a:noFill/>
                        <a:miter/>
                      </a:ln>
                    </p:spPr>
                  </p:pic>
                </p:oleObj>
              </mc:Fallback>
            </mc:AlternateContent>
          </a:graphicData>
        </a:graphic>
      </p:graphicFrame>
      <p:sp>
        <p:nvSpPr>
          <p:cNvPr id="207907" name="Text Box 35"/>
          <p:cNvSpPr txBox="1"/>
          <p:nvPr/>
        </p:nvSpPr>
        <p:spPr>
          <a:xfrm>
            <a:off x="496888" y="4805363"/>
            <a:ext cx="4876800" cy="460375"/>
          </a:xfrm>
          <a:prstGeom prst="rect">
            <a:avLst/>
          </a:prstGeom>
          <a:noFill/>
          <a:ln w="9525">
            <a:noFill/>
          </a:ln>
        </p:spPr>
        <p:txBody>
          <a:bodyPr anchor="t" anchorCtr="0">
            <a:spAutoFit/>
          </a:bodyPr>
          <a:p>
            <a:pPr eaLnBrk="0" hangingPunct="0">
              <a:spcBef>
                <a:spcPct val="50000"/>
              </a:spcBef>
            </a:pPr>
            <a:r>
              <a:rPr lang="zh-CN" altLang="en-US" sz="2400" dirty="0">
                <a:solidFill>
                  <a:srgbClr val="000000"/>
                </a:solidFill>
                <a:latin typeface="微软雅黑" panose="020B0503020204020204" charset="-122"/>
                <a:ea typeface="微软雅黑" panose="020B0503020204020204" charset="-122"/>
              </a:rPr>
              <a:t>单位</a:t>
            </a:r>
            <a:r>
              <a:rPr lang="zh-CN" altLang="en-US" sz="2400" dirty="0">
                <a:latin typeface="微软雅黑" panose="020B0503020204020204" charset="-122"/>
                <a:ea typeface="微软雅黑" panose="020B0503020204020204" charset="-122"/>
              </a:rPr>
              <a:t>时间内</a:t>
            </a:r>
            <a:r>
              <a:rPr lang="en-US" altLang="zh-CN" sz="2400" b="1" i="1" dirty="0">
                <a:latin typeface="Times New Roman" panose="02020603050405020304" pitchFamily="18" charset="0"/>
                <a:ea typeface="宋体" panose="02010600030101010101" pitchFamily="2" charset="-122"/>
              </a:rPr>
              <a:t>A</a:t>
            </a:r>
            <a:r>
              <a:rPr lang="en-US" altLang="zh-CN" sz="2400" b="1" baseline="-25000" dirty="0">
                <a:latin typeface="Times New Roman" panose="02020603050405020304" pitchFamily="18" charset="0"/>
                <a:ea typeface="宋体" panose="02010600030101010101" pitchFamily="2" charset="-122"/>
              </a:rPr>
              <a:t>1</a:t>
            </a:r>
            <a:r>
              <a:rPr lang="zh-CN" altLang="en-US" sz="2400" dirty="0">
                <a:latin typeface="微软雅黑" panose="020B0503020204020204" charset="-122"/>
                <a:ea typeface="微软雅黑" panose="020B0503020204020204" charset="-122"/>
              </a:rPr>
              <a:t>比</a:t>
            </a:r>
            <a:r>
              <a:rPr lang="en-US" altLang="zh-CN" sz="2400" b="1" i="1" dirty="0">
                <a:latin typeface="Times New Roman" panose="02020603050405020304" pitchFamily="18" charset="0"/>
                <a:ea typeface="宋体" panose="02010600030101010101" pitchFamily="2" charset="-122"/>
              </a:rPr>
              <a:t>A</a:t>
            </a:r>
            <a:r>
              <a:rPr lang="en-US" altLang="zh-CN" sz="2400" b="1" baseline="-25000" dirty="0">
                <a:latin typeface="Times New Roman" panose="02020603050405020304" pitchFamily="18" charset="0"/>
                <a:ea typeface="宋体" panose="02010600030101010101" pitchFamily="2" charset="-122"/>
              </a:rPr>
              <a:t>2</a:t>
            </a:r>
            <a:r>
              <a:rPr lang="zh-CN" altLang="en-US" sz="2400" dirty="0">
                <a:latin typeface="微软雅黑" panose="020B0503020204020204" charset="-122"/>
                <a:ea typeface="微软雅黑" panose="020B0503020204020204" charset="-122"/>
              </a:rPr>
              <a:t>多</a:t>
            </a:r>
            <a:r>
              <a:rPr lang="zh-CN" altLang="en-US" sz="2400" dirty="0">
                <a:solidFill>
                  <a:srgbClr val="000000"/>
                </a:solidFill>
                <a:latin typeface="微软雅黑" panose="020B0503020204020204" charset="-122"/>
                <a:ea typeface="微软雅黑" panose="020B0503020204020204" charset="-122"/>
              </a:rPr>
              <a:t>转了</a:t>
            </a:r>
            <a:endParaRPr lang="zh-CN" altLang="en-US" sz="2400" dirty="0">
              <a:solidFill>
                <a:srgbClr val="000000"/>
              </a:solidFill>
              <a:latin typeface="微软雅黑" panose="020B0503020204020204" charset="-122"/>
              <a:ea typeface="微软雅黑" panose="020B0503020204020204" charset="-122"/>
            </a:endParaRPr>
          </a:p>
        </p:txBody>
      </p:sp>
      <p:graphicFrame>
        <p:nvGraphicFramePr>
          <p:cNvPr id="207908" name="Object 36"/>
          <p:cNvGraphicFramePr>
            <a:graphicFrameLocks noChangeAspect="1"/>
          </p:cNvGraphicFramePr>
          <p:nvPr/>
        </p:nvGraphicFramePr>
        <p:xfrm>
          <a:off x="3881438" y="4724400"/>
          <a:ext cx="1223962" cy="612775"/>
        </p:xfrm>
        <a:graphic>
          <a:graphicData uri="http://schemas.openxmlformats.org/presentationml/2006/ole">
            <mc:AlternateContent xmlns:mc="http://schemas.openxmlformats.org/markup-compatibility/2006">
              <mc:Choice xmlns:v="urn:schemas-microsoft-com:vml" Requires="v">
                <p:oleObj spid="_x0000_s3353" name="" r:id="rId21" imgW="431800" imgH="215900" progId="Equation.3">
                  <p:embed/>
                </p:oleObj>
              </mc:Choice>
              <mc:Fallback>
                <p:oleObj name="" r:id="rId21" imgW="431800" imgH="215900" progId="Equation.3">
                  <p:embed/>
                  <p:pic>
                    <p:nvPicPr>
                      <p:cNvPr id="0" name="图片 3352"/>
                      <p:cNvPicPr/>
                      <p:nvPr/>
                    </p:nvPicPr>
                    <p:blipFill>
                      <a:blip r:embed="rId22"/>
                      <a:stretch>
                        <a:fillRect/>
                      </a:stretch>
                    </p:blipFill>
                    <p:spPr>
                      <a:xfrm>
                        <a:off x="3881438" y="4724400"/>
                        <a:ext cx="1223962" cy="612775"/>
                      </a:xfrm>
                      <a:prstGeom prst="rect">
                        <a:avLst/>
                      </a:prstGeom>
                      <a:noFill/>
                      <a:ln w="38100">
                        <a:noFill/>
                        <a:miter/>
                      </a:ln>
                    </p:spPr>
                  </p:pic>
                </p:oleObj>
              </mc:Fallback>
            </mc:AlternateContent>
          </a:graphicData>
        </a:graphic>
      </p:graphicFrame>
      <p:sp>
        <p:nvSpPr>
          <p:cNvPr id="207909" name="Text Box 37"/>
          <p:cNvSpPr txBox="1"/>
          <p:nvPr/>
        </p:nvSpPr>
        <p:spPr>
          <a:xfrm>
            <a:off x="4889500" y="4843463"/>
            <a:ext cx="762000" cy="460375"/>
          </a:xfrm>
          <a:prstGeom prst="rect">
            <a:avLst/>
          </a:prstGeom>
          <a:noFill/>
          <a:ln w="9525">
            <a:noFill/>
          </a:ln>
        </p:spPr>
        <p:txBody>
          <a:bodyPr anchor="t" anchorCtr="0">
            <a:spAutoFit/>
          </a:bodyPr>
          <a:p>
            <a:pPr algn="ctr" eaLnBrk="0" hangingPunct="0">
              <a:spcBef>
                <a:spcPct val="50000"/>
              </a:spcBef>
            </a:pPr>
            <a:r>
              <a:rPr lang="zh-CN" altLang="en-US" sz="2400" dirty="0">
                <a:latin typeface="微软雅黑" panose="020B0503020204020204" charset="-122"/>
                <a:ea typeface="微软雅黑" panose="020B0503020204020204" charset="-122"/>
              </a:rPr>
              <a:t>次</a:t>
            </a:r>
            <a:endParaRPr lang="zh-CN" altLang="en-US" sz="2400" dirty="0">
              <a:latin typeface="微软雅黑" panose="020B0503020204020204" charset="-122"/>
              <a:ea typeface="微软雅黑" panose="020B0503020204020204" charset="-122"/>
            </a:endParaRPr>
          </a:p>
        </p:txBody>
      </p:sp>
      <p:sp>
        <p:nvSpPr>
          <p:cNvPr id="207910" name="Text Box 38"/>
          <p:cNvSpPr txBox="1"/>
          <p:nvPr/>
        </p:nvSpPr>
        <p:spPr>
          <a:xfrm>
            <a:off x="684213" y="5516563"/>
            <a:ext cx="7848600" cy="830262"/>
          </a:xfrm>
          <a:prstGeom prst="rect">
            <a:avLst/>
          </a:prstGeom>
          <a:noFill/>
          <a:ln w="9525">
            <a:noFill/>
          </a:ln>
        </p:spPr>
        <p:txBody>
          <a:bodyPr anchor="t" anchorCtr="0">
            <a:spAutoFit/>
          </a:bodyPr>
          <a:p>
            <a:pPr eaLnBrk="0" hangingPunct="0">
              <a:spcBef>
                <a:spcPct val="50000"/>
              </a:spcBef>
            </a:pPr>
            <a:r>
              <a:rPr lang="en-US" altLang="zh-CN" sz="2400" b="1" dirty="0">
                <a:solidFill>
                  <a:schemeClr val="tx2"/>
                </a:solidFill>
                <a:latin typeface="Times New Roman" panose="02020603050405020304" pitchFamily="18" charset="0"/>
                <a:ea typeface="宋体" panose="02010600030101010101" pitchFamily="2" charset="-122"/>
              </a:rPr>
              <a:t>         </a:t>
            </a:r>
            <a:r>
              <a:rPr lang="zh-CN" altLang="en-US" sz="2400" dirty="0">
                <a:solidFill>
                  <a:srgbClr val="000000"/>
                </a:solidFill>
                <a:latin typeface="微软雅黑" panose="020B0503020204020204" charset="-122"/>
                <a:ea typeface="微软雅黑" panose="020B0503020204020204" charset="-122"/>
              </a:rPr>
              <a:t>为突出频率不同引起的效果，设分振动振幅相同，且初位相均为零。</a:t>
            </a:r>
            <a:endParaRPr lang="zh-CN" altLang="en-US" sz="2400" b="1" dirty="0">
              <a:solidFill>
                <a:schemeClr val="tx2"/>
              </a:solidFill>
              <a:latin typeface="Times New Roman" panose="02020603050405020304" pitchFamily="18" charset="0"/>
              <a:ea typeface="宋体" panose="02010600030101010101" pitchFamily="2" charset="-122"/>
            </a:endParaRPr>
          </a:p>
        </p:txBody>
      </p:sp>
      <p:sp>
        <p:nvSpPr>
          <p:cNvPr id="2" name="矩形 1"/>
          <p:cNvSpPr/>
          <p:nvPr/>
        </p:nvSpPr>
        <p:spPr>
          <a:xfrm>
            <a:off x="657225" y="590550"/>
            <a:ext cx="7481888" cy="565150"/>
          </a:xfrm>
          <a:prstGeom prst="rect">
            <a:avLst/>
          </a:prstGeom>
          <a:noFill/>
          <a:ln w="9525">
            <a:noFill/>
          </a:ln>
        </p:spPr>
        <p:txBody>
          <a:bodyPr wrap="square" anchor="t" anchorCtr="0">
            <a:spAutoFit/>
          </a:bodyPr>
          <a:p>
            <a:pPr>
              <a:lnSpc>
                <a:spcPct val="110000"/>
              </a:lnSpc>
            </a:pPr>
            <a:r>
              <a:rPr lang="zh-CN" altLang="en-US" sz="2800" b="1" dirty="0">
                <a:solidFill>
                  <a:srgbClr val="254265"/>
                </a:solidFill>
                <a:latin typeface="微软雅黑" panose="020B0503020204020204" charset="-122"/>
                <a:ea typeface="微软雅黑" panose="020B0503020204020204" charset="-122"/>
              </a:rPr>
              <a:t>二、两个同方向不同频率简谐振动的合成  拍</a:t>
            </a:r>
            <a:endParaRPr lang="zh-CN" altLang="en-US" sz="2800" b="1" dirty="0">
              <a:solidFill>
                <a:srgbClr val="254265"/>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207877"/>
                                        </p:tgtEl>
                                        <p:attrNameLst>
                                          <p:attrName>style.visibility</p:attrName>
                                        </p:attrNameLst>
                                      </p:cBhvr>
                                      <p:to>
                                        <p:strVal val="visible"/>
                                      </p:to>
                                    </p:set>
                                    <p:animEffect transition="in" filter="wipe(left)">
                                      <p:cBhvr>
                                        <p:cTn id="10" dur="500"/>
                                        <p:tgtEl>
                                          <p:spTgt spid="207877"/>
                                        </p:tgtEl>
                                      </p:cBhvr>
                                    </p:animEffec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499"/>
                                          </p:stCondLst>
                                        </p:cTn>
                                        <p:tgtEl>
                                          <p:spTgt spid="207875"/>
                                        </p:tgtEl>
                                        <p:attrNameLst>
                                          <p:attrName>style.visibility</p:attrName>
                                        </p:attrNameLst>
                                      </p:cBhvr>
                                      <p:to>
                                        <p:strVal val="visible"/>
                                      </p:to>
                                    </p:set>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07876"/>
                                        </p:tgtEl>
                                        <p:attrNameLst>
                                          <p:attrName>style.visibility</p:attrName>
                                        </p:attrNameLst>
                                      </p:cBhvr>
                                      <p:to>
                                        <p:strVal val="visible"/>
                                      </p:to>
                                    </p:set>
                                    <p:anim calcmode="lin" valueType="num">
                                      <p:cBhvr>
                                        <p:cTn id="17" dur="500" fill="hold"/>
                                        <p:tgtEl>
                                          <p:spTgt spid="207876"/>
                                        </p:tgtEl>
                                        <p:attrNameLst>
                                          <p:attrName>ppt_x</p:attrName>
                                        </p:attrNameLst>
                                      </p:cBhvr>
                                      <p:tavLst>
                                        <p:tav tm="0">
                                          <p:val>
                                            <p:strVal val="0-#ppt_w/2"/>
                                          </p:val>
                                        </p:tav>
                                        <p:tav tm="100000">
                                          <p:val>
                                            <p:strVal val="#ppt_x"/>
                                          </p:val>
                                        </p:tav>
                                      </p:tavLst>
                                    </p:anim>
                                    <p:anim calcmode="lin" valueType="num">
                                      <p:cBhvr>
                                        <p:cTn id="18" dur="500" fill="hold"/>
                                        <p:tgtEl>
                                          <p:spTgt spid="20787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07895"/>
                                        </p:tgtEl>
                                        <p:attrNameLst>
                                          <p:attrName>style.visibility</p:attrName>
                                        </p:attrNameLst>
                                      </p:cBhvr>
                                      <p:to>
                                        <p:strVal val="visible"/>
                                      </p:to>
                                    </p:set>
                                    <p:animEffect transition="in" filter="wipe(left)">
                                      <p:cBhvr>
                                        <p:cTn id="23" dur="500"/>
                                        <p:tgtEl>
                                          <p:spTgt spid="207895"/>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207884"/>
                                        </p:tgtEl>
                                        <p:attrNameLst>
                                          <p:attrName>style.visibility</p:attrName>
                                        </p:attrNameLst>
                                      </p:cBhvr>
                                      <p:to>
                                        <p:strVal val="visible"/>
                                      </p:to>
                                    </p:set>
                                    <p:animEffect transition="in" filter="wipe(left)">
                                      <p:cBhvr>
                                        <p:cTn id="27" dur="500"/>
                                        <p:tgtEl>
                                          <p:spTgt spid="207884"/>
                                        </p:tgtEl>
                                      </p:cBhvr>
                                    </p:animEffec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207887"/>
                                        </p:tgtEl>
                                        <p:attrNameLst>
                                          <p:attrName>style.visibility</p:attrName>
                                        </p:attrNameLst>
                                      </p:cBhvr>
                                      <p:to>
                                        <p:strVal val="visible"/>
                                      </p:to>
                                    </p:set>
                                    <p:animEffect transition="in" filter="wipe(left)">
                                      <p:cBhvr>
                                        <p:cTn id="31" dur="500"/>
                                        <p:tgtEl>
                                          <p:spTgt spid="207887"/>
                                        </p:tgtEl>
                                      </p:cBhvr>
                                    </p:animEffect>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207878"/>
                                        </p:tgtEl>
                                        <p:attrNameLst>
                                          <p:attrName>style.visibility</p:attrName>
                                        </p:attrNameLst>
                                      </p:cBhvr>
                                      <p:to>
                                        <p:strVal val="visible"/>
                                      </p:to>
                                    </p:set>
                                    <p:animEffect transition="in" filter="wipe(left)">
                                      <p:cBhvr>
                                        <p:cTn id="35" dur="500"/>
                                        <p:tgtEl>
                                          <p:spTgt spid="207878"/>
                                        </p:tgtEl>
                                      </p:cBhvr>
                                    </p:animEffect>
                                  </p:childTnLst>
                                </p:cTn>
                              </p:par>
                            </p:childTnLst>
                          </p:cTn>
                        </p:par>
                        <p:par>
                          <p:cTn id="36" fill="hold">
                            <p:stCondLst>
                              <p:cond delay="2000"/>
                            </p:stCondLst>
                            <p:childTnLst>
                              <p:par>
                                <p:cTn id="37" presetID="2" presetClass="entr" presetSubtype="2" fill="hold" nodeType="afterEffect">
                                  <p:stCondLst>
                                    <p:cond delay="0"/>
                                  </p:stCondLst>
                                  <p:childTnLst>
                                    <p:set>
                                      <p:cBhvr>
                                        <p:cTn id="38" dur="1" fill="hold">
                                          <p:stCondLst>
                                            <p:cond delay="0"/>
                                          </p:stCondLst>
                                        </p:cTn>
                                        <p:tgtEl>
                                          <p:spTgt spid="207899"/>
                                        </p:tgtEl>
                                        <p:attrNameLst>
                                          <p:attrName>style.visibility</p:attrName>
                                        </p:attrNameLst>
                                      </p:cBhvr>
                                      <p:to>
                                        <p:strVal val="visible"/>
                                      </p:to>
                                    </p:set>
                                    <p:anim calcmode="lin" valueType="num">
                                      <p:cBhvr>
                                        <p:cTn id="39" dur="500" fill="hold"/>
                                        <p:tgtEl>
                                          <p:spTgt spid="207899"/>
                                        </p:tgtEl>
                                        <p:attrNameLst>
                                          <p:attrName>ppt_x</p:attrName>
                                        </p:attrNameLst>
                                      </p:cBhvr>
                                      <p:tavLst>
                                        <p:tav tm="0">
                                          <p:val>
                                            <p:strVal val="1+#ppt_w/2"/>
                                          </p:val>
                                        </p:tav>
                                        <p:tav tm="100000">
                                          <p:val>
                                            <p:strVal val="#ppt_x"/>
                                          </p:val>
                                        </p:tav>
                                      </p:tavLst>
                                    </p:anim>
                                    <p:anim calcmode="lin" valueType="num">
                                      <p:cBhvr>
                                        <p:cTn id="40" dur="500" fill="hold"/>
                                        <p:tgtEl>
                                          <p:spTgt spid="207899"/>
                                        </p:tgtEl>
                                        <p:attrNameLst>
                                          <p:attrName>ppt_y</p:attrName>
                                        </p:attrNameLst>
                                      </p:cBhvr>
                                      <p:tavLst>
                                        <p:tav tm="0">
                                          <p:val>
                                            <p:strVal val="#ppt_y"/>
                                          </p:val>
                                        </p:tav>
                                        <p:tav tm="100000">
                                          <p:val>
                                            <p:strVal val="#ppt_y"/>
                                          </p:val>
                                        </p:tav>
                                      </p:tavLst>
                                    </p:anim>
                                  </p:childTnLst>
                                </p:cTn>
                              </p:par>
                            </p:childTnLst>
                          </p:cTn>
                        </p:par>
                        <p:par>
                          <p:cTn id="41" fill="hold">
                            <p:stCondLst>
                              <p:cond delay="2500"/>
                            </p:stCondLst>
                            <p:childTnLst>
                              <p:par>
                                <p:cTn id="42" presetID="2" presetClass="entr" presetSubtype="2" fill="hold" nodeType="afterEffect">
                                  <p:stCondLst>
                                    <p:cond delay="0"/>
                                  </p:stCondLst>
                                  <p:childTnLst>
                                    <p:set>
                                      <p:cBhvr>
                                        <p:cTn id="43" dur="1" fill="hold">
                                          <p:stCondLst>
                                            <p:cond delay="0"/>
                                          </p:stCondLst>
                                        </p:cTn>
                                        <p:tgtEl>
                                          <p:spTgt spid="207902"/>
                                        </p:tgtEl>
                                        <p:attrNameLst>
                                          <p:attrName>style.visibility</p:attrName>
                                        </p:attrNameLst>
                                      </p:cBhvr>
                                      <p:to>
                                        <p:strVal val="visible"/>
                                      </p:to>
                                    </p:set>
                                    <p:anim calcmode="lin" valueType="num">
                                      <p:cBhvr>
                                        <p:cTn id="44" dur="500" fill="hold"/>
                                        <p:tgtEl>
                                          <p:spTgt spid="207902"/>
                                        </p:tgtEl>
                                        <p:attrNameLst>
                                          <p:attrName>ppt_x</p:attrName>
                                        </p:attrNameLst>
                                      </p:cBhvr>
                                      <p:tavLst>
                                        <p:tav tm="0">
                                          <p:val>
                                            <p:strVal val="1+#ppt_w/2"/>
                                          </p:val>
                                        </p:tav>
                                        <p:tav tm="100000">
                                          <p:val>
                                            <p:strVal val="#ppt_x"/>
                                          </p:val>
                                        </p:tav>
                                      </p:tavLst>
                                    </p:anim>
                                    <p:anim calcmode="lin" valueType="num">
                                      <p:cBhvr>
                                        <p:cTn id="45" dur="500" fill="hold"/>
                                        <p:tgtEl>
                                          <p:spTgt spid="207902"/>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nodeType="clickEffect">
                                  <p:stCondLst>
                                    <p:cond delay="0"/>
                                  </p:stCondLst>
                                  <p:childTnLst>
                                    <p:set>
                                      <p:cBhvr>
                                        <p:cTn id="49" dur="1" fill="hold">
                                          <p:stCondLst>
                                            <p:cond delay="0"/>
                                          </p:stCondLst>
                                        </p:cTn>
                                        <p:tgtEl>
                                          <p:spTgt spid="207890"/>
                                        </p:tgtEl>
                                        <p:attrNameLst>
                                          <p:attrName>style.visibility</p:attrName>
                                        </p:attrNameLst>
                                      </p:cBhvr>
                                      <p:to>
                                        <p:strVal val="visible"/>
                                      </p:to>
                                    </p:set>
                                    <p:anim calcmode="lin" valueType="num">
                                      <p:cBhvr>
                                        <p:cTn id="50" dur="500" fill="hold"/>
                                        <p:tgtEl>
                                          <p:spTgt spid="207890"/>
                                        </p:tgtEl>
                                        <p:attrNameLst>
                                          <p:attrName>ppt_x</p:attrName>
                                        </p:attrNameLst>
                                      </p:cBhvr>
                                      <p:tavLst>
                                        <p:tav tm="0">
                                          <p:val>
                                            <p:strVal val="0-#ppt_w/2"/>
                                          </p:val>
                                        </p:tav>
                                        <p:tav tm="100000">
                                          <p:val>
                                            <p:strVal val="#ppt_x"/>
                                          </p:val>
                                        </p:tav>
                                      </p:tavLst>
                                    </p:anim>
                                    <p:anim calcmode="lin" valueType="num">
                                      <p:cBhvr>
                                        <p:cTn id="51" dur="500" fill="hold"/>
                                        <p:tgtEl>
                                          <p:spTgt spid="207890"/>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07905"/>
                                        </p:tgtEl>
                                        <p:attrNameLst>
                                          <p:attrName>style.visibility</p:attrName>
                                        </p:attrNameLst>
                                      </p:cBhvr>
                                      <p:to>
                                        <p:strVal val="visible"/>
                                      </p:to>
                                    </p:set>
                                    <p:animEffect transition="in" filter="wipe(left)">
                                      <p:cBhvr>
                                        <p:cTn id="56" dur="500"/>
                                        <p:tgtEl>
                                          <p:spTgt spid="207905"/>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207906"/>
                                        </p:tgtEl>
                                        <p:attrNameLst>
                                          <p:attrName>style.visibility</p:attrName>
                                        </p:attrNameLst>
                                      </p:cBhvr>
                                      <p:to>
                                        <p:strVal val="visible"/>
                                      </p:to>
                                    </p:set>
                                    <p:animEffect transition="in" filter="wipe(left)">
                                      <p:cBhvr>
                                        <p:cTn id="60" dur="500"/>
                                        <p:tgtEl>
                                          <p:spTgt spid="207906"/>
                                        </p:tgtEl>
                                      </p:cBhvr>
                                    </p:animEffect>
                                  </p:childTnLst>
                                </p:cTn>
                              </p:par>
                            </p:childTnLst>
                          </p:cTn>
                        </p:par>
                        <p:par>
                          <p:cTn id="61" fill="hold">
                            <p:stCondLst>
                              <p:cond delay="1000"/>
                            </p:stCondLst>
                            <p:childTnLst>
                              <p:par>
                                <p:cTn id="62" presetID="22" presetClass="entr" presetSubtype="8" fill="hold" grpId="0" nodeType="afterEffect">
                                  <p:stCondLst>
                                    <p:cond delay="0"/>
                                  </p:stCondLst>
                                  <p:childTnLst>
                                    <p:set>
                                      <p:cBhvr>
                                        <p:cTn id="63" dur="1" fill="hold">
                                          <p:stCondLst>
                                            <p:cond delay="0"/>
                                          </p:stCondLst>
                                        </p:cTn>
                                        <p:tgtEl>
                                          <p:spTgt spid="207907"/>
                                        </p:tgtEl>
                                        <p:attrNameLst>
                                          <p:attrName>style.visibility</p:attrName>
                                        </p:attrNameLst>
                                      </p:cBhvr>
                                      <p:to>
                                        <p:strVal val="visible"/>
                                      </p:to>
                                    </p:set>
                                    <p:animEffect transition="in" filter="wipe(left)">
                                      <p:cBhvr>
                                        <p:cTn id="64" dur="500"/>
                                        <p:tgtEl>
                                          <p:spTgt spid="207907"/>
                                        </p:tgtEl>
                                      </p:cBhvr>
                                    </p:animEffect>
                                  </p:childTnLst>
                                </p:cTn>
                              </p:par>
                            </p:childTnLst>
                          </p:cTn>
                        </p:par>
                        <p:par>
                          <p:cTn id="65" fill="hold">
                            <p:stCondLst>
                              <p:cond delay="1500"/>
                            </p:stCondLst>
                            <p:childTnLst>
                              <p:par>
                                <p:cTn id="66" presetID="22" presetClass="entr" presetSubtype="8" fill="hold" nodeType="afterEffect">
                                  <p:stCondLst>
                                    <p:cond delay="0"/>
                                  </p:stCondLst>
                                  <p:childTnLst>
                                    <p:set>
                                      <p:cBhvr>
                                        <p:cTn id="67" dur="1" fill="hold">
                                          <p:stCondLst>
                                            <p:cond delay="0"/>
                                          </p:stCondLst>
                                        </p:cTn>
                                        <p:tgtEl>
                                          <p:spTgt spid="207908"/>
                                        </p:tgtEl>
                                        <p:attrNameLst>
                                          <p:attrName>style.visibility</p:attrName>
                                        </p:attrNameLst>
                                      </p:cBhvr>
                                      <p:to>
                                        <p:strVal val="visible"/>
                                      </p:to>
                                    </p:set>
                                    <p:animEffect transition="in" filter="wipe(left)">
                                      <p:cBhvr>
                                        <p:cTn id="68" dur="500"/>
                                        <p:tgtEl>
                                          <p:spTgt spid="207908"/>
                                        </p:tgtEl>
                                      </p:cBhvr>
                                    </p:animEffect>
                                  </p:childTnLst>
                                </p:cTn>
                              </p:par>
                            </p:childTnLst>
                          </p:cTn>
                        </p:par>
                        <p:par>
                          <p:cTn id="69" fill="hold">
                            <p:stCondLst>
                              <p:cond delay="2000"/>
                            </p:stCondLst>
                            <p:childTnLst>
                              <p:par>
                                <p:cTn id="70" presetID="22" presetClass="entr" presetSubtype="8" fill="hold" grpId="0" nodeType="afterEffect">
                                  <p:stCondLst>
                                    <p:cond delay="0"/>
                                  </p:stCondLst>
                                  <p:childTnLst>
                                    <p:set>
                                      <p:cBhvr>
                                        <p:cTn id="71" dur="1" fill="hold">
                                          <p:stCondLst>
                                            <p:cond delay="0"/>
                                          </p:stCondLst>
                                        </p:cTn>
                                        <p:tgtEl>
                                          <p:spTgt spid="207909"/>
                                        </p:tgtEl>
                                        <p:attrNameLst>
                                          <p:attrName>style.visibility</p:attrName>
                                        </p:attrNameLst>
                                      </p:cBhvr>
                                      <p:to>
                                        <p:strVal val="visible"/>
                                      </p:to>
                                    </p:set>
                                    <p:animEffect transition="in" filter="wipe(left)">
                                      <p:cBhvr>
                                        <p:cTn id="72" dur="500"/>
                                        <p:tgtEl>
                                          <p:spTgt spid="20790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07910"/>
                                        </p:tgtEl>
                                        <p:attrNameLst>
                                          <p:attrName>style.visibility</p:attrName>
                                        </p:attrNameLst>
                                      </p:cBhvr>
                                      <p:to>
                                        <p:strVal val="visible"/>
                                      </p:to>
                                    </p:set>
                                    <p:animEffect transition="in" filter="wipe(left)">
                                      <p:cBhvr>
                                        <p:cTn id="77" dur="500"/>
                                        <p:tgtEl>
                                          <p:spTgt spid="207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6" grpId="0" bldLvl="0" animBg="1"/>
      <p:bldP spid="207907" grpId="0"/>
      <p:bldP spid="207909" grpId="0"/>
      <p:bldP spid="207910" grpId="0"/>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208898" name="Text Box 2"/>
          <p:cNvSpPr txBox="1"/>
          <p:nvPr/>
        </p:nvSpPr>
        <p:spPr>
          <a:xfrm>
            <a:off x="1041400" y="757238"/>
            <a:ext cx="2590800" cy="460375"/>
          </a:xfrm>
          <a:prstGeom prst="rect">
            <a:avLst/>
          </a:prstGeom>
          <a:noFill/>
          <a:ln w="25400">
            <a:noFill/>
          </a:ln>
        </p:spPr>
        <p:txBody>
          <a:bodyPr wrap="square" anchor="t" anchorCtr="0">
            <a:spAutoFit/>
          </a:bodyPr>
          <a:p>
            <a:pPr>
              <a:spcBef>
                <a:spcPct val="50000"/>
              </a:spcBef>
            </a:pPr>
            <a:r>
              <a:rPr lang="zh-CN" altLang="en-US" sz="2400" dirty="0">
                <a:latin typeface="微软雅黑" panose="020B0503020204020204" charset="-122"/>
                <a:ea typeface="微软雅黑" panose="020B0503020204020204" charset="-122"/>
              </a:rPr>
              <a:t>分振动：</a:t>
            </a:r>
            <a:endParaRPr lang="zh-CN" altLang="en-US" sz="2400" dirty="0">
              <a:latin typeface="微软雅黑" panose="020B0503020204020204" charset="-122"/>
              <a:ea typeface="微软雅黑" panose="020B0503020204020204" charset="-122"/>
            </a:endParaRPr>
          </a:p>
        </p:txBody>
      </p:sp>
      <p:graphicFrame>
        <p:nvGraphicFramePr>
          <p:cNvPr id="208899" name="Object 3"/>
          <p:cNvGraphicFramePr>
            <a:graphicFrameLocks noChangeAspect="1"/>
          </p:cNvGraphicFramePr>
          <p:nvPr/>
        </p:nvGraphicFramePr>
        <p:xfrm>
          <a:off x="1789113" y="1336675"/>
          <a:ext cx="2266950" cy="1117600"/>
        </p:xfrm>
        <a:graphic>
          <a:graphicData uri="http://schemas.openxmlformats.org/presentationml/2006/ole">
            <mc:AlternateContent xmlns:mc="http://schemas.openxmlformats.org/markup-compatibility/2006">
              <mc:Choice xmlns:v="urn:schemas-microsoft-com:vml" Requires="v">
                <p:oleObj spid="_x0000_s3355" name="" r:id="rId1" imgW="927100" imgH="457200" progId="Equation.3">
                  <p:embed/>
                </p:oleObj>
              </mc:Choice>
              <mc:Fallback>
                <p:oleObj name="" r:id="rId1" imgW="927100" imgH="457200" progId="Equation.3">
                  <p:embed/>
                  <p:pic>
                    <p:nvPicPr>
                      <p:cNvPr id="0" name="图片 3354"/>
                      <p:cNvPicPr/>
                      <p:nvPr/>
                    </p:nvPicPr>
                    <p:blipFill>
                      <a:blip r:embed="rId2"/>
                      <a:stretch>
                        <a:fillRect/>
                      </a:stretch>
                    </p:blipFill>
                    <p:spPr>
                      <a:xfrm>
                        <a:off x="1789113" y="1336675"/>
                        <a:ext cx="2266950" cy="1117600"/>
                      </a:xfrm>
                      <a:prstGeom prst="rect">
                        <a:avLst/>
                      </a:prstGeom>
                      <a:noFill/>
                      <a:ln w="38100">
                        <a:noFill/>
                        <a:miter/>
                      </a:ln>
                    </p:spPr>
                  </p:pic>
                </p:oleObj>
              </mc:Fallback>
            </mc:AlternateContent>
          </a:graphicData>
        </a:graphic>
      </p:graphicFrame>
      <p:sp>
        <p:nvSpPr>
          <p:cNvPr id="208900" name="Text Box 4"/>
          <p:cNvSpPr txBox="1"/>
          <p:nvPr/>
        </p:nvSpPr>
        <p:spPr>
          <a:xfrm>
            <a:off x="1085850" y="2598738"/>
            <a:ext cx="2209800" cy="460375"/>
          </a:xfrm>
          <a:prstGeom prst="rect">
            <a:avLst/>
          </a:prstGeom>
          <a:noFill/>
          <a:ln w="9525">
            <a:noFill/>
          </a:ln>
        </p:spPr>
        <p:txBody>
          <a:bodyPr anchor="t" anchorCtr="0">
            <a:spAutoFit/>
          </a:bodyPr>
          <a:p>
            <a:pPr>
              <a:spcBef>
                <a:spcPct val="50000"/>
              </a:spcBef>
            </a:pPr>
            <a:r>
              <a:rPr lang="zh-CN" altLang="en-US" sz="2400" dirty="0">
                <a:latin typeface="微软雅黑" panose="020B0503020204020204" charset="-122"/>
                <a:ea typeface="微软雅黑" panose="020B0503020204020204" charset="-122"/>
              </a:rPr>
              <a:t>线性相加：</a:t>
            </a:r>
            <a:endParaRPr lang="zh-CN" altLang="en-US" sz="2400" dirty="0">
              <a:latin typeface="微软雅黑" panose="020B0503020204020204" charset="-122"/>
              <a:ea typeface="微软雅黑" panose="020B0503020204020204" charset="-122"/>
            </a:endParaRPr>
          </a:p>
        </p:txBody>
      </p:sp>
      <p:graphicFrame>
        <p:nvGraphicFramePr>
          <p:cNvPr id="208901" name="Object 5"/>
          <p:cNvGraphicFramePr>
            <a:graphicFrameLocks noChangeAspect="1"/>
          </p:cNvGraphicFramePr>
          <p:nvPr/>
        </p:nvGraphicFramePr>
        <p:xfrm>
          <a:off x="1789113" y="3233738"/>
          <a:ext cx="6232525" cy="944562"/>
        </p:xfrm>
        <a:graphic>
          <a:graphicData uri="http://schemas.openxmlformats.org/presentationml/2006/ole">
            <mc:AlternateContent xmlns:mc="http://schemas.openxmlformats.org/markup-compatibility/2006">
              <mc:Choice xmlns:v="urn:schemas-microsoft-com:vml" Requires="v">
                <p:oleObj spid="_x0000_s3350" name="" r:id="rId3" imgW="2602865" imgH="393700" progId="Equation.3">
                  <p:embed/>
                </p:oleObj>
              </mc:Choice>
              <mc:Fallback>
                <p:oleObj name="" r:id="rId3" imgW="2602865" imgH="393700" progId="Equation.3">
                  <p:embed/>
                  <p:pic>
                    <p:nvPicPr>
                      <p:cNvPr id="0" name="图片 3349"/>
                      <p:cNvPicPr/>
                      <p:nvPr/>
                    </p:nvPicPr>
                    <p:blipFill>
                      <a:blip r:embed="rId4"/>
                      <a:stretch>
                        <a:fillRect/>
                      </a:stretch>
                    </p:blipFill>
                    <p:spPr>
                      <a:xfrm>
                        <a:off x="1789113" y="3233738"/>
                        <a:ext cx="6232525" cy="944562"/>
                      </a:xfrm>
                      <a:prstGeom prst="rect">
                        <a:avLst/>
                      </a:prstGeom>
                      <a:noFill/>
                      <a:ln w="38100">
                        <a:noFill/>
                        <a:miter/>
                      </a:ln>
                    </p:spPr>
                  </p:pic>
                </p:oleObj>
              </mc:Fallback>
            </mc:AlternateContent>
          </a:graphicData>
        </a:graphic>
      </p:graphicFrame>
      <p:sp>
        <p:nvSpPr>
          <p:cNvPr id="208902" name="Text Box 6"/>
          <p:cNvSpPr txBox="1"/>
          <p:nvPr/>
        </p:nvSpPr>
        <p:spPr>
          <a:xfrm>
            <a:off x="1177925" y="4424363"/>
            <a:ext cx="7337425" cy="522287"/>
          </a:xfrm>
          <a:prstGeom prst="rect">
            <a:avLst/>
          </a:prstGeom>
          <a:noFill/>
          <a:ln w="9525">
            <a:noFill/>
          </a:ln>
        </p:spPr>
        <p:txBody>
          <a:bodyPr wrap="square" anchor="t" anchorCtr="0">
            <a:spAutoFit/>
          </a:bodyPr>
          <a:p>
            <a:pPr>
              <a:spcBef>
                <a:spcPct val="50000"/>
              </a:spcBef>
            </a:pPr>
            <a:r>
              <a:rPr lang="zh-CN" altLang="en-US" sz="2800" dirty="0">
                <a:latin typeface="微软雅黑" panose="020B0503020204020204" charset="-122"/>
                <a:ea typeface="微软雅黑" panose="020B0503020204020204" charset="-122"/>
              </a:rPr>
              <a:t>合振动没有明显的周期性。已不再是谐振动。</a:t>
            </a:r>
            <a:endParaRPr lang="zh-CN" altLang="en-US" sz="2800" dirty="0">
              <a:latin typeface="微软雅黑" panose="020B0503020204020204" charset="-122"/>
              <a:ea typeface="微软雅黑" panose="020B0503020204020204" charset="-122"/>
            </a:endParaRPr>
          </a:p>
        </p:txBody>
      </p:sp>
      <p:sp>
        <p:nvSpPr>
          <p:cNvPr id="2" name="Text Box 6"/>
          <p:cNvSpPr txBox="1"/>
          <p:nvPr/>
        </p:nvSpPr>
        <p:spPr>
          <a:xfrm>
            <a:off x="1036638" y="5265738"/>
            <a:ext cx="7380287" cy="830262"/>
          </a:xfrm>
          <a:prstGeom prst="rect">
            <a:avLst/>
          </a:prstGeom>
          <a:noFill/>
          <a:ln w="15875" cap="flat" cmpd="sng">
            <a:solidFill>
              <a:srgbClr val="00B050"/>
            </a:solidFill>
            <a:prstDash val="solid"/>
            <a:round/>
            <a:headEnd type="none" w="med" len="med"/>
            <a:tailEnd type="none" w="med" len="med"/>
          </a:ln>
        </p:spPr>
        <p:txBody>
          <a:bodyPr wrap="square" anchor="t" anchorCtr="0">
            <a:spAutoFit/>
          </a:bodyPr>
          <a:p>
            <a:pPr>
              <a:spcBef>
                <a:spcPct val="50000"/>
              </a:spcBef>
            </a:pPr>
            <a:r>
              <a:rPr lang="en-US" altLang="zh-CN" sz="2400" dirty="0">
                <a:solidFill>
                  <a:srgbClr val="C00000"/>
                </a:solidFill>
                <a:latin typeface="微软雅黑" panose="020B0503020204020204" charset="-122"/>
                <a:ea typeface="微软雅黑" panose="020B0503020204020204" charset="-122"/>
              </a:rPr>
              <a:t>[</a:t>
            </a:r>
            <a:r>
              <a:rPr lang="zh-CN" altLang="en-US" sz="2400" dirty="0">
                <a:solidFill>
                  <a:srgbClr val="C00000"/>
                </a:solidFill>
                <a:latin typeface="微软雅黑" panose="020B0503020204020204" charset="-122"/>
                <a:ea typeface="微软雅黑" panose="020B0503020204020204" charset="-122"/>
              </a:rPr>
              <a:t>思考</a:t>
            </a:r>
            <a:r>
              <a:rPr lang="en-US" altLang="zh-CN" sz="2400" dirty="0">
                <a:solidFill>
                  <a:srgbClr val="C00000"/>
                </a:solidFill>
                <a:latin typeface="微软雅黑" panose="020B0503020204020204" charset="-122"/>
                <a:ea typeface="微软雅黑" panose="020B0503020204020204" charset="-122"/>
              </a:rPr>
              <a:t>]</a:t>
            </a:r>
            <a:r>
              <a:rPr lang="zh-CN" altLang="en-US" sz="2400" dirty="0">
                <a:solidFill>
                  <a:srgbClr val="C00000"/>
                </a:solidFill>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当两个分振动的频率都较大，且其差很小时，会出现什么现象呢？</a:t>
            </a:r>
            <a:endParaRPr lang="zh-CN" altLang="en-US" sz="2400" dirty="0">
              <a:latin typeface="微软雅黑" panose="020B0503020204020204" charset="-122"/>
              <a:ea typeface="微软雅黑" panose="020B0503020204020204" charset="-122"/>
            </a:endParaRPr>
          </a:p>
        </p:txBody>
      </p:sp>
      <p:graphicFrame>
        <p:nvGraphicFramePr>
          <p:cNvPr id="208903" name="Object 7"/>
          <p:cNvGraphicFramePr>
            <a:graphicFrameLocks noChangeAspect="1"/>
          </p:cNvGraphicFramePr>
          <p:nvPr/>
        </p:nvGraphicFramePr>
        <p:xfrm>
          <a:off x="4716463" y="476250"/>
          <a:ext cx="4117975" cy="762000"/>
        </p:xfrm>
        <a:graphic>
          <a:graphicData uri="http://schemas.openxmlformats.org/presentationml/2006/ole">
            <mc:AlternateContent xmlns:mc="http://schemas.openxmlformats.org/markup-compatibility/2006">
              <mc:Choice xmlns:v="urn:schemas-microsoft-com:vml" Requires="v">
                <p:oleObj spid="_x0000_s3358" name="" r:id="rId5" imgW="2425700" imgH="393700" progId="Equation.3">
                  <p:embed/>
                </p:oleObj>
              </mc:Choice>
              <mc:Fallback>
                <p:oleObj name="" r:id="rId5" imgW="2425700" imgH="393700" progId="Equation.3">
                  <p:embed/>
                  <p:pic>
                    <p:nvPicPr>
                      <p:cNvPr id="0" name="图片 3357"/>
                      <p:cNvPicPr/>
                      <p:nvPr/>
                    </p:nvPicPr>
                    <p:blipFill>
                      <a:blip r:embed="rId6"/>
                      <a:stretch>
                        <a:fillRect/>
                      </a:stretch>
                    </p:blipFill>
                    <p:spPr>
                      <a:xfrm>
                        <a:off x="4716463" y="476250"/>
                        <a:ext cx="4117975" cy="762000"/>
                      </a:xfrm>
                      <a:prstGeom prst="rect">
                        <a:avLst/>
                      </a:prstGeom>
                      <a:solidFill>
                        <a:srgbClr val="99CCFF"/>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08898">
                                            <p:txEl>
                                              <p:charRg st="0" end="5"/>
                                            </p:txEl>
                                          </p:spTgt>
                                        </p:tgtEl>
                                        <p:attrNameLst>
                                          <p:attrName>style.visibility</p:attrName>
                                        </p:attrNameLst>
                                      </p:cBhvr>
                                      <p:to>
                                        <p:strVal val="visible"/>
                                      </p:to>
                                    </p:set>
                                    <p:animEffect transition="in" filter="blinds(horizontal)">
                                      <p:cBhvr>
                                        <p:cTn id="7" dur="500"/>
                                        <p:tgtEl>
                                          <p:spTgt spid="208898">
                                            <p:txEl>
                                              <p:charRg st="0" end="5"/>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08899"/>
                                        </p:tgtEl>
                                        <p:attrNameLst>
                                          <p:attrName>style.visibility</p:attrName>
                                        </p:attrNameLst>
                                      </p:cBhvr>
                                      <p:to>
                                        <p:strVal val="visible"/>
                                      </p:to>
                                    </p:set>
                                    <p:animEffect transition="in" filter="blinds(horizontal)">
                                      <p:cBhvr>
                                        <p:cTn id="11" dur="500"/>
                                        <p:tgtEl>
                                          <p:spTgt spid="208899"/>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08900"/>
                                        </p:tgtEl>
                                        <p:attrNameLst>
                                          <p:attrName>style.visibility</p:attrName>
                                        </p:attrNameLst>
                                      </p:cBhvr>
                                      <p:to>
                                        <p:strVal val="visible"/>
                                      </p:to>
                                    </p:set>
                                    <p:animEffect transition="in" filter="blinds(horizontal)">
                                      <p:cBhvr>
                                        <p:cTn id="16" dur="500"/>
                                        <p:tgtEl>
                                          <p:spTgt spid="20890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08903"/>
                                        </p:tgtEl>
                                        <p:attrNameLst>
                                          <p:attrName>style.visibility</p:attrName>
                                        </p:attrNameLst>
                                      </p:cBhvr>
                                      <p:to>
                                        <p:strVal val="visible"/>
                                      </p:to>
                                    </p:set>
                                    <p:animEffect transition="in" filter="wipe(left)">
                                      <p:cBhvr>
                                        <p:cTn id="21" dur="500"/>
                                        <p:tgtEl>
                                          <p:spTgt spid="208903"/>
                                        </p:tgtEl>
                                      </p:cBhvr>
                                    </p:animEffect>
                                  </p:childTnLst>
                                </p:cTn>
                              </p:par>
                            </p:childTnLst>
                          </p:cTn>
                        </p:par>
                        <p:par>
                          <p:cTn id="22" fill="hold">
                            <p:stCondLst>
                              <p:cond delay="500"/>
                            </p:stCondLst>
                            <p:childTnLst>
                              <p:par>
                                <p:cTn id="23" presetID="3" presetClass="entr" presetSubtype="10" fill="hold" nodeType="afterEffect">
                                  <p:stCondLst>
                                    <p:cond delay="0"/>
                                  </p:stCondLst>
                                  <p:childTnLst>
                                    <p:set>
                                      <p:cBhvr>
                                        <p:cTn id="24" dur="1" fill="hold">
                                          <p:stCondLst>
                                            <p:cond delay="0"/>
                                          </p:stCondLst>
                                        </p:cTn>
                                        <p:tgtEl>
                                          <p:spTgt spid="208901"/>
                                        </p:tgtEl>
                                        <p:attrNameLst>
                                          <p:attrName>style.visibility</p:attrName>
                                        </p:attrNameLst>
                                      </p:cBhvr>
                                      <p:to>
                                        <p:strVal val="visible"/>
                                      </p:to>
                                    </p:set>
                                    <p:animEffect transition="in" filter="blinds(horizontal)">
                                      <p:cBhvr>
                                        <p:cTn id="25" dur="500"/>
                                        <p:tgtEl>
                                          <p:spTgt spid="20890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08902">
                                            <p:txEl>
                                              <p:charRg st="0" end="21"/>
                                            </p:txEl>
                                          </p:spTgt>
                                        </p:tgtEl>
                                        <p:attrNameLst>
                                          <p:attrName>style.visibility</p:attrName>
                                        </p:attrNameLst>
                                      </p:cBhvr>
                                      <p:to>
                                        <p:strVal val="visible"/>
                                      </p:to>
                                    </p:set>
                                    <p:animEffect transition="in" filter="blinds(horizontal)">
                                      <p:cBhvr>
                                        <p:cTn id="30" dur="500"/>
                                        <p:tgtEl>
                                          <p:spTgt spid="208902">
                                            <p:txEl>
                                              <p:charRg st="0" end="2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up)">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build="p"/>
      <p:bldP spid="208900" grpId="0"/>
      <p:bldP spid="208902" grpId="0" uiExpand="1" build="p"/>
      <p:bldP spid="2"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212998" name="Text Box 6"/>
          <p:cNvSpPr txBox="1"/>
          <p:nvPr/>
        </p:nvSpPr>
        <p:spPr>
          <a:xfrm>
            <a:off x="2636838" y="2057400"/>
            <a:ext cx="2279650" cy="708025"/>
          </a:xfrm>
          <a:prstGeom prst="rect">
            <a:avLst/>
          </a:prstGeom>
          <a:noFill/>
          <a:ln w="9525">
            <a:noFill/>
          </a:ln>
        </p:spPr>
        <p:txBody>
          <a:bodyPr wrap="square" anchor="t" anchorCtr="0">
            <a:spAutoFit/>
          </a:bodyPr>
          <a:p>
            <a:pPr algn="ctr" eaLnBrk="0" hangingPunct="0"/>
            <a:r>
              <a:rPr lang="zh-CN" altLang="en-US" sz="2000" dirty="0">
                <a:solidFill>
                  <a:srgbClr val="0000FF"/>
                </a:solidFill>
                <a:latin typeface="微软雅黑" panose="020B0503020204020204" charset="-122"/>
                <a:ea typeface="微软雅黑" panose="020B0503020204020204" charset="-122"/>
              </a:rPr>
              <a:t>随时间变化很慢可看作合振动的振幅</a:t>
            </a:r>
            <a:endParaRPr lang="zh-CN" altLang="en-US" sz="2000" dirty="0">
              <a:solidFill>
                <a:srgbClr val="0000FF"/>
              </a:solidFill>
              <a:latin typeface="微软雅黑" panose="020B0503020204020204" charset="-122"/>
              <a:ea typeface="微软雅黑" panose="020B0503020204020204" charset="-122"/>
            </a:endParaRPr>
          </a:p>
        </p:txBody>
      </p:sp>
      <p:sp>
        <p:nvSpPr>
          <p:cNvPr id="212999" name="Text Box 7"/>
          <p:cNvSpPr txBox="1"/>
          <p:nvPr/>
        </p:nvSpPr>
        <p:spPr>
          <a:xfrm>
            <a:off x="5095875" y="2046288"/>
            <a:ext cx="2066925" cy="1014412"/>
          </a:xfrm>
          <a:prstGeom prst="rect">
            <a:avLst/>
          </a:prstGeom>
          <a:noFill/>
          <a:ln w="9525">
            <a:noFill/>
          </a:ln>
        </p:spPr>
        <p:txBody>
          <a:bodyPr wrap="square" anchor="t" anchorCtr="0">
            <a:spAutoFit/>
          </a:bodyPr>
          <a:p>
            <a:pPr algn="ctr" eaLnBrk="0" hangingPunct="0"/>
            <a:r>
              <a:rPr lang="zh-CN" altLang="en-US" sz="2000" dirty="0">
                <a:latin typeface="微软雅黑" panose="020B0503020204020204" charset="-122"/>
                <a:ea typeface="微软雅黑" panose="020B0503020204020204" charset="-122"/>
              </a:rPr>
              <a:t>随时间变化较快可看作作谐振动的部分</a:t>
            </a:r>
            <a:endParaRPr lang="zh-CN" altLang="en-US" sz="2000" dirty="0">
              <a:latin typeface="微软雅黑" panose="020B0503020204020204" charset="-122"/>
              <a:ea typeface="微软雅黑" panose="020B0503020204020204" charset="-122"/>
            </a:endParaRPr>
          </a:p>
        </p:txBody>
      </p:sp>
      <p:sp>
        <p:nvSpPr>
          <p:cNvPr id="213000" name="Line 8"/>
          <p:cNvSpPr/>
          <p:nvPr/>
        </p:nvSpPr>
        <p:spPr>
          <a:xfrm>
            <a:off x="2528888" y="1931988"/>
            <a:ext cx="2447925" cy="0"/>
          </a:xfrm>
          <a:prstGeom prst="line">
            <a:avLst/>
          </a:prstGeom>
          <a:ln w="28575" cap="flat" cmpd="sng">
            <a:solidFill>
              <a:srgbClr val="FF3300"/>
            </a:solidFill>
            <a:prstDash val="solid"/>
            <a:round/>
            <a:headEnd type="none" w="med" len="med"/>
            <a:tailEnd type="none" w="lg" len="lg"/>
          </a:ln>
        </p:spPr>
      </p:sp>
      <p:sp>
        <p:nvSpPr>
          <p:cNvPr id="213001" name="Line 9"/>
          <p:cNvSpPr/>
          <p:nvPr/>
        </p:nvSpPr>
        <p:spPr>
          <a:xfrm>
            <a:off x="5184775" y="1931988"/>
            <a:ext cx="1835150" cy="0"/>
          </a:xfrm>
          <a:prstGeom prst="line">
            <a:avLst/>
          </a:prstGeom>
          <a:ln w="28575" cap="flat" cmpd="sng">
            <a:solidFill>
              <a:srgbClr val="FF3300"/>
            </a:solidFill>
            <a:prstDash val="solid"/>
            <a:round/>
            <a:headEnd type="none" w="med" len="med"/>
            <a:tailEnd type="none" w="lg" len="lg"/>
          </a:ln>
        </p:spPr>
      </p:sp>
      <p:sp>
        <p:nvSpPr>
          <p:cNvPr id="213002" name="Rectangle 10"/>
          <p:cNvSpPr/>
          <p:nvPr/>
        </p:nvSpPr>
        <p:spPr>
          <a:xfrm>
            <a:off x="1546225" y="519113"/>
            <a:ext cx="5543550" cy="460375"/>
          </a:xfrm>
          <a:prstGeom prst="rect">
            <a:avLst/>
          </a:prstGeom>
          <a:noFill/>
          <a:ln w="9525">
            <a:noFill/>
          </a:ln>
        </p:spPr>
        <p:txBody>
          <a:bodyPr wrap="square" anchor="t" anchorCtr="0">
            <a:spAutoFit/>
          </a:bodyPr>
          <a:p>
            <a:r>
              <a:rPr lang="zh-CN" altLang="en-US" sz="2400" dirty="0">
                <a:solidFill>
                  <a:srgbClr val="000000"/>
                </a:solidFill>
                <a:latin typeface="微软雅黑" panose="020B0503020204020204" charset="-122"/>
                <a:ea typeface="微软雅黑" panose="020B0503020204020204" charset="-122"/>
              </a:rPr>
              <a:t>若两个简谐振动的频率</a:t>
            </a:r>
            <a:r>
              <a:rPr lang="zh-CN" altLang="en-US" sz="2400" b="1" i="1" dirty="0">
                <a:latin typeface="Times New Roman" panose="02020603050405020304" pitchFamily="18" charset="0"/>
                <a:ea typeface="楷体_GB2312" pitchFamily="49" charset="-122"/>
                <a:sym typeface="Symbol" panose="05050102010706020507" pitchFamily="18" charset="2"/>
              </a:rPr>
              <a:t></a:t>
            </a:r>
            <a:r>
              <a:rPr lang="en-US" altLang="zh-CN" sz="2400" b="1" baseline="-25000" dirty="0">
                <a:latin typeface="Times New Roman" panose="02020603050405020304" pitchFamily="18" charset="0"/>
                <a:ea typeface="楷体_GB2312" pitchFamily="49" charset="-122"/>
                <a:sym typeface="Symbol" panose="05050102010706020507" pitchFamily="18" charset="2"/>
              </a:rPr>
              <a:t>1</a:t>
            </a:r>
            <a:r>
              <a:rPr lang="zh-CN" altLang="en-US" sz="2400" dirty="0">
                <a:solidFill>
                  <a:srgbClr val="000000"/>
                </a:solidFill>
                <a:latin typeface="微软雅黑" panose="020B0503020204020204" charset="-122"/>
                <a:ea typeface="微软雅黑" panose="020B0503020204020204" charset="-122"/>
              </a:rPr>
              <a:t>和</a:t>
            </a:r>
            <a:r>
              <a:rPr lang="zh-CN" altLang="en-US" sz="2400" b="1" i="1" dirty="0">
                <a:latin typeface="Times New Roman" panose="02020603050405020304" pitchFamily="18" charset="0"/>
                <a:ea typeface="楷体_GB2312" pitchFamily="49" charset="-122"/>
                <a:sym typeface="Symbol" panose="05050102010706020507" pitchFamily="18" charset="2"/>
              </a:rPr>
              <a:t></a:t>
            </a:r>
            <a:r>
              <a:rPr lang="en-US" altLang="zh-CN" sz="2400" b="1" baseline="-25000" dirty="0">
                <a:latin typeface="Times New Roman" panose="02020603050405020304" pitchFamily="18" charset="0"/>
                <a:ea typeface="楷体_GB2312" pitchFamily="49" charset="-122"/>
                <a:sym typeface="Symbol" panose="05050102010706020507" pitchFamily="18" charset="2"/>
              </a:rPr>
              <a:t>2</a:t>
            </a:r>
            <a:r>
              <a:rPr lang="zh-CN" altLang="en-US" sz="2400" dirty="0">
                <a:solidFill>
                  <a:srgbClr val="000000"/>
                </a:solidFill>
                <a:latin typeface="微软雅黑" panose="020B0503020204020204" charset="-122"/>
                <a:ea typeface="微软雅黑" panose="020B0503020204020204" charset="-122"/>
              </a:rPr>
              <a:t>很接近</a:t>
            </a:r>
            <a:endParaRPr lang="zh-CN" altLang="en-US" sz="2400" b="1" dirty="0">
              <a:latin typeface="Times New Roman" panose="02020603050405020304" pitchFamily="18" charset="0"/>
              <a:ea typeface="楷体_GB2312" pitchFamily="49" charset="-122"/>
            </a:endParaRPr>
          </a:p>
        </p:txBody>
      </p:sp>
      <p:sp>
        <p:nvSpPr>
          <p:cNvPr id="27657" name="Rectangle 11"/>
          <p:cNvSpPr/>
          <p:nvPr/>
        </p:nvSpPr>
        <p:spPr>
          <a:xfrm>
            <a:off x="7162800" y="1317625"/>
            <a:ext cx="1728788" cy="398463"/>
          </a:xfrm>
          <a:prstGeom prst="rect">
            <a:avLst/>
          </a:prstGeom>
          <a:noFill/>
          <a:ln w="9525">
            <a:noFill/>
          </a:ln>
        </p:spPr>
        <p:txBody>
          <a:bodyPr anchor="t" anchorCtr="0">
            <a:spAutoFit/>
          </a:bodyPr>
          <a:p>
            <a:r>
              <a:rPr lang="zh-CN" altLang="en-US" sz="2000" b="1" dirty="0">
                <a:latin typeface="微软雅黑" panose="020B0503020204020204" charset="-122"/>
                <a:ea typeface="微软雅黑" panose="020B0503020204020204" charset="-122"/>
              </a:rPr>
              <a:t>不是简谐振动</a:t>
            </a:r>
            <a:endParaRPr lang="zh-CN" altLang="en-US" sz="2000" b="1" dirty="0">
              <a:latin typeface="微软雅黑" panose="020B0503020204020204" charset="-122"/>
              <a:ea typeface="微软雅黑" panose="020B0503020204020204" charset="-122"/>
            </a:endParaRPr>
          </a:p>
        </p:txBody>
      </p:sp>
      <p:sp>
        <p:nvSpPr>
          <p:cNvPr id="213004" name="Rectangle 12"/>
          <p:cNvSpPr/>
          <p:nvPr/>
        </p:nvSpPr>
        <p:spPr>
          <a:xfrm>
            <a:off x="846138" y="2900363"/>
            <a:ext cx="6408737" cy="1200150"/>
          </a:xfrm>
          <a:prstGeom prst="rect">
            <a:avLst/>
          </a:prstGeom>
          <a:noFill/>
          <a:ln w="9525">
            <a:noFill/>
          </a:ln>
        </p:spPr>
        <p:txBody>
          <a:bodyPr anchor="t" anchorCtr="0">
            <a:spAutoFit/>
          </a:bodyPr>
          <a:p>
            <a:pPr>
              <a:lnSpc>
                <a:spcPct val="150000"/>
              </a:lnSpc>
            </a:pPr>
            <a:r>
              <a:rPr lang="zh-CN" altLang="en-US" sz="2400" dirty="0">
                <a:latin typeface="微软雅黑" panose="020B0503020204020204" charset="-122"/>
                <a:ea typeface="微软雅黑" panose="020B0503020204020204" charset="-122"/>
              </a:rPr>
              <a:t>合振动可视为</a:t>
            </a:r>
            <a:endParaRPr lang="zh-CN" altLang="en-US" sz="2000" b="1" dirty="0">
              <a:latin typeface="楷体_GB2312" pitchFamily="49" charset="-122"/>
              <a:ea typeface="楷体_GB2312" pitchFamily="49" charset="-122"/>
            </a:endParaRPr>
          </a:p>
          <a:p>
            <a:pPr>
              <a:lnSpc>
                <a:spcPct val="150000"/>
              </a:lnSpc>
            </a:pPr>
            <a:r>
              <a:rPr lang="zh-CN" altLang="en-US" sz="2400" dirty="0">
                <a:solidFill>
                  <a:srgbClr val="FF0000"/>
                </a:solidFill>
                <a:latin typeface="微软雅黑" panose="020B0503020204020204" charset="-122"/>
                <a:ea typeface="微软雅黑" panose="020B0503020204020204" charset="-122"/>
              </a:rPr>
              <a:t>角频率</a:t>
            </a:r>
            <a:r>
              <a:rPr lang="zh-CN" altLang="en-US" sz="2400" dirty="0">
                <a:latin typeface="微软雅黑" panose="020B0503020204020204" charset="-122"/>
                <a:ea typeface="微软雅黑" panose="020B0503020204020204" charset="-122"/>
              </a:rPr>
              <a:t>为</a:t>
            </a:r>
            <a:endParaRPr lang="zh-CN" altLang="en-US" sz="2400" dirty="0">
              <a:latin typeface="微软雅黑" panose="020B0503020204020204" charset="-122"/>
              <a:ea typeface="微软雅黑" panose="020B0503020204020204" charset="-122"/>
            </a:endParaRPr>
          </a:p>
        </p:txBody>
      </p:sp>
      <p:sp>
        <p:nvSpPr>
          <p:cNvPr id="213007" name="Rectangle 15"/>
          <p:cNvSpPr/>
          <p:nvPr/>
        </p:nvSpPr>
        <p:spPr>
          <a:xfrm>
            <a:off x="3302000" y="3598863"/>
            <a:ext cx="2087563" cy="460375"/>
          </a:xfrm>
          <a:prstGeom prst="rect">
            <a:avLst/>
          </a:prstGeom>
          <a:noFill/>
          <a:ln w="9525">
            <a:noFill/>
          </a:ln>
        </p:spPr>
        <p:txBody>
          <a:bodyPr anchor="t" anchorCtr="0">
            <a:spAutoFit/>
          </a:bodyPr>
          <a:p>
            <a:r>
              <a:rPr lang="zh-CN" altLang="en-US" sz="2400" dirty="0">
                <a:solidFill>
                  <a:srgbClr val="FF0000"/>
                </a:solidFill>
                <a:latin typeface="微软雅黑" panose="020B0503020204020204" charset="-122"/>
                <a:ea typeface="微软雅黑" panose="020B0503020204020204" charset="-122"/>
              </a:rPr>
              <a:t>振幅</a:t>
            </a:r>
            <a:r>
              <a:rPr lang="zh-CN" altLang="en-US" sz="2400" dirty="0">
                <a:latin typeface="微软雅黑" panose="020B0503020204020204" charset="-122"/>
                <a:ea typeface="微软雅黑" panose="020B0503020204020204" charset="-122"/>
              </a:rPr>
              <a:t>为</a:t>
            </a:r>
            <a:endParaRPr lang="zh-CN" altLang="en-US" sz="2400" dirty="0">
              <a:latin typeface="微软雅黑" panose="020B0503020204020204" charset="-122"/>
              <a:ea typeface="微软雅黑" panose="020B0503020204020204" charset="-122"/>
            </a:endParaRPr>
          </a:p>
        </p:txBody>
      </p:sp>
      <p:sp>
        <p:nvSpPr>
          <p:cNvPr id="213008" name="Rectangle 16"/>
          <p:cNvSpPr/>
          <p:nvPr/>
        </p:nvSpPr>
        <p:spPr>
          <a:xfrm>
            <a:off x="6484938" y="3443288"/>
            <a:ext cx="1878012" cy="644525"/>
          </a:xfrm>
          <a:prstGeom prst="rect">
            <a:avLst/>
          </a:prstGeom>
          <a:noFill/>
          <a:ln w="9525">
            <a:noFill/>
          </a:ln>
        </p:spPr>
        <p:txBody>
          <a:bodyPr wrap="square" anchor="t" anchorCtr="0">
            <a:spAutoFit/>
          </a:bodyPr>
          <a:p>
            <a:pPr>
              <a:lnSpc>
                <a:spcPct val="150000"/>
              </a:lnSpc>
              <a:buSzTx/>
            </a:pPr>
            <a:r>
              <a:rPr lang="zh-CN" altLang="en-US" sz="2400" dirty="0">
                <a:solidFill>
                  <a:srgbClr val="000000"/>
                </a:solidFill>
                <a:latin typeface="微软雅黑" panose="020B0503020204020204" charset="-122"/>
                <a:ea typeface="微软雅黑" panose="020B0503020204020204" charset="-122"/>
              </a:rPr>
              <a:t>的简谐振动。</a:t>
            </a:r>
            <a:endParaRPr lang="zh-CN" altLang="en-US" sz="2400" dirty="0">
              <a:solidFill>
                <a:srgbClr val="000000"/>
              </a:solidFill>
              <a:latin typeface="微软雅黑" panose="020B0503020204020204" charset="-122"/>
              <a:ea typeface="微软雅黑" panose="020B0503020204020204" charset="-122"/>
            </a:endParaRPr>
          </a:p>
        </p:txBody>
      </p:sp>
      <p:sp>
        <p:nvSpPr>
          <p:cNvPr id="213009" name="Text Box 17"/>
          <p:cNvSpPr txBox="1"/>
          <p:nvPr/>
        </p:nvSpPr>
        <p:spPr>
          <a:xfrm>
            <a:off x="668338" y="4389438"/>
            <a:ext cx="7848600" cy="1101725"/>
          </a:xfrm>
          <a:prstGeom prst="rect">
            <a:avLst/>
          </a:prstGeom>
          <a:noFill/>
          <a:ln w="9525">
            <a:noFill/>
          </a:ln>
        </p:spPr>
        <p:txBody>
          <a:bodyPr anchor="t" anchorCtr="0">
            <a:spAutoFit/>
          </a:bodyPr>
          <a:p>
            <a:pPr eaLnBrk="0" hangingPunct="0">
              <a:lnSpc>
                <a:spcPct val="145000"/>
              </a:lnSpc>
              <a:spcBef>
                <a:spcPct val="50000"/>
              </a:spcBef>
            </a:pPr>
            <a:r>
              <a:rPr lang="zh-CN" altLang="en-US" sz="2400" dirty="0">
                <a:solidFill>
                  <a:srgbClr val="000000"/>
                </a:solidFill>
                <a:latin typeface="微软雅黑" panose="020B0503020204020204" charset="-122"/>
                <a:ea typeface="微软雅黑" panose="020B0503020204020204" charset="-122"/>
              </a:rPr>
              <a:t>由于振幅总是正值，而余弦函数的绝对值以</a:t>
            </a:r>
            <a:r>
              <a:rPr lang="zh-CN" altLang="en-US" sz="2400" b="1" dirty="0">
                <a:latin typeface="Times New Roman" panose="02020603050405020304" pitchFamily="18" charset="0"/>
                <a:ea typeface="楷体_GB2312" pitchFamily="49" charset="-122"/>
                <a:sym typeface="Symbol" panose="05050102010706020507" pitchFamily="18" charset="2"/>
              </a:rPr>
              <a:t></a:t>
            </a:r>
            <a:r>
              <a:rPr lang="zh-CN" altLang="en-US" sz="2400" b="1" i="1" dirty="0">
                <a:latin typeface="Times New Roman" panose="02020603050405020304" pitchFamily="18" charset="0"/>
                <a:ea typeface="楷体_GB2312" pitchFamily="49" charset="-122"/>
                <a:sym typeface="Symbol" panose="05050102010706020507" pitchFamily="18" charset="2"/>
              </a:rPr>
              <a:t> </a:t>
            </a:r>
            <a:r>
              <a:rPr lang="zh-CN" altLang="en-US" sz="2400" dirty="0">
                <a:solidFill>
                  <a:srgbClr val="000000"/>
                </a:solidFill>
                <a:latin typeface="微软雅黑" panose="020B0503020204020204" charset="-122"/>
                <a:ea typeface="微软雅黑" panose="020B0503020204020204" charset="-122"/>
                <a:sym typeface="Symbol" panose="05050102010706020507" pitchFamily="18" charset="2"/>
              </a:rPr>
              <a:t>为周期，因而振幅变化的周期</a:t>
            </a:r>
            <a:r>
              <a:rPr lang="zh-CN" altLang="en-US" sz="2400" i="1" dirty="0">
                <a:solidFill>
                  <a:srgbClr val="000000"/>
                </a:solidFill>
                <a:latin typeface="微软雅黑" panose="020B0503020204020204" charset="-122"/>
                <a:ea typeface="微软雅黑" panose="020B0503020204020204" charset="-122"/>
                <a:sym typeface="Symbol" panose="05050102010706020507" pitchFamily="18" charset="2"/>
              </a:rPr>
              <a:t></a:t>
            </a:r>
            <a:r>
              <a:rPr lang="zh-CN" altLang="en-US" sz="2400" dirty="0">
                <a:solidFill>
                  <a:srgbClr val="000000"/>
                </a:solidFill>
                <a:latin typeface="微软雅黑" panose="020B0503020204020204" charset="-122"/>
                <a:ea typeface="微软雅黑" panose="020B0503020204020204" charset="-122"/>
                <a:sym typeface="Symbol" panose="05050102010706020507" pitchFamily="18" charset="2"/>
              </a:rPr>
              <a:t> 可由</a:t>
            </a:r>
            <a:endParaRPr lang="zh-CN" altLang="en-US" sz="2400" dirty="0">
              <a:solidFill>
                <a:srgbClr val="000000"/>
              </a:solidFill>
              <a:latin typeface="微软雅黑" panose="020B0503020204020204" charset="-122"/>
              <a:ea typeface="微软雅黑" panose="020B0503020204020204" charset="-122"/>
              <a:sym typeface="Symbol" panose="05050102010706020507" pitchFamily="18" charset="2"/>
            </a:endParaRPr>
          </a:p>
        </p:txBody>
      </p:sp>
      <p:sp>
        <p:nvSpPr>
          <p:cNvPr id="213011" name="Text Box 19"/>
          <p:cNvSpPr txBox="1"/>
          <p:nvPr/>
        </p:nvSpPr>
        <p:spPr>
          <a:xfrm>
            <a:off x="519113" y="5699125"/>
            <a:ext cx="8229600" cy="522288"/>
          </a:xfrm>
          <a:prstGeom prst="rect">
            <a:avLst/>
          </a:prstGeom>
          <a:noFill/>
          <a:ln w="25400">
            <a:noFill/>
          </a:ln>
        </p:spPr>
        <p:txBody>
          <a:bodyPr anchor="t" anchorCtr="0">
            <a:spAutoFit/>
          </a:bodyPr>
          <a:p>
            <a:pPr algn="just">
              <a:spcBef>
                <a:spcPct val="50000"/>
              </a:spcBef>
            </a:pPr>
            <a:r>
              <a:rPr lang="en-US" altLang="zh-CN" sz="2800" b="1" dirty="0">
                <a:solidFill>
                  <a:srgbClr val="FF0000"/>
                </a:solidFill>
                <a:latin typeface="Times New Roman" panose="02020603050405020304" pitchFamily="18" charset="0"/>
                <a:ea typeface="楷体_GB2312" pitchFamily="49" charset="-122"/>
              </a:rPr>
              <a:t> </a:t>
            </a:r>
            <a:r>
              <a:rPr lang="zh-CN" altLang="en-US" sz="2400" dirty="0">
                <a:latin typeface="微软雅黑" panose="020B0503020204020204" charset="-122"/>
                <a:ea typeface="微软雅黑" panose="020B0503020204020204" charset="-122"/>
              </a:rPr>
              <a:t>这种</a:t>
            </a:r>
            <a:r>
              <a:rPr lang="zh-CN" altLang="en-US" sz="2400" dirty="0">
                <a:solidFill>
                  <a:srgbClr val="0070C0"/>
                </a:solidFill>
                <a:latin typeface="微软雅黑" panose="020B0503020204020204" charset="-122"/>
                <a:ea typeface="微软雅黑" panose="020B0503020204020204" charset="-122"/>
              </a:rPr>
              <a:t>振幅（或强度）时而加强时而减弱的现象</a:t>
            </a:r>
            <a:r>
              <a:rPr lang="zh-CN" altLang="en-US" sz="2400" dirty="0">
                <a:latin typeface="微软雅黑" panose="020B0503020204020204" charset="-122"/>
                <a:ea typeface="微软雅黑" panose="020B0503020204020204" charset="-122"/>
              </a:rPr>
              <a:t>，称为</a:t>
            </a:r>
            <a:r>
              <a:rPr lang="zh-CN" altLang="en-US" sz="2400" dirty="0">
                <a:solidFill>
                  <a:srgbClr val="0070C0"/>
                </a:solidFill>
                <a:latin typeface="微软雅黑" panose="020B0503020204020204" charset="-122"/>
                <a:ea typeface="微软雅黑" panose="020B0503020204020204" charset="-122"/>
              </a:rPr>
              <a:t>拍现象</a:t>
            </a:r>
            <a:endParaRPr lang="zh-CN" altLang="en-US" sz="2400" dirty="0">
              <a:solidFill>
                <a:srgbClr val="0070C0"/>
              </a:solidFill>
              <a:latin typeface="微软雅黑" panose="020B0503020204020204" charset="-122"/>
              <a:ea typeface="微软雅黑" panose="020B0503020204020204" charset="-122"/>
            </a:endParaRPr>
          </a:p>
        </p:txBody>
      </p:sp>
      <p:graphicFrame>
        <p:nvGraphicFramePr>
          <p:cNvPr id="208901" name="Object 5"/>
          <p:cNvGraphicFramePr>
            <a:graphicFrameLocks noChangeAspect="1"/>
          </p:cNvGraphicFramePr>
          <p:nvPr/>
        </p:nvGraphicFramePr>
        <p:xfrm>
          <a:off x="668338" y="1058863"/>
          <a:ext cx="6416675" cy="882650"/>
        </p:xfrm>
        <a:graphic>
          <a:graphicData uri="http://schemas.openxmlformats.org/presentationml/2006/ole">
            <mc:AlternateContent xmlns:mc="http://schemas.openxmlformats.org/markup-compatibility/2006">
              <mc:Choice xmlns:v="urn:schemas-microsoft-com:vml" Requires="v">
                <p:oleObj spid="_x0000_s3359" name="" r:id="rId1" imgW="2870200" imgH="393700" progId="Equation.3">
                  <p:embed/>
                </p:oleObj>
              </mc:Choice>
              <mc:Fallback>
                <p:oleObj name="" r:id="rId1" imgW="2870200" imgH="393700" progId="Equation.3">
                  <p:embed/>
                  <p:pic>
                    <p:nvPicPr>
                      <p:cNvPr id="0" name="图片 3358"/>
                      <p:cNvPicPr/>
                      <p:nvPr/>
                    </p:nvPicPr>
                    <p:blipFill>
                      <a:blip r:embed="rId2"/>
                      <a:stretch>
                        <a:fillRect/>
                      </a:stretch>
                    </p:blipFill>
                    <p:spPr>
                      <a:xfrm>
                        <a:off x="668338" y="1058863"/>
                        <a:ext cx="6416675" cy="882650"/>
                      </a:xfrm>
                      <a:prstGeom prst="rect">
                        <a:avLst/>
                      </a:prstGeom>
                      <a:noFill/>
                      <a:ln w="38100">
                        <a:noFill/>
                        <a:miter/>
                      </a:ln>
                    </p:spPr>
                  </p:pic>
                </p:oleObj>
              </mc:Fallback>
            </mc:AlternateContent>
          </a:graphicData>
        </a:graphic>
      </p:graphicFrame>
      <p:graphicFrame>
        <p:nvGraphicFramePr>
          <p:cNvPr id="2" name="Object 5"/>
          <p:cNvGraphicFramePr>
            <a:graphicFrameLocks noChangeAspect="1"/>
          </p:cNvGraphicFramePr>
          <p:nvPr/>
        </p:nvGraphicFramePr>
        <p:xfrm>
          <a:off x="2182813" y="3424238"/>
          <a:ext cx="1047750" cy="812800"/>
        </p:xfrm>
        <a:graphic>
          <a:graphicData uri="http://schemas.openxmlformats.org/presentationml/2006/ole">
            <mc:AlternateContent xmlns:mc="http://schemas.openxmlformats.org/markup-compatibility/2006">
              <mc:Choice xmlns:v="urn:schemas-microsoft-com:vml" Requires="v">
                <p:oleObj spid="_x0000_s3357" name="" r:id="rId3" imgW="508000" imgH="393700" progId="Equation.3">
                  <p:embed/>
                </p:oleObj>
              </mc:Choice>
              <mc:Fallback>
                <p:oleObj name="" r:id="rId3" imgW="508000" imgH="393700" progId="Equation.3">
                  <p:embed/>
                  <p:pic>
                    <p:nvPicPr>
                      <p:cNvPr id="0" name="图片 3356"/>
                      <p:cNvPicPr/>
                      <p:nvPr/>
                    </p:nvPicPr>
                    <p:blipFill>
                      <a:blip r:embed="rId4"/>
                      <a:stretch>
                        <a:fillRect/>
                      </a:stretch>
                    </p:blipFill>
                    <p:spPr>
                      <a:xfrm>
                        <a:off x="2182813" y="3424238"/>
                        <a:ext cx="1047750" cy="812800"/>
                      </a:xfrm>
                      <a:prstGeom prst="rect">
                        <a:avLst/>
                      </a:prstGeom>
                      <a:noFill/>
                      <a:ln w="38100">
                        <a:noFill/>
                        <a:miter/>
                      </a:ln>
                    </p:spPr>
                  </p:pic>
                </p:oleObj>
              </mc:Fallback>
            </mc:AlternateContent>
          </a:graphicData>
        </a:graphic>
      </p:graphicFrame>
      <p:graphicFrame>
        <p:nvGraphicFramePr>
          <p:cNvPr id="4" name="Object 5"/>
          <p:cNvGraphicFramePr>
            <a:graphicFrameLocks noChangeAspect="1"/>
          </p:cNvGraphicFramePr>
          <p:nvPr/>
        </p:nvGraphicFramePr>
        <p:xfrm>
          <a:off x="4354513" y="3495675"/>
          <a:ext cx="2174875" cy="727075"/>
        </p:xfrm>
        <a:graphic>
          <a:graphicData uri="http://schemas.openxmlformats.org/presentationml/2006/ole">
            <mc:AlternateContent xmlns:mc="http://schemas.openxmlformats.org/markup-compatibility/2006">
              <mc:Choice xmlns:v="urn:schemas-microsoft-com:vml" Requires="v">
                <p:oleObj spid="_x0000_s3360" name="" r:id="rId5" imgW="1181100" imgH="393700" progId="Equation.3">
                  <p:embed/>
                </p:oleObj>
              </mc:Choice>
              <mc:Fallback>
                <p:oleObj name="" r:id="rId5" imgW="1181100" imgH="393700" progId="Equation.3">
                  <p:embed/>
                  <p:pic>
                    <p:nvPicPr>
                      <p:cNvPr id="0" name="图片 3359"/>
                      <p:cNvPicPr/>
                      <p:nvPr/>
                    </p:nvPicPr>
                    <p:blipFill>
                      <a:blip r:embed="rId6"/>
                      <a:stretch>
                        <a:fillRect/>
                      </a:stretch>
                    </p:blipFill>
                    <p:spPr>
                      <a:xfrm>
                        <a:off x="4354513" y="3495675"/>
                        <a:ext cx="2174875" cy="727075"/>
                      </a:xfrm>
                      <a:prstGeom prst="rect">
                        <a:avLst/>
                      </a:prstGeom>
                      <a:noFill/>
                      <a:ln w="38100">
                        <a:noFill/>
                        <a:miter/>
                      </a:ln>
                    </p:spPr>
                  </p:pic>
                </p:oleObj>
              </mc:Fallback>
            </mc:AlternateContent>
          </a:graphicData>
        </a:graphic>
      </p:graphicFrame>
      <p:graphicFrame>
        <p:nvGraphicFramePr>
          <p:cNvPr id="6" name="Object 5"/>
          <p:cNvGraphicFramePr>
            <a:graphicFrameLocks noChangeAspect="1"/>
          </p:cNvGraphicFramePr>
          <p:nvPr/>
        </p:nvGraphicFramePr>
        <p:xfrm>
          <a:off x="4103688" y="4927600"/>
          <a:ext cx="2265362" cy="796925"/>
        </p:xfrm>
        <a:graphic>
          <a:graphicData uri="http://schemas.openxmlformats.org/presentationml/2006/ole">
            <mc:AlternateContent xmlns:mc="http://schemas.openxmlformats.org/markup-compatibility/2006">
              <mc:Choice xmlns:v="urn:schemas-microsoft-com:vml" Requires="v">
                <p:oleObj spid="_x0000_s3361" name="" r:id="rId7" imgW="29565600" imgH="10363200" progId="Equation.DSMT4">
                  <p:embed/>
                </p:oleObj>
              </mc:Choice>
              <mc:Fallback>
                <p:oleObj name="" r:id="rId7" imgW="29565600" imgH="10363200" progId="Equation.DSMT4">
                  <p:embed/>
                  <p:pic>
                    <p:nvPicPr>
                      <p:cNvPr id="0" name="图片 3360"/>
                      <p:cNvPicPr/>
                      <p:nvPr/>
                    </p:nvPicPr>
                    <p:blipFill>
                      <a:blip r:embed="rId8"/>
                      <a:stretch>
                        <a:fillRect/>
                      </a:stretch>
                    </p:blipFill>
                    <p:spPr>
                      <a:xfrm>
                        <a:off x="4103688" y="4927600"/>
                        <a:ext cx="2265362" cy="796925"/>
                      </a:xfrm>
                      <a:prstGeom prst="rect">
                        <a:avLst/>
                      </a:prstGeom>
                      <a:noFill/>
                      <a:ln w="38100">
                        <a:noFill/>
                        <a:miter/>
                      </a:ln>
                    </p:spPr>
                  </p:pic>
                </p:oleObj>
              </mc:Fallback>
            </mc:AlternateContent>
          </a:graphicData>
        </a:graphic>
      </p:graphicFrame>
      <p:sp>
        <p:nvSpPr>
          <p:cNvPr id="68625" name="Text Box 3"/>
          <p:cNvSpPr txBox="1"/>
          <p:nvPr/>
        </p:nvSpPr>
        <p:spPr>
          <a:xfrm>
            <a:off x="598488" y="511175"/>
            <a:ext cx="1095375" cy="460375"/>
          </a:xfrm>
          <a:prstGeom prst="rect">
            <a:avLst/>
          </a:prstGeom>
          <a:noFill/>
          <a:ln w="25400">
            <a:noFill/>
          </a:ln>
        </p:spPr>
        <p:txBody>
          <a:bodyPr wrap="square" anchor="t" anchorCtr="0">
            <a:spAutoFit/>
          </a:bodyPr>
          <a:p>
            <a:pPr>
              <a:spcBef>
                <a:spcPct val="50000"/>
              </a:spcBef>
            </a:pPr>
            <a:r>
              <a:rPr lang="zh-CN" altLang="en-US" sz="2400" dirty="0">
                <a:solidFill>
                  <a:srgbClr val="C00000"/>
                </a:solidFill>
                <a:latin typeface="微软雅黑" panose="020B0503020204020204" charset="-122"/>
                <a:ea typeface="微软雅黑" panose="020B0503020204020204" charset="-122"/>
              </a:rPr>
              <a:t>讨论：</a:t>
            </a:r>
            <a:endParaRPr lang="zh-CN" altLang="en-US" sz="2400" dirty="0">
              <a:solidFill>
                <a:srgbClr val="C00000"/>
              </a:solidFill>
              <a:latin typeface="微软雅黑" panose="020B0503020204020204" charset="-122"/>
              <a:ea typeface="微软雅黑" panose="020B0503020204020204" charset="-122"/>
            </a:endParaRPr>
          </a:p>
        </p:txBody>
      </p:sp>
      <p:sp>
        <p:nvSpPr>
          <p:cNvPr id="13" name="矩形 12"/>
          <p:cNvSpPr/>
          <p:nvPr/>
        </p:nvSpPr>
        <p:spPr>
          <a:xfrm>
            <a:off x="250825" y="319088"/>
            <a:ext cx="8696325" cy="4014788"/>
          </a:xfrm>
          <a:prstGeom prst="rect">
            <a:avLst/>
          </a:prstGeom>
          <a:noFill/>
          <a:ln w="19050">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08901"/>
                                        </p:tgtEl>
                                        <p:attrNameLst>
                                          <p:attrName>style.visibility</p:attrName>
                                        </p:attrNameLst>
                                      </p:cBhvr>
                                      <p:to>
                                        <p:strVal val="visible"/>
                                      </p:to>
                                    </p:set>
                                    <p:animEffect transition="in" filter="wipe(left)">
                                      <p:cBhvr>
                                        <p:cTn id="7" dur="500"/>
                                        <p:tgtEl>
                                          <p:spTgt spid="20890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7657"/>
                                        </p:tgtEl>
                                        <p:attrNameLst>
                                          <p:attrName>style.visibility</p:attrName>
                                        </p:attrNameLst>
                                      </p:cBhvr>
                                      <p:to>
                                        <p:strVal val="visible"/>
                                      </p:to>
                                    </p:set>
                                    <p:animEffect transition="in" filter="wipe(left)">
                                      <p:cBhvr>
                                        <p:cTn id="11" dur="500"/>
                                        <p:tgtEl>
                                          <p:spTgt spid="2765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213002"/>
                                        </p:tgtEl>
                                        <p:attrNameLst>
                                          <p:attrName>style.visibility</p:attrName>
                                        </p:attrNameLst>
                                      </p:cBhvr>
                                      <p:to>
                                        <p:strVal val="visible"/>
                                      </p:to>
                                    </p:set>
                                    <p:animEffect transition="in" filter="wipe(down)">
                                      <p:cBhvr>
                                        <p:cTn id="16" dur="500"/>
                                        <p:tgtEl>
                                          <p:spTgt spid="21300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13000"/>
                                        </p:tgtEl>
                                        <p:attrNameLst>
                                          <p:attrName>style.visibility</p:attrName>
                                        </p:attrNameLst>
                                      </p:cBhvr>
                                      <p:to>
                                        <p:strVal val="visible"/>
                                      </p:to>
                                    </p:set>
                                    <p:animEffect transition="in" filter="wipe(left)">
                                      <p:cBhvr>
                                        <p:cTn id="21" dur="500"/>
                                        <p:tgtEl>
                                          <p:spTgt spid="213000"/>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12998"/>
                                        </p:tgtEl>
                                        <p:attrNameLst>
                                          <p:attrName>style.visibility</p:attrName>
                                        </p:attrNameLst>
                                      </p:cBhvr>
                                      <p:to>
                                        <p:strVal val="visible"/>
                                      </p:to>
                                    </p:set>
                                    <p:animEffect transition="in" filter="wipe(left)">
                                      <p:cBhvr>
                                        <p:cTn id="25" dur="500"/>
                                        <p:tgtEl>
                                          <p:spTgt spid="21299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13001"/>
                                        </p:tgtEl>
                                        <p:attrNameLst>
                                          <p:attrName>style.visibility</p:attrName>
                                        </p:attrNameLst>
                                      </p:cBhvr>
                                      <p:to>
                                        <p:strVal val="visible"/>
                                      </p:to>
                                    </p:set>
                                    <p:animEffect transition="in" filter="wipe(left)">
                                      <p:cBhvr>
                                        <p:cTn id="30" dur="500"/>
                                        <p:tgtEl>
                                          <p:spTgt spid="213001"/>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12999"/>
                                        </p:tgtEl>
                                        <p:attrNameLst>
                                          <p:attrName>style.visibility</p:attrName>
                                        </p:attrNameLst>
                                      </p:cBhvr>
                                      <p:to>
                                        <p:strVal val="visible"/>
                                      </p:to>
                                    </p:set>
                                    <p:animEffect transition="in" filter="wipe(left)">
                                      <p:cBhvr>
                                        <p:cTn id="34" dur="500"/>
                                        <p:tgtEl>
                                          <p:spTgt spid="212999"/>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3004"/>
                                        </p:tgtEl>
                                        <p:attrNameLst>
                                          <p:attrName>style.visibility</p:attrName>
                                        </p:attrNameLst>
                                      </p:cBhvr>
                                      <p:to>
                                        <p:strVal val="visible"/>
                                      </p:to>
                                    </p:set>
                                  </p:childTnLst>
                                </p:cTn>
                              </p:par>
                            </p:childTnLst>
                          </p:cTn>
                        </p:par>
                        <p:par>
                          <p:cTn id="39" fill="hold">
                            <p:stCondLst>
                              <p:cond delay="0"/>
                            </p:stCondLst>
                            <p:childTnLst>
                              <p:par>
                                <p:cTn id="40" presetID="22" presetClass="entr" presetSubtype="8" fill="hold" nodeType="after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par>
                          <p:cTn id="43" fill="hold">
                            <p:stCondLst>
                              <p:cond delay="500"/>
                            </p:stCondLst>
                            <p:childTnLst>
                              <p:par>
                                <p:cTn id="44" presetID="1" presetClass="entr" presetSubtype="0" fill="hold" grpId="0" nodeType="afterEffect">
                                  <p:stCondLst>
                                    <p:cond delay="0"/>
                                  </p:stCondLst>
                                  <p:childTnLst>
                                    <p:set>
                                      <p:cBhvr>
                                        <p:cTn id="45" dur="1" fill="hold">
                                          <p:stCondLst>
                                            <p:cond delay="0"/>
                                          </p:stCondLst>
                                        </p:cTn>
                                        <p:tgtEl>
                                          <p:spTgt spid="213007"/>
                                        </p:tgtEl>
                                        <p:attrNameLst>
                                          <p:attrName>style.visibility</p:attrName>
                                        </p:attrNameLst>
                                      </p:cBhvr>
                                      <p:to>
                                        <p:strVal val="visible"/>
                                      </p:to>
                                    </p:se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childTnLst>
                          </p:cTn>
                        </p:par>
                        <p:par>
                          <p:cTn id="50" fill="hold">
                            <p:stCondLst>
                              <p:cond delay="1000"/>
                            </p:stCondLst>
                            <p:childTnLst>
                              <p:par>
                                <p:cTn id="51" presetID="1" presetClass="entr" presetSubtype="0" fill="hold" grpId="0" nodeType="afterEffect">
                                  <p:stCondLst>
                                    <p:cond delay="0"/>
                                  </p:stCondLst>
                                  <p:childTnLst>
                                    <p:set>
                                      <p:cBhvr>
                                        <p:cTn id="52" dur="1" fill="hold">
                                          <p:stCondLst>
                                            <p:cond delay="0"/>
                                          </p:stCondLst>
                                        </p:cTn>
                                        <p:tgtEl>
                                          <p:spTgt spid="21300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3009"/>
                                        </p:tgtEl>
                                        <p:attrNameLst>
                                          <p:attrName>style.visibility</p:attrName>
                                        </p:attrNameLst>
                                      </p:cBhvr>
                                      <p:to>
                                        <p:strVal val="visible"/>
                                      </p:to>
                                    </p:set>
                                  </p:childTnLst>
                                </p:cTn>
                              </p:par>
                            </p:childTnLst>
                          </p:cTn>
                        </p:par>
                        <p:par>
                          <p:cTn id="57" fill="hold">
                            <p:stCondLst>
                              <p:cond delay="0"/>
                            </p:stCondLst>
                            <p:childTnLst>
                              <p:par>
                                <p:cTn id="58" presetID="22" presetClass="entr" presetSubtype="8" fill="hold"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0" dur="500"/>
                                        <p:tgtEl>
                                          <p:spTgt spid="6"/>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213011"/>
                                        </p:tgtEl>
                                        <p:attrNameLst>
                                          <p:attrName>style.visibility</p:attrName>
                                        </p:attrNameLst>
                                      </p:cBhvr>
                                      <p:to>
                                        <p:strVal val="visible"/>
                                      </p:to>
                                    </p:set>
                                    <p:animEffect transition="in" filter="box(in)">
                                      <p:cBhvr>
                                        <p:cTn id="65" dur="500"/>
                                        <p:tgtEl>
                                          <p:spTgt spid="213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8" grpId="0"/>
      <p:bldP spid="212999" grpId="0"/>
      <p:bldP spid="213002" grpId="0"/>
      <p:bldP spid="27657" grpId="0"/>
      <p:bldP spid="213004" grpId="0"/>
      <p:bldP spid="213007" grpId="0"/>
      <p:bldP spid="213008" grpId="0"/>
      <p:bldP spid="213009" grpId="0"/>
      <p:bldP spid="21301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69634" name="Text Box 51"/>
          <p:cNvSpPr txBox="1"/>
          <p:nvPr/>
        </p:nvSpPr>
        <p:spPr>
          <a:xfrm>
            <a:off x="833438" y="328613"/>
            <a:ext cx="6705600" cy="457200"/>
          </a:xfrm>
          <a:prstGeom prst="rect">
            <a:avLst/>
          </a:prstGeom>
          <a:noFill/>
          <a:ln w="9525">
            <a:noFill/>
          </a:ln>
        </p:spPr>
        <p:txBody>
          <a:bodyPr anchor="t" anchorCtr="0">
            <a:spAutoFit/>
          </a:bodyPr>
          <a:p>
            <a:pPr>
              <a:spcBef>
                <a:spcPct val="50000"/>
              </a:spcBef>
            </a:pPr>
            <a:r>
              <a:rPr lang="zh-CN" altLang="en-US" sz="2400" b="1" dirty="0">
                <a:latin typeface="Times New Roman" panose="02020603050405020304" pitchFamily="18" charset="0"/>
                <a:ea typeface="楷体_GB2312" pitchFamily="49" charset="-122"/>
              </a:rPr>
              <a:t>合成振动如图示：</a:t>
            </a:r>
            <a:endParaRPr lang="zh-CN" altLang="en-US" sz="2400" b="1" dirty="0">
              <a:latin typeface="Times New Roman" panose="02020603050405020304" pitchFamily="18" charset="0"/>
              <a:ea typeface="楷体_GB2312" pitchFamily="49" charset="-122"/>
            </a:endParaRPr>
          </a:p>
        </p:txBody>
      </p:sp>
      <p:grpSp>
        <p:nvGrpSpPr>
          <p:cNvPr id="2" name="组合 1"/>
          <p:cNvGrpSpPr/>
          <p:nvPr/>
        </p:nvGrpSpPr>
        <p:grpSpPr>
          <a:xfrm>
            <a:off x="588963" y="3497263"/>
            <a:ext cx="4278312" cy="2663825"/>
            <a:chOff x="528320" y="3366135"/>
            <a:chExt cx="4537075" cy="2898874"/>
          </a:xfrm>
        </p:grpSpPr>
        <p:grpSp>
          <p:nvGrpSpPr>
            <p:cNvPr id="69636" name="Group 52"/>
            <p:cNvGrpSpPr/>
            <p:nvPr/>
          </p:nvGrpSpPr>
          <p:grpSpPr>
            <a:xfrm>
              <a:off x="528320" y="3366135"/>
              <a:ext cx="4537075" cy="2808288"/>
              <a:chOff x="196" y="210"/>
              <a:chExt cx="3946" cy="2903"/>
            </a:xfrm>
          </p:grpSpPr>
          <p:pic>
            <p:nvPicPr>
              <p:cNvPr id="69637" name="Picture 53"/>
              <p:cNvPicPr>
                <a:picLocks noChangeAspect="1"/>
              </p:cNvPicPr>
              <p:nvPr/>
            </p:nvPicPr>
            <p:blipFill>
              <a:blip r:embed="rId1"/>
              <a:stretch>
                <a:fillRect/>
              </a:stretch>
            </p:blipFill>
            <p:spPr>
              <a:xfrm>
                <a:off x="196" y="210"/>
                <a:ext cx="3946" cy="2903"/>
              </a:xfrm>
              <a:prstGeom prst="rect">
                <a:avLst/>
              </a:prstGeom>
              <a:noFill/>
              <a:ln w="9525" cap="flat" cmpd="sng">
                <a:solidFill>
                  <a:srgbClr val="3333FF"/>
                </a:solidFill>
                <a:prstDash val="solid"/>
                <a:miter/>
                <a:headEnd type="none" w="med" len="med"/>
                <a:tailEnd type="none" w="med" len="med"/>
              </a:ln>
            </p:spPr>
          </p:pic>
          <p:grpSp>
            <p:nvGrpSpPr>
              <p:cNvPr id="69638" name="Group 54"/>
              <p:cNvGrpSpPr/>
              <p:nvPr/>
            </p:nvGrpSpPr>
            <p:grpSpPr>
              <a:xfrm>
                <a:off x="604" y="460"/>
                <a:ext cx="872" cy="2370"/>
                <a:chOff x="604" y="460"/>
                <a:chExt cx="872" cy="2370"/>
              </a:xfrm>
            </p:grpSpPr>
            <p:sp>
              <p:nvSpPr>
                <p:cNvPr id="69639" name="Line 55"/>
                <p:cNvSpPr/>
                <p:nvPr/>
              </p:nvSpPr>
              <p:spPr>
                <a:xfrm>
                  <a:off x="604" y="471"/>
                  <a:ext cx="0" cy="2359"/>
                </a:xfrm>
                <a:prstGeom prst="line">
                  <a:avLst/>
                </a:prstGeom>
                <a:ln w="19050" cap="flat" cmpd="sng">
                  <a:solidFill>
                    <a:srgbClr val="FF0000"/>
                  </a:solidFill>
                  <a:prstDash val="solid"/>
                  <a:round/>
                  <a:headEnd type="none" w="med" len="med"/>
                  <a:tailEnd type="none" w="lg" len="lg"/>
                </a:ln>
              </p:spPr>
            </p:sp>
            <p:sp>
              <p:nvSpPr>
                <p:cNvPr id="69640" name="Line 56"/>
                <p:cNvSpPr/>
                <p:nvPr/>
              </p:nvSpPr>
              <p:spPr>
                <a:xfrm>
                  <a:off x="1476" y="460"/>
                  <a:ext cx="0" cy="2359"/>
                </a:xfrm>
                <a:prstGeom prst="line">
                  <a:avLst/>
                </a:prstGeom>
                <a:ln w="19050" cap="flat" cmpd="sng">
                  <a:solidFill>
                    <a:srgbClr val="FF0000"/>
                  </a:solidFill>
                  <a:prstDash val="solid"/>
                  <a:round/>
                  <a:headEnd type="none" w="med" len="med"/>
                  <a:tailEnd type="none" w="lg" len="lg"/>
                </a:ln>
              </p:spPr>
            </p:sp>
          </p:grpSp>
        </p:grpSp>
        <p:sp>
          <p:nvSpPr>
            <p:cNvPr id="69641" name="Text Box 57"/>
            <p:cNvSpPr txBox="1"/>
            <p:nvPr/>
          </p:nvSpPr>
          <p:spPr>
            <a:xfrm>
              <a:off x="1423670" y="4572000"/>
              <a:ext cx="635000" cy="433952"/>
            </a:xfrm>
            <a:prstGeom prst="rect">
              <a:avLst/>
            </a:prstGeom>
            <a:noFill/>
            <a:ln w="9525">
              <a:noFill/>
            </a:ln>
          </p:spPr>
          <p:txBody>
            <a:bodyPr anchor="t" anchorCtr="0">
              <a:spAutoFit/>
            </a:bodyPr>
            <a:p>
              <a:pPr algn="ctr" eaLnBrk="0" hangingPunct="0">
                <a:spcBef>
                  <a:spcPct val="50000"/>
                </a:spcBef>
              </a:pPr>
              <a:r>
                <a:rPr lang="en-US" altLang="zh-CN" sz="2000" b="1" dirty="0">
                  <a:solidFill>
                    <a:srgbClr val="000000"/>
                  </a:solidFill>
                  <a:latin typeface="Times New Roman" panose="02020603050405020304" pitchFamily="18" charset="0"/>
                  <a:ea typeface="宋体" panose="02010600030101010101" pitchFamily="2" charset="-122"/>
                </a:rPr>
                <a:t>6</a:t>
              </a:r>
              <a:endParaRPr lang="en-US" altLang="zh-CN" sz="2000" b="1" dirty="0">
                <a:solidFill>
                  <a:srgbClr val="000000"/>
                </a:solidFill>
                <a:latin typeface="Times New Roman" panose="02020603050405020304" pitchFamily="18" charset="0"/>
                <a:ea typeface="宋体" panose="02010600030101010101" pitchFamily="2" charset="-122"/>
              </a:endParaRPr>
            </a:p>
          </p:txBody>
        </p:sp>
        <p:sp>
          <p:nvSpPr>
            <p:cNvPr id="69642" name="Text Box 58"/>
            <p:cNvSpPr txBox="1"/>
            <p:nvPr/>
          </p:nvSpPr>
          <p:spPr>
            <a:xfrm>
              <a:off x="1514158" y="5864225"/>
              <a:ext cx="361950" cy="400784"/>
            </a:xfrm>
            <a:prstGeom prst="rect">
              <a:avLst/>
            </a:prstGeom>
            <a:noFill/>
            <a:ln w="9525">
              <a:noFill/>
            </a:ln>
          </p:spPr>
          <p:txBody>
            <a:bodyPr anchor="t" anchorCtr="0">
              <a:spAutoFit/>
            </a:bodyPr>
            <a:p>
              <a:pPr algn="ctr" eaLnBrk="0" hangingPunct="0">
                <a:spcBef>
                  <a:spcPct val="50000"/>
                </a:spcBef>
              </a:pPr>
              <a:r>
                <a:rPr lang="en-US" altLang="zh-CN" b="1" dirty="0">
                  <a:solidFill>
                    <a:srgbClr val="FF0000"/>
                  </a:solidFill>
                  <a:latin typeface="Times New Roman" panose="02020603050405020304" pitchFamily="18" charset="0"/>
                  <a:ea typeface="宋体" panose="02010600030101010101" pitchFamily="2" charset="-122"/>
                </a:rPr>
                <a:t>1</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69643" name="Text Box 59"/>
            <p:cNvSpPr txBox="1"/>
            <p:nvPr/>
          </p:nvSpPr>
          <p:spPr>
            <a:xfrm>
              <a:off x="1401445" y="3549650"/>
              <a:ext cx="635000" cy="433952"/>
            </a:xfrm>
            <a:prstGeom prst="rect">
              <a:avLst/>
            </a:prstGeom>
            <a:noFill/>
            <a:ln w="9525">
              <a:noFill/>
            </a:ln>
          </p:spPr>
          <p:txBody>
            <a:bodyPr anchor="t" anchorCtr="0">
              <a:spAutoFit/>
            </a:bodyPr>
            <a:p>
              <a:pPr algn="ctr" eaLnBrk="0" hangingPunct="0">
                <a:spcBef>
                  <a:spcPct val="50000"/>
                </a:spcBef>
              </a:pPr>
              <a:r>
                <a:rPr lang="en-US" altLang="zh-CN" sz="2000" b="1" dirty="0">
                  <a:solidFill>
                    <a:srgbClr val="000000"/>
                  </a:solidFill>
                  <a:latin typeface="Times New Roman" panose="02020603050405020304" pitchFamily="18" charset="0"/>
                  <a:ea typeface="宋体" panose="02010600030101010101" pitchFamily="2" charset="-122"/>
                </a:rPr>
                <a:t>5</a:t>
              </a:r>
              <a:endParaRPr lang="en-US" altLang="zh-CN" sz="2000" b="1" dirty="0">
                <a:solidFill>
                  <a:srgbClr val="000000"/>
                </a:solidFill>
                <a:latin typeface="Times New Roman" panose="02020603050405020304" pitchFamily="18" charset="0"/>
                <a:ea typeface="宋体" panose="02010600030101010101" pitchFamily="2" charset="-122"/>
              </a:endParaRPr>
            </a:p>
          </p:txBody>
        </p:sp>
      </p:grpSp>
      <p:sp>
        <p:nvSpPr>
          <p:cNvPr id="143421" name="Text Box 61"/>
          <p:cNvSpPr txBox="1"/>
          <p:nvPr/>
        </p:nvSpPr>
        <p:spPr>
          <a:xfrm>
            <a:off x="4781550" y="1223963"/>
            <a:ext cx="3981450" cy="830262"/>
          </a:xfrm>
          <a:prstGeom prst="rect">
            <a:avLst/>
          </a:prstGeom>
          <a:noFill/>
          <a:ln w="9525">
            <a:noFill/>
          </a:ln>
        </p:spPr>
        <p:txBody>
          <a:bodyPr anchor="t" anchorCtr="0">
            <a:spAutoFit/>
          </a:bodyPr>
          <a:p>
            <a:pPr algn="just" eaLnBrk="0" hangingPunct="0"/>
            <a:r>
              <a:rPr lang="zh-CN" altLang="en-US" sz="2400" dirty="0">
                <a:solidFill>
                  <a:srgbClr val="CC0000"/>
                </a:solidFill>
                <a:latin typeface="微软雅黑" panose="020B0503020204020204" charset="-122"/>
                <a:ea typeface="微软雅黑" panose="020B0503020204020204" charset="-122"/>
              </a:rPr>
              <a:t>拍频</a:t>
            </a:r>
            <a:r>
              <a:rPr lang="en-US" altLang="zh-CN" sz="2400" dirty="0">
                <a:solidFill>
                  <a:srgbClr val="CC0000"/>
                </a:solidFill>
                <a:latin typeface="微软雅黑" panose="020B0503020204020204" charset="-122"/>
                <a:ea typeface="微软雅黑" panose="020B0503020204020204" charset="-122"/>
              </a:rPr>
              <a:t>: </a:t>
            </a:r>
            <a:r>
              <a:rPr lang="zh-CN" altLang="en-US" sz="2400" dirty="0">
                <a:solidFill>
                  <a:srgbClr val="CC0000"/>
                </a:solidFill>
                <a:latin typeface="微软雅黑" panose="020B0503020204020204" charset="-122"/>
                <a:ea typeface="微软雅黑" panose="020B0503020204020204" charset="-122"/>
              </a:rPr>
              <a:t>单位时间内强弱变化的次数</a:t>
            </a:r>
            <a:endParaRPr lang="zh-CN" altLang="en-US" sz="2400" dirty="0">
              <a:solidFill>
                <a:srgbClr val="CC0000"/>
              </a:solidFill>
              <a:latin typeface="微软雅黑" panose="020B0503020204020204" charset="-122"/>
              <a:ea typeface="微软雅黑" panose="020B0503020204020204" charset="-122"/>
            </a:endParaRPr>
          </a:p>
        </p:txBody>
      </p:sp>
      <p:sp>
        <p:nvSpPr>
          <p:cNvPr id="143422" name="Text Box 62"/>
          <p:cNvSpPr txBox="1"/>
          <p:nvPr/>
        </p:nvSpPr>
        <p:spPr>
          <a:xfrm>
            <a:off x="5832475" y="2233613"/>
            <a:ext cx="2376488" cy="457200"/>
          </a:xfrm>
          <a:prstGeom prst="rect">
            <a:avLst/>
          </a:prstGeom>
          <a:noFill/>
          <a:ln w="9525">
            <a:noFill/>
          </a:ln>
        </p:spPr>
        <p:txBody>
          <a:bodyPr anchor="t" anchorCtr="0">
            <a:spAutoFit/>
          </a:bodyPr>
          <a:p>
            <a:pPr algn="just" eaLnBrk="0" hangingPunct="0"/>
            <a:r>
              <a:rPr lang="en-US" altLang="zh-CN" sz="2400" b="1" i="1" dirty="0">
                <a:solidFill>
                  <a:srgbClr val="CC0000"/>
                </a:solidFill>
                <a:latin typeface="Times New Roman" panose="02020603050405020304" pitchFamily="18" charset="0"/>
                <a:ea typeface="楷体_GB2312" pitchFamily="49" charset="-122"/>
                <a:sym typeface="Symbol" panose="05050102010706020507" pitchFamily="18" charset="2"/>
              </a:rPr>
              <a:t> </a:t>
            </a:r>
            <a:r>
              <a:rPr lang="en-US" altLang="zh-CN" sz="2400" b="1" i="1" dirty="0">
                <a:solidFill>
                  <a:srgbClr val="CC0000"/>
                </a:solidFill>
                <a:latin typeface="Times New Roman" panose="02020603050405020304" pitchFamily="18" charset="0"/>
                <a:ea typeface="楷体_GB2312" pitchFamily="49" charset="-122"/>
              </a:rPr>
              <a:t>=|</a:t>
            </a:r>
            <a:r>
              <a:rPr lang="en-US" altLang="zh-CN" sz="2400" b="1" i="1" dirty="0">
                <a:solidFill>
                  <a:srgbClr val="CC0000"/>
                </a:solidFill>
                <a:latin typeface="Times New Roman" panose="02020603050405020304" pitchFamily="18" charset="0"/>
                <a:ea typeface="楷体_GB2312" pitchFamily="49" charset="-122"/>
                <a:sym typeface="Symbol" panose="05050102010706020507" pitchFamily="18" charset="2"/>
              </a:rPr>
              <a:t></a:t>
            </a:r>
            <a:r>
              <a:rPr lang="en-US" altLang="zh-CN" sz="2400" b="1" baseline="-25000" dirty="0">
                <a:solidFill>
                  <a:srgbClr val="CC0000"/>
                </a:solidFill>
                <a:latin typeface="Times New Roman" panose="02020603050405020304" pitchFamily="18" charset="0"/>
                <a:ea typeface="楷体_GB2312" pitchFamily="49" charset="-122"/>
              </a:rPr>
              <a:t>2</a:t>
            </a:r>
            <a:r>
              <a:rPr lang="en-US" altLang="zh-CN" sz="2400" b="1" dirty="0">
                <a:solidFill>
                  <a:srgbClr val="CC0000"/>
                </a:solidFill>
                <a:latin typeface="Times New Roman" panose="02020603050405020304" pitchFamily="18" charset="0"/>
                <a:ea typeface="楷体_GB2312" pitchFamily="49" charset="-122"/>
              </a:rPr>
              <a:t>-</a:t>
            </a:r>
            <a:r>
              <a:rPr lang="en-US" altLang="zh-CN" sz="2400" b="1" i="1" dirty="0">
                <a:solidFill>
                  <a:srgbClr val="CC0000"/>
                </a:solidFill>
                <a:latin typeface="Times New Roman" panose="02020603050405020304" pitchFamily="18" charset="0"/>
                <a:ea typeface="楷体_GB2312" pitchFamily="49" charset="-122"/>
                <a:sym typeface="Symbol" panose="05050102010706020507" pitchFamily="18" charset="2"/>
              </a:rPr>
              <a:t></a:t>
            </a:r>
            <a:r>
              <a:rPr lang="en-US" altLang="zh-CN" sz="2400" b="1" baseline="-25000" dirty="0">
                <a:solidFill>
                  <a:srgbClr val="CC0000"/>
                </a:solidFill>
                <a:latin typeface="Times New Roman" panose="02020603050405020304" pitchFamily="18" charset="0"/>
                <a:ea typeface="楷体_GB2312" pitchFamily="49" charset="-122"/>
              </a:rPr>
              <a:t>1</a:t>
            </a:r>
            <a:r>
              <a:rPr lang="en-US" altLang="zh-CN" sz="2400" b="1" dirty="0">
                <a:solidFill>
                  <a:srgbClr val="CC0000"/>
                </a:solidFill>
                <a:latin typeface="Times New Roman" panose="02020603050405020304" pitchFamily="18" charset="0"/>
                <a:ea typeface="楷体_GB2312" pitchFamily="49" charset="-122"/>
              </a:rPr>
              <a:t>|</a:t>
            </a:r>
            <a:r>
              <a:rPr lang="en-US" altLang="zh-CN" sz="2400" b="1" dirty="0">
                <a:solidFill>
                  <a:srgbClr val="CC0000"/>
                </a:solidFill>
                <a:latin typeface="楷体_GB2312" pitchFamily="49" charset="-122"/>
                <a:ea typeface="楷体_GB2312" pitchFamily="49" charset="-122"/>
              </a:rPr>
              <a:t> </a:t>
            </a:r>
            <a:endParaRPr lang="en-US" altLang="zh-CN" sz="2400" b="1" dirty="0">
              <a:solidFill>
                <a:srgbClr val="CC0000"/>
              </a:solidFill>
              <a:latin typeface="楷体_GB2312" pitchFamily="49" charset="-122"/>
              <a:ea typeface="楷体_GB2312" pitchFamily="49" charset="-122"/>
            </a:endParaRPr>
          </a:p>
        </p:txBody>
      </p:sp>
      <p:sp>
        <p:nvSpPr>
          <p:cNvPr id="5" name="Text Box 7"/>
          <p:cNvSpPr txBox="1"/>
          <p:nvPr/>
        </p:nvSpPr>
        <p:spPr>
          <a:xfrm>
            <a:off x="5929313" y="4371975"/>
            <a:ext cx="1687512" cy="460375"/>
          </a:xfrm>
          <a:prstGeom prst="rect">
            <a:avLst/>
          </a:prstGeom>
          <a:noFill/>
          <a:ln w="38100" cap="flat" cmpd="thickThin">
            <a:solidFill>
              <a:srgbClr val="0070C0"/>
            </a:solidFill>
            <a:prstDash val="solid"/>
            <a:miter/>
            <a:headEnd type="none" w="med" len="med"/>
            <a:tailEnd type="none" w="med" len="med"/>
          </a:ln>
        </p:spPr>
        <p:txBody>
          <a:bodyPr wrap="square" anchor="t" anchorCtr="0">
            <a:spAutoFit/>
          </a:bodyPr>
          <a:p>
            <a:pPr algn="ctr">
              <a:spcBef>
                <a:spcPct val="50000"/>
              </a:spcBef>
            </a:pPr>
            <a:r>
              <a:rPr lang="zh-CN" altLang="en-US" sz="2400" b="1" dirty="0">
                <a:solidFill>
                  <a:srgbClr val="FF0000"/>
                </a:solidFill>
                <a:latin typeface="Times New Roman" panose="02020603050405020304" pitchFamily="18" charset="0"/>
                <a:ea typeface="微软雅黑" panose="020B0503020204020204" charset="-122"/>
              </a:rPr>
              <a:t>节奏美</a:t>
            </a:r>
            <a:endParaRPr lang="zh-CN" altLang="en-US" sz="2400" b="1" dirty="0">
              <a:solidFill>
                <a:srgbClr val="FF0000"/>
              </a:solidFill>
              <a:latin typeface="Times New Roman" panose="02020603050405020304" pitchFamily="18" charset="0"/>
              <a:ea typeface="微软雅黑" panose="020B0503020204020204" charset="-122"/>
            </a:endParaRPr>
          </a:p>
        </p:txBody>
      </p:sp>
      <p:pic>
        <p:nvPicPr>
          <p:cNvPr id="69647" name="图片 10" descr="拍的形成"/>
          <p:cNvPicPr>
            <a:picLocks noChangeAspect="1"/>
          </p:cNvPicPr>
          <p:nvPr/>
        </p:nvPicPr>
        <p:blipFill>
          <a:blip r:embed="rId2"/>
          <a:stretch>
            <a:fillRect/>
          </a:stretch>
        </p:blipFill>
        <p:spPr>
          <a:xfrm>
            <a:off x="889000" y="944563"/>
            <a:ext cx="3559175" cy="21939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3421"/>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143422"/>
                                        </p:tgtEl>
                                        <p:attrNameLst>
                                          <p:attrName>style.visibility</p:attrName>
                                        </p:attrNameLst>
                                      </p:cBhvr>
                                      <p:to>
                                        <p:strVal val="visible"/>
                                      </p:to>
                                    </p:set>
                                  </p:childTnLst>
                                </p:cTn>
                              </p:par>
                            </p:childTnLst>
                          </p:cTn>
                        </p:par>
                        <p:par>
                          <p:cTn id="15" fill="hold">
                            <p:stCondLst>
                              <p:cond delay="0"/>
                            </p:stCondLst>
                            <p:childTnLst>
                              <p:par>
                                <p:cTn id="16" presetID="22" presetClass="entr" presetSubtype="4"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1" grpId="0"/>
      <p:bldP spid="143422" grpId="0"/>
      <p:bldP spid="5"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0657" name="Group 3"/>
          <p:cNvGrpSpPr/>
          <p:nvPr/>
        </p:nvGrpSpPr>
        <p:grpSpPr>
          <a:xfrm>
            <a:off x="1358900" y="1000125"/>
            <a:ext cx="6273800" cy="477838"/>
            <a:chOff x="1110" y="471"/>
            <a:chExt cx="3952" cy="301"/>
          </a:xfrm>
        </p:grpSpPr>
        <p:sp>
          <p:nvSpPr>
            <p:cNvPr id="70658" name="Text Box 4"/>
            <p:cNvSpPr txBox="1"/>
            <p:nvPr/>
          </p:nvSpPr>
          <p:spPr>
            <a:xfrm>
              <a:off x="1110" y="482"/>
              <a:ext cx="1951" cy="290"/>
            </a:xfrm>
            <a:prstGeom prst="rect">
              <a:avLst/>
            </a:prstGeom>
            <a:noFill/>
            <a:ln w="9525">
              <a:noFill/>
            </a:ln>
          </p:spPr>
          <p:txBody>
            <a:bodyPr anchor="t" anchorCtr="0">
              <a:spAutoFit/>
            </a:bodyPr>
            <a:p>
              <a:pPr eaLnBrk="0" hangingPunct="0">
                <a:spcBef>
                  <a:spcPct val="50000"/>
                </a:spcBef>
              </a:pPr>
              <a:r>
                <a:rPr lang="zh-CN" altLang="en-US" sz="2400" dirty="0">
                  <a:solidFill>
                    <a:srgbClr val="000000"/>
                  </a:solidFill>
                  <a:latin typeface="微软雅黑" panose="020B0503020204020204" charset="-122"/>
                  <a:ea typeface="微软雅黑" panose="020B0503020204020204" charset="-122"/>
                </a:rPr>
                <a:t>从视觉</a:t>
              </a:r>
              <a:r>
                <a:rPr lang="zh-CN" altLang="en-US" sz="2400" dirty="0">
                  <a:solidFill>
                    <a:srgbClr val="000000"/>
                  </a:solidFill>
                  <a:latin typeface="微软雅黑" panose="020B0503020204020204" charset="-122"/>
                  <a:ea typeface="微软雅黑" panose="020B0503020204020204" charset="-122"/>
                  <a:sym typeface="Symbol" panose="05050102010706020507" pitchFamily="18" charset="2"/>
                </a:rPr>
                <a:t>听</a:t>
              </a:r>
              <a:r>
                <a:rPr lang="zh-CN" altLang="en-US" sz="2400" dirty="0">
                  <a:solidFill>
                    <a:srgbClr val="000000"/>
                  </a:solidFill>
                  <a:latin typeface="微软雅黑" panose="020B0503020204020204" charset="-122"/>
                  <a:ea typeface="微软雅黑" panose="020B0503020204020204" charset="-122"/>
                </a:rPr>
                <a:t>觉</a:t>
              </a:r>
              <a:endParaRPr lang="zh-CN" altLang="en-US" sz="2400" b="1" dirty="0">
                <a:latin typeface="Times New Roman" panose="02020603050405020304" pitchFamily="18" charset="0"/>
                <a:ea typeface="宋体" panose="02010600030101010101" pitchFamily="2" charset="-122"/>
              </a:endParaRPr>
            </a:p>
          </p:txBody>
        </p:sp>
        <p:sp>
          <p:nvSpPr>
            <p:cNvPr id="70659" name="Text Box 5"/>
            <p:cNvSpPr txBox="1"/>
            <p:nvPr/>
          </p:nvSpPr>
          <p:spPr>
            <a:xfrm>
              <a:off x="3111" y="471"/>
              <a:ext cx="1951" cy="290"/>
            </a:xfrm>
            <a:prstGeom prst="rect">
              <a:avLst/>
            </a:prstGeom>
            <a:noFill/>
            <a:ln w="9525">
              <a:noFill/>
            </a:ln>
          </p:spPr>
          <p:txBody>
            <a:bodyPr anchor="t" anchorCtr="0">
              <a:spAutoFit/>
            </a:bodyPr>
            <a:p>
              <a:pPr eaLnBrk="0" hangingPunct="0">
                <a:spcBef>
                  <a:spcPct val="50000"/>
                </a:spcBef>
              </a:pPr>
              <a:r>
                <a:rPr lang="zh-CN" altLang="en-US" sz="2400" dirty="0">
                  <a:solidFill>
                    <a:srgbClr val="000000"/>
                  </a:solidFill>
                  <a:latin typeface="微软雅黑" panose="020B0503020204020204" charset="-122"/>
                  <a:ea typeface="微软雅黑" panose="020B0503020204020204" charset="-122"/>
                </a:rPr>
                <a:t>感受拍现象的节奏美</a:t>
              </a:r>
              <a:endParaRPr lang="zh-CN" altLang="en-US" sz="2400" dirty="0">
                <a:solidFill>
                  <a:srgbClr val="000000"/>
                </a:solidFill>
                <a:latin typeface="微软雅黑" panose="020B0503020204020204" charset="-122"/>
                <a:ea typeface="微软雅黑" panose="020B0503020204020204" charset="-122"/>
              </a:endParaRPr>
            </a:p>
          </p:txBody>
        </p:sp>
        <p:sp>
          <p:nvSpPr>
            <p:cNvPr id="70660" name="AutoShape 6"/>
            <p:cNvSpPr/>
            <p:nvPr/>
          </p:nvSpPr>
          <p:spPr>
            <a:xfrm>
              <a:off x="2443" y="572"/>
              <a:ext cx="664" cy="137"/>
            </a:xfrm>
            <a:prstGeom prst="rightArrow">
              <a:avLst>
                <a:gd name="adj1" fmla="val 50000"/>
                <a:gd name="adj2" fmla="val 120943"/>
              </a:avLst>
            </a:prstGeom>
            <a:solidFill>
              <a:schemeClr val="accent1"/>
            </a:solidFill>
            <a:ln w="9525" cap="flat" cmpd="sng">
              <a:solidFill>
                <a:srgbClr val="000000"/>
              </a:solidFill>
              <a:prstDash val="solid"/>
              <a:miter/>
              <a:headEnd type="none" w="med" len="med"/>
              <a:tailEnd type="none" w="lg" len="lg"/>
            </a:ln>
          </p:spPr>
          <p:txBody>
            <a:bodyPr wrap="none" anchor="ctr" anchorCtr="0"/>
            <a:p>
              <a:endParaRPr lang="zh-CN" altLang="en-US" dirty="0">
                <a:latin typeface="Arial" panose="020B0604020202020204" pitchFamily="34" charset="0"/>
                <a:ea typeface="宋体" panose="02010600030101010101" pitchFamily="2" charset="-122"/>
              </a:endParaRPr>
            </a:p>
          </p:txBody>
        </p:sp>
      </p:grpSp>
      <p:pic>
        <p:nvPicPr>
          <p:cNvPr id="2" name="1摆锤拍的演示">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539750" y="2136775"/>
            <a:ext cx="3799840" cy="2834005"/>
          </a:xfrm>
          <a:prstGeom prst="rect">
            <a:avLst/>
          </a:prstGeom>
        </p:spPr>
      </p:pic>
      <p:pic>
        <p:nvPicPr>
          <p:cNvPr id="4" name="3音叉拍的演示z3">
            <a:hlinkClick r:id="" action="ppaction://media"/>
          </p:cNvPr>
          <p:cNvPicPr/>
          <p:nvPr>
            <a:videoFile r:link="rId5"/>
            <p:extLst>
              <p:ext uri="{DAA4B4D4-6D71-4841-9C94-3DE7FCFB9230}">
                <p14:media xmlns:p14="http://schemas.microsoft.com/office/powerpoint/2010/main" r:embed="rId6"/>
              </p:ext>
            </p:extLst>
            <p:custDataLst>
              <p:tags r:id="rId7"/>
            </p:custDataLst>
          </p:nvPr>
        </p:nvPicPr>
        <p:blipFill>
          <a:blip r:embed="rId8"/>
          <a:stretch>
            <a:fillRect/>
          </a:stretch>
        </p:blipFill>
        <p:spPr>
          <a:xfrm>
            <a:off x="4427855" y="2119630"/>
            <a:ext cx="3943985" cy="285115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endCondLst>
                    <p:cond evt="onNext">
                      <p:tgtEl>
                        <p:sldTgt/>
                      </p:tgtEl>
                    </p:cond>
                    <p:cond evt="onPrev">
                      <p:tgtEl>
                        <p:sldTgt/>
                      </p:tgtEl>
                    </p:cond>
                  </p:endCondLst>
                </p:cTn>
                <p:tgtEl>
                  <p:spTgt spid="2"/>
                </p:tgtEl>
              </p:cMediaNode>
            </p:video>
            <p:seq concurrent="1" nextAc="seek">
              <p:cTn id="3" restart="whenNotActive" fill="hold" evtFilter="cancelBubble" nodeType="interactiveSeq">
                <p:stCondLst>
                  <p:cond evt="onClick" delay="0">
                    <p:tgtEl>
                      <p:spTgt spid="2"/>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
                                        </p:tgtEl>
                                      </p:cBhvr>
                                    </p:cmd>
                                  </p:childTnLst>
                                </p:cTn>
                              </p:par>
                            </p:childTnLst>
                          </p:cTn>
                        </p:par>
                      </p:childTnLst>
                    </p:cTn>
                  </p:par>
                </p:childTnLst>
              </p:cTn>
              <p:nextCondLst>
                <p:cond evt="onClick" delay="0">
                  <p:tgtEl>
                    <p:spTgt spid="2"/>
                  </p:tgtEl>
                </p:cond>
              </p:nextCondLst>
            </p:seq>
            <p:video fullScrn="0">
              <p:cMediaNode>
                <p:cTn id="8" fill="hold" display="1">
                  <p:stCondLst>
                    <p:cond delay="indefinite"/>
                  </p:stCondLst>
                  <p:endCondLst>
                    <p:cond evt="onNext">
                      <p:tgtEl>
                        <p:sldTgt/>
                      </p:tgtEl>
                    </p:cond>
                    <p:cond evt="onPrev">
                      <p:tgtEl>
                        <p:sldTgt/>
                      </p:tgtEl>
                    </p:cond>
                  </p:endCondLst>
                </p:cTn>
                <p:tgtEl>
                  <p:spTgt spid="4"/>
                </p:tgtEl>
              </p:cMediaNode>
            </p:video>
            <p:seq concurrent="1" nextAc="seek">
              <p:cTn id="9" restart="whenNotActive" fill="hold" evtFilter="cancelBubble" nodeType="interactiveSeq">
                <p:stCondLst>
                  <p:cond evt="onClick" delay="0">
                    <p:tgtEl>
                      <p:spTgt spid="4"/>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additive="base">
                                        <p:cTn id="13"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83260" y="646430"/>
            <a:ext cx="7952105" cy="1753235"/>
          </a:xfrm>
          <a:prstGeom prst="rect">
            <a:avLst/>
          </a:prstGeom>
          <a:noFill/>
        </p:spPr>
        <p:txBody>
          <a:bodyPr wrap="square" rtlCol="0" anchor="t">
            <a:spAutoFit/>
          </a:bodyPr>
          <a:p>
            <a:pPr>
              <a:lnSpc>
                <a:spcPct val="150000"/>
              </a:lnSpc>
            </a:pPr>
            <a:r>
              <a:rPr lang="zh-CN" altLang="en-US" sz="2400" dirty="0">
                <a:latin typeface="微软雅黑" panose="020B0503020204020204" charset="-122"/>
                <a:ea typeface="微软雅黑" panose="020B0503020204020204" charset="-122"/>
                <a:sym typeface="+mn-ea"/>
              </a:rPr>
              <a:t>分别敲击某待测音叉和标准音叉，使它们同时发音，听到时强时弱的拍音，若测得在 20 s 内拍的次数为 180 次，标准音叉的频率为 300 Hz，则待测音叉的频率为</a:t>
            </a:r>
            <a:r>
              <a:rPr lang="en-US" altLang="zh-CN" sz="2400" b="1" dirty="0">
                <a:solidFill>
                  <a:srgbClr val="000000"/>
                </a:solidFill>
                <a:latin typeface="Times New Roman" panose="02020603050405020304" pitchFamily="18" charset="0"/>
                <a:sym typeface="+mn-ea"/>
              </a:rPr>
              <a:t>(      )</a:t>
            </a:r>
            <a:endParaRPr lang="en-US" altLang="zh-CN" sz="2400" b="1" dirty="0">
              <a:solidFill>
                <a:srgbClr val="000000"/>
              </a:solidFill>
              <a:latin typeface="Times New Roman" panose="02020603050405020304" pitchFamily="18" charset="0"/>
              <a:sym typeface="+mn-ea"/>
            </a:endParaRPr>
          </a:p>
        </p:txBody>
      </p:sp>
      <p:sp>
        <p:nvSpPr>
          <p:cNvPr id="3" name="文本框 2"/>
          <p:cNvSpPr txBox="1"/>
          <p:nvPr/>
        </p:nvSpPr>
        <p:spPr>
          <a:xfrm>
            <a:off x="1259840" y="2824480"/>
            <a:ext cx="201231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(A)  </a:t>
            </a:r>
            <a:r>
              <a:rPr lang="en-US" altLang="zh-CN" sz="2400" dirty="0">
                <a:solidFill>
                  <a:srgbClr val="000000"/>
                </a:solidFill>
                <a:latin typeface="微软雅黑" panose="020B0503020204020204" charset="-122"/>
                <a:ea typeface="微软雅黑" panose="020B0503020204020204" charset="-122"/>
                <a:sym typeface="微软雅黑" panose="020B0503020204020204" charset="-122"/>
              </a:rPr>
              <a:t>309 Hz</a:t>
            </a:r>
            <a:endParaRPr lang="zh-CN" altLang="en-US" sz="2400"/>
          </a:p>
        </p:txBody>
      </p:sp>
      <p:sp>
        <p:nvSpPr>
          <p:cNvPr id="6" name="文本框 5"/>
          <p:cNvSpPr txBox="1"/>
          <p:nvPr/>
        </p:nvSpPr>
        <p:spPr>
          <a:xfrm>
            <a:off x="1259840" y="3544570"/>
            <a:ext cx="3250565"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(B)  </a:t>
            </a:r>
            <a:r>
              <a:rPr lang="en-US" altLang="zh-CN" sz="2400" dirty="0">
                <a:solidFill>
                  <a:srgbClr val="000000"/>
                </a:solidFill>
                <a:latin typeface="微软雅黑" panose="020B0503020204020204" charset="-122"/>
                <a:ea typeface="微软雅黑" panose="020B0503020204020204" charset="-122"/>
                <a:sym typeface="微软雅黑" panose="020B0503020204020204" charset="-122"/>
              </a:rPr>
              <a:t>309 Hz</a:t>
            </a:r>
            <a:r>
              <a:rPr lang="zh-CN" altLang="en-US" sz="2400" dirty="0">
                <a:solidFill>
                  <a:srgbClr val="000000"/>
                </a:solidFill>
                <a:latin typeface="微软雅黑" panose="020B0503020204020204" charset="-122"/>
                <a:ea typeface="微软雅黑" panose="020B0503020204020204" charset="-122"/>
                <a:sym typeface="微软雅黑" panose="020B0503020204020204" charset="-122"/>
              </a:rPr>
              <a:t>或</a:t>
            </a:r>
            <a:r>
              <a:rPr lang="en-US" altLang="zh-CN" sz="2400" dirty="0">
                <a:solidFill>
                  <a:srgbClr val="000000"/>
                </a:solidFill>
                <a:latin typeface="微软雅黑" panose="020B0503020204020204" charset="-122"/>
                <a:ea typeface="微软雅黑" panose="020B0503020204020204" charset="-122"/>
                <a:sym typeface="微软雅黑" panose="020B0503020204020204" charset="-122"/>
              </a:rPr>
              <a:t>291 Hz</a:t>
            </a:r>
            <a:endParaRPr lang="zh-CN" altLang="en-US" sz="2400"/>
          </a:p>
        </p:txBody>
      </p:sp>
      <p:sp>
        <p:nvSpPr>
          <p:cNvPr id="7" name="文本框 6"/>
          <p:cNvSpPr txBox="1"/>
          <p:nvPr/>
        </p:nvSpPr>
        <p:spPr>
          <a:xfrm>
            <a:off x="1259840" y="4300855"/>
            <a:ext cx="2218690"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(C)  </a:t>
            </a:r>
            <a:r>
              <a:rPr lang="en-US" altLang="zh-CN" sz="2400" dirty="0">
                <a:solidFill>
                  <a:srgbClr val="000000"/>
                </a:solidFill>
                <a:latin typeface="微软雅黑" panose="020B0503020204020204" charset="-122"/>
                <a:ea typeface="微软雅黑" panose="020B0503020204020204" charset="-122"/>
                <a:sym typeface="微软雅黑" panose="020B0503020204020204" charset="-122"/>
              </a:rPr>
              <a:t>291 Hz</a:t>
            </a:r>
            <a:endParaRPr lang="zh-CN" altLang="en-US" sz="2400"/>
          </a:p>
        </p:txBody>
      </p:sp>
      <p:sp>
        <p:nvSpPr>
          <p:cNvPr id="8" name="文本框 7"/>
          <p:cNvSpPr txBox="1"/>
          <p:nvPr/>
        </p:nvSpPr>
        <p:spPr>
          <a:xfrm>
            <a:off x="1259840" y="5057140"/>
            <a:ext cx="2109470" cy="460375"/>
          </a:xfrm>
          <a:prstGeom prst="rect">
            <a:avLst/>
          </a:prstGeom>
          <a:noFill/>
        </p:spPr>
        <p:txBody>
          <a:bodyPr wrap="square" rtlCol="0" anchor="t">
            <a:spAutoFit/>
          </a:bodyPr>
          <a:p>
            <a:r>
              <a:rPr lang="en-US" altLang="zh-CN" sz="2400" b="1" dirty="0">
                <a:solidFill>
                  <a:srgbClr val="000000"/>
                </a:solidFill>
                <a:latin typeface="Times New Roman" panose="02020603050405020304" pitchFamily="18" charset="0"/>
                <a:sym typeface="+mn-ea"/>
              </a:rPr>
              <a:t>(D)   </a:t>
            </a:r>
            <a:r>
              <a:rPr lang="en-US" altLang="zh-CN" sz="2400" dirty="0">
                <a:solidFill>
                  <a:srgbClr val="000000"/>
                </a:solidFill>
                <a:latin typeface="微软雅黑" panose="020B0503020204020204" charset="-122"/>
                <a:ea typeface="微软雅黑" panose="020B0503020204020204" charset="-122"/>
                <a:sym typeface="微软雅黑" panose="020B0503020204020204" charset="-122"/>
              </a:rPr>
              <a:t>318 Hz</a:t>
            </a:r>
            <a:r>
              <a:rPr lang="en-US" altLang="zh-CN" sz="2400" b="1" dirty="0">
                <a:solidFill>
                  <a:srgbClr val="000000"/>
                </a:solidFill>
                <a:latin typeface="Times New Roman" panose="02020603050405020304" pitchFamily="18" charset="0"/>
                <a:sym typeface="+mn-ea"/>
              </a:rPr>
              <a:t> </a:t>
            </a:r>
            <a:endParaRPr lang="zh-CN" altLang="en-US" sz="2400"/>
          </a:p>
        </p:txBody>
      </p:sp>
      <p:sp>
        <p:nvSpPr>
          <p:cNvPr id="9" name="文本框 8"/>
          <p:cNvSpPr txBox="1"/>
          <p:nvPr/>
        </p:nvSpPr>
        <p:spPr>
          <a:xfrm>
            <a:off x="7452360" y="1917065"/>
            <a:ext cx="755015" cy="460375"/>
          </a:xfrm>
          <a:prstGeom prst="rect">
            <a:avLst/>
          </a:prstGeom>
          <a:noFill/>
        </p:spPr>
        <p:txBody>
          <a:bodyPr wrap="square" rtlCol="0" anchor="t">
            <a:spAutoFit/>
          </a:bodyPr>
          <a:p>
            <a:r>
              <a:rPr lang="en-US" altLang="zh-CN" sz="2400" b="1" dirty="0">
                <a:solidFill>
                  <a:srgbClr val="FF0000"/>
                </a:solidFill>
                <a:latin typeface="Times New Roman" panose="02020603050405020304" pitchFamily="18" charset="0"/>
                <a:sym typeface="+mn-ea"/>
              </a:rPr>
              <a:t>B</a:t>
            </a:r>
            <a:endParaRPr lang="en-US" altLang="zh-CN" sz="2400" b="1" dirty="0">
              <a:solidFill>
                <a:srgbClr val="FF0000"/>
              </a:solidFill>
              <a:latin typeface="Times New Roman" panose="02020603050405020304" pitchFamily="18" charset="0"/>
              <a:sym typeface="+mn-ea"/>
            </a:endParaRPr>
          </a:p>
        </p:txBody>
      </p:sp>
      <p:sp>
        <p:nvSpPr>
          <p:cNvPr id="26625" name="Text Box 67"/>
          <p:cNvSpPr txBox="1"/>
          <p:nvPr/>
        </p:nvSpPr>
        <p:spPr>
          <a:xfrm>
            <a:off x="1331595" y="332740"/>
            <a:ext cx="2175510" cy="521970"/>
          </a:xfrm>
          <a:prstGeom prst="rect">
            <a:avLst/>
          </a:prstGeom>
          <a:noFill/>
          <a:ln w="9525">
            <a:noFill/>
          </a:ln>
        </p:spPr>
        <p:txBody>
          <a:bodyPr wrap="square" anchor="t" anchorCtr="0">
            <a:spAutoFit/>
          </a:bodyPr>
          <a:p>
            <a:pPr algn="just" eaLnBrk="0" hangingPunct="0"/>
            <a:r>
              <a:rPr lang="zh-CN" altLang="en-US" sz="2800" b="1" dirty="0">
                <a:solidFill>
                  <a:srgbClr val="0070C0"/>
                </a:solidFill>
                <a:latin typeface="微软雅黑" panose="020B0503020204020204" charset="-122"/>
                <a:ea typeface="微软雅黑" panose="020B0503020204020204" charset="-122"/>
              </a:rPr>
              <a:t>课堂测试</a:t>
            </a:r>
            <a:r>
              <a:rPr lang="en-US" altLang="zh-CN" sz="2800" b="1" i="1" dirty="0">
                <a:solidFill>
                  <a:srgbClr val="0000CC"/>
                </a:solidFill>
                <a:latin typeface="Times New Roman" panose="02020603050405020304" pitchFamily="18" charset="0"/>
                <a:ea typeface="宋体" panose="02010600030101010101" pitchFamily="2" charset="-122"/>
              </a:rPr>
              <a:t> </a:t>
            </a:r>
            <a:endParaRPr lang="en-US" altLang="zh-CN" sz="2800" b="1" i="1" dirty="0">
              <a:solidFill>
                <a:srgbClr val="0000CC"/>
              </a:solidFill>
              <a:latin typeface="Times New Roman" panose="02020603050405020304" pitchFamily="18" charset="0"/>
              <a:ea typeface="宋体" panose="02010600030101010101" pitchFamily="2" charset="-122"/>
            </a:endParaRPr>
          </a:p>
        </p:txBody>
      </p:sp>
      <p:sp>
        <p:nvSpPr>
          <p:cNvPr id="4" name="Text Box 24"/>
          <p:cNvSpPr txBox="1"/>
          <p:nvPr/>
        </p:nvSpPr>
        <p:spPr>
          <a:xfrm>
            <a:off x="4860290" y="2853055"/>
            <a:ext cx="3279140" cy="583565"/>
          </a:xfrm>
          <a:prstGeom prst="rect">
            <a:avLst/>
          </a:prstGeom>
          <a:noFill/>
          <a:ln w="9525">
            <a:noFill/>
          </a:ln>
        </p:spPr>
        <p:txBody>
          <a:bodyPr wrap="square" anchor="t" anchorCtr="0">
            <a:spAutoFit/>
          </a:bodyPr>
          <a:p>
            <a:pPr eaLnBrk="0" hangingPunct="0">
              <a:spcBef>
                <a:spcPct val="50000"/>
              </a:spcBef>
            </a:pPr>
            <a:r>
              <a:rPr lang="zh-CN" altLang="en-US" sz="2400" dirty="0">
                <a:solidFill>
                  <a:srgbClr val="000000"/>
                </a:solidFill>
                <a:latin typeface="微软雅黑" panose="020B0503020204020204" charset="-122"/>
                <a:ea typeface="微软雅黑" panose="020B0503020204020204" charset="-122"/>
              </a:rPr>
              <a:t>拍频</a:t>
            </a:r>
            <a:r>
              <a:rPr lang="en-US" altLang="zh-CN" sz="3200" b="1" i="1" dirty="0">
                <a:solidFill>
                  <a:srgbClr val="CC0000"/>
                </a:solidFill>
                <a:latin typeface="Times New Roman" panose="02020603050405020304" pitchFamily="18" charset="0"/>
                <a:ea typeface="楷体_GB2312" pitchFamily="49" charset="-122"/>
                <a:sym typeface="Symbol" panose="05050102010706020507" pitchFamily="18" charset="2"/>
              </a:rPr>
              <a:t> </a:t>
            </a:r>
            <a:r>
              <a:rPr lang="en-US" altLang="zh-CN" sz="2400" dirty="0">
                <a:solidFill>
                  <a:srgbClr val="000000"/>
                </a:solidFill>
                <a:latin typeface="微软雅黑" panose="020B0503020204020204" charset="-122"/>
                <a:ea typeface="微软雅黑" panose="020B0503020204020204" charset="-122"/>
              </a:rPr>
              <a:t>=180/20=9</a:t>
            </a:r>
            <a:endParaRPr lang="en-US" altLang="zh-CN" sz="2400" dirty="0">
              <a:solidFill>
                <a:srgbClr val="000000"/>
              </a:solidFill>
              <a:latin typeface="微软雅黑" panose="020B0503020204020204" charset="-122"/>
              <a:ea typeface="微软雅黑" panose="020B0503020204020204" charset="-122"/>
            </a:endParaRPr>
          </a:p>
        </p:txBody>
      </p:sp>
      <p:sp>
        <p:nvSpPr>
          <p:cNvPr id="143422" name="Text Box 62"/>
          <p:cNvSpPr txBox="1"/>
          <p:nvPr/>
        </p:nvSpPr>
        <p:spPr>
          <a:xfrm>
            <a:off x="5073015" y="3860483"/>
            <a:ext cx="2376488" cy="583565"/>
          </a:xfrm>
          <a:prstGeom prst="rect">
            <a:avLst/>
          </a:prstGeom>
          <a:noFill/>
          <a:ln w="9525">
            <a:noFill/>
          </a:ln>
        </p:spPr>
        <p:txBody>
          <a:bodyPr anchor="t" anchorCtr="0">
            <a:spAutoFit/>
          </a:bodyPr>
          <a:p>
            <a:pPr algn="just" eaLnBrk="0" hangingPunct="0"/>
            <a:r>
              <a:rPr lang="en-US" altLang="zh-CN" sz="3200" b="1" i="1" dirty="0">
                <a:solidFill>
                  <a:srgbClr val="CC0000"/>
                </a:solidFill>
                <a:latin typeface="Times New Roman" panose="02020603050405020304" pitchFamily="18" charset="0"/>
                <a:ea typeface="楷体_GB2312" pitchFamily="49" charset="-122"/>
                <a:sym typeface="Symbol" panose="05050102010706020507" pitchFamily="18" charset="2"/>
              </a:rPr>
              <a:t> </a:t>
            </a:r>
            <a:r>
              <a:rPr lang="en-US" altLang="zh-CN" sz="3200" b="1" i="1" dirty="0">
                <a:solidFill>
                  <a:srgbClr val="CC0000"/>
                </a:solidFill>
                <a:latin typeface="Times New Roman" panose="02020603050405020304" pitchFamily="18" charset="0"/>
                <a:ea typeface="楷体_GB2312" pitchFamily="49" charset="-122"/>
              </a:rPr>
              <a:t>=|</a:t>
            </a:r>
            <a:r>
              <a:rPr lang="en-US" altLang="zh-CN" sz="3200" b="1" i="1" dirty="0">
                <a:solidFill>
                  <a:srgbClr val="CC0000"/>
                </a:solidFill>
                <a:latin typeface="Times New Roman" panose="02020603050405020304" pitchFamily="18" charset="0"/>
                <a:ea typeface="楷体_GB2312" pitchFamily="49" charset="-122"/>
                <a:sym typeface="Symbol" panose="05050102010706020507" pitchFamily="18" charset="2"/>
              </a:rPr>
              <a:t></a:t>
            </a:r>
            <a:r>
              <a:rPr lang="en-US" altLang="zh-CN" sz="3200" b="1" baseline="-25000" dirty="0">
                <a:solidFill>
                  <a:srgbClr val="CC0000"/>
                </a:solidFill>
                <a:latin typeface="Times New Roman" panose="02020603050405020304" pitchFamily="18" charset="0"/>
                <a:ea typeface="楷体_GB2312" pitchFamily="49" charset="-122"/>
              </a:rPr>
              <a:t>2</a:t>
            </a:r>
            <a:r>
              <a:rPr lang="en-US" altLang="zh-CN" sz="3200" b="1" dirty="0">
                <a:solidFill>
                  <a:srgbClr val="CC0000"/>
                </a:solidFill>
                <a:latin typeface="Times New Roman" panose="02020603050405020304" pitchFamily="18" charset="0"/>
                <a:ea typeface="楷体_GB2312" pitchFamily="49" charset="-122"/>
              </a:rPr>
              <a:t>-</a:t>
            </a:r>
            <a:r>
              <a:rPr lang="en-US" altLang="zh-CN" sz="3200" b="1" i="1" dirty="0">
                <a:solidFill>
                  <a:srgbClr val="CC0000"/>
                </a:solidFill>
                <a:latin typeface="Times New Roman" panose="02020603050405020304" pitchFamily="18" charset="0"/>
                <a:ea typeface="楷体_GB2312" pitchFamily="49" charset="-122"/>
                <a:sym typeface="Symbol" panose="05050102010706020507" pitchFamily="18" charset="2"/>
              </a:rPr>
              <a:t></a:t>
            </a:r>
            <a:r>
              <a:rPr lang="en-US" altLang="zh-CN" sz="3200" b="1" baseline="-25000" dirty="0">
                <a:solidFill>
                  <a:srgbClr val="CC0000"/>
                </a:solidFill>
                <a:latin typeface="Times New Roman" panose="02020603050405020304" pitchFamily="18" charset="0"/>
                <a:ea typeface="楷体_GB2312" pitchFamily="49" charset="-122"/>
              </a:rPr>
              <a:t>1</a:t>
            </a:r>
            <a:r>
              <a:rPr lang="en-US" altLang="zh-CN" sz="3200" b="1" dirty="0">
                <a:solidFill>
                  <a:srgbClr val="CC0000"/>
                </a:solidFill>
                <a:latin typeface="Times New Roman" panose="02020603050405020304" pitchFamily="18" charset="0"/>
                <a:ea typeface="楷体_GB2312" pitchFamily="49" charset="-122"/>
              </a:rPr>
              <a:t>|</a:t>
            </a:r>
            <a:r>
              <a:rPr lang="en-US" altLang="zh-CN" sz="3200" b="1" dirty="0">
                <a:solidFill>
                  <a:srgbClr val="CC0000"/>
                </a:solidFill>
                <a:latin typeface="楷体_GB2312" pitchFamily="49" charset="-122"/>
                <a:ea typeface="楷体_GB2312" pitchFamily="49" charset="-122"/>
              </a:rPr>
              <a:t> </a:t>
            </a:r>
            <a:endParaRPr lang="en-US" altLang="zh-CN" sz="3200" b="1" dirty="0">
              <a:solidFill>
                <a:srgbClr val="CC00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143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4" grpId="0"/>
      <p:bldP spid="14342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ontrols>
      <mc:AlternateContent xmlns:mc="http://schemas.openxmlformats.org/markup-compatibility/2006">
        <mc:Choice xmlns:v="urn:schemas-microsoft-com:vml" Requires="v">
          <p:control spid="72705" name="" r:id="rId1" imgW="8147050" imgH="6078855"/>
        </mc:Choice>
        <mc:Fallback>
          <p:control name="" r:id="rId1" imgW="8147050" imgH="6078855">
            <p:pic>
              <p:nvPicPr>
                <p:cNvPr id="0" name="Host Control  2133"/>
                <p:cNvPicPr/>
                <p:nvPr/>
              </p:nvPicPr>
              <p:blipFill>
                <a:blip r:embed="rId2"/>
                <a:stretch>
                  <a:fillRect/>
                </a:stretch>
              </p:blipFill>
              <p:spPr>
                <a:xfrm>
                  <a:off x="555625" y="266700"/>
                  <a:ext cx="8147050" cy="6078855"/>
                </a:xfrm>
                <a:prstGeom prst="rect">
                  <a:avLst/>
                </a:prstGeom>
              </p:spPr>
            </p:pic>
          </p:control>
        </mc:Fallback>
      </mc:AlternateContent>
    </p:controls>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Text Box 3"/>
          <p:cNvSpPr txBox="1"/>
          <p:nvPr/>
        </p:nvSpPr>
        <p:spPr>
          <a:xfrm>
            <a:off x="1259840" y="2420620"/>
            <a:ext cx="6729730" cy="1076325"/>
          </a:xfrm>
          <a:prstGeom prst="rect">
            <a:avLst/>
          </a:prstGeom>
          <a:noFill/>
          <a:ln w="9525">
            <a:noFill/>
          </a:ln>
        </p:spPr>
        <p:txBody>
          <a:bodyPr wrap="square" anchor="t" anchorCtr="0">
            <a:spAutoFit/>
          </a:bodyPr>
          <a:p>
            <a:pPr marL="609600" indent="-609600" eaLnBrk="0" hangingPunct="0">
              <a:spcBef>
                <a:spcPct val="50000"/>
              </a:spcBef>
            </a:pPr>
            <a:r>
              <a:rPr lang="en-US" altLang="zh-CN" sz="2800" b="1" dirty="0">
                <a:solidFill>
                  <a:srgbClr val="0070C0"/>
                </a:solidFill>
                <a:latin typeface="微软雅黑" panose="020B0503020204020204" charset="-122"/>
                <a:ea typeface="微软雅黑" panose="020B0503020204020204" charset="-122"/>
              </a:rPr>
              <a:t>                     </a:t>
            </a:r>
            <a:r>
              <a:rPr lang="zh-CN" altLang="en-US" sz="2800" b="1" dirty="0">
                <a:solidFill>
                  <a:srgbClr val="0070C0"/>
                </a:solidFill>
                <a:latin typeface="微软雅黑" panose="020B0503020204020204" charset="-122"/>
                <a:ea typeface="微软雅黑" panose="020B0503020204020204" charset="-122"/>
              </a:rPr>
              <a:t>思考</a:t>
            </a:r>
            <a:endParaRPr lang="en-US" altLang="zh-CN" sz="2800" b="1" dirty="0">
              <a:solidFill>
                <a:srgbClr val="0070C0"/>
              </a:solidFill>
              <a:latin typeface="微软雅黑" panose="020B0503020204020204" charset="-122"/>
              <a:ea typeface="微软雅黑" panose="020B0503020204020204" charset="-122"/>
            </a:endParaRPr>
          </a:p>
          <a:p>
            <a:pPr marL="609600" indent="-609600" eaLnBrk="0" hangingPunct="0">
              <a:spcBef>
                <a:spcPct val="50000"/>
              </a:spcBef>
            </a:pPr>
            <a:r>
              <a:rPr lang="zh-CN" altLang="en-US" sz="2400" dirty="0">
                <a:latin typeface="微软雅黑" panose="020B0503020204020204" charset="-122"/>
                <a:ea typeface="微软雅黑" panose="020B0503020204020204" charset="-122"/>
              </a:rPr>
              <a:t>两个</a:t>
            </a:r>
            <a:r>
              <a:rPr lang="zh-CN" altLang="en-US" sz="2400" dirty="0">
                <a:solidFill>
                  <a:srgbClr val="FF0000"/>
                </a:solidFill>
                <a:latin typeface="微软雅黑" panose="020B0503020204020204" charset="-122"/>
                <a:ea typeface="微软雅黑" panose="020B0503020204020204" charset="-122"/>
              </a:rPr>
              <a:t>互相垂直</a:t>
            </a:r>
            <a:r>
              <a:rPr lang="zh-CN" altLang="en-US" sz="2400" dirty="0">
                <a:latin typeface="微软雅黑" panose="020B0503020204020204" charset="-122"/>
                <a:ea typeface="微软雅黑" panose="020B0503020204020204" charset="-122"/>
              </a:rPr>
              <a:t>的简谐振动，其合成情况又如何？</a:t>
            </a:r>
            <a:endParaRPr lang="zh-CN" altLang="en-US" sz="2400" dirty="0">
              <a:latin typeface="微软雅黑" panose="020B0503020204020204" charset="-122"/>
              <a:ea typeface="微软雅黑" panose="020B050302020402020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215044" name="Text Box 4"/>
          <p:cNvSpPr txBox="1"/>
          <p:nvPr/>
        </p:nvSpPr>
        <p:spPr>
          <a:xfrm>
            <a:off x="906463" y="2324100"/>
            <a:ext cx="4025900" cy="460375"/>
          </a:xfrm>
          <a:prstGeom prst="rect">
            <a:avLst/>
          </a:prstGeom>
          <a:noFill/>
          <a:ln w="9525">
            <a:noFill/>
          </a:ln>
        </p:spPr>
        <p:txBody>
          <a:bodyPr anchor="t" anchorCtr="0">
            <a:spAutoFit/>
          </a:bodyPr>
          <a:p>
            <a:pPr algn="just"/>
            <a:r>
              <a:rPr lang="zh-CN" altLang="en-US" sz="2400" dirty="0">
                <a:solidFill>
                  <a:srgbClr val="000000"/>
                </a:solidFill>
                <a:latin typeface="微软雅黑" panose="020B0503020204020204" charset="-122"/>
                <a:ea typeface="微软雅黑" panose="020B0503020204020204" charset="-122"/>
              </a:rPr>
              <a:t>消时间参数，得</a:t>
            </a:r>
            <a:endParaRPr lang="zh-CN" altLang="en-US" sz="2400" dirty="0">
              <a:solidFill>
                <a:srgbClr val="000000"/>
              </a:solidFill>
              <a:latin typeface="微软雅黑" panose="020B0503020204020204" charset="-122"/>
              <a:ea typeface="微软雅黑" panose="020B0503020204020204" charset="-122"/>
            </a:endParaRPr>
          </a:p>
        </p:txBody>
      </p:sp>
      <p:graphicFrame>
        <p:nvGraphicFramePr>
          <p:cNvPr id="215045" name="Object 5"/>
          <p:cNvGraphicFramePr>
            <a:graphicFrameLocks noChangeAspect="1"/>
          </p:cNvGraphicFramePr>
          <p:nvPr/>
        </p:nvGraphicFramePr>
        <p:xfrm>
          <a:off x="2843213" y="1133475"/>
          <a:ext cx="3584575" cy="514350"/>
        </p:xfrm>
        <a:graphic>
          <a:graphicData uri="http://schemas.openxmlformats.org/presentationml/2006/ole">
            <mc:AlternateContent xmlns:mc="http://schemas.openxmlformats.org/markup-compatibility/2006">
              <mc:Choice xmlns:v="urn:schemas-microsoft-com:vml" Requires="v">
                <p:oleObj spid="_x0000_s3363" name="" r:id="rId1" imgW="2872105" imgH="431165" progId="Equation.3">
                  <p:embed/>
                </p:oleObj>
              </mc:Choice>
              <mc:Fallback>
                <p:oleObj name="" r:id="rId1" imgW="2872105" imgH="431165" progId="Equation.3">
                  <p:embed/>
                  <p:pic>
                    <p:nvPicPr>
                      <p:cNvPr id="0" name="图片 3362"/>
                      <p:cNvPicPr/>
                      <p:nvPr/>
                    </p:nvPicPr>
                    <p:blipFill>
                      <a:blip r:embed="rId2">
                        <a:clrChange>
                          <a:clrFrom>
                            <a:srgbClr val="000000"/>
                          </a:clrFrom>
                          <a:clrTo>
                            <a:srgbClr val="000000">
                              <a:alpha val="0"/>
                            </a:srgbClr>
                          </a:clrTo>
                        </a:clrChange>
                      </a:blip>
                      <a:stretch>
                        <a:fillRect/>
                      </a:stretch>
                    </p:blipFill>
                    <p:spPr>
                      <a:xfrm>
                        <a:off x="2843213" y="1133475"/>
                        <a:ext cx="3584575" cy="514350"/>
                      </a:xfrm>
                      <a:prstGeom prst="rect">
                        <a:avLst/>
                      </a:prstGeom>
                      <a:noFill/>
                      <a:ln w="38100">
                        <a:noFill/>
                        <a:miter/>
                      </a:ln>
                    </p:spPr>
                  </p:pic>
                </p:oleObj>
              </mc:Fallback>
            </mc:AlternateContent>
          </a:graphicData>
        </a:graphic>
      </p:graphicFrame>
      <p:graphicFrame>
        <p:nvGraphicFramePr>
          <p:cNvPr id="215046" name="Object 6"/>
          <p:cNvGraphicFramePr>
            <a:graphicFrameLocks noChangeAspect="1"/>
          </p:cNvGraphicFramePr>
          <p:nvPr/>
        </p:nvGraphicFramePr>
        <p:xfrm>
          <a:off x="1187450" y="2998788"/>
          <a:ext cx="6624638" cy="873125"/>
        </p:xfrm>
        <a:graphic>
          <a:graphicData uri="http://schemas.openxmlformats.org/presentationml/2006/ole">
            <mc:AlternateContent xmlns:mc="http://schemas.openxmlformats.org/markup-compatibility/2006">
              <mc:Choice xmlns:v="urn:schemas-microsoft-com:vml" Requires="v">
                <p:oleObj spid="_x0000_s3362" name="" r:id="rId3" imgW="7077075" imgH="991870" progId="Equation.3">
                  <p:embed/>
                </p:oleObj>
              </mc:Choice>
              <mc:Fallback>
                <p:oleObj name="" r:id="rId3" imgW="7077075" imgH="991870" progId="Equation.3">
                  <p:embed/>
                  <p:pic>
                    <p:nvPicPr>
                      <p:cNvPr id="0" name="图片 3361"/>
                      <p:cNvPicPr/>
                      <p:nvPr/>
                    </p:nvPicPr>
                    <p:blipFill>
                      <a:blip r:embed="rId4">
                        <a:clrChange>
                          <a:clrFrom>
                            <a:srgbClr val="000000"/>
                          </a:clrFrom>
                          <a:clrTo>
                            <a:srgbClr val="000000">
                              <a:alpha val="0"/>
                            </a:srgbClr>
                          </a:clrTo>
                        </a:clrChange>
                      </a:blip>
                      <a:stretch>
                        <a:fillRect/>
                      </a:stretch>
                    </p:blipFill>
                    <p:spPr>
                      <a:xfrm>
                        <a:off x="1187450" y="2998788"/>
                        <a:ext cx="6624638" cy="873125"/>
                      </a:xfrm>
                      <a:prstGeom prst="rect">
                        <a:avLst/>
                      </a:prstGeom>
                      <a:noFill/>
                      <a:ln w="38100">
                        <a:noFill/>
                        <a:miter/>
                      </a:ln>
                    </p:spPr>
                  </p:pic>
                </p:oleObj>
              </mc:Fallback>
            </mc:AlternateContent>
          </a:graphicData>
        </a:graphic>
      </p:graphicFrame>
      <p:graphicFrame>
        <p:nvGraphicFramePr>
          <p:cNvPr id="215047" name="Object 7"/>
          <p:cNvGraphicFramePr>
            <a:graphicFrameLocks noChangeAspect="1"/>
          </p:cNvGraphicFramePr>
          <p:nvPr/>
        </p:nvGraphicFramePr>
        <p:xfrm>
          <a:off x="2838450" y="1701800"/>
          <a:ext cx="3635375" cy="504825"/>
        </p:xfrm>
        <a:graphic>
          <a:graphicData uri="http://schemas.openxmlformats.org/presentationml/2006/ole">
            <mc:AlternateContent xmlns:mc="http://schemas.openxmlformats.org/markup-compatibility/2006">
              <mc:Choice xmlns:v="urn:schemas-microsoft-com:vml" Requires="v">
                <p:oleObj spid="_x0000_s3364" name="" r:id="rId5" imgW="2955925" imgH="431165" progId="Equation.3">
                  <p:embed/>
                </p:oleObj>
              </mc:Choice>
              <mc:Fallback>
                <p:oleObj name="" r:id="rId5" imgW="2955925" imgH="431165" progId="Equation.3">
                  <p:embed/>
                  <p:pic>
                    <p:nvPicPr>
                      <p:cNvPr id="0" name="图片 3363"/>
                      <p:cNvPicPr/>
                      <p:nvPr/>
                    </p:nvPicPr>
                    <p:blipFill>
                      <a:blip r:embed="rId6">
                        <a:clrChange>
                          <a:clrFrom>
                            <a:srgbClr val="000000"/>
                          </a:clrFrom>
                          <a:clrTo>
                            <a:srgbClr val="000000">
                              <a:alpha val="0"/>
                            </a:srgbClr>
                          </a:clrTo>
                        </a:clrChange>
                      </a:blip>
                      <a:stretch>
                        <a:fillRect/>
                      </a:stretch>
                    </p:blipFill>
                    <p:spPr>
                      <a:xfrm>
                        <a:off x="2838450" y="1701800"/>
                        <a:ext cx="3635375" cy="504825"/>
                      </a:xfrm>
                      <a:prstGeom prst="rect">
                        <a:avLst/>
                      </a:prstGeom>
                      <a:noFill/>
                      <a:ln w="38100">
                        <a:noFill/>
                        <a:miter/>
                      </a:ln>
                    </p:spPr>
                  </p:pic>
                </p:oleObj>
              </mc:Fallback>
            </mc:AlternateContent>
          </a:graphicData>
        </a:graphic>
      </p:graphicFrame>
      <p:sp>
        <p:nvSpPr>
          <p:cNvPr id="215048" name="Text Box 8"/>
          <p:cNvSpPr txBox="1"/>
          <p:nvPr/>
        </p:nvSpPr>
        <p:spPr>
          <a:xfrm>
            <a:off x="971550" y="4078288"/>
            <a:ext cx="7056438" cy="830262"/>
          </a:xfrm>
          <a:prstGeom prst="rect">
            <a:avLst/>
          </a:prstGeom>
          <a:noFill/>
          <a:ln w="9525">
            <a:noFill/>
          </a:ln>
        </p:spPr>
        <p:txBody>
          <a:bodyPr anchor="t" anchorCtr="0">
            <a:spAutoFit/>
          </a:bodyPr>
          <a:p>
            <a:pPr algn="just"/>
            <a:r>
              <a:rPr lang="en-US" altLang="zh-CN" sz="2400" b="1" dirty="0">
                <a:solidFill>
                  <a:srgbClr val="000066"/>
                </a:solidFill>
                <a:latin typeface="楷体_GB2312" pitchFamily="49" charset="-122"/>
                <a:ea typeface="楷体_GB2312" pitchFamily="49" charset="-122"/>
              </a:rPr>
              <a:t>    </a:t>
            </a:r>
            <a:r>
              <a:rPr lang="zh-CN" altLang="en-US" sz="2400" dirty="0">
                <a:solidFill>
                  <a:srgbClr val="000000"/>
                </a:solidFill>
                <a:latin typeface="微软雅黑" panose="020B0503020204020204" charset="-122"/>
                <a:ea typeface="微软雅黑" panose="020B0503020204020204" charset="-122"/>
              </a:rPr>
              <a:t>合运动一般是在</a:t>
            </a:r>
            <a:r>
              <a:rPr lang="en-US" altLang="zh-CN" sz="2400" b="1" dirty="0">
                <a:solidFill>
                  <a:srgbClr val="000066"/>
                </a:solidFill>
                <a:latin typeface="Times New Roman" panose="02020603050405020304" pitchFamily="18" charset="0"/>
                <a:ea typeface="楷体_GB2312" pitchFamily="49" charset="-122"/>
              </a:rPr>
              <a:t>2</a:t>
            </a:r>
            <a:r>
              <a:rPr lang="en-US" altLang="zh-CN" sz="2400" b="1" i="1" dirty="0">
                <a:solidFill>
                  <a:srgbClr val="000066"/>
                </a:solidFill>
                <a:latin typeface="Times New Roman" panose="02020603050405020304" pitchFamily="18" charset="0"/>
                <a:ea typeface="楷体_GB2312" pitchFamily="49" charset="-122"/>
              </a:rPr>
              <a:t>A</a:t>
            </a:r>
            <a:r>
              <a:rPr lang="en-US" altLang="zh-CN" sz="2400" b="1" baseline="-25000" dirty="0">
                <a:solidFill>
                  <a:srgbClr val="000066"/>
                </a:solidFill>
                <a:latin typeface="Times New Roman" panose="02020603050405020304" pitchFamily="18" charset="0"/>
                <a:ea typeface="楷体_GB2312" pitchFamily="49" charset="-122"/>
              </a:rPr>
              <a:t>1</a:t>
            </a:r>
            <a:r>
              <a:rPr lang="en-US" altLang="zh-CN" sz="2400" b="1" dirty="0">
                <a:solidFill>
                  <a:srgbClr val="000066"/>
                </a:solidFill>
                <a:latin typeface="楷体_GB2312" pitchFamily="49" charset="-122"/>
                <a:ea typeface="楷体_GB2312" pitchFamily="49" charset="-122"/>
              </a:rPr>
              <a:t> </a:t>
            </a:r>
            <a:r>
              <a:rPr lang="en-US" altLang="zh-CN" sz="2400" b="1" dirty="0">
                <a:solidFill>
                  <a:srgbClr val="000066"/>
                </a:solidFill>
                <a:latin typeface="Times New Roman" panose="02020603050405020304" pitchFamily="18" charset="0"/>
                <a:ea typeface="楷体_GB2312" pitchFamily="49" charset="-122"/>
              </a:rPr>
              <a:t>(</a:t>
            </a:r>
            <a:r>
              <a:rPr lang="en-US" altLang="zh-CN" sz="1000" b="1" dirty="0">
                <a:solidFill>
                  <a:srgbClr val="000066"/>
                </a:solidFill>
                <a:latin typeface="Times New Roman" panose="02020603050405020304" pitchFamily="18" charset="0"/>
                <a:ea typeface="楷体_GB2312" pitchFamily="49" charset="-122"/>
              </a:rPr>
              <a:t> </a:t>
            </a:r>
            <a:r>
              <a:rPr lang="en-US" altLang="zh-CN" sz="2400" b="1" i="1" dirty="0">
                <a:solidFill>
                  <a:srgbClr val="000066"/>
                </a:solidFill>
                <a:latin typeface="Times New Roman" panose="02020603050405020304" pitchFamily="18" charset="0"/>
                <a:ea typeface="楷体_GB2312" pitchFamily="49" charset="-122"/>
              </a:rPr>
              <a:t>x </a:t>
            </a:r>
            <a:r>
              <a:rPr lang="zh-CN" altLang="en-US" sz="2400" dirty="0">
                <a:solidFill>
                  <a:srgbClr val="000066"/>
                </a:solidFill>
                <a:latin typeface="微软雅黑" panose="020B0503020204020204" charset="-122"/>
                <a:ea typeface="微软雅黑" panose="020B0503020204020204" charset="-122"/>
              </a:rPr>
              <a:t>向</a:t>
            </a:r>
            <a:r>
              <a:rPr lang="en-US" altLang="zh-CN" sz="2400" b="1" dirty="0">
                <a:solidFill>
                  <a:srgbClr val="000066"/>
                </a:solidFill>
                <a:latin typeface="Times New Roman" panose="02020603050405020304" pitchFamily="18" charset="0"/>
                <a:ea typeface="楷体_GB2312" pitchFamily="49" charset="-122"/>
              </a:rPr>
              <a:t>)</a:t>
            </a:r>
            <a:r>
              <a:rPr lang="zh-CN" altLang="en-US" sz="2400" b="1" dirty="0">
                <a:solidFill>
                  <a:srgbClr val="000066"/>
                </a:solidFill>
                <a:latin typeface="楷体_GB2312" pitchFamily="49" charset="-122"/>
                <a:ea typeface="楷体_GB2312" pitchFamily="49" charset="-122"/>
              </a:rPr>
              <a:t>、</a:t>
            </a:r>
            <a:r>
              <a:rPr lang="en-US" altLang="zh-CN" sz="2400" b="1" dirty="0">
                <a:solidFill>
                  <a:srgbClr val="000066"/>
                </a:solidFill>
                <a:latin typeface="Times New Roman" panose="02020603050405020304" pitchFamily="18" charset="0"/>
                <a:ea typeface="楷体_GB2312" pitchFamily="49" charset="-122"/>
              </a:rPr>
              <a:t>2</a:t>
            </a:r>
            <a:r>
              <a:rPr lang="en-US" altLang="zh-CN" sz="2400" b="1" i="1" dirty="0">
                <a:solidFill>
                  <a:srgbClr val="000066"/>
                </a:solidFill>
                <a:latin typeface="Times New Roman" panose="02020603050405020304" pitchFamily="18" charset="0"/>
                <a:ea typeface="楷体_GB2312" pitchFamily="49" charset="-122"/>
              </a:rPr>
              <a:t>A</a:t>
            </a:r>
            <a:r>
              <a:rPr lang="en-US" altLang="zh-CN" sz="2400" b="1" baseline="-25000" dirty="0">
                <a:solidFill>
                  <a:srgbClr val="000066"/>
                </a:solidFill>
                <a:latin typeface="楷体_GB2312" pitchFamily="49" charset="-122"/>
                <a:ea typeface="楷体_GB2312" pitchFamily="49" charset="-122"/>
              </a:rPr>
              <a:t>2</a:t>
            </a:r>
            <a:r>
              <a:rPr lang="en-US" altLang="zh-CN" sz="2400" b="1" dirty="0">
                <a:solidFill>
                  <a:srgbClr val="000066"/>
                </a:solidFill>
                <a:latin typeface="Times New Roman" panose="02020603050405020304" pitchFamily="18" charset="0"/>
                <a:ea typeface="楷体_GB2312" pitchFamily="49" charset="-122"/>
              </a:rPr>
              <a:t> (</a:t>
            </a:r>
            <a:r>
              <a:rPr lang="en-US" altLang="zh-CN" sz="1000" b="1" i="1" dirty="0">
                <a:solidFill>
                  <a:srgbClr val="000066"/>
                </a:solidFill>
                <a:latin typeface="Times New Roman" panose="02020603050405020304" pitchFamily="18" charset="0"/>
                <a:ea typeface="楷体_GB2312" pitchFamily="49" charset="-122"/>
              </a:rPr>
              <a:t>  </a:t>
            </a:r>
            <a:r>
              <a:rPr lang="en-US" altLang="zh-CN" sz="2400" b="1" i="1" dirty="0">
                <a:solidFill>
                  <a:srgbClr val="000066"/>
                </a:solidFill>
                <a:latin typeface="Times New Roman" panose="02020603050405020304" pitchFamily="18" charset="0"/>
                <a:ea typeface="楷体_GB2312" pitchFamily="49" charset="-122"/>
              </a:rPr>
              <a:t>y </a:t>
            </a:r>
            <a:r>
              <a:rPr lang="zh-CN" altLang="en-US" sz="2400" dirty="0">
                <a:solidFill>
                  <a:srgbClr val="000066"/>
                </a:solidFill>
                <a:latin typeface="微软雅黑" panose="020B0503020204020204" charset="-122"/>
                <a:ea typeface="微软雅黑" panose="020B0503020204020204" charset="-122"/>
              </a:rPr>
              <a:t>向</a:t>
            </a:r>
            <a:r>
              <a:rPr lang="en-US" altLang="zh-CN" sz="2400" b="1" dirty="0">
                <a:solidFill>
                  <a:srgbClr val="000066"/>
                </a:solidFill>
                <a:latin typeface="Times New Roman" panose="02020603050405020304" pitchFamily="18" charset="0"/>
                <a:ea typeface="楷体_GB2312" pitchFamily="49" charset="-122"/>
              </a:rPr>
              <a:t>)</a:t>
            </a:r>
            <a:r>
              <a:rPr lang="zh-CN" altLang="en-US" sz="2400" dirty="0">
                <a:solidFill>
                  <a:srgbClr val="000000"/>
                </a:solidFill>
                <a:latin typeface="微软雅黑" panose="020B0503020204020204" charset="-122"/>
                <a:ea typeface="微软雅黑" panose="020B0503020204020204" charset="-122"/>
              </a:rPr>
              <a:t>范围内的一个椭圆。</a:t>
            </a:r>
            <a:r>
              <a:rPr lang="zh-CN" altLang="en-US" sz="2400" b="1" dirty="0">
                <a:solidFill>
                  <a:srgbClr val="000066"/>
                </a:solidFill>
                <a:latin typeface="楷体_GB2312" pitchFamily="49" charset="-122"/>
                <a:ea typeface="楷体_GB2312" pitchFamily="49" charset="-122"/>
              </a:rPr>
              <a:t> </a:t>
            </a:r>
            <a:endParaRPr lang="zh-CN" altLang="en-US" sz="2400" b="1" dirty="0">
              <a:solidFill>
                <a:srgbClr val="000066"/>
              </a:solidFill>
              <a:latin typeface="楷体_GB2312" pitchFamily="49" charset="-122"/>
              <a:ea typeface="楷体_GB2312" pitchFamily="49" charset="-122"/>
            </a:endParaRPr>
          </a:p>
        </p:txBody>
      </p:sp>
      <p:sp>
        <p:nvSpPr>
          <p:cNvPr id="215049" name="Text Box 9"/>
          <p:cNvSpPr txBox="1"/>
          <p:nvPr/>
        </p:nvSpPr>
        <p:spPr>
          <a:xfrm>
            <a:off x="900113" y="5014913"/>
            <a:ext cx="7129462" cy="830262"/>
          </a:xfrm>
          <a:prstGeom prst="rect">
            <a:avLst/>
          </a:prstGeom>
          <a:noFill/>
          <a:ln w="9525">
            <a:noFill/>
          </a:ln>
        </p:spPr>
        <p:txBody>
          <a:bodyPr anchor="t" anchorCtr="0">
            <a:spAutoFit/>
          </a:bodyPr>
          <a:p>
            <a:pPr algn="just"/>
            <a:r>
              <a:rPr lang="en-US" altLang="zh-CN" sz="2400" b="1" dirty="0">
                <a:solidFill>
                  <a:srgbClr val="000066"/>
                </a:solidFill>
                <a:latin typeface="楷体_GB2312" pitchFamily="49" charset="-122"/>
                <a:ea typeface="楷体_GB2312" pitchFamily="49" charset="-122"/>
              </a:rPr>
              <a:t>    </a:t>
            </a:r>
            <a:r>
              <a:rPr lang="zh-CN" altLang="en-US" sz="2400" dirty="0">
                <a:solidFill>
                  <a:srgbClr val="000000"/>
                </a:solidFill>
                <a:latin typeface="微软雅黑" panose="020B0503020204020204" charset="-122"/>
                <a:ea typeface="微软雅黑" panose="020B0503020204020204" charset="-122"/>
              </a:rPr>
              <a:t>椭圆的性质(方位、长短轴、左右旋 )在</a:t>
            </a:r>
            <a:r>
              <a:rPr lang="zh-CN" altLang="en-US" sz="1000" b="1" dirty="0">
                <a:solidFill>
                  <a:srgbClr val="000066"/>
                </a:solidFill>
                <a:latin typeface="楷体_GB2312" pitchFamily="49" charset="-122"/>
                <a:ea typeface="楷体_GB2312" pitchFamily="49" charset="-122"/>
              </a:rPr>
              <a:t> </a:t>
            </a:r>
            <a:r>
              <a:rPr lang="en-US" altLang="zh-CN" sz="2400" b="1" i="1" dirty="0">
                <a:solidFill>
                  <a:srgbClr val="000066"/>
                </a:solidFill>
                <a:latin typeface="Times New Roman" panose="02020603050405020304" pitchFamily="18" charset="0"/>
                <a:ea typeface="楷体_GB2312" pitchFamily="49" charset="-122"/>
              </a:rPr>
              <a:t>A</a:t>
            </a:r>
            <a:r>
              <a:rPr lang="en-US" altLang="zh-CN" sz="2400" b="1" baseline="-25000" dirty="0">
                <a:solidFill>
                  <a:srgbClr val="000066"/>
                </a:solidFill>
                <a:latin typeface="Times New Roman" panose="02020603050405020304" pitchFamily="18" charset="0"/>
                <a:ea typeface="楷体_GB2312" pitchFamily="49" charset="-122"/>
              </a:rPr>
              <a:t>1 </a:t>
            </a:r>
            <a:r>
              <a:rPr lang="zh-CN" altLang="en-US" sz="2400" b="1" baseline="-25000" dirty="0">
                <a:solidFill>
                  <a:srgbClr val="000066"/>
                </a:solidFill>
                <a:latin typeface="Times New Roman" panose="02020603050405020304" pitchFamily="18" charset="0"/>
                <a:ea typeface="楷体_GB2312" pitchFamily="49" charset="-122"/>
              </a:rPr>
              <a:t>、</a:t>
            </a:r>
            <a:r>
              <a:rPr lang="en-US" altLang="zh-CN" sz="2400" b="1" i="1" dirty="0">
                <a:solidFill>
                  <a:srgbClr val="000066"/>
                </a:solidFill>
                <a:latin typeface="Times New Roman" panose="02020603050405020304" pitchFamily="18" charset="0"/>
                <a:ea typeface="楷体_GB2312" pitchFamily="49" charset="-122"/>
              </a:rPr>
              <a:t>A</a:t>
            </a:r>
            <a:r>
              <a:rPr lang="en-US" altLang="zh-CN" sz="2400" b="1" baseline="-25000" dirty="0">
                <a:solidFill>
                  <a:srgbClr val="000066"/>
                </a:solidFill>
                <a:latin typeface="Times New Roman" panose="02020603050405020304" pitchFamily="18" charset="0"/>
                <a:ea typeface="楷体_GB2312" pitchFamily="49" charset="-122"/>
              </a:rPr>
              <a:t>2</a:t>
            </a:r>
            <a:r>
              <a:rPr lang="zh-CN" altLang="en-US" sz="2400" dirty="0">
                <a:solidFill>
                  <a:srgbClr val="000000"/>
                </a:solidFill>
                <a:latin typeface="微软雅黑" panose="020B0503020204020204" charset="-122"/>
                <a:ea typeface="微软雅黑" panose="020B0503020204020204" charset="-122"/>
              </a:rPr>
              <a:t>确定之后,主要决定于</a:t>
            </a:r>
            <a:r>
              <a:rPr lang="zh-CN" altLang="en-US" sz="2400" b="1" dirty="0">
                <a:solidFill>
                  <a:srgbClr val="000066"/>
                </a:solidFill>
                <a:latin typeface="Times New Roman" panose="02020603050405020304" pitchFamily="18" charset="0"/>
                <a:ea typeface="楷体_GB2312" pitchFamily="49" charset="-122"/>
                <a:sym typeface="Symbol" panose="05050102010706020507" pitchFamily="18" charset="2"/>
              </a:rPr>
              <a:t></a:t>
            </a:r>
            <a:r>
              <a:rPr lang="zh-CN" altLang="en-US" sz="2400" b="1" i="1" dirty="0">
                <a:solidFill>
                  <a:srgbClr val="000066"/>
                </a:solidFill>
                <a:latin typeface="Times New Roman" panose="02020603050405020304" pitchFamily="18" charset="0"/>
                <a:ea typeface="楷体_GB2312" pitchFamily="49" charset="-122"/>
                <a:sym typeface="Symbol" panose="05050102010706020507" pitchFamily="18" charset="2"/>
              </a:rPr>
              <a:t> </a:t>
            </a:r>
            <a:r>
              <a:rPr lang="en-US" altLang="zh-CN" sz="2400" b="1" dirty="0">
                <a:solidFill>
                  <a:srgbClr val="000066"/>
                </a:solidFill>
                <a:latin typeface="Times New Roman" panose="02020603050405020304" pitchFamily="18" charset="0"/>
                <a:ea typeface="楷体_GB2312" pitchFamily="49" charset="-122"/>
                <a:sym typeface="Symbol" panose="05050102010706020507" pitchFamily="18" charset="2"/>
              </a:rPr>
              <a:t>=</a:t>
            </a:r>
            <a:r>
              <a:rPr lang="en-US" altLang="zh-CN" sz="2400" b="1" i="1" dirty="0">
                <a:solidFill>
                  <a:srgbClr val="000066"/>
                </a:solidFill>
                <a:latin typeface="Times New Roman" panose="02020603050405020304" pitchFamily="18" charset="0"/>
                <a:ea typeface="楷体_GB2312" pitchFamily="49" charset="-122"/>
                <a:sym typeface="Symbol" panose="05050102010706020507" pitchFamily="18" charset="2"/>
              </a:rPr>
              <a:t></a:t>
            </a:r>
            <a:r>
              <a:rPr lang="en-US" altLang="zh-CN" sz="2400" b="1" baseline="-25000" dirty="0">
                <a:solidFill>
                  <a:srgbClr val="000066"/>
                </a:solidFill>
                <a:latin typeface="Times New Roman" panose="02020603050405020304" pitchFamily="18" charset="0"/>
                <a:ea typeface="楷体_GB2312" pitchFamily="49" charset="-122"/>
                <a:sym typeface="Symbol" panose="05050102010706020507" pitchFamily="18" charset="2"/>
              </a:rPr>
              <a:t>20</a:t>
            </a:r>
            <a:r>
              <a:rPr lang="en-US" altLang="zh-CN" sz="2400" b="1" i="1" baseline="-25000" dirty="0">
                <a:solidFill>
                  <a:srgbClr val="000066"/>
                </a:solidFill>
                <a:latin typeface="Times New Roman" panose="02020603050405020304" pitchFamily="18" charset="0"/>
                <a:ea typeface="楷体_GB2312" pitchFamily="49" charset="-122"/>
                <a:sym typeface="Symbol" panose="05050102010706020507" pitchFamily="18" charset="2"/>
              </a:rPr>
              <a:t> </a:t>
            </a:r>
            <a:r>
              <a:rPr lang="en-US" altLang="zh-CN" sz="2400" b="1" dirty="0">
                <a:solidFill>
                  <a:srgbClr val="000066"/>
                </a:solidFill>
                <a:latin typeface="Times New Roman" panose="02020603050405020304" pitchFamily="18" charset="0"/>
                <a:ea typeface="楷体_GB2312" pitchFamily="49" charset="-122"/>
                <a:sym typeface="Symbol" panose="05050102010706020507" pitchFamily="18" charset="2"/>
              </a:rPr>
              <a:t>- </a:t>
            </a:r>
            <a:r>
              <a:rPr lang="en-US" altLang="zh-CN" sz="2400" b="1" i="1" dirty="0">
                <a:solidFill>
                  <a:srgbClr val="000066"/>
                </a:solidFill>
                <a:latin typeface="Times New Roman" panose="02020603050405020304" pitchFamily="18" charset="0"/>
                <a:ea typeface="楷体_GB2312" pitchFamily="49" charset="-122"/>
                <a:sym typeface="Symbol" panose="05050102010706020507" pitchFamily="18" charset="2"/>
              </a:rPr>
              <a:t></a:t>
            </a:r>
            <a:r>
              <a:rPr lang="en-US" altLang="zh-CN" sz="2400" b="1" baseline="-25000" dirty="0">
                <a:solidFill>
                  <a:srgbClr val="000066"/>
                </a:solidFill>
                <a:latin typeface="Times New Roman" panose="02020603050405020304" pitchFamily="18" charset="0"/>
                <a:ea typeface="楷体_GB2312" pitchFamily="49" charset="-122"/>
                <a:sym typeface="Symbol" panose="05050102010706020507" pitchFamily="18" charset="2"/>
              </a:rPr>
              <a:t>10</a:t>
            </a:r>
            <a:r>
              <a:rPr lang="zh-CN" altLang="en-US" sz="2400" b="1" dirty="0">
                <a:solidFill>
                  <a:srgbClr val="000066"/>
                </a:solidFill>
                <a:latin typeface="楷体_GB2312" pitchFamily="49" charset="-122"/>
                <a:ea typeface="楷体_GB2312" pitchFamily="49" charset="-122"/>
              </a:rPr>
              <a:t>。</a:t>
            </a:r>
            <a:endParaRPr lang="zh-CN" altLang="en-US" sz="2400" b="1" dirty="0">
              <a:solidFill>
                <a:srgbClr val="000066"/>
              </a:solidFill>
              <a:latin typeface="楷体_GB2312" pitchFamily="49" charset="-122"/>
              <a:ea typeface="楷体_GB2312" pitchFamily="49" charset="-122"/>
            </a:endParaRPr>
          </a:p>
        </p:txBody>
      </p:sp>
      <p:sp>
        <p:nvSpPr>
          <p:cNvPr id="2" name="矩形 1"/>
          <p:cNvSpPr/>
          <p:nvPr/>
        </p:nvSpPr>
        <p:spPr>
          <a:xfrm>
            <a:off x="503238" y="433388"/>
            <a:ext cx="7481887" cy="565150"/>
          </a:xfrm>
          <a:prstGeom prst="rect">
            <a:avLst/>
          </a:prstGeom>
          <a:noFill/>
          <a:ln w="9525">
            <a:noFill/>
          </a:ln>
        </p:spPr>
        <p:txBody>
          <a:bodyPr wrap="square" anchor="t" anchorCtr="0">
            <a:spAutoFit/>
          </a:bodyPr>
          <a:p>
            <a:pPr>
              <a:lnSpc>
                <a:spcPct val="110000"/>
              </a:lnSpc>
            </a:pPr>
            <a:r>
              <a:rPr lang="zh-CN" altLang="en-US" sz="2800" b="1" dirty="0">
                <a:solidFill>
                  <a:srgbClr val="254265"/>
                </a:solidFill>
                <a:latin typeface="微软雅黑" panose="020B0503020204020204" charset="-122"/>
                <a:ea typeface="微软雅黑" panose="020B0503020204020204" charset="-122"/>
              </a:rPr>
              <a:t>三、两个同频率相互垂直简谐振动的合成</a:t>
            </a:r>
            <a:endParaRPr lang="zh-CN" altLang="en-US" sz="2800" b="1" dirty="0">
              <a:solidFill>
                <a:srgbClr val="254265"/>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215045"/>
                                        </p:tgtEl>
                                        <p:attrNameLst>
                                          <p:attrName>style.visibility</p:attrName>
                                        </p:attrNameLst>
                                      </p:cBhvr>
                                      <p:to>
                                        <p:strVal val="visible"/>
                                      </p:to>
                                    </p:set>
                                    <p:animEffect transition="in" filter="wipe(left)">
                                      <p:cBhvr>
                                        <p:cTn id="10" dur="500"/>
                                        <p:tgtEl>
                                          <p:spTgt spid="215045"/>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15047"/>
                                        </p:tgtEl>
                                        <p:attrNameLst>
                                          <p:attrName>style.visibility</p:attrName>
                                        </p:attrNameLst>
                                      </p:cBhvr>
                                      <p:to>
                                        <p:strVal val="visible"/>
                                      </p:to>
                                    </p:set>
                                    <p:animEffect transition="in" filter="wipe(left)">
                                      <p:cBhvr>
                                        <p:cTn id="14" dur="500"/>
                                        <p:tgtEl>
                                          <p:spTgt spid="21504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15044">
                                            <p:txEl>
                                              <p:charRg st="0" end="8"/>
                                            </p:txEl>
                                          </p:spTgt>
                                        </p:tgtEl>
                                        <p:attrNameLst>
                                          <p:attrName>style.visibility</p:attrName>
                                        </p:attrNameLst>
                                      </p:cBhvr>
                                      <p:to>
                                        <p:strVal val="visible"/>
                                      </p:to>
                                    </p:set>
                                    <p:animEffect transition="in" filter="wipe(left)">
                                      <p:cBhvr>
                                        <p:cTn id="19" dur="500"/>
                                        <p:tgtEl>
                                          <p:spTgt spid="215044">
                                            <p:txEl>
                                              <p:charRg st="0" end="8"/>
                                            </p:txEl>
                                          </p:spTgt>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215046"/>
                                        </p:tgtEl>
                                        <p:attrNameLst>
                                          <p:attrName>style.visibility</p:attrName>
                                        </p:attrNameLst>
                                      </p:cBhvr>
                                      <p:to>
                                        <p:strVal val="visible"/>
                                      </p:to>
                                    </p:set>
                                    <p:animEffect transition="in" filter="wipe(left)">
                                      <p:cBhvr>
                                        <p:cTn id="23" dur="500"/>
                                        <p:tgtEl>
                                          <p:spTgt spid="215046"/>
                                        </p:tgtEl>
                                      </p:cBhvr>
                                    </p:animEffect>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0"/>
                                          </p:stCondLst>
                                        </p:cTn>
                                        <p:tgtEl>
                                          <p:spTgt spid="2150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50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4" grpId="0" build="p"/>
      <p:bldP spid="215048" grpId="0"/>
      <p:bldP spid="215049" grpId="0"/>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同频率垂直振动合成21_兼容格式 MP4_480x360">
            <a:hlinkClick r:id="" action="ppaction://media"/>
          </p:cNvPr>
          <p:cNvPicPr/>
          <p:nvPr>
            <a:videoFile r:link="rId1"/>
            <p:extLst>
              <p:ext uri="{DAA4B4D4-6D71-4841-9C94-3DE7FCFB9230}">
                <p14:media xmlns:p14="http://schemas.microsoft.com/office/powerpoint/2010/main" r:link="rId2"/>
              </p:ext>
            </p:extLst>
          </p:nvPr>
        </p:nvPicPr>
        <p:blipFill>
          <a:blip r:embed="rId3"/>
          <a:stretch>
            <a:fillRect/>
          </a:stretch>
        </p:blipFill>
        <p:spPr>
          <a:xfrm>
            <a:off x="442913" y="1500188"/>
            <a:ext cx="4210050" cy="3284537"/>
          </a:xfrm>
          <a:prstGeom prst="rect">
            <a:avLst/>
          </a:prstGeom>
          <a:noFill/>
          <a:ln w="9525">
            <a:noFill/>
          </a:ln>
        </p:spPr>
      </p:pic>
      <p:pic>
        <p:nvPicPr>
          <p:cNvPr id="5" name="同频率垂直振动合成23_兼容格式 MP4_480x360">
            <a:hlinkClick r:id="" action="ppaction://media"/>
          </p:cNvPr>
          <p:cNvPicPr/>
          <p:nvPr>
            <a:videoFile r:link="rId4"/>
            <p:extLst>
              <p:ext uri="{DAA4B4D4-6D71-4841-9C94-3DE7FCFB9230}">
                <p14:media xmlns:p14="http://schemas.microsoft.com/office/powerpoint/2010/main" r:link="rId5"/>
              </p:ext>
            </p:extLst>
          </p:nvPr>
        </p:nvPicPr>
        <p:blipFill>
          <a:blip r:embed="rId6"/>
          <a:stretch>
            <a:fillRect/>
          </a:stretch>
        </p:blipFill>
        <p:spPr>
          <a:xfrm>
            <a:off x="4819650" y="1500188"/>
            <a:ext cx="3884613" cy="3284537"/>
          </a:xfrm>
          <a:prstGeom prst="rect">
            <a:avLst/>
          </a:prstGeom>
          <a:noFill/>
          <a:ln w="9525">
            <a:noFill/>
          </a:ln>
        </p:spPr>
      </p:pic>
    </p:spTree>
  </p:cSld>
  <p:clrMapOvr>
    <a:masterClrMapping/>
  </p:clrMapOvr>
  <p:timing>
    <p:tnLst>
      <p:par>
        <p:cTn id="1" dur="indefinite" restart="never" nodeType="tmRoot">
          <p:childTnLst>
            <p:video>
              <p:cMediaNode>
                <p:cTn id="2" fill="hold" display="1">
                  <p:stCondLst>
                    <p:cond delay="indefinite"/>
                  </p:stCondLst>
                  <p:endCondLst>
                    <p:cond evt="onNext" delay="0">
                      <p:tgtEl>
                        <p:sldTgt/>
                      </p:tgtEl>
                    </p:cond>
                    <p:cond evt="onPrev" delay="0">
                      <p:tgtEl>
                        <p:sldTgt/>
                      </p:tgtEl>
                    </p:cond>
                  </p:end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4"/>
                                        </p:tgtEl>
                                      </p:cBhvr>
                                    </p:cmd>
                                  </p:childTnLst>
                                </p:cTn>
                              </p:par>
                            </p:childTnLst>
                          </p:cTn>
                        </p:par>
                      </p:childTnLst>
                    </p:cTn>
                  </p:par>
                </p:childTnLst>
              </p:cTn>
              <p:nextCondLst>
                <p:cond evt="onClick" delay="0">
                  <p:tgtEl>
                    <p:spTgt spid="4"/>
                  </p:tgtEl>
                </p:cond>
              </p:nextCondLst>
            </p:seq>
            <p:video>
              <p:cMediaNode>
                <p:cTn id="8" fill="hold" display="1">
                  <p:stCondLst>
                    <p:cond delay="indefinite"/>
                  </p:stCondLst>
                  <p:endCondLst>
                    <p:cond evt="onNext" delay="0">
                      <p:tgtEl>
                        <p:sldTgt/>
                      </p:tgtEl>
                    </p:cond>
                    <p:cond evt="onPrev" delay="0">
                      <p:tgtEl>
                        <p:sldTgt/>
                      </p:tgtEl>
                    </p:cond>
                  </p:endCondLst>
                </p:cTn>
                <p:tgtEl>
                  <p:spTgt spid="5"/>
                </p:tgtEl>
              </p:cMediaNode>
            </p:video>
            <p:seq concurrent="1" nextAc="seek">
              <p:cTn id="9" restart="whenNotActive" fill="hold" evtFilter="cancelBubble" nodeType="interactiveSeq">
                <p:stCondLst>
                  <p:cond evt="onClick" delay="0">
                    <p:tgtEl>
                      <p:spTgt spid="5"/>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p:cTn id="13"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pSp>
        <p:nvGrpSpPr>
          <p:cNvPr id="216068" name="Group 4"/>
          <p:cNvGrpSpPr/>
          <p:nvPr/>
        </p:nvGrpSpPr>
        <p:grpSpPr>
          <a:xfrm>
            <a:off x="601663" y="1131888"/>
            <a:ext cx="6805612" cy="2190750"/>
            <a:chOff x="657" y="572"/>
            <a:chExt cx="4287" cy="1380"/>
          </a:xfrm>
        </p:grpSpPr>
        <p:grpSp>
          <p:nvGrpSpPr>
            <p:cNvPr id="75779" name="Group 5"/>
            <p:cNvGrpSpPr/>
            <p:nvPr/>
          </p:nvGrpSpPr>
          <p:grpSpPr>
            <a:xfrm>
              <a:off x="2762" y="572"/>
              <a:ext cx="1340" cy="1344"/>
              <a:chOff x="2404" y="1260"/>
              <a:chExt cx="1340" cy="1344"/>
            </a:xfrm>
          </p:grpSpPr>
          <p:sp>
            <p:nvSpPr>
              <p:cNvPr id="75780" name="Line 6"/>
              <p:cNvSpPr/>
              <p:nvPr/>
            </p:nvSpPr>
            <p:spPr>
              <a:xfrm flipH="1">
                <a:off x="2917" y="2277"/>
                <a:ext cx="89" cy="169"/>
              </a:xfrm>
              <a:prstGeom prst="line">
                <a:avLst/>
              </a:prstGeom>
              <a:ln w="19050" cap="flat" cmpd="sng">
                <a:solidFill>
                  <a:srgbClr val="FF0000"/>
                </a:solidFill>
                <a:prstDash val="solid"/>
                <a:round/>
                <a:headEnd type="none" w="med" len="sm"/>
                <a:tailEnd type="triangle" w="sm" len="lg"/>
              </a:ln>
            </p:spPr>
          </p:sp>
          <p:grpSp>
            <p:nvGrpSpPr>
              <p:cNvPr id="75781" name="Group 7"/>
              <p:cNvGrpSpPr/>
              <p:nvPr/>
            </p:nvGrpSpPr>
            <p:grpSpPr>
              <a:xfrm>
                <a:off x="2404" y="1260"/>
                <a:ext cx="1340" cy="1344"/>
                <a:chOff x="2404" y="1260"/>
                <a:chExt cx="1340" cy="1344"/>
              </a:xfrm>
            </p:grpSpPr>
            <p:sp>
              <p:nvSpPr>
                <p:cNvPr id="75782" name="Rectangle 8"/>
                <p:cNvSpPr/>
                <p:nvPr/>
              </p:nvSpPr>
              <p:spPr>
                <a:xfrm>
                  <a:off x="2440" y="1260"/>
                  <a:ext cx="1304" cy="300"/>
                </a:xfrm>
                <a:prstGeom prst="rect">
                  <a:avLst/>
                </a:prstGeom>
                <a:noFill/>
                <a:ln w="6350">
                  <a:noFill/>
                </a:ln>
              </p:spPr>
              <p:txBody>
                <a:bodyPr lIns="12700" tIns="12700" rIns="12700" bIns="12700" anchor="t" anchorCtr="0"/>
                <a:p>
                  <a:pPr algn="just"/>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75783" name="Rectangle 9"/>
                <p:cNvSpPr/>
                <p:nvPr/>
              </p:nvSpPr>
              <p:spPr>
                <a:xfrm>
                  <a:off x="2442" y="1594"/>
                  <a:ext cx="697" cy="995"/>
                </a:xfrm>
                <a:prstGeom prst="rect">
                  <a:avLst/>
                </a:prstGeom>
                <a:noFill/>
                <a:ln w="19050" cap="flat" cmpd="sng">
                  <a:solidFill>
                    <a:srgbClr val="000000"/>
                  </a:solidFill>
                  <a:prstDash val="sysDot"/>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75784" name="Oval 10"/>
                <p:cNvSpPr/>
                <p:nvPr/>
              </p:nvSpPr>
              <p:spPr>
                <a:xfrm>
                  <a:off x="2451" y="1606"/>
                  <a:ext cx="677" cy="983"/>
                </a:xfrm>
                <a:prstGeom prst="ellipse">
                  <a:avLst/>
                </a:prstGeom>
                <a:noFill/>
                <a:ln w="28575" cap="flat" cmpd="sng">
                  <a:solidFill>
                    <a:srgbClr val="0070C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75785" name="Line 11"/>
                <p:cNvSpPr/>
                <p:nvPr/>
              </p:nvSpPr>
              <p:spPr>
                <a:xfrm>
                  <a:off x="2404" y="2083"/>
                  <a:ext cx="840" cy="0"/>
                </a:xfrm>
                <a:prstGeom prst="line">
                  <a:avLst/>
                </a:prstGeom>
                <a:ln w="19050" cap="flat" cmpd="sng">
                  <a:solidFill>
                    <a:srgbClr val="000000"/>
                  </a:solidFill>
                  <a:prstDash val="solid"/>
                  <a:round/>
                  <a:headEnd type="none" w="med" len="med"/>
                  <a:tailEnd type="triangle" w="sm" len="lg"/>
                </a:ln>
              </p:spPr>
            </p:sp>
            <p:sp>
              <p:nvSpPr>
                <p:cNvPr id="75786" name="Line 12"/>
                <p:cNvSpPr/>
                <p:nvPr/>
              </p:nvSpPr>
              <p:spPr>
                <a:xfrm flipV="1">
                  <a:off x="2787" y="1490"/>
                  <a:ext cx="0" cy="1114"/>
                </a:xfrm>
                <a:prstGeom prst="line">
                  <a:avLst/>
                </a:prstGeom>
                <a:ln w="19050" cap="flat" cmpd="sng">
                  <a:solidFill>
                    <a:srgbClr val="000000"/>
                  </a:solidFill>
                  <a:prstDash val="solid"/>
                  <a:round/>
                  <a:headEnd type="none" w="med" len="med"/>
                  <a:tailEnd type="triangle" w="sm" len="lg"/>
                </a:ln>
              </p:spPr>
            </p:sp>
          </p:grpSp>
        </p:grpSp>
        <p:grpSp>
          <p:nvGrpSpPr>
            <p:cNvPr id="75787" name="Group 13"/>
            <p:cNvGrpSpPr/>
            <p:nvPr/>
          </p:nvGrpSpPr>
          <p:grpSpPr>
            <a:xfrm>
              <a:off x="1690" y="572"/>
              <a:ext cx="1183" cy="1370"/>
              <a:chOff x="2244" y="1260"/>
              <a:chExt cx="1183" cy="1370"/>
            </a:xfrm>
          </p:grpSpPr>
          <p:sp>
            <p:nvSpPr>
              <p:cNvPr id="75788" name="Rectangle 14"/>
              <p:cNvSpPr/>
              <p:nvPr/>
            </p:nvSpPr>
            <p:spPr>
              <a:xfrm>
                <a:off x="2244" y="1260"/>
                <a:ext cx="1183" cy="276"/>
              </a:xfrm>
              <a:prstGeom prst="rect">
                <a:avLst/>
              </a:prstGeom>
              <a:noFill/>
              <a:ln w="6350">
                <a:noFill/>
              </a:ln>
            </p:spPr>
            <p:txBody>
              <a:bodyPr lIns="12700" tIns="12700" rIns="12700" bIns="12700" anchor="t" anchorCtr="0"/>
              <a:p>
                <a:pPr algn="just"/>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 = </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/4</a:t>
                </a:r>
                <a:endParaRPr lang="en-US" altLang="zh-CN" sz="2400" dirty="0">
                  <a:latin typeface="Times New Roman" panose="02020603050405020304" pitchFamily="18" charset="0"/>
                  <a:ea typeface="宋体" panose="02010600030101010101" pitchFamily="2" charset="-122"/>
                </a:endParaRPr>
              </a:p>
            </p:txBody>
          </p:sp>
          <p:grpSp>
            <p:nvGrpSpPr>
              <p:cNvPr id="75789" name="Group 16"/>
              <p:cNvGrpSpPr/>
              <p:nvPr/>
            </p:nvGrpSpPr>
            <p:grpSpPr>
              <a:xfrm>
                <a:off x="2298" y="1617"/>
                <a:ext cx="744" cy="971"/>
                <a:chOff x="0" y="227"/>
                <a:chExt cx="20306" cy="19771"/>
              </a:xfrm>
            </p:grpSpPr>
            <p:grpSp>
              <p:nvGrpSpPr>
                <p:cNvPr id="75790" name="Group 17"/>
                <p:cNvGrpSpPr/>
                <p:nvPr/>
              </p:nvGrpSpPr>
              <p:grpSpPr>
                <a:xfrm>
                  <a:off x="0" y="227"/>
                  <a:ext cx="20153" cy="14408"/>
                  <a:chOff x="0" y="311"/>
                  <a:chExt cx="20153" cy="19689"/>
                </a:xfrm>
              </p:grpSpPr>
              <p:sp>
                <p:nvSpPr>
                  <p:cNvPr id="75791" name="Arc 18"/>
                  <p:cNvSpPr/>
                  <p:nvPr/>
                </p:nvSpPr>
                <p:spPr>
                  <a:xfrm flipH="1">
                    <a:off x="0" y="395"/>
                    <a:ext cx="13776" cy="19605"/>
                  </a:xfrm>
                  <a:custGeom>
                    <a:avLst/>
                    <a:gdLst/>
                    <a:ahLst/>
                    <a:cxnLst>
                      <a:cxn ang="0">
                        <a:pos x="0" y="0"/>
                      </a:cxn>
                      <a:cxn ang="0">
                        <a:pos x="8786" y="17794"/>
                      </a:cxn>
                      <a:cxn ang="0">
                        <a:pos x="0" y="17794"/>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0070C0"/>
                    </a:solidFill>
                    <a:prstDash val="solid"/>
                    <a:round/>
                    <a:headEnd type="none" w="med" len="med"/>
                    <a:tailEnd type="none" w="med" len="med"/>
                  </a:ln>
                </p:spPr>
                <p:txBody>
                  <a:bodyPr/>
                  <a:p>
                    <a:endParaRPr lang="zh-CN" altLang="en-US"/>
                  </a:p>
                </p:txBody>
              </p:sp>
              <p:sp>
                <p:nvSpPr>
                  <p:cNvPr id="75792" name="Arc 19"/>
                  <p:cNvSpPr/>
                  <p:nvPr/>
                </p:nvSpPr>
                <p:spPr>
                  <a:xfrm>
                    <a:off x="13587" y="311"/>
                    <a:ext cx="6566" cy="6928"/>
                  </a:xfrm>
                  <a:custGeom>
                    <a:avLst/>
                    <a:gdLst/>
                    <a:ahLst/>
                    <a:cxnLst>
                      <a:cxn ang="0">
                        <a:pos x="0" y="0"/>
                      </a:cxn>
                      <a:cxn ang="0">
                        <a:pos x="1996" y="2222"/>
                      </a:cxn>
                      <a:cxn ang="0">
                        <a:pos x="0" y="2222"/>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0070C0"/>
                    </a:solidFill>
                    <a:prstDash val="solid"/>
                    <a:round/>
                    <a:headEnd type="none" w="med" len="med"/>
                    <a:tailEnd type="none" w="med" len="med"/>
                  </a:ln>
                </p:spPr>
                <p:txBody>
                  <a:bodyPr/>
                  <a:p>
                    <a:endParaRPr lang="zh-CN" altLang="en-US"/>
                  </a:p>
                </p:txBody>
              </p:sp>
            </p:grpSp>
            <p:grpSp>
              <p:nvGrpSpPr>
                <p:cNvPr id="75793" name="Group 20"/>
                <p:cNvGrpSpPr/>
                <p:nvPr/>
              </p:nvGrpSpPr>
              <p:grpSpPr>
                <a:xfrm>
                  <a:off x="0" y="5601"/>
                  <a:ext cx="20306" cy="14396"/>
                  <a:chOff x="0" y="311"/>
                  <a:chExt cx="20306" cy="19689"/>
                </a:xfrm>
              </p:grpSpPr>
              <p:sp>
                <p:nvSpPr>
                  <p:cNvPr id="75794" name="Arc 21"/>
                  <p:cNvSpPr/>
                  <p:nvPr/>
                </p:nvSpPr>
                <p:spPr>
                  <a:xfrm flipV="1">
                    <a:off x="6524" y="311"/>
                    <a:ext cx="13782" cy="19621"/>
                  </a:xfrm>
                  <a:custGeom>
                    <a:avLst/>
                    <a:gdLst/>
                    <a:ahLst/>
                    <a:cxnLst>
                      <a:cxn ang="0">
                        <a:pos x="0" y="0"/>
                      </a:cxn>
                      <a:cxn ang="0">
                        <a:pos x="8794" y="17823"/>
                      </a:cxn>
                      <a:cxn ang="0">
                        <a:pos x="0" y="1782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0070C0"/>
                    </a:solidFill>
                    <a:prstDash val="solid"/>
                    <a:round/>
                    <a:headEnd type="none" w="med" len="med"/>
                    <a:tailEnd type="none" w="med" len="med"/>
                  </a:ln>
                </p:spPr>
                <p:txBody>
                  <a:bodyPr/>
                  <a:p>
                    <a:endParaRPr lang="zh-CN" altLang="en-US"/>
                  </a:p>
                </p:txBody>
              </p:sp>
              <p:sp>
                <p:nvSpPr>
                  <p:cNvPr id="75795" name="Arc 22"/>
                  <p:cNvSpPr/>
                  <p:nvPr/>
                </p:nvSpPr>
                <p:spPr>
                  <a:xfrm flipH="1" flipV="1">
                    <a:off x="0" y="13068"/>
                    <a:ext cx="6572" cy="6932"/>
                  </a:xfrm>
                  <a:custGeom>
                    <a:avLst/>
                    <a:gdLst/>
                    <a:ahLst/>
                    <a:cxnLst>
                      <a:cxn ang="0">
                        <a:pos x="0" y="0"/>
                      </a:cxn>
                      <a:cxn ang="0">
                        <a:pos x="2000" y="2225"/>
                      </a:cxn>
                      <a:cxn ang="0">
                        <a:pos x="0" y="2225"/>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0070C0"/>
                    </a:solidFill>
                    <a:prstDash val="solid"/>
                    <a:round/>
                    <a:headEnd type="none" w="med" len="med"/>
                    <a:tailEnd type="none" w="med" len="med"/>
                  </a:ln>
                </p:spPr>
                <p:txBody>
                  <a:bodyPr/>
                  <a:p>
                    <a:endParaRPr lang="zh-CN" altLang="en-US"/>
                  </a:p>
                </p:txBody>
              </p:sp>
            </p:grpSp>
          </p:grpSp>
          <p:sp>
            <p:nvSpPr>
              <p:cNvPr id="75796" name="Rectangle 23"/>
              <p:cNvSpPr/>
              <p:nvPr/>
            </p:nvSpPr>
            <p:spPr>
              <a:xfrm>
                <a:off x="2298" y="1621"/>
                <a:ext cx="722" cy="968"/>
              </a:xfrm>
              <a:prstGeom prst="rect">
                <a:avLst/>
              </a:prstGeom>
              <a:noFill/>
              <a:ln w="19050" cap="flat" cmpd="sng">
                <a:solidFill>
                  <a:srgbClr val="000000"/>
                </a:solidFill>
                <a:prstDash val="sysDot"/>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75797" name="Line 24"/>
              <p:cNvSpPr/>
              <p:nvPr/>
            </p:nvSpPr>
            <p:spPr>
              <a:xfrm flipH="1">
                <a:off x="2742" y="2253"/>
                <a:ext cx="100" cy="132"/>
              </a:xfrm>
              <a:prstGeom prst="line">
                <a:avLst/>
              </a:prstGeom>
              <a:ln w="19050" cap="flat" cmpd="sng">
                <a:solidFill>
                  <a:srgbClr val="FF0000"/>
                </a:solidFill>
                <a:prstDash val="solid"/>
                <a:round/>
                <a:headEnd type="none" w="med" len="sm"/>
                <a:tailEnd type="triangle" w="sm" len="lg"/>
              </a:ln>
            </p:spPr>
          </p:sp>
          <p:grpSp>
            <p:nvGrpSpPr>
              <p:cNvPr id="75798" name="Group 30"/>
              <p:cNvGrpSpPr/>
              <p:nvPr/>
            </p:nvGrpSpPr>
            <p:grpSpPr>
              <a:xfrm>
                <a:off x="2278" y="1517"/>
                <a:ext cx="840" cy="1113"/>
                <a:chOff x="1282" y="1517"/>
                <a:chExt cx="840" cy="1113"/>
              </a:xfrm>
            </p:grpSpPr>
            <p:sp>
              <p:nvSpPr>
                <p:cNvPr id="75799" name="Line 31"/>
                <p:cNvSpPr/>
                <p:nvPr/>
              </p:nvSpPr>
              <p:spPr>
                <a:xfrm>
                  <a:off x="1282" y="2091"/>
                  <a:ext cx="840" cy="0"/>
                </a:xfrm>
                <a:prstGeom prst="line">
                  <a:avLst/>
                </a:prstGeom>
                <a:ln w="19050" cap="flat" cmpd="sng">
                  <a:solidFill>
                    <a:srgbClr val="000000"/>
                  </a:solidFill>
                  <a:prstDash val="solid"/>
                  <a:round/>
                  <a:headEnd type="none" w="med" len="med"/>
                  <a:tailEnd type="triangle" w="sm" len="lg"/>
                </a:ln>
              </p:spPr>
            </p:sp>
            <p:sp>
              <p:nvSpPr>
                <p:cNvPr id="75800" name="Line 32"/>
                <p:cNvSpPr/>
                <p:nvPr/>
              </p:nvSpPr>
              <p:spPr>
                <a:xfrm flipV="1">
                  <a:off x="1648" y="1517"/>
                  <a:ext cx="0" cy="1113"/>
                </a:xfrm>
                <a:prstGeom prst="line">
                  <a:avLst/>
                </a:prstGeom>
                <a:ln w="19050" cap="flat" cmpd="sng">
                  <a:solidFill>
                    <a:srgbClr val="000000"/>
                  </a:solidFill>
                  <a:prstDash val="solid"/>
                  <a:round/>
                  <a:headEnd type="none" w="med" len="med"/>
                  <a:tailEnd type="triangle" w="sm" len="lg"/>
                </a:ln>
              </p:spPr>
            </p:sp>
          </p:grpSp>
        </p:grpSp>
        <p:grpSp>
          <p:nvGrpSpPr>
            <p:cNvPr id="75801" name="Group 33"/>
            <p:cNvGrpSpPr/>
            <p:nvPr/>
          </p:nvGrpSpPr>
          <p:grpSpPr>
            <a:xfrm>
              <a:off x="657" y="589"/>
              <a:ext cx="883" cy="1344"/>
              <a:chOff x="1248" y="1260"/>
              <a:chExt cx="883" cy="1344"/>
            </a:xfrm>
          </p:grpSpPr>
          <p:sp>
            <p:nvSpPr>
              <p:cNvPr id="75802" name="Text Box 34"/>
              <p:cNvSpPr txBox="1"/>
              <p:nvPr/>
            </p:nvSpPr>
            <p:spPr>
              <a:xfrm>
                <a:off x="1373" y="1634"/>
                <a:ext cx="225" cy="306"/>
              </a:xfrm>
              <a:prstGeom prst="rect">
                <a:avLst/>
              </a:prstGeom>
              <a:noFill/>
              <a:ln w="9525">
                <a:noFill/>
              </a:ln>
            </p:spPr>
            <p:txBody>
              <a:bodyPr anchor="t" anchorCtr="0"/>
              <a:p>
                <a:pPr algn="just"/>
                <a:endParaRPr lang="zh-CN" altLang="zh-CN" sz="2800" dirty="0">
                  <a:latin typeface="Times New Roman" panose="02020603050405020304" pitchFamily="18" charset="0"/>
                  <a:ea typeface="宋体" panose="02010600030101010101" pitchFamily="2" charset="-122"/>
                </a:endParaRPr>
              </a:p>
            </p:txBody>
          </p:sp>
          <p:sp>
            <p:nvSpPr>
              <p:cNvPr id="75803" name="Rectangle 35"/>
              <p:cNvSpPr/>
              <p:nvPr/>
            </p:nvSpPr>
            <p:spPr>
              <a:xfrm>
                <a:off x="1254" y="1260"/>
                <a:ext cx="877" cy="323"/>
              </a:xfrm>
              <a:prstGeom prst="rect">
                <a:avLst/>
              </a:prstGeom>
              <a:noFill/>
              <a:ln w="6350">
                <a:noFill/>
              </a:ln>
            </p:spPr>
            <p:txBody>
              <a:bodyPr lIns="12700" tIns="12700" rIns="12700" bIns="12700" anchor="t" anchorCtr="0"/>
              <a:p>
                <a:pPr algn="just"/>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 = 0</a:t>
                </a:r>
                <a:endParaRPr lang="en-US" altLang="zh-CN" sz="2400" dirty="0">
                  <a:latin typeface="Times New Roman" panose="02020603050405020304" pitchFamily="18" charset="0"/>
                  <a:ea typeface="宋体" panose="02010600030101010101" pitchFamily="2" charset="-122"/>
                </a:endParaRPr>
              </a:p>
            </p:txBody>
          </p:sp>
          <p:sp>
            <p:nvSpPr>
              <p:cNvPr id="75804" name="Rectangle 36"/>
              <p:cNvSpPr/>
              <p:nvPr/>
            </p:nvSpPr>
            <p:spPr>
              <a:xfrm>
                <a:off x="1259" y="1594"/>
                <a:ext cx="721" cy="995"/>
              </a:xfrm>
              <a:prstGeom prst="rect">
                <a:avLst/>
              </a:prstGeom>
              <a:noFill/>
              <a:ln w="19050" cap="flat" cmpd="sng">
                <a:solidFill>
                  <a:srgbClr val="000000"/>
                </a:solidFill>
                <a:prstDash val="sysDot"/>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75805" name="Line 37"/>
              <p:cNvSpPr/>
              <p:nvPr/>
            </p:nvSpPr>
            <p:spPr>
              <a:xfrm flipV="1">
                <a:off x="1259" y="1606"/>
                <a:ext cx="711" cy="995"/>
              </a:xfrm>
              <a:prstGeom prst="line">
                <a:avLst/>
              </a:prstGeom>
              <a:ln w="28575" cap="flat" cmpd="sng">
                <a:solidFill>
                  <a:srgbClr val="0070C0"/>
                </a:solidFill>
                <a:prstDash val="solid"/>
                <a:round/>
                <a:headEnd type="triangle" w="sm" len="lg"/>
                <a:tailEnd type="triangle" w="sm" len="lg"/>
              </a:ln>
            </p:spPr>
          </p:sp>
          <p:sp>
            <p:nvSpPr>
              <p:cNvPr id="75806" name="Text Box 38"/>
              <p:cNvSpPr txBox="1"/>
              <p:nvPr/>
            </p:nvSpPr>
            <p:spPr>
              <a:xfrm>
                <a:off x="1389" y="1490"/>
                <a:ext cx="258" cy="378"/>
              </a:xfrm>
              <a:prstGeom prst="rect">
                <a:avLst/>
              </a:prstGeom>
              <a:noFill/>
              <a:ln w="9525">
                <a:noFill/>
              </a:ln>
            </p:spPr>
            <p:txBody>
              <a:bodyPr anchor="t" anchorCtr="0"/>
              <a:p>
                <a:pPr algn="just"/>
                <a:r>
                  <a:rPr lang="en-US" altLang="zh-CN" sz="2800" b="1" i="1" dirty="0">
                    <a:latin typeface="Times New Roman" panose="02020603050405020304" pitchFamily="18" charset="0"/>
                    <a:ea typeface="宋体" panose="02010600030101010101" pitchFamily="2" charset="-122"/>
                  </a:rPr>
                  <a:t>y</a:t>
                </a:r>
                <a:endParaRPr lang="en-US" altLang="zh-CN" sz="2800" b="1" dirty="0">
                  <a:latin typeface="Times New Roman" panose="02020603050405020304" pitchFamily="18" charset="0"/>
                  <a:ea typeface="宋体" panose="02010600030101010101" pitchFamily="2" charset="-122"/>
                </a:endParaRPr>
              </a:p>
            </p:txBody>
          </p:sp>
          <p:sp>
            <p:nvSpPr>
              <p:cNvPr id="75807" name="Text Box 39"/>
              <p:cNvSpPr txBox="1"/>
              <p:nvPr/>
            </p:nvSpPr>
            <p:spPr>
              <a:xfrm>
                <a:off x="1780" y="2011"/>
                <a:ext cx="250" cy="306"/>
              </a:xfrm>
              <a:prstGeom prst="rect">
                <a:avLst/>
              </a:prstGeom>
              <a:noFill/>
              <a:ln w="9525">
                <a:noFill/>
              </a:ln>
            </p:spPr>
            <p:txBody>
              <a:bodyPr anchor="t" anchorCtr="0"/>
              <a:p>
                <a:pPr algn="just"/>
                <a:r>
                  <a:rPr lang="en-US" altLang="zh-CN" sz="2800" b="1" i="1" dirty="0">
                    <a:latin typeface="Times New Roman" panose="02020603050405020304" pitchFamily="18" charset="0"/>
                    <a:ea typeface="宋体" panose="02010600030101010101" pitchFamily="2" charset="-122"/>
                  </a:rPr>
                  <a:t>x</a:t>
                </a:r>
                <a:endParaRPr lang="en-US" altLang="zh-CN" sz="2800" b="1" i="1" dirty="0">
                  <a:latin typeface="Times New Roman" panose="02020603050405020304" pitchFamily="18" charset="0"/>
                  <a:ea typeface="宋体" panose="02010600030101010101" pitchFamily="2" charset="-122"/>
                </a:endParaRPr>
              </a:p>
            </p:txBody>
          </p:sp>
          <p:sp>
            <p:nvSpPr>
              <p:cNvPr id="75808" name="Line 40"/>
              <p:cNvSpPr/>
              <p:nvPr/>
            </p:nvSpPr>
            <p:spPr>
              <a:xfrm>
                <a:off x="1248" y="2083"/>
                <a:ext cx="840" cy="0"/>
              </a:xfrm>
              <a:prstGeom prst="line">
                <a:avLst/>
              </a:prstGeom>
              <a:ln w="19050" cap="flat" cmpd="sng">
                <a:solidFill>
                  <a:srgbClr val="000000"/>
                </a:solidFill>
                <a:prstDash val="solid"/>
                <a:round/>
                <a:headEnd type="none" w="med" len="med"/>
                <a:tailEnd type="triangle" w="sm" len="lg"/>
              </a:ln>
            </p:spPr>
          </p:sp>
          <p:sp>
            <p:nvSpPr>
              <p:cNvPr id="75809" name="Line 41"/>
              <p:cNvSpPr/>
              <p:nvPr/>
            </p:nvSpPr>
            <p:spPr>
              <a:xfrm flipV="1">
                <a:off x="1638" y="1490"/>
                <a:ext cx="0" cy="1114"/>
              </a:xfrm>
              <a:prstGeom prst="line">
                <a:avLst/>
              </a:prstGeom>
              <a:ln w="19050" cap="flat" cmpd="sng">
                <a:solidFill>
                  <a:srgbClr val="000000"/>
                </a:solidFill>
                <a:prstDash val="solid"/>
                <a:round/>
                <a:headEnd type="none" w="med" len="med"/>
                <a:tailEnd type="triangle" w="sm" len="lg"/>
              </a:ln>
            </p:spPr>
          </p:sp>
        </p:grpSp>
        <p:grpSp>
          <p:nvGrpSpPr>
            <p:cNvPr id="75810" name="Group 42"/>
            <p:cNvGrpSpPr/>
            <p:nvPr/>
          </p:nvGrpSpPr>
          <p:grpSpPr>
            <a:xfrm>
              <a:off x="3744" y="572"/>
              <a:ext cx="1200" cy="1380"/>
              <a:chOff x="3386" y="1260"/>
              <a:chExt cx="1222" cy="1380"/>
            </a:xfrm>
          </p:grpSpPr>
          <p:grpSp>
            <p:nvGrpSpPr>
              <p:cNvPr id="75811" name="Group 43"/>
              <p:cNvGrpSpPr/>
              <p:nvPr/>
            </p:nvGrpSpPr>
            <p:grpSpPr>
              <a:xfrm>
                <a:off x="3386" y="1260"/>
                <a:ext cx="1222" cy="1380"/>
                <a:chOff x="3386" y="1260"/>
                <a:chExt cx="1222" cy="1380"/>
              </a:xfrm>
            </p:grpSpPr>
            <p:sp>
              <p:nvSpPr>
                <p:cNvPr id="75812" name="Arc 44"/>
                <p:cNvSpPr/>
                <p:nvPr/>
              </p:nvSpPr>
              <p:spPr>
                <a:xfrm flipH="1">
                  <a:off x="3480" y="1594"/>
                  <a:ext cx="240" cy="249"/>
                </a:xfrm>
                <a:custGeom>
                  <a:avLst/>
                  <a:gdLst/>
                  <a:ahLst/>
                  <a:cxnLst>
                    <a:cxn ang="0">
                      <a:pos x="0" y="0"/>
                    </a:cxn>
                    <a:cxn ang="0">
                      <a:pos x="3" y="3"/>
                    </a:cxn>
                    <a:cxn ang="0">
                      <a:pos x="0" y="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0070C0"/>
                  </a:solidFill>
                  <a:prstDash val="solid"/>
                  <a:round/>
                  <a:headEnd type="none" w="med" len="med"/>
                  <a:tailEnd type="none" w="med" len="med"/>
                </a:ln>
              </p:spPr>
              <p:txBody>
                <a:bodyPr/>
                <a:p>
                  <a:endParaRPr lang="zh-CN" altLang="en-US"/>
                </a:p>
              </p:txBody>
            </p:sp>
            <p:grpSp>
              <p:nvGrpSpPr>
                <p:cNvPr id="75813" name="Group 45"/>
                <p:cNvGrpSpPr/>
                <p:nvPr/>
              </p:nvGrpSpPr>
              <p:grpSpPr>
                <a:xfrm>
                  <a:off x="3386" y="1260"/>
                  <a:ext cx="1222" cy="1380"/>
                  <a:chOff x="3386" y="1260"/>
                  <a:chExt cx="1222" cy="1380"/>
                </a:xfrm>
              </p:grpSpPr>
              <p:sp>
                <p:nvSpPr>
                  <p:cNvPr id="75814" name="Rectangle 46"/>
                  <p:cNvSpPr/>
                  <p:nvPr/>
                </p:nvSpPr>
                <p:spPr>
                  <a:xfrm>
                    <a:off x="3386" y="1260"/>
                    <a:ext cx="1222" cy="396"/>
                  </a:xfrm>
                  <a:prstGeom prst="rect">
                    <a:avLst/>
                  </a:prstGeom>
                  <a:noFill/>
                  <a:ln w="6350">
                    <a:noFill/>
                  </a:ln>
                </p:spPr>
                <p:txBody>
                  <a:bodyPr lIns="12700" tIns="12700" rIns="12700" bIns="12700" anchor="t" anchorCtr="0"/>
                  <a:p>
                    <a:pPr algn="just"/>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3</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/4</a:t>
                    </a:r>
                    <a:endParaRPr lang="en-US" altLang="zh-CN" sz="2400" dirty="0">
                      <a:latin typeface="Times New Roman" panose="02020603050405020304" pitchFamily="18" charset="0"/>
                      <a:ea typeface="宋体" panose="02010600030101010101" pitchFamily="2" charset="-122"/>
                    </a:endParaRPr>
                  </a:p>
                </p:txBody>
              </p:sp>
              <p:sp>
                <p:nvSpPr>
                  <p:cNvPr id="75815" name="Arc 47"/>
                  <p:cNvSpPr/>
                  <p:nvPr/>
                </p:nvSpPr>
                <p:spPr>
                  <a:xfrm>
                    <a:off x="3706" y="1600"/>
                    <a:ext cx="504" cy="705"/>
                  </a:xfrm>
                  <a:custGeom>
                    <a:avLst/>
                    <a:gdLst/>
                    <a:ahLst/>
                    <a:cxnLst>
                      <a:cxn ang="0">
                        <a:pos x="0" y="0"/>
                      </a:cxn>
                      <a:cxn ang="0">
                        <a:pos x="12" y="23"/>
                      </a:cxn>
                      <a:cxn ang="0">
                        <a:pos x="0" y="2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0070C0"/>
                    </a:solidFill>
                    <a:prstDash val="solid"/>
                    <a:round/>
                    <a:headEnd type="none" w="med" len="med"/>
                    <a:tailEnd type="none" w="med" len="med"/>
                  </a:ln>
                </p:spPr>
                <p:txBody>
                  <a:bodyPr/>
                  <a:p>
                    <a:endParaRPr lang="zh-CN" altLang="en-US"/>
                  </a:p>
                </p:txBody>
              </p:sp>
              <p:grpSp>
                <p:nvGrpSpPr>
                  <p:cNvPr id="75816" name="Group 48"/>
                  <p:cNvGrpSpPr/>
                  <p:nvPr/>
                </p:nvGrpSpPr>
                <p:grpSpPr>
                  <a:xfrm>
                    <a:off x="3482" y="1859"/>
                    <a:ext cx="732" cy="706"/>
                    <a:chOff x="0" y="0"/>
                    <a:chExt cx="20000" cy="19620"/>
                  </a:xfrm>
                </p:grpSpPr>
                <p:sp>
                  <p:nvSpPr>
                    <p:cNvPr id="75817" name="Arc 49"/>
                    <p:cNvSpPr/>
                    <p:nvPr/>
                  </p:nvSpPr>
                  <p:spPr>
                    <a:xfrm flipH="1" flipV="1">
                      <a:off x="0" y="0"/>
                      <a:ext cx="13780" cy="19620"/>
                    </a:xfrm>
                    <a:custGeom>
                      <a:avLst/>
                      <a:gdLst/>
                      <a:ahLst/>
                      <a:cxnLst>
                        <a:cxn ang="0">
                          <a:pos x="0" y="0"/>
                        </a:cxn>
                        <a:cxn ang="0">
                          <a:pos x="8791" y="17822"/>
                        </a:cxn>
                        <a:cxn ang="0">
                          <a:pos x="0" y="17822"/>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0070C0"/>
                      </a:solidFill>
                      <a:prstDash val="solid"/>
                      <a:round/>
                      <a:headEnd type="none" w="med" len="med"/>
                      <a:tailEnd type="none" w="med" len="med"/>
                    </a:ln>
                  </p:spPr>
                  <p:txBody>
                    <a:bodyPr/>
                    <a:p>
                      <a:endParaRPr lang="zh-CN" altLang="en-US"/>
                    </a:p>
                  </p:txBody>
                </p:sp>
                <p:sp>
                  <p:nvSpPr>
                    <p:cNvPr id="75818" name="Arc 50"/>
                    <p:cNvSpPr/>
                    <p:nvPr/>
                  </p:nvSpPr>
                  <p:spPr>
                    <a:xfrm flipV="1">
                      <a:off x="13432" y="12599"/>
                      <a:ext cx="6568" cy="6933"/>
                    </a:xfrm>
                    <a:custGeom>
                      <a:avLst/>
                      <a:gdLst/>
                      <a:ahLst/>
                      <a:cxnLst>
                        <a:cxn ang="0">
                          <a:pos x="0" y="0"/>
                        </a:cxn>
                        <a:cxn ang="0">
                          <a:pos x="1997" y="2225"/>
                        </a:cxn>
                        <a:cxn ang="0">
                          <a:pos x="0" y="2225"/>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0070C0"/>
                      </a:solidFill>
                      <a:prstDash val="solid"/>
                      <a:round/>
                      <a:headEnd type="none" w="med" len="med"/>
                      <a:tailEnd type="none" w="med" len="med"/>
                    </a:ln>
                  </p:spPr>
                  <p:txBody>
                    <a:bodyPr/>
                    <a:p>
                      <a:endParaRPr lang="zh-CN" altLang="en-US"/>
                    </a:p>
                  </p:txBody>
                </p:sp>
              </p:grpSp>
              <p:sp>
                <p:nvSpPr>
                  <p:cNvPr id="75819" name="Rectangle 51"/>
                  <p:cNvSpPr/>
                  <p:nvPr/>
                </p:nvSpPr>
                <p:spPr>
                  <a:xfrm>
                    <a:off x="3486" y="1594"/>
                    <a:ext cx="722" cy="995"/>
                  </a:xfrm>
                  <a:prstGeom prst="rect">
                    <a:avLst/>
                  </a:prstGeom>
                  <a:noFill/>
                  <a:ln w="19050" cap="flat" cmpd="sng">
                    <a:solidFill>
                      <a:srgbClr val="000000"/>
                    </a:solidFill>
                    <a:prstDash val="sysDot"/>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75820" name="Line 52"/>
                  <p:cNvSpPr/>
                  <p:nvPr/>
                </p:nvSpPr>
                <p:spPr>
                  <a:xfrm>
                    <a:off x="3463" y="2083"/>
                    <a:ext cx="840" cy="0"/>
                  </a:xfrm>
                  <a:prstGeom prst="line">
                    <a:avLst/>
                  </a:prstGeom>
                  <a:ln w="19050" cap="flat" cmpd="sng">
                    <a:solidFill>
                      <a:srgbClr val="000000"/>
                    </a:solidFill>
                    <a:prstDash val="solid"/>
                    <a:round/>
                    <a:headEnd type="none" w="med" len="med"/>
                    <a:tailEnd type="triangle" w="sm" len="lg"/>
                  </a:ln>
                </p:spPr>
              </p:sp>
              <p:sp>
                <p:nvSpPr>
                  <p:cNvPr id="75821" name="Line 53"/>
                  <p:cNvSpPr/>
                  <p:nvPr/>
                </p:nvSpPr>
                <p:spPr>
                  <a:xfrm flipV="1">
                    <a:off x="3840" y="1499"/>
                    <a:ext cx="6" cy="1141"/>
                  </a:xfrm>
                  <a:prstGeom prst="line">
                    <a:avLst/>
                  </a:prstGeom>
                  <a:ln w="19050" cap="flat" cmpd="sng">
                    <a:solidFill>
                      <a:srgbClr val="000000"/>
                    </a:solidFill>
                    <a:prstDash val="solid"/>
                    <a:round/>
                    <a:headEnd type="none" w="med" len="med"/>
                    <a:tailEnd type="triangle" w="sm" len="lg"/>
                  </a:ln>
                </p:spPr>
              </p:sp>
            </p:grpSp>
          </p:grpSp>
          <p:sp>
            <p:nvSpPr>
              <p:cNvPr id="75822" name="Line 54"/>
              <p:cNvSpPr/>
              <p:nvPr/>
            </p:nvSpPr>
            <p:spPr>
              <a:xfrm>
                <a:off x="4105" y="2205"/>
                <a:ext cx="23" cy="192"/>
              </a:xfrm>
              <a:prstGeom prst="line">
                <a:avLst/>
              </a:prstGeom>
              <a:ln w="19050" cap="flat" cmpd="sng">
                <a:solidFill>
                  <a:srgbClr val="FF0000"/>
                </a:solidFill>
                <a:prstDash val="solid"/>
                <a:round/>
                <a:headEnd type="none" w="med" len="sm"/>
                <a:tailEnd type="triangle" w="sm" len="lg"/>
              </a:ln>
            </p:spPr>
          </p:sp>
        </p:grpSp>
      </p:grpSp>
      <p:grpSp>
        <p:nvGrpSpPr>
          <p:cNvPr id="216119" name="Group 55"/>
          <p:cNvGrpSpPr/>
          <p:nvPr/>
        </p:nvGrpSpPr>
        <p:grpSpPr>
          <a:xfrm>
            <a:off x="577850" y="3362325"/>
            <a:ext cx="6769100" cy="2730500"/>
            <a:chOff x="612" y="1979"/>
            <a:chExt cx="4264" cy="1720"/>
          </a:xfrm>
        </p:grpSpPr>
        <p:grpSp>
          <p:nvGrpSpPr>
            <p:cNvPr id="75824" name="Group 56"/>
            <p:cNvGrpSpPr/>
            <p:nvPr/>
          </p:nvGrpSpPr>
          <p:grpSpPr>
            <a:xfrm>
              <a:off x="612" y="1979"/>
              <a:ext cx="840" cy="1344"/>
              <a:chOff x="4584" y="1248"/>
              <a:chExt cx="840" cy="1344"/>
            </a:xfrm>
          </p:grpSpPr>
          <p:sp>
            <p:nvSpPr>
              <p:cNvPr id="75825" name="Rectangle 57"/>
              <p:cNvSpPr/>
              <p:nvPr/>
            </p:nvSpPr>
            <p:spPr>
              <a:xfrm>
                <a:off x="4611" y="1594"/>
                <a:ext cx="721" cy="995"/>
              </a:xfrm>
              <a:prstGeom prst="rect">
                <a:avLst/>
              </a:prstGeom>
              <a:noFill/>
              <a:ln w="19050" cap="flat" cmpd="sng">
                <a:solidFill>
                  <a:srgbClr val="000000"/>
                </a:solidFill>
                <a:prstDash val="sysDot"/>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75826" name="Line 58"/>
              <p:cNvSpPr/>
              <p:nvPr/>
            </p:nvSpPr>
            <p:spPr>
              <a:xfrm flipH="1" flipV="1">
                <a:off x="4622" y="1594"/>
                <a:ext cx="710" cy="995"/>
              </a:xfrm>
              <a:prstGeom prst="line">
                <a:avLst/>
              </a:prstGeom>
              <a:ln w="19050" cap="flat" cmpd="sng">
                <a:solidFill>
                  <a:schemeClr val="accent2"/>
                </a:solidFill>
                <a:prstDash val="solid"/>
                <a:round/>
                <a:headEnd type="triangle" w="sm" len="lg"/>
                <a:tailEnd type="triangle" w="sm" len="lg"/>
              </a:ln>
            </p:spPr>
          </p:sp>
          <p:sp>
            <p:nvSpPr>
              <p:cNvPr id="75827" name="Rectangle 59"/>
              <p:cNvSpPr/>
              <p:nvPr/>
            </p:nvSpPr>
            <p:spPr>
              <a:xfrm>
                <a:off x="4653" y="1248"/>
                <a:ext cx="766" cy="347"/>
              </a:xfrm>
              <a:prstGeom prst="rect">
                <a:avLst/>
              </a:prstGeom>
              <a:noFill/>
              <a:ln w="6350">
                <a:noFill/>
              </a:ln>
            </p:spPr>
            <p:txBody>
              <a:bodyPr lIns="12700" tIns="12700" rIns="12700" bIns="12700" anchor="t" anchorCtr="0"/>
              <a:p>
                <a:pPr algn="just"/>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75828" name="Line 60"/>
              <p:cNvSpPr/>
              <p:nvPr/>
            </p:nvSpPr>
            <p:spPr>
              <a:xfrm>
                <a:off x="4584" y="2074"/>
                <a:ext cx="840" cy="0"/>
              </a:xfrm>
              <a:prstGeom prst="line">
                <a:avLst/>
              </a:prstGeom>
              <a:ln w="12700" cap="flat" cmpd="sng">
                <a:solidFill>
                  <a:srgbClr val="000000"/>
                </a:solidFill>
                <a:prstDash val="solid"/>
                <a:round/>
                <a:headEnd type="none" w="med" len="med"/>
                <a:tailEnd type="triangle" w="sm" len="lg"/>
              </a:ln>
            </p:spPr>
          </p:sp>
          <p:sp>
            <p:nvSpPr>
              <p:cNvPr id="75829" name="Line 61"/>
              <p:cNvSpPr/>
              <p:nvPr/>
            </p:nvSpPr>
            <p:spPr>
              <a:xfrm flipV="1">
                <a:off x="4956" y="1490"/>
                <a:ext cx="6" cy="1102"/>
              </a:xfrm>
              <a:prstGeom prst="line">
                <a:avLst/>
              </a:prstGeom>
              <a:ln w="12700" cap="flat" cmpd="sng">
                <a:solidFill>
                  <a:srgbClr val="000000"/>
                </a:solidFill>
                <a:prstDash val="solid"/>
                <a:round/>
                <a:headEnd type="none" w="med" len="med"/>
                <a:tailEnd type="triangle" w="sm" len="lg"/>
              </a:ln>
            </p:spPr>
          </p:sp>
        </p:grpSp>
        <p:grpSp>
          <p:nvGrpSpPr>
            <p:cNvPr id="75830" name="Group 62"/>
            <p:cNvGrpSpPr/>
            <p:nvPr/>
          </p:nvGrpSpPr>
          <p:grpSpPr>
            <a:xfrm>
              <a:off x="2699" y="1979"/>
              <a:ext cx="1294" cy="1386"/>
              <a:chOff x="2378" y="2640"/>
              <a:chExt cx="1294" cy="1386"/>
            </a:xfrm>
          </p:grpSpPr>
          <p:sp>
            <p:nvSpPr>
              <p:cNvPr id="75831" name="Oval 63"/>
              <p:cNvSpPr/>
              <p:nvPr/>
            </p:nvSpPr>
            <p:spPr>
              <a:xfrm>
                <a:off x="2453" y="2976"/>
                <a:ext cx="677" cy="984"/>
              </a:xfrm>
              <a:prstGeom prst="ellipse">
                <a:avLst/>
              </a:prstGeom>
              <a:noFill/>
              <a:ln w="28575" cap="flat" cmpd="sng">
                <a:solidFill>
                  <a:schemeClr val="accent2"/>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75832" name="Rectangle 64"/>
              <p:cNvSpPr/>
              <p:nvPr/>
            </p:nvSpPr>
            <p:spPr>
              <a:xfrm>
                <a:off x="2386" y="2640"/>
                <a:ext cx="1286" cy="288"/>
              </a:xfrm>
              <a:prstGeom prst="rect">
                <a:avLst/>
              </a:prstGeom>
              <a:noFill/>
              <a:ln w="6350">
                <a:noFill/>
              </a:ln>
            </p:spPr>
            <p:txBody>
              <a:bodyPr lIns="12700" tIns="12700" rIns="12700" bIns="12700" anchor="t" anchorCtr="0"/>
              <a:p>
                <a:pPr algn="just"/>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3</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grpSp>
            <p:nvGrpSpPr>
              <p:cNvPr id="75833" name="Group 65"/>
              <p:cNvGrpSpPr/>
              <p:nvPr/>
            </p:nvGrpSpPr>
            <p:grpSpPr>
              <a:xfrm>
                <a:off x="2378" y="2867"/>
                <a:ext cx="873" cy="1159"/>
                <a:chOff x="2378" y="2867"/>
                <a:chExt cx="873" cy="1159"/>
              </a:xfrm>
            </p:grpSpPr>
            <p:sp>
              <p:nvSpPr>
                <p:cNvPr id="75834" name="Line 66"/>
                <p:cNvSpPr/>
                <p:nvPr/>
              </p:nvSpPr>
              <p:spPr>
                <a:xfrm flipH="1">
                  <a:off x="2952" y="3611"/>
                  <a:ext cx="89" cy="169"/>
                </a:xfrm>
                <a:prstGeom prst="line">
                  <a:avLst/>
                </a:prstGeom>
                <a:ln w="19050" cap="flat" cmpd="sng">
                  <a:solidFill>
                    <a:srgbClr val="FF0000"/>
                  </a:solidFill>
                  <a:prstDash val="solid"/>
                  <a:round/>
                  <a:headEnd type="triangle" w="sm" len="lg"/>
                  <a:tailEnd type="none" w="med" len="sm"/>
                </a:ln>
              </p:spPr>
            </p:sp>
            <p:grpSp>
              <p:nvGrpSpPr>
                <p:cNvPr id="75835" name="Group 67"/>
                <p:cNvGrpSpPr/>
                <p:nvPr/>
              </p:nvGrpSpPr>
              <p:grpSpPr>
                <a:xfrm>
                  <a:off x="2378" y="2867"/>
                  <a:ext cx="873" cy="1159"/>
                  <a:chOff x="2378" y="2867"/>
                  <a:chExt cx="873" cy="1159"/>
                </a:xfrm>
              </p:grpSpPr>
              <p:sp>
                <p:nvSpPr>
                  <p:cNvPr id="75836" name="Rectangle 68"/>
                  <p:cNvSpPr/>
                  <p:nvPr/>
                </p:nvSpPr>
                <p:spPr>
                  <a:xfrm>
                    <a:off x="2437" y="2965"/>
                    <a:ext cx="704" cy="993"/>
                  </a:xfrm>
                  <a:prstGeom prst="rect">
                    <a:avLst/>
                  </a:prstGeom>
                  <a:noFill/>
                  <a:ln w="19050" cap="flat" cmpd="sng">
                    <a:solidFill>
                      <a:srgbClr val="000000"/>
                    </a:solidFill>
                    <a:prstDash val="sysDot"/>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75837" name="Line 69"/>
                  <p:cNvSpPr/>
                  <p:nvPr/>
                </p:nvSpPr>
                <p:spPr>
                  <a:xfrm>
                    <a:off x="2378" y="3460"/>
                    <a:ext cx="873" cy="0"/>
                  </a:xfrm>
                  <a:prstGeom prst="line">
                    <a:avLst/>
                  </a:prstGeom>
                  <a:ln w="19050" cap="flat" cmpd="sng">
                    <a:solidFill>
                      <a:srgbClr val="000000"/>
                    </a:solidFill>
                    <a:prstDash val="solid"/>
                    <a:round/>
                    <a:headEnd type="none" w="med" len="med"/>
                    <a:tailEnd type="triangle" w="sm" len="lg"/>
                  </a:ln>
                </p:spPr>
              </p:sp>
              <p:sp>
                <p:nvSpPr>
                  <p:cNvPr id="75838" name="Line 70"/>
                  <p:cNvSpPr/>
                  <p:nvPr/>
                </p:nvSpPr>
                <p:spPr>
                  <a:xfrm flipV="1">
                    <a:off x="2785" y="2867"/>
                    <a:ext cx="0" cy="1159"/>
                  </a:xfrm>
                  <a:prstGeom prst="line">
                    <a:avLst/>
                  </a:prstGeom>
                  <a:ln w="19050" cap="flat" cmpd="sng">
                    <a:solidFill>
                      <a:srgbClr val="000000"/>
                    </a:solidFill>
                    <a:prstDash val="solid"/>
                    <a:round/>
                    <a:headEnd type="none" w="med" len="med"/>
                    <a:tailEnd type="triangle" w="sm" len="lg"/>
                  </a:ln>
                </p:spPr>
              </p:sp>
            </p:grpSp>
          </p:grpSp>
        </p:grpSp>
        <p:grpSp>
          <p:nvGrpSpPr>
            <p:cNvPr id="75839" name="Group 71"/>
            <p:cNvGrpSpPr/>
            <p:nvPr/>
          </p:nvGrpSpPr>
          <p:grpSpPr>
            <a:xfrm>
              <a:off x="1619" y="1993"/>
              <a:ext cx="1216" cy="1392"/>
              <a:chOff x="1200" y="2640"/>
              <a:chExt cx="1216" cy="1392"/>
            </a:xfrm>
          </p:grpSpPr>
          <p:sp>
            <p:nvSpPr>
              <p:cNvPr id="75840" name="Line 72"/>
              <p:cNvSpPr/>
              <p:nvPr/>
            </p:nvSpPr>
            <p:spPr>
              <a:xfrm>
                <a:off x="1968" y="3504"/>
                <a:ext cx="23" cy="192"/>
              </a:xfrm>
              <a:prstGeom prst="line">
                <a:avLst/>
              </a:prstGeom>
              <a:ln w="19050" cap="flat" cmpd="sng">
                <a:solidFill>
                  <a:srgbClr val="FF0000"/>
                </a:solidFill>
                <a:prstDash val="solid"/>
                <a:round/>
                <a:headEnd type="triangle" w="sm" len="lg"/>
                <a:tailEnd type="none" w="med" len="sm"/>
              </a:ln>
            </p:spPr>
          </p:sp>
          <p:grpSp>
            <p:nvGrpSpPr>
              <p:cNvPr id="75841" name="Group 73"/>
              <p:cNvGrpSpPr/>
              <p:nvPr/>
            </p:nvGrpSpPr>
            <p:grpSpPr>
              <a:xfrm>
                <a:off x="1200" y="2640"/>
                <a:ext cx="1216" cy="1392"/>
                <a:chOff x="1200" y="2640"/>
                <a:chExt cx="1216" cy="1392"/>
              </a:xfrm>
            </p:grpSpPr>
            <p:grpSp>
              <p:nvGrpSpPr>
                <p:cNvPr id="75842" name="Group 74"/>
                <p:cNvGrpSpPr/>
                <p:nvPr/>
              </p:nvGrpSpPr>
              <p:grpSpPr>
                <a:xfrm>
                  <a:off x="1293" y="2967"/>
                  <a:ext cx="742" cy="963"/>
                  <a:chOff x="1533" y="3159"/>
                  <a:chExt cx="742" cy="963"/>
                </a:xfrm>
              </p:grpSpPr>
              <p:sp>
                <p:nvSpPr>
                  <p:cNvPr id="75843" name="Arc 75"/>
                  <p:cNvSpPr/>
                  <p:nvPr/>
                </p:nvSpPr>
                <p:spPr>
                  <a:xfrm>
                    <a:off x="1770" y="3159"/>
                    <a:ext cx="505" cy="705"/>
                  </a:xfrm>
                  <a:custGeom>
                    <a:avLst/>
                    <a:gdLst/>
                    <a:ahLst/>
                    <a:cxnLst>
                      <a:cxn ang="0">
                        <a:pos x="0" y="0"/>
                      </a:cxn>
                      <a:cxn ang="0">
                        <a:pos x="12" y="23"/>
                      </a:cxn>
                      <a:cxn ang="0">
                        <a:pos x="0" y="2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75844" name="Arc 76"/>
                  <p:cNvSpPr/>
                  <p:nvPr/>
                </p:nvSpPr>
                <p:spPr>
                  <a:xfrm flipH="1">
                    <a:off x="1542" y="3162"/>
                    <a:ext cx="240" cy="249"/>
                  </a:xfrm>
                  <a:custGeom>
                    <a:avLst/>
                    <a:gdLst/>
                    <a:ahLst/>
                    <a:cxnLst>
                      <a:cxn ang="0">
                        <a:pos x="0" y="0"/>
                      </a:cxn>
                      <a:cxn ang="0">
                        <a:pos x="3" y="3"/>
                      </a:cxn>
                      <a:cxn ang="0">
                        <a:pos x="0" y="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75845" name="Arc 77"/>
                  <p:cNvSpPr/>
                  <p:nvPr/>
                </p:nvSpPr>
                <p:spPr>
                  <a:xfrm flipH="1" flipV="1">
                    <a:off x="1533" y="3417"/>
                    <a:ext cx="505" cy="705"/>
                  </a:xfrm>
                  <a:custGeom>
                    <a:avLst/>
                    <a:gdLst/>
                    <a:ahLst/>
                    <a:cxnLst>
                      <a:cxn ang="0">
                        <a:pos x="0" y="0"/>
                      </a:cxn>
                      <a:cxn ang="0">
                        <a:pos x="12" y="23"/>
                      </a:cxn>
                      <a:cxn ang="0">
                        <a:pos x="0" y="2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75846" name="Arc 78"/>
                  <p:cNvSpPr/>
                  <p:nvPr/>
                </p:nvSpPr>
                <p:spPr>
                  <a:xfrm flipV="1">
                    <a:off x="2032" y="3872"/>
                    <a:ext cx="240" cy="249"/>
                  </a:xfrm>
                  <a:custGeom>
                    <a:avLst/>
                    <a:gdLst/>
                    <a:ahLst/>
                    <a:cxnLst>
                      <a:cxn ang="0">
                        <a:pos x="0" y="0"/>
                      </a:cxn>
                      <a:cxn ang="0">
                        <a:pos x="3" y="3"/>
                      </a:cxn>
                      <a:cxn ang="0">
                        <a:pos x="0" y="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chemeClr val="accent2"/>
                    </a:solidFill>
                    <a:prstDash val="solid"/>
                    <a:round/>
                    <a:headEnd type="none" w="med" len="med"/>
                    <a:tailEnd type="none" w="med" len="med"/>
                  </a:ln>
                </p:spPr>
                <p:txBody>
                  <a:bodyPr/>
                  <a:p>
                    <a:endParaRPr lang="zh-CN" altLang="en-US"/>
                  </a:p>
                </p:txBody>
              </p:sp>
            </p:grpSp>
            <p:sp>
              <p:nvSpPr>
                <p:cNvPr id="75847" name="Rectangle 79"/>
                <p:cNvSpPr/>
                <p:nvPr/>
              </p:nvSpPr>
              <p:spPr>
                <a:xfrm>
                  <a:off x="1200" y="2640"/>
                  <a:ext cx="1216" cy="323"/>
                </a:xfrm>
                <a:prstGeom prst="rect">
                  <a:avLst/>
                </a:prstGeom>
                <a:noFill/>
                <a:ln w="6350">
                  <a:noFill/>
                </a:ln>
              </p:spPr>
              <p:txBody>
                <a:bodyPr lIns="12700" tIns="12700" rIns="12700" bIns="12700" anchor="t" anchorCtr="0"/>
                <a:p>
                  <a:pPr algn="just"/>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 = 5</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/4</a:t>
                  </a:r>
                  <a:endParaRPr lang="en-US" altLang="zh-CN" sz="2400" dirty="0">
                    <a:latin typeface="Times New Roman" panose="02020603050405020304" pitchFamily="18" charset="0"/>
                    <a:ea typeface="宋体" panose="02010600030101010101" pitchFamily="2" charset="-122"/>
                  </a:endParaRPr>
                </a:p>
              </p:txBody>
            </p:sp>
            <p:grpSp>
              <p:nvGrpSpPr>
                <p:cNvPr id="75848" name="Group 80"/>
                <p:cNvGrpSpPr/>
                <p:nvPr/>
              </p:nvGrpSpPr>
              <p:grpSpPr>
                <a:xfrm>
                  <a:off x="1241" y="2880"/>
                  <a:ext cx="856" cy="1152"/>
                  <a:chOff x="1241" y="2880"/>
                  <a:chExt cx="856" cy="1152"/>
                </a:xfrm>
              </p:grpSpPr>
              <p:sp>
                <p:nvSpPr>
                  <p:cNvPr id="75849" name="Rectangle 81"/>
                  <p:cNvSpPr/>
                  <p:nvPr/>
                </p:nvSpPr>
                <p:spPr>
                  <a:xfrm>
                    <a:off x="1280" y="2959"/>
                    <a:ext cx="762" cy="976"/>
                  </a:xfrm>
                  <a:prstGeom prst="rect">
                    <a:avLst/>
                  </a:prstGeom>
                  <a:noFill/>
                  <a:ln w="19050" cap="flat" cmpd="sng">
                    <a:solidFill>
                      <a:srgbClr val="000000"/>
                    </a:solidFill>
                    <a:prstDash val="sysDot"/>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75850" name="Line 82"/>
                  <p:cNvSpPr/>
                  <p:nvPr/>
                </p:nvSpPr>
                <p:spPr>
                  <a:xfrm>
                    <a:off x="1241" y="3454"/>
                    <a:ext cx="856" cy="0"/>
                  </a:xfrm>
                  <a:prstGeom prst="line">
                    <a:avLst/>
                  </a:prstGeom>
                  <a:ln w="12700" cap="flat" cmpd="sng">
                    <a:solidFill>
                      <a:srgbClr val="000000"/>
                    </a:solidFill>
                    <a:prstDash val="solid"/>
                    <a:round/>
                    <a:headEnd type="none" w="med" len="med"/>
                    <a:tailEnd type="triangle" w="sm" len="lg"/>
                  </a:ln>
                </p:spPr>
              </p:sp>
              <p:sp>
                <p:nvSpPr>
                  <p:cNvPr id="75851" name="Line 83"/>
                  <p:cNvSpPr/>
                  <p:nvPr/>
                </p:nvSpPr>
                <p:spPr>
                  <a:xfrm flipH="1" flipV="1">
                    <a:off x="1668" y="2880"/>
                    <a:ext cx="0" cy="1152"/>
                  </a:xfrm>
                  <a:prstGeom prst="line">
                    <a:avLst/>
                  </a:prstGeom>
                  <a:ln w="12700" cap="flat" cmpd="sng">
                    <a:solidFill>
                      <a:srgbClr val="000000"/>
                    </a:solidFill>
                    <a:prstDash val="solid"/>
                    <a:round/>
                    <a:headEnd type="none" w="med" len="med"/>
                    <a:tailEnd type="triangle" w="sm" len="lg"/>
                  </a:ln>
                </p:spPr>
              </p:sp>
            </p:grpSp>
          </p:grpSp>
        </p:grpSp>
        <p:grpSp>
          <p:nvGrpSpPr>
            <p:cNvPr id="75852" name="Group 84"/>
            <p:cNvGrpSpPr/>
            <p:nvPr/>
          </p:nvGrpSpPr>
          <p:grpSpPr>
            <a:xfrm>
              <a:off x="3785" y="1989"/>
              <a:ext cx="1091" cy="1350"/>
              <a:chOff x="4237" y="2664"/>
              <a:chExt cx="1091" cy="1350"/>
            </a:xfrm>
          </p:grpSpPr>
          <p:grpSp>
            <p:nvGrpSpPr>
              <p:cNvPr id="75853" name="Group 85"/>
              <p:cNvGrpSpPr/>
              <p:nvPr/>
            </p:nvGrpSpPr>
            <p:grpSpPr>
              <a:xfrm>
                <a:off x="4262" y="2997"/>
                <a:ext cx="716" cy="963"/>
                <a:chOff x="3302" y="3159"/>
                <a:chExt cx="716" cy="963"/>
              </a:xfrm>
            </p:grpSpPr>
            <p:sp>
              <p:nvSpPr>
                <p:cNvPr id="75854" name="Arc 86"/>
                <p:cNvSpPr/>
                <p:nvPr/>
              </p:nvSpPr>
              <p:spPr>
                <a:xfrm flipH="1">
                  <a:off x="3302" y="3159"/>
                  <a:ext cx="504" cy="705"/>
                </a:xfrm>
                <a:custGeom>
                  <a:avLst/>
                  <a:gdLst/>
                  <a:ahLst/>
                  <a:cxnLst>
                    <a:cxn ang="0">
                      <a:pos x="0" y="0"/>
                    </a:cxn>
                    <a:cxn ang="0">
                      <a:pos x="12" y="23"/>
                    </a:cxn>
                    <a:cxn ang="0">
                      <a:pos x="0" y="2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75855" name="Arc 87"/>
                <p:cNvSpPr/>
                <p:nvPr/>
              </p:nvSpPr>
              <p:spPr>
                <a:xfrm>
                  <a:off x="3777" y="3171"/>
                  <a:ext cx="241" cy="250"/>
                </a:xfrm>
                <a:custGeom>
                  <a:avLst/>
                  <a:gdLst/>
                  <a:ahLst/>
                  <a:cxnLst>
                    <a:cxn ang="0">
                      <a:pos x="0" y="0"/>
                    </a:cxn>
                    <a:cxn ang="0">
                      <a:pos x="3" y="3"/>
                    </a:cxn>
                    <a:cxn ang="0">
                      <a:pos x="0" y="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75856" name="Arc 88"/>
                <p:cNvSpPr/>
                <p:nvPr/>
              </p:nvSpPr>
              <p:spPr>
                <a:xfrm flipV="1">
                  <a:off x="3514" y="3417"/>
                  <a:ext cx="504" cy="705"/>
                </a:xfrm>
                <a:custGeom>
                  <a:avLst/>
                  <a:gdLst/>
                  <a:ahLst/>
                  <a:cxnLst>
                    <a:cxn ang="0">
                      <a:pos x="0" y="0"/>
                    </a:cxn>
                    <a:cxn ang="0">
                      <a:pos x="12" y="23"/>
                    </a:cxn>
                    <a:cxn ang="0">
                      <a:pos x="0" y="2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75857" name="Arc 89"/>
                <p:cNvSpPr/>
                <p:nvPr/>
              </p:nvSpPr>
              <p:spPr>
                <a:xfrm flipH="1" flipV="1">
                  <a:off x="3302" y="3868"/>
                  <a:ext cx="240" cy="250"/>
                </a:xfrm>
                <a:custGeom>
                  <a:avLst/>
                  <a:gdLst/>
                  <a:ahLst/>
                  <a:cxnLst>
                    <a:cxn ang="0">
                      <a:pos x="0" y="0"/>
                    </a:cxn>
                    <a:cxn ang="0">
                      <a:pos x="3" y="3"/>
                    </a:cxn>
                    <a:cxn ang="0">
                      <a:pos x="0" y="3"/>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chemeClr val="accent2"/>
                  </a:solidFill>
                  <a:prstDash val="solid"/>
                  <a:round/>
                  <a:headEnd type="none" w="med" len="med"/>
                  <a:tailEnd type="none" w="med" len="med"/>
                </a:ln>
              </p:spPr>
              <p:txBody>
                <a:bodyPr/>
                <a:p>
                  <a:endParaRPr lang="zh-CN" altLang="en-US"/>
                </a:p>
              </p:txBody>
            </p:sp>
          </p:grpSp>
          <p:sp>
            <p:nvSpPr>
              <p:cNvPr id="75858" name="Rectangle 90"/>
              <p:cNvSpPr/>
              <p:nvPr/>
            </p:nvSpPr>
            <p:spPr>
              <a:xfrm>
                <a:off x="4265" y="2664"/>
                <a:ext cx="1063" cy="288"/>
              </a:xfrm>
              <a:prstGeom prst="rect">
                <a:avLst/>
              </a:prstGeom>
              <a:noFill/>
              <a:ln w="6350">
                <a:noFill/>
              </a:ln>
            </p:spPr>
            <p:txBody>
              <a:bodyPr lIns="12700" tIns="12700" rIns="12700" bIns="12700" anchor="t" anchorCtr="0"/>
              <a:p>
                <a:pPr algn="just"/>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 = 7</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/4</a:t>
                </a:r>
                <a:endParaRPr lang="en-US" altLang="zh-CN" sz="2400" dirty="0">
                  <a:latin typeface="Times New Roman" panose="02020603050405020304" pitchFamily="18" charset="0"/>
                  <a:ea typeface="宋体" panose="02010600030101010101" pitchFamily="2" charset="-122"/>
                </a:endParaRPr>
              </a:p>
            </p:txBody>
          </p:sp>
          <p:grpSp>
            <p:nvGrpSpPr>
              <p:cNvPr id="75859" name="Group 91"/>
              <p:cNvGrpSpPr/>
              <p:nvPr/>
            </p:nvGrpSpPr>
            <p:grpSpPr>
              <a:xfrm>
                <a:off x="4237" y="2891"/>
                <a:ext cx="849" cy="1123"/>
                <a:chOff x="3469" y="2891"/>
                <a:chExt cx="849" cy="1123"/>
              </a:xfrm>
            </p:grpSpPr>
            <p:sp>
              <p:nvSpPr>
                <p:cNvPr id="75860" name="Rectangle 92"/>
                <p:cNvSpPr/>
                <p:nvPr/>
              </p:nvSpPr>
              <p:spPr>
                <a:xfrm>
                  <a:off x="3485" y="2989"/>
                  <a:ext cx="722" cy="976"/>
                </a:xfrm>
                <a:prstGeom prst="rect">
                  <a:avLst/>
                </a:prstGeom>
                <a:noFill/>
                <a:ln w="19050" cap="flat" cmpd="sng">
                  <a:solidFill>
                    <a:srgbClr val="000000"/>
                  </a:solidFill>
                  <a:prstDash val="sysDot"/>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75861" name="Line 93"/>
                <p:cNvSpPr/>
                <p:nvPr/>
              </p:nvSpPr>
              <p:spPr>
                <a:xfrm flipH="1">
                  <a:off x="3996" y="3635"/>
                  <a:ext cx="89" cy="132"/>
                </a:xfrm>
                <a:prstGeom prst="line">
                  <a:avLst/>
                </a:prstGeom>
                <a:ln w="19050" cap="flat" cmpd="sng">
                  <a:solidFill>
                    <a:srgbClr val="FF0000"/>
                  </a:solidFill>
                  <a:prstDash val="solid"/>
                  <a:round/>
                  <a:headEnd type="triangle" w="sm" len="lg"/>
                  <a:tailEnd type="none" w="med" len="sm"/>
                </a:ln>
              </p:spPr>
            </p:sp>
            <p:sp>
              <p:nvSpPr>
                <p:cNvPr id="75862" name="Line 94"/>
                <p:cNvSpPr/>
                <p:nvPr/>
              </p:nvSpPr>
              <p:spPr>
                <a:xfrm>
                  <a:off x="3469" y="3484"/>
                  <a:ext cx="849" cy="0"/>
                </a:xfrm>
                <a:prstGeom prst="line">
                  <a:avLst/>
                </a:prstGeom>
                <a:ln w="19050" cap="flat" cmpd="sng">
                  <a:solidFill>
                    <a:srgbClr val="000000"/>
                  </a:solidFill>
                  <a:prstDash val="solid"/>
                  <a:round/>
                  <a:headEnd type="none" w="med" len="med"/>
                  <a:tailEnd type="triangle" w="sm" len="lg"/>
                </a:ln>
              </p:spPr>
            </p:sp>
            <p:sp>
              <p:nvSpPr>
                <p:cNvPr id="75863" name="Line 95"/>
                <p:cNvSpPr/>
                <p:nvPr/>
              </p:nvSpPr>
              <p:spPr>
                <a:xfrm flipV="1">
                  <a:off x="3851" y="2891"/>
                  <a:ext cx="0" cy="1123"/>
                </a:xfrm>
                <a:prstGeom prst="line">
                  <a:avLst/>
                </a:prstGeom>
                <a:ln w="19050" cap="flat" cmpd="sng">
                  <a:solidFill>
                    <a:srgbClr val="000000"/>
                  </a:solidFill>
                  <a:prstDash val="solid"/>
                  <a:round/>
                  <a:headEnd type="none" w="med" len="med"/>
                  <a:tailEnd type="triangle" w="sm" len="lg"/>
                </a:ln>
              </p:spPr>
            </p:sp>
          </p:grpSp>
        </p:grpSp>
        <p:sp>
          <p:nvSpPr>
            <p:cNvPr id="75864" name="Text Box 96"/>
            <p:cNvSpPr txBox="1"/>
            <p:nvPr/>
          </p:nvSpPr>
          <p:spPr>
            <a:xfrm>
              <a:off x="1604" y="3294"/>
              <a:ext cx="1252" cy="384"/>
            </a:xfrm>
            <a:prstGeom prst="rect">
              <a:avLst/>
            </a:prstGeom>
            <a:noFill/>
            <a:ln w="9525">
              <a:noFill/>
            </a:ln>
          </p:spPr>
          <p:txBody>
            <a:bodyPr anchor="t" anchorCtr="0"/>
            <a:p>
              <a:pPr algn="just"/>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
          <p:nvSpPr>
            <p:cNvPr id="75865" name="Text Box 97"/>
            <p:cNvSpPr txBox="1"/>
            <p:nvPr/>
          </p:nvSpPr>
          <p:spPr>
            <a:xfrm>
              <a:off x="2653" y="3339"/>
              <a:ext cx="1030" cy="359"/>
            </a:xfrm>
            <a:prstGeom prst="rect">
              <a:avLst/>
            </a:prstGeom>
            <a:noFill/>
            <a:ln w="9525">
              <a:noFill/>
            </a:ln>
          </p:spPr>
          <p:txBody>
            <a:bodyPr anchor="t" anchorCtr="0"/>
            <a:p>
              <a:pPr algn="just"/>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
          <p:nvSpPr>
            <p:cNvPr id="75866" name="Text Box 98"/>
            <p:cNvSpPr txBox="1"/>
            <p:nvPr/>
          </p:nvSpPr>
          <p:spPr>
            <a:xfrm>
              <a:off x="3708" y="3339"/>
              <a:ext cx="1032" cy="360"/>
            </a:xfrm>
            <a:prstGeom prst="rect">
              <a:avLst/>
            </a:prstGeom>
            <a:noFill/>
            <a:ln w="9525">
              <a:noFill/>
            </a:ln>
          </p:spPr>
          <p:txBody>
            <a:bodyPr anchor="t" anchorCtr="0"/>
            <a:p>
              <a:pPr algn="just"/>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grpSp>
      <p:sp>
        <p:nvSpPr>
          <p:cNvPr id="75867" name="矩形 323585"/>
          <p:cNvSpPr/>
          <p:nvPr/>
        </p:nvSpPr>
        <p:spPr>
          <a:xfrm>
            <a:off x="1474788" y="393700"/>
            <a:ext cx="4175125" cy="522288"/>
          </a:xfrm>
          <a:prstGeom prst="rect">
            <a:avLst/>
          </a:prstGeom>
          <a:noFill/>
          <a:ln w="12700">
            <a:noFill/>
          </a:ln>
        </p:spPr>
        <p:txBody>
          <a:bodyPr anchor="t" anchorCtr="0">
            <a:spAutoFit/>
          </a:bodyPr>
          <a:p>
            <a:r>
              <a:rPr lang="zh-CN" altLang="en-US" sz="2800" dirty="0">
                <a:solidFill>
                  <a:srgbClr val="000000"/>
                </a:solidFill>
                <a:latin typeface="微软雅黑" panose="020B0503020204020204" charset="-122"/>
                <a:ea typeface="微软雅黑" panose="020B0503020204020204" charset="-122"/>
              </a:rPr>
              <a:t>几种特殊情况</a:t>
            </a:r>
            <a:endParaRPr lang="zh-CN" altLang="en-US" sz="2800" dirty="0">
              <a:solidFill>
                <a:srgbClr val="000000"/>
              </a:solidFill>
              <a:latin typeface="微软雅黑" panose="020B0503020204020204" charset="-122"/>
              <a:ea typeface="微软雅黑" panose="020B0503020204020204" charset="-122"/>
            </a:endParaRPr>
          </a:p>
        </p:txBody>
      </p:sp>
      <p:sp>
        <p:nvSpPr>
          <p:cNvPr id="216164" name="Rectangle 100"/>
          <p:cNvSpPr/>
          <p:nvPr/>
        </p:nvSpPr>
        <p:spPr>
          <a:xfrm>
            <a:off x="6948488" y="2136775"/>
            <a:ext cx="2051050" cy="457200"/>
          </a:xfrm>
          <a:prstGeom prst="rect">
            <a:avLst/>
          </a:prstGeom>
          <a:noFill/>
          <a:ln w="9525">
            <a:noFill/>
          </a:ln>
        </p:spPr>
        <p:txBody>
          <a:bodyPr anchor="t" anchorCtr="0">
            <a:spAutoFit/>
          </a:bodyPr>
          <a:p>
            <a:pPr algn="ctr"/>
            <a:r>
              <a:rPr lang="en-US" altLang="zh-CN" sz="2400" b="1" i="1" dirty="0">
                <a:latin typeface="Times New Roman" panose="02020603050405020304" pitchFamily="18" charset="0"/>
                <a:ea typeface="黑体" panose="02010609060101010101" pitchFamily="2" charset="-122"/>
              </a:rPr>
              <a:t>y</a:t>
            </a:r>
            <a:r>
              <a:rPr lang="zh-CN" altLang="en-US" sz="2400" b="1" dirty="0">
                <a:latin typeface="Times New Roman" panose="02020603050405020304" pitchFamily="18" charset="0"/>
                <a:ea typeface="黑体" panose="02010609060101010101" pitchFamily="2" charset="-122"/>
              </a:rPr>
              <a:t>超前</a:t>
            </a:r>
            <a:r>
              <a:rPr lang="en-US" altLang="zh-CN" sz="2400" b="1" i="1" dirty="0">
                <a:latin typeface="Times New Roman" panose="02020603050405020304" pitchFamily="18" charset="0"/>
                <a:ea typeface="黑体" panose="02010609060101010101" pitchFamily="2" charset="-122"/>
              </a:rPr>
              <a:t>x</a:t>
            </a:r>
            <a:r>
              <a:rPr lang="en-US" altLang="zh-CN" sz="2400" b="1" dirty="0">
                <a:latin typeface="Times New Roman" panose="02020603050405020304" pitchFamily="18" charset="0"/>
                <a:ea typeface="黑体" panose="02010609060101010101" pitchFamily="2" charset="-122"/>
              </a:rPr>
              <a:t>—</a:t>
            </a:r>
            <a:r>
              <a:rPr lang="zh-CN" altLang="en-US" sz="2400" b="1" dirty="0">
                <a:latin typeface="Times New Roman" panose="02020603050405020304" pitchFamily="18" charset="0"/>
                <a:ea typeface="黑体" panose="02010609060101010101" pitchFamily="2" charset="-122"/>
              </a:rPr>
              <a:t>右旋</a:t>
            </a:r>
            <a:endParaRPr lang="zh-CN" altLang="en-US" sz="2400" b="1" dirty="0">
              <a:latin typeface="Times New Roman" panose="02020603050405020304" pitchFamily="18" charset="0"/>
              <a:ea typeface="黑体" panose="02010609060101010101" pitchFamily="2" charset="-122"/>
            </a:endParaRPr>
          </a:p>
        </p:txBody>
      </p:sp>
      <p:sp>
        <p:nvSpPr>
          <p:cNvPr id="216165" name="Rectangle 101"/>
          <p:cNvSpPr/>
          <p:nvPr/>
        </p:nvSpPr>
        <p:spPr>
          <a:xfrm>
            <a:off x="6842125" y="4414838"/>
            <a:ext cx="2266950" cy="530225"/>
          </a:xfrm>
          <a:prstGeom prst="rect">
            <a:avLst/>
          </a:prstGeom>
          <a:noFill/>
          <a:ln w="9525">
            <a:noFill/>
          </a:ln>
        </p:spPr>
        <p:txBody>
          <a:bodyPr anchor="t" anchorCtr="0">
            <a:spAutoFit/>
          </a:bodyPr>
          <a:p>
            <a:pPr algn="ctr">
              <a:lnSpc>
                <a:spcPct val="120000"/>
              </a:lnSpc>
            </a:pPr>
            <a:r>
              <a:rPr lang="en-US" altLang="zh-CN" sz="2400" b="1" i="1" dirty="0">
                <a:latin typeface="Times New Roman" panose="02020603050405020304" pitchFamily="18" charset="0"/>
                <a:ea typeface="黑体" panose="02010609060101010101" pitchFamily="2" charset="-122"/>
              </a:rPr>
              <a:t>y</a:t>
            </a:r>
            <a:r>
              <a:rPr lang="zh-CN" altLang="en-US" sz="2400" b="1" dirty="0">
                <a:latin typeface="Times New Roman" panose="02020603050405020304" pitchFamily="18" charset="0"/>
                <a:ea typeface="黑体" panose="02010609060101010101" pitchFamily="2" charset="-122"/>
              </a:rPr>
              <a:t>落后</a:t>
            </a:r>
            <a:r>
              <a:rPr lang="en-US" altLang="zh-CN" sz="2400" b="1" i="1" dirty="0">
                <a:latin typeface="Times New Roman" panose="02020603050405020304" pitchFamily="18" charset="0"/>
                <a:ea typeface="黑体" panose="02010609060101010101" pitchFamily="2" charset="-122"/>
              </a:rPr>
              <a:t>x</a:t>
            </a:r>
            <a:r>
              <a:rPr lang="en-US" altLang="zh-CN" sz="2400" b="1" dirty="0">
                <a:latin typeface="Times New Roman" panose="02020603050405020304" pitchFamily="18" charset="0"/>
                <a:ea typeface="黑体" panose="02010609060101010101" pitchFamily="2" charset="-122"/>
              </a:rPr>
              <a:t>—</a:t>
            </a:r>
            <a:r>
              <a:rPr lang="zh-CN" altLang="en-US" sz="2400" b="1" dirty="0">
                <a:latin typeface="Times New Roman" panose="02020603050405020304" pitchFamily="18" charset="0"/>
                <a:ea typeface="黑体" panose="02010609060101010101" pitchFamily="2" charset="-122"/>
              </a:rPr>
              <a:t>左旋</a:t>
            </a:r>
            <a:endParaRPr lang="zh-CN" altLang="en-US" sz="2400" b="1" dirty="0">
              <a:latin typeface="Times New Roman" panose="02020603050405020304" pitchFamily="18" charset="0"/>
              <a:ea typeface="黑体" panose="02010609060101010101" pitchFamily="2" charset="-122"/>
            </a:endParaRPr>
          </a:p>
        </p:txBody>
      </p:sp>
      <p:sp>
        <p:nvSpPr>
          <p:cNvPr id="216166" name="Text Box 102"/>
          <p:cNvSpPr txBox="1"/>
          <p:nvPr/>
        </p:nvSpPr>
        <p:spPr>
          <a:xfrm>
            <a:off x="7308850" y="3001963"/>
            <a:ext cx="1584325" cy="1187450"/>
          </a:xfrm>
          <a:prstGeom prst="rect">
            <a:avLst/>
          </a:prstGeom>
          <a:noFill/>
          <a:ln w="9525">
            <a:noFill/>
          </a:ln>
        </p:spPr>
        <p:txBody>
          <a:bodyPr anchor="t" anchorCtr="0">
            <a:spAutoFit/>
          </a:bodyPr>
          <a:p>
            <a:pPr>
              <a:spcBef>
                <a:spcPct val="50000"/>
              </a:spcBef>
            </a:pPr>
            <a:r>
              <a:rPr lang="zh-CN" altLang="en-US" sz="2400" b="1" dirty="0">
                <a:solidFill>
                  <a:srgbClr val="FF33CC"/>
                </a:solidFill>
                <a:latin typeface="Arial" panose="020B0604020202020204" pitchFamily="34" charset="0"/>
                <a:ea typeface="宋体" panose="02010600030101010101" pitchFamily="2" charset="-122"/>
              </a:rPr>
              <a:t>以</a:t>
            </a:r>
            <a:r>
              <a:rPr lang="zh-CN" altLang="en-US" sz="2400" b="1" dirty="0">
                <a:solidFill>
                  <a:srgbClr val="FF33CC"/>
                </a:solidFill>
                <a:latin typeface="Arial" panose="020B0604020202020204" pitchFamily="34" charset="0"/>
                <a:ea typeface="宋体" panose="02010600030101010101" pitchFamily="2" charset="-122"/>
                <a:sym typeface="Symbol" panose="05050102010706020507" pitchFamily="18" charset="2"/>
              </a:rPr>
              <a:t></a:t>
            </a:r>
            <a:r>
              <a:rPr lang="zh-CN" altLang="en-US" sz="2400" b="1" dirty="0">
                <a:solidFill>
                  <a:srgbClr val="FF33CC"/>
                </a:solidFill>
                <a:latin typeface="Arial" panose="020B0604020202020204" pitchFamily="34" charset="0"/>
                <a:ea typeface="宋体" panose="02010600030101010101" pitchFamily="2" charset="-122"/>
              </a:rPr>
              <a:t>为界，决定超前、落后</a:t>
            </a:r>
            <a:endParaRPr lang="zh-CN" altLang="en-US" sz="2400" b="1" dirty="0">
              <a:solidFill>
                <a:srgbClr val="FF33CC"/>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6068"/>
                                        </p:tgtEl>
                                        <p:attrNameLst>
                                          <p:attrName>style.visibility</p:attrName>
                                        </p:attrNameLst>
                                      </p:cBhvr>
                                      <p:to>
                                        <p:strVal val="visible"/>
                                      </p:to>
                                    </p:set>
                                    <p:animEffect transition="in" filter="wipe(up)">
                                      <p:cBhvr>
                                        <p:cTn id="7" dur="500"/>
                                        <p:tgtEl>
                                          <p:spTgt spid="21606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16119"/>
                                        </p:tgtEl>
                                        <p:attrNameLst>
                                          <p:attrName>style.visibility</p:attrName>
                                        </p:attrNameLst>
                                      </p:cBhvr>
                                      <p:to>
                                        <p:strVal val="visible"/>
                                      </p:to>
                                    </p:set>
                                    <p:animEffect transition="in" filter="wipe(up)">
                                      <p:cBhvr>
                                        <p:cTn id="11" dur="500"/>
                                        <p:tgtEl>
                                          <p:spTgt spid="2161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16164"/>
                                        </p:tgtEl>
                                        <p:attrNameLst>
                                          <p:attrName>style.visibility</p:attrName>
                                        </p:attrNameLst>
                                      </p:cBhvr>
                                      <p:to>
                                        <p:strVal val="visible"/>
                                      </p:to>
                                    </p:set>
                                    <p:animEffect transition="in" filter="wipe(left)">
                                      <p:cBhvr>
                                        <p:cTn id="16" dur="500"/>
                                        <p:tgtEl>
                                          <p:spTgt spid="21616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16165"/>
                                        </p:tgtEl>
                                        <p:attrNameLst>
                                          <p:attrName>style.visibility</p:attrName>
                                        </p:attrNameLst>
                                      </p:cBhvr>
                                      <p:to>
                                        <p:strVal val="visible"/>
                                      </p:to>
                                    </p:set>
                                    <p:animEffect transition="in" filter="wipe(left)">
                                      <p:cBhvr>
                                        <p:cTn id="20" dur="500"/>
                                        <p:tgtEl>
                                          <p:spTgt spid="216165"/>
                                        </p:tgtEl>
                                      </p:cBhvr>
                                    </p:animEffect>
                                  </p:childTnLst>
                                </p:cTn>
                              </p:par>
                            </p:childTnLst>
                          </p:cTn>
                        </p:par>
                        <p:par>
                          <p:cTn id="21" fill="hold">
                            <p:stCondLst>
                              <p:cond delay="1000"/>
                            </p:stCondLst>
                            <p:childTnLst>
                              <p:par>
                                <p:cTn id="22" presetID="22" presetClass="entr" presetSubtype="4" fill="hold" grpId="0" nodeType="afterEffect">
                                  <p:stCondLst>
                                    <p:cond delay="0"/>
                                  </p:stCondLst>
                                  <p:childTnLst>
                                    <p:set>
                                      <p:cBhvr>
                                        <p:cTn id="23" dur="1" fill="hold">
                                          <p:stCondLst>
                                            <p:cond delay="0"/>
                                          </p:stCondLst>
                                        </p:cTn>
                                        <p:tgtEl>
                                          <p:spTgt spid="216166"/>
                                        </p:tgtEl>
                                        <p:attrNameLst>
                                          <p:attrName>style.visibility</p:attrName>
                                        </p:attrNameLst>
                                      </p:cBhvr>
                                      <p:to>
                                        <p:strVal val="visible"/>
                                      </p:to>
                                    </p:set>
                                    <p:animEffect transition="in" filter="wipe(down)">
                                      <p:cBhvr>
                                        <p:cTn id="24" dur="500"/>
                                        <p:tgtEl>
                                          <p:spTgt spid="216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164" grpId="0"/>
      <p:bldP spid="216165" grpId="0"/>
      <p:bldP spid="21616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76802" name="Text Box 11"/>
          <p:cNvSpPr txBox="1"/>
          <p:nvPr/>
        </p:nvSpPr>
        <p:spPr>
          <a:xfrm>
            <a:off x="519113" y="368300"/>
            <a:ext cx="180975" cy="457200"/>
          </a:xfrm>
          <a:prstGeom prst="rect">
            <a:avLst/>
          </a:prstGeom>
          <a:noFill/>
          <a:ln w="9525">
            <a:noFill/>
          </a:ln>
        </p:spPr>
        <p:txBody>
          <a:bodyPr wrap="none" lIns="90000" tIns="46800" rIns="90000" bIns="46800" anchor="t" anchorCtr="0">
            <a:spAutoFit/>
          </a:bodyPr>
          <a:p>
            <a:endParaRPr lang="zh-CN" altLang="zh-CN" sz="2400" dirty="0">
              <a:solidFill>
                <a:schemeClr val="tx2"/>
              </a:solidFill>
              <a:latin typeface="Times New Roman" panose="02020603050405020304" pitchFamily="18" charset="0"/>
              <a:ea typeface="宋体" panose="02010600030101010101" pitchFamily="2" charset="-122"/>
            </a:endParaRPr>
          </a:p>
        </p:txBody>
      </p:sp>
      <p:sp>
        <p:nvSpPr>
          <p:cNvPr id="149517" name="Text Box 13"/>
          <p:cNvSpPr txBox="1"/>
          <p:nvPr/>
        </p:nvSpPr>
        <p:spPr>
          <a:xfrm>
            <a:off x="711200" y="1289050"/>
            <a:ext cx="7100888" cy="461963"/>
          </a:xfrm>
          <a:prstGeom prst="rect">
            <a:avLst/>
          </a:prstGeom>
          <a:noFill/>
          <a:ln w="9525">
            <a:noFill/>
          </a:ln>
        </p:spPr>
        <p:txBody>
          <a:bodyPr lIns="90000" tIns="46800" rIns="90000" bIns="46800" anchor="t" anchorCtr="0">
            <a:spAutoFit/>
          </a:bodyPr>
          <a:p>
            <a:r>
              <a:rPr lang="zh-CN" altLang="en-US" sz="2400" dirty="0">
                <a:latin typeface="微软雅黑" panose="020B0503020204020204" charset="-122"/>
                <a:ea typeface="微软雅黑" panose="020B0503020204020204" charset="-122"/>
              </a:rPr>
              <a:t>条件：位相差恒定，</a:t>
            </a:r>
            <a:endParaRPr lang="zh-CN" altLang="en-US" sz="2400" dirty="0">
              <a:solidFill>
                <a:schemeClr val="tx2"/>
              </a:solidFill>
              <a:latin typeface="微软雅黑" panose="020B0503020204020204" charset="-122"/>
              <a:ea typeface="微软雅黑" panose="020B0503020204020204" charset="-122"/>
            </a:endParaRPr>
          </a:p>
        </p:txBody>
      </p:sp>
      <p:graphicFrame>
        <p:nvGraphicFramePr>
          <p:cNvPr id="149518" name="Object 14"/>
          <p:cNvGraphicFramePr>
            <a:graphicFrameLocks noChangeAspect="1"/>
          </p:cNvGraphicFramePr>
          <p:nvPr/>
        </p:nvGraphicFramePr>
        <p:xfrm>
          <a:off x="4454525" y="1530350"/>
          <a:ext cx="2160588" cy="977900"/>
        </p:xfrm>
        <a:graphic>
          <a:graphicData uri="http://schemas.openxmlformats.org/presentationml/2006/ole">
            <mc:AlternateContent xmlns:mc="http://schemas.openxmlformats.org/markup-compatibility/2006">
              <mc:Choice xmlns:v="urn:schemas-microsoft-com:vml" Requires="v">
                <p:oleObj spid="_x0000_s3365" name="" r:id="rId1" imgW="817880" imgH="367030" progId="Equation.3">
                  <p:embed/>
                </p:oleObj>
              </mc:Choice>
              <mc:Fallback>
                <p:oleObj name="" r:id="rId1" imgW="817880" imgH="367030" progId="Equation.3">
                  <p:embed/>
                  <p:pic>
                    <p:nvPicPr>
                      <p:cNvPr id="0" name="图片 3364"/>
                      <p:cNvPicPr/>
                      <p:nvPr/>
                    </p:nvPicPr>
                    <p:blipFill>
                      <a:blip r:embed="rId2">
                        <a:clrChange>
                          <a:clrFrom>
                            <a:srgbClr val="000000"/>
                          </a:clrFrom>
                          <a:clrTo>
                            <a:srgbClr val="000000">
                              <a:alpha val="0"/>
                            </a:srgbClr>
                          </a:clrTo>
                        </a:clrChange>
                      </a:blip>
                      <a:stretch>
                        <a:fillRect/>
                      </a:stretch>
                    </p:blipFill>
                    <p:spPr>
                      <a:xfrm>
                        <a:off x="4454525" y="1530350"/>
                        <a:ext cx="2160588" cy="977900"/>
                      </a:xfrm>
                      <a:prstGeom prst="rect">
                        <a:avLst/>
                      </a:prstGeom>
                      <a:noFill/>
                      <a:ln w="38100">
                        <a:noFill/>
                        <a:miter/>
                      </a:ln>
                    </p:spPr>
                  </p:pic>
                </p:oleObj>
              </mc:Fallback>
            </mc:AlternateContent>
          </a:graphicData>
        </a:graphic>
      </p:graphicFrame>
      <p:sp>
        <p:nvSpPr>
          <p:cNvPr id="149519" name="Text Box 15"/>
          <p:cNvSpPr txBox="1"/>
          <p:nvPr/>
        </p:nvSpPr>
        <p:spPr>
          <a:xfrm>
            <a:off x="914400" y="2540000"/>
            <a:ext cx="6100763" cy="460375"/>
          </a:xfrm>
          <a:prstGeom prst="rect">
            <a:avLst/>
          </a:prstGeom>
          <a:noFill/>
          <a:ln w="9525">
            <a:noFill/>
          </a:ln>
        </p:spPr>
        <p:txBody>
          <a:bodyPr wrap="square" lIns="90000" tIns="46800" rIns="90000" bIns="46800" anchor="t" anchorCtr="0">
            <a:spAutoFit/>
          </a:bodyPr>
          <a:p>
            <a:r>
              <a:rPr lang="zh-CN" altLang="en-US" sz="2400" dirty="0">
                <a:solidFill>
                  <a:schemeClr val="tx2"/>
                </a:solidFill>
                <a:latin typeface="微软雅黑" panose="020B0503020204020204" charset="-122"/>
                <a:ea typeface="微软雅黑" panose="020B0503020204020204" charset="-122"/>
              </a:rPr>
              <a:t>合成轨迹为</a:t>
            </a:r>
            <a:r>
              <a:rPr lang="zh-CN" altLang="en-US" sz="2400" dirty="0">
                <a:solidFill>
                  <a:schemeClr val="accent2"/>
                </a:solidFill>
                <a:latin typeface="微软雅黑" panose="020B0503020204020204" charset="-122"/>
                <a:ea typeface="微软雅黑" panose="020B0503020204020204" charset="-122"/>
              </a:rPr>
              <a:t>稳定的闭合曲线</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李萨如图形</a:t>
            </a:r>
            <a:endParaRPr lang="zh-CN" altLang="en-US" sz="2400" dirty="0">
              <a:latin typeface="微软雅黑" panose="020B0503020204020204" charset="-122"/>
              <a:ea typeface="微软雅黑" panose="020B0503020204020204" charset="-122"/>
            </a:endParaRPr>
          </a:p>
        </p:txBody>
      </p:sp>
      <p:sp>
        <p:nvSpPr>
          <p:cNvPr id="149520" name="Text Box 16"/>
          <p:cNvSpPr txBox="1"/>
          <p:nvPr/>
        </p:nvSpPr>
        <p:spPr>
          <a:xfrm>
            <a:off x="1585913" y="1851025"/>
            <a:ext cx="2868612" cy="461963"/>
          </a:xfrm>
          <a:prstGeom prst="rect">
            <a:avLst/>
          </a:prstGeom>
          <a:noFill/>
          <a:ln w="9525">
            <a:noFill/>
          </a:ln>
        </p:spPr>
        <p:txBody>
          <a:bodyPr wrap="square" lIns="90000" tIns="46800" rIns="90000" bIns="46800" anchor="t" anchorCtr="0">
            <a:spAutoFit/>
          </a:bodyPr>
          <a:p>
            <a:r>
              <a:rPr lang="zh-CN" altLang="en-US" sz="2400" dirty="0">
                <a:latin typeface="微软雅黑" panose="020B0503020204020204" charset="-122"/>
                <a:ea typeface="微软雅黑" panose="020B0503020204020204" charset="-122"/>
              </a:rPr>
              <a:t>频率成简单整数比</a:t>
            </a:r>
            <a:endParaRPr lang="zh-CN" altLang="en-US" sz="2400" dirty="0">
              <a:solidFill>
                <a:schemeClr val="tx2"/>
              </a:solidFill>
              <a:latin typeface="微软雅黑" panose="020B0503020204020204" charset="-122"/>
              <a:ea typeface="微软雅黑" panose="020B0503020204020204" charset="-122"/>
            </a:endParaRPr>
          </a:p>
        </p:txBody>
      </p:sp>
      <p:sp>
        <p:nvSpPr>
          <p:cNvPr id="76807" name="文本框 324609"/>
          <p:cNvSpPr txBox="1"/>
          <p:nvPr/>
        </p:nvSpPr>
        <p:spPr>
          <a:xfrm>
            <a:off x="428625" y="446088"/>
            <a:ext cx="8258175" cy="522287"/>
          </a:xfrm>
          <a:prstGeom prst="rect">
            <a:avLst/>
          </a:prstGeom>
          <a:noFill/>
          <a:ln w="9525">
            <a:noFill/>
          </a:ln>
        </p:spPr>
        <p:txBody>
          <a:bodyPr wrap="square" anchor="t" anchorCtr="0">
            <a:spAutoFit/>
          </a:bodyPr>
          <a:p>
            <a:pPr>
              <a:spcBef>
                <a:spcPct val="50000"/>
              </a:spcBef>
            </a:pPr>
            <a:r>
              <a:rPr lang="zh-CN" altLang="en-US" sz="2800" dirty="0">
                <a:solidFill>
                  <a:srgbClr val="000000"/>
                </a:solidFill>
                <a:latin typeface="微软雅黑" panose="020B0503020204020204" charset="-122"/>
                <a:ea typeface="微软雅黑" panose="020B0503020204020204" charset="-122"/>
              </a:rPr>
              <a:t>四、两个</a:t>
            </a:r>
            <a:r>
              <a:rPr lang="zh-CN" altLang="en-US" sz="2800" dirty="0">
                <a:solidFill>
                  <a:srgbClr val="000000"/>
                </a:solidFill>
                <a:latin typeface="微软雅黑" panose="020B0503020204020204" charset="-122"/>
                <a:ea typeface="微软雅黑" panose="020B0503020204020204" charset="-122"/>
                <a:sym typeface="宋体" panose="02010600030101010101" pitchFamily="2" charset="-122"/>
              </a:rPr>
              <a:t>不同频率</a:t>
            </a:r>
            <a:r>
              <a:rPr lang="zh-CN" altLang="en-US" sz="2800" dirty="0">
                <a:solidFill>
                  <a:srgbClr val="000000"/>
                </a:solidFill>
                <a:latin typeface="微软雅黑" panose="020B0503020204020204" charset="-122"/>
                <a:ea typeface="微软雅黑" panose="020B0503020204020204" charset="-122"/>
              </a:rPr>
              <a:t>相互垂直简谐振动的合成</a:t>
            </a:r>
            <a:endParaRPr lang="zh-CN" altLang="en-US" sz="2800" dirty="0">
              <a:solidFill>
                <a:srgbClr val="000000"/>
              </a:solidFill>
              <a:latin typeface="微软雅黑" panose="020B0503020204020204" charset="-122"/>
              <a:ea typeface="微软雅黑" panose="020B0503020204020204" charset="-122"/>
            </a:endParaRPr>
          </a:p>
        </p:txBody>
      </p:sp>
      <p:pic>
        <p:nvPicPr>
          <p:cNvPr id="76808" name="图片 1" descr="4-11 李莎如图形"/>
          <p:cNvPicPr>
            <a:picLocks noChangeAspect="1"/>
          </p:cNvPicPr>
          <p:nvPr/>
        </p:nvPicPr>
        <p:blipFill>
          <a:blip r:embed="rId3"/>
          <a:stretch>
            <a:fillRect/>
          </a:stretch>
        </p:blipFill>
        <p:spPr>
          <a:xfrm>
            <a:off x="2305050" y="3378200"/>
            <a:ext cx="3829050" cy="26447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9517"/>
                                        </p:tgtEl>
                                        <p:attrNameLst>
                                          <p:attrName>style.visibility</p:attrName>
                                        </p:attrNameLst>
                                      </p:cBhvr>
                                      <p:to>
                                        <p:strVal val="visible"/>
                                      </p:to>
                                    </p:set>
                                    <p:animEffect transition="in" filter="wipe(left)">
                                      <p:cBhvr>
                                        <p:cTn id="7" dur="500"/>
                                        <p:tgtEl>
                                          <p:spTgt spid="14951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9520"/>
                                        </p:tgtEl>
                                        <p:attrNameLst>
                                          <p:attrName>style.visibility</p:attrName>
                                        </p:attrNameLst>
                                      </p:cBhvr>
                                      <p:to>
                                        <p:strVal val="visible"/>
                                      </p:to>
                                    </p:set>
                                    <p:animEffect transition="in" filter="wipe(left)">
                                      <p:cBhvr>
                                        <p:cTn id="11" dur="500"/>
                                        <p:tgtEl>
                                          <p:spTgt spid="14952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49518"/>
                                        </p:tgtEl>
                                        <p:attrNameLst>
                                          <p:attrName>style.visibility</p:attrName>
                                        </p:attrNameLst>
                                      </p:cBhvr>
                                      <p:to>
                                        <p:strVal val="visible"/>
                                      </p:to>
                                    </p:set>
                                    <p:animEffect transition="in" filter="wipe(left)">
                                      <p:cBhvr>
                                        <p:cTn id="15" dur="500"/>
                                        <p:tgtEl>
                                          <p:spTgt spid="14951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49519"/>
                                        </p:tgtEl>
                                        <p:attrNameLst>
                                          <p:attrName>style.visibility</p:attrName>
                                        </p:attrNameLst>
                                      </p:cBhvr>
                                      <p:to>
                                        <p:strVal val="visible"/>
                                      </p:to>
                                    </p:set>
                                    <p:animEffect transition="in" filter="wipe(left)">
                                      <p:cBhvr>
                                        <p:cTn id="18" dur="500"/>
                                        <p:tgtEl>
                                          <p:spTgt spid="149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17" grpId="0"/>
      <p:bldP spid="149519" grpId="0"/>
      <p:bldP spid="14952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77826" name="Text Box 11"/>
          <p:cNvSpPr txBox="1"/>
          <p:nvPr/>
        </p:nvSpPr>
        <p:spPr>
          <a:xfrm>
            <a:off x="519113" y="368300"/>
            <a:ext cx="180975" cy="457200"/>
          </a:xfrm>
          <a:prstGeom prst="rect">
            <a:avLst/>
          </a:prstGeom>
          <a:noFill/>
          <a:ln w="9525">
            <a:noFill/>
          </a:ln>
        </p:spPr>
        <p:txBody>
          <a:bodyPr wrap="none" lIns="90000" tIns="46800" rIns="90000" bIns="46800" anchor="t" anchorCtr="0">
            <a:spAutoFit/>
          </a:bodyPr>
          <a:p>
            <a:endParaRPr lang="zh-CN" altLang="zh-CN" sz="2400" dirty="0">
              <a:solidFill>
                <a:schemeClr val="tx2"/>
              </a:solidFill>
              <a:latin typeface="Times New Roman" panose="02020603050405020304" pitchFamily="18" charset="0"/>
              <a:ea typeface="宋体" panose="02010600030101010101" pitchFamily="2" charset="-122"/>
            </a:endParaRPr>
          </a:p>
        </p:txBody>
      </p:sp>
      <p:grpSp>
        <p:nvGrpSpPr>
          <p:cNvPr id="149522" name="Group 18"/>
          <p:cNvGrpSpPr/>
          <p:nvPr/>
        </p:nvGrpSpPr>
        <p:grpSpPr>
          <a:xfrm>
            <a:off x="843280" y="2276793"/>
            <a:ext cx="3097213" cy="936625"/>
            <a:chOff x="2456" y="2280"/>
            <a:chExt cx="2152" cy="821"/>
          </a:xfrm>
        </p:grpSpPr>
        <p:sp>
          <p:nvSpPr>
            <p:cNvPr id="77828" name="Text Box 19"/>
            <p:cNvSpPr txBox="1"/>
            <p:nvPr/>
          </p:nvSpPr>
          <p:spPr>
            <a:xfrm>
              <a:off x="2456" y="2373"/>
              <a:ext cx="1536" cy="512"/>
            </a:xfrm>
            <a:prstGeom prst="rect">
              <a:avLst/>
            </a:prstGeom>
            <a:noFill/>
            <a:ln w="9525">
              <a:noFill/>
            </a:ln>
          </p:spPr>
          <p:txBody>
            <a:bodyPr anchor="t" anchorCtr="0">
              <a:spAutoFit/>
            </a:bodyPr>
            <a:p>
              <a:pPr>
                <a:spcBef>
                  <a:spcPct val="50000"/>
                </a:spcBef>
              </a:pPr>
              <a:r>
                <a:rPr lang="en-US" altLang="zh-CN" sz="3200" b="1" dirty="0">
                  <a:latin typeface="楷体_GB2312" pitchFamily="49" charset="-122"/>
                  <a:ea typeface="楷体_GB2312" pitchFamily="49" charset="-122"/>
                </a:rPr>
                <a:t> </a:t>
              </a:r>
              <a:r>
                <a:rPr lang="zh-CN" altLang="en-US" sz="2400" dirty="0">
                  <a:latin typeface="微软雅黑" panose="020B0503020204020204" charset="-122"/>
                  <a:ea typeface="微软雅黑" panose="020B0503020204020204" charset="-122"/>
                </a:rPr>
                <a:t>例如右图：</a:t>
              </a:r>
              <a:endParaRPr lang="zh-CN" altLang="en-US" sz="2400" dirty="0">
                <a:latin typeface="微软雅黑" panose="020B0503020204020204" charset="-122"/>
                <a:ea typeface="微软雅黑" panose="020B0503020204020204" charset="-122"/>
              </a:endParaRPr>
            </a:p>
          </p:txBody>
        </p:sp>
        <p:graphicFrame>
          <p:nvGraphicFramePr>
            <p:cNvPr id="77829" name="Object 20"/>
            <p:cNvGraphicFramePr>
              <a:graphicFrameLocks noChangeAspect="1"/>
            </p:cNvGraphicFramePr>
            <p:nvPr/>
          </p:nvGraphicFramePr>
          <p:xfrm>
            <a:off x="3696" y="2280"/>
            <a:ext cx="912" cy="821"/>
          </p:xfrm>
          <a:graphic>
            <a:graphicData uri="http://schemas.openxmlformats.org/presentationml/2006/ole">
              <mc:AlternateContent xmlns:mc="http://schemas.openxmlformats.org/markup-compatibility/2006">
                <mc:Choice xmlns:v="urn:schemas-microsoft-com:vml" Requires="v">
                  <p:oleObj spid="_x0000_s3366" name="" r:id="rId1" imgW="508000" imgH="457200" progId="Equation.3">
                    <p:embed/>
                  </p:oleObj>
                </mc:Choice>
                <mc:Fallback>
                  <p:oleObj name="" r:id="rId1" imgW="508000" imgH="457200" progId="Equation.3">
                    <p:embed/>
                    <p:pic>
                      <p:nvPicPr>
                        <p:cNvPr id="0" name="图片 3365"/>
                        <p:cNvPicPr/>
                        <p:nvPr/>
                      </p:nvPicPr>
                      <p:blipFill>
                        <a:blip r:embed="rId2"/>
                        <a:stretch>
                          <a:fillRect/>
                        </a:stretch>
                      </p:blipFill>
                      <p:spPr>
                        <a:xfrm>
                          <a:off x="3696" y="2280"/>
                          <a:ext cx="912" cy="821"/>
                        </a:xfrm>
                        <a:prstGeom prst="rect">
                          <a:avLst/>
                        </a:prstGeom>
                        <a:noFill/>
                        <a:ln w="38100">
                          <a:noFill/>
                          <a:miter/>
                        </a:ln>
                      </p:spPr>
                    </p:pic>
                  </p:oleObj>
                </mc:Fallback>
              </mc:AlternateContent>
            </a:graphicData>
          </a:graphic>
        </p:graphicFrame>
      </p:grpSp>
      <p:sp>
        <p:nvSpPr>
          <p:cNvPr id="77830" name="Text Box 21"/>
          <p:cNvSpPr txBox="1"/>
          <p:nvPr/>
        </p:nvSpPr>
        <p:spPr>
          <a:xfrm>
            <a:off x="1181100" y="533400"/>
            <a:ext cx="3556000" cy="520700"/>
          </a:xfrm>
          <a:prstGeom prst="rect">
            <a:avLst/>
          </a:prstGeom>
          <a:noFill/>
          <a:ln w="9525">
            <a:noFill/>
          </a:ln>
        </p:spPr>
        <p:txBody>
          <a:bodyPr wrap="square" anchor="t" anchorCtr="0">
            <a:spAutoFit/>
          </a:bodyPr>
          <a:p>
            <a:r>
              <a:rPr lang="zh-CN" altLang="en-US" sz="2800" b="1" dirty="0">
                <a:solidFill>
                  <a:srgbClr val="0070C0"/>
                </a:solidFill>
                <a:latin typeface="微软雅黑" panose="020B0503020204020204" charset="-122"/>
                <a:ea typeface="微软雅黑" panose="020B0503020204020204" charset="-122"/>
              </a:rPr>
              <a:t>应用：测定未知频率</a:t>
            </a:r>
            <a:endParaRPr lang="zh-CN" altLang="en-US" sz="2800" b="1" dirty="0">
              <a:solidFill>
                <a:srgbClr val="0070C0"/>
              </a:solidFill>
              <a:latin typeface="微软雅黑" panose="020B0503020204020204" charset="-122"/>
              <a:ea typeface="微软雅黑" panose="020B0503020204020204" charset="-122"/>
            </a:endParaRPr>
          </a:p>
        </p:txBody>
      </p:sp>
      <p:sp>
        <p:nvSpPr>
          <p:cNvPr id="149526" name="Text Box 22"/>
          <p:cNvSpPr txBox="1"/>
          <p:nvPr/>
        </p:nvSpPr>
        <p:spPr>
          <a:xfrm>
            <a:off x="539750" y="5085080"/>
            <a:ext cx="7729538" cy="892175"/>
          </a:xfrm>
          <a:prstGeom prst="rect">
            <a:avLst/>
          </a:prstGeom>
          <a:noFill/>
          <a:ln w="9525">
            <a:noFill/>
          </a:ln>
        </p:spPr>
        <p:txBody>
          <a:bodyPr wrap="square" anchor="t" anchorCtr="0">
            <a:spAutoFit/>
          </a:bodyPr>
          <a:p>
            <a:r>
              <a:rPr lang="en-US" altLang="zh-CN" sz="2800" b="1" dirty="0">
                <a:latin typeface="Times New Roman" panose="02020603050405020304" pitchFamily="18" charset="0"/>
                <a:ea typeface="楷体_GB2312" pitchFamily="49" charset="-122"/>
              </a:rPr>
              <a:t>    </a:t>
            </a:r>
            <a:r>
              <a:rPr lang="zh-CN" altLang="en-US" sz="2400" dirty="0">
                <a:latin typeface="微软雅黑" panose="020B0503020204020204" charset="-122"/>
                <a:ea typeface="微软雅黑" panose="020B0503020204020204" charset="-122"/>
              </a:rPr>
              <a:t>在示波器上，垂直、水平方向同时输入两振动，若已知其中一频率，对比标准李萨如图形，可得知未知频率。</a:t>
            </a:r>
            <a:endParaRPr lang="zh-CN" altLang="en-US" sz="2400" dirty="0">
              <a:latin typeface="微软雅黑" panose="020B0503020204020204" charset="-122"/>
              <a:ea typeface="微软雅黑" panose="020B0503020204020204" charset="-122"/>
            </a:endParaRPr>
          </a:p>
        </p:txBody>
      </p:sp>
      <p:pic>
        <p:nvPicPr>
          <p:cNvPr id="2" name="李莎茹图2341">
            <a:hlinkClick r:id="" action="ppaction://media"/>
          </p:cNvPr>
          <p:cNvPicPr/>
          <p:nvPr>
            <a:videoFile r:link="rId3"/>
            <p:extLst>
              <p:ext uri="{DAA4B4D4-6D71-4841-9C94-3DE7FCFB9230}">
                <p14:media xmlns:p14="http://schemas.microsoft.com/office/powerpoint/2010/main" r:embed="rId4"/>
              </p:ext>
            </p:extLst>
            <p:custDataLst>
              <p:tags r:id="rId5"/>
            </p:custDataLst>
          </p:nvPr>
        </p:nvPicPr>
        <p:blipFill>
          <a:blip r:embed="rId6"/>
          <a:stretch>
            <a:fillRect/>
          </a:stretch>
        </p:blipFill>
        <p:spPr>
          <a:xfrm>
            <a:off x="4211955" y="1452880"/>
            <a:ext cx="3904615" cy="323342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9522"/>
                                        </p:tgtEl>
                                        <p:attrNameLst>
                                          <p:attrName>style.visibility</p:attrName>
                                        </p:attrNameLst>
                                      </p:cBhvr>
                                      <p:to>
                                        <p:strVal val="visible"/>
                                      </p:to>
                                    </p:set>
                                    <p:animEffect transition="in" filter="wipe(left)">
                                      <p:cBhvr>
                                        <p:cTn id="7" dur="500"/>
                                        <p:tgtEl>
                                          <p:spTgt spid="1495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9526"/>
                                        </p:tgtEl>
                                        <p:attrNameLst>
                                          <p:attrName>style.visibility</p:attrName>
                                        </p:attrNameLst>
                                      </p:cBhvr>
                                      <p:to>
                                        <p:strVal val="visible"/>
                                      </p:to>
                                    </p:set>
                                    <p:animEffect transition="in" filter="wipe(left)">
                                      <p:cBhvr>
                                        <p:cTn id="11" dur="500"/>
                                        <p:tgtEl>
                                          <p:spTgt spid="149526"/>
                                        </p:tgtEl>
                                      </p:cBhvr>
                                    </p:animEffect>
                                  </p:childTnLst>
                                </p:cTn>
                              </p:par>
                            </p:childTnLst>
                          </p:cTn>
                        </p:par>
                      </p:childTnLst>
                    </p:cTn>
                  </p:par>
                </p:childTnLst>
              </p:cTn>
              <p:prevCondLst>
                <p:cond evt="onPrev" delay="0">
                  <p:tgtEl>
                    <p:sldTgt/>
                  </p:tgtEl>
                </p:cond>
              </p:prevCondLst>
              <p:nextCondLst>
                <p:cond evt="onNext" delay="0">
                  <p:tgtEl>
                    <p:sldTgt/>
                  </p:tgtEl>
                </p:cond>
              </p:nextCondLst>
            </p:seq>
            <p:video fullScrn="0">
              <p:cMediaNode>
                <p:cTn id="12" fill="hold" display="1">
                  <p:stCondLst>
                    <p:cond delay="indefinite"/>
                  </p:stCondLst>
                  <p:endCondLst>
                    <p:cond evt="onNext">
                      <p:tgtEl>
                        <p:sldTgt/>
                      </p:tgtEl>
                    </p:cond>
                    <p:cond evt="onPrev">
                      <p:tgtEl>
                        <p:sldTgt/>
                      </p:tgtEl>
                    </p:cond>
                  </p:endCondLst>
                </p:cTn>
                <p:tgtEl>
                  <p:spTgt spid="2"/>
                </p:tgtEl>
              </p:cMediaNode>
            </p:video>
            <p:seq concurrent="1" nextAc="seek">
              <p:cTn id="13" restart="whenNotActive" fill="hold" evtFilter="cancelBubble" nodeType="interactiveSeq">
                <p:stCondLst>
                  <p:cond evt="onClick" delay="0">
                    <p:tgtEl>
                      <p:spTgt spid="2"/>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additive="base">
                                        <p:cTn id="17" dur="1" fill="hold"/>
                                        <p:tgtEl>
                                          <p:spTgt spid="2"/>
                                        </p:tgtEl>
                                      </p:cBhvr>
                                    </p:cmd>
                                  </p:childTnLst>
                                </p:cTn>
                              </p:par>
                            </p:childTnLst>
                          </p:cTn>
                        </p:par>
                      </p:childTnLst>
                    </p:cTn>
                  </p:par>
                </p:childTnLst>
              </p:cTn>
              <p:nextCondLst>
                <p:cond evt="onClick" delay="0">
                  <p:tgtEl>
                    <p:spTgt spid="2"/>
                  </p:tgtEl>
                </p:cond>
              </p:nextCondLst>
            </p:seq>
          </p:childTnLst>
        </p:cTn>
      </p:par>
    </p:tnLst>
    <p:bldLst>
      <p:bldP spid="14952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pSp>
        <p:nvGrpSpPr>
          <p:cNvPr id="78850" name="Group 2"/>
          <p:cNvGrpSpPr/>
          <p:nvPr/>
        </p:nvGrpSpPr>
        <p:grpSpPr>
          <a:xfrm>
            <a:off x="623888" y="463550"/>
            <a:ext cx="7581900" cy="5845175"/>
            <a:chOff x="120" y="72"/>
            <a:chExt cx="5284" cy="4074"/>
          </a:xfrm>
        </p:grpSpPr>
        <p:grpSp>
          <p:nvGrpSpPr>
            <p:cNvPr id="78851" name="Group 3"/>
            <p:cNvGrpSpPr/>
            <p:nvPr/>
          </p:nvGrpSpPr>
          <p:grpSpPr>
            <a:xfrm>
              <a:off x="985" y="431"/>
              <a:ext cx="4406" cy="943"/>
              <a:chOff x="829" y="443"/>
              <a:chExt cx="4406" cy="943"/>
            </a:xfrm>
          </p:grpSpPr>
          <p:grpSp>
            <p:nvGrpSpPr>
              <p:cNvPr id="78852" name="Group 4"/>
              <p:cNvGrpSpPr/>
              <p:nvPr/>
            </p:nvGrpSpPr>
            <p:grpSpPr>
              <a:xfrm>
                <a:off x="829" y="443"/>
                <a:ext cx="677" cy="943"/>
                <a:chOff x="829" y="443"/>
                <a:chExt cx="677" cy="943"/>
              </a:xfrm>
            </p:grpSpPr>
            <p:sp>
              <p:nvSpPr>
                <p:cNvPr id="78853" name="Freeform 5"/>
                <p:cNvSpPr/>
                <p:nvPr/>
              </p:nvSpPr>
              <p:spPr>
                <a:xfrm>
                  <a:off x="829" y="443"/>
                  <a:ext cx="28" cy="94"/>
                </a:xfrm>
                <a:custGeom>
                  <a:avLst/>
                  <a:gdLst/>
                  <a:ahLst/>
                  <a:cxnLst>
                    <a:cxn ang="0">
                      <a:pos x="6" y="2"/>
                    </a:cxn>
                    <a:cxn ang="0">
                      <a:pos x="3" y="2"/>
                    </a:cxn>
                    <a:cxn ang="0">
                      <a:pos x="3" y="5"/>
                    </a:cxn>
                    <a:cxn ang="0">
                      <a:pos x="14" y="5"/>
                    </a:cxn>
                    <a:cxn ang="0">
                      <a:pos x="14" y="0"/>
                    </a:cxn>
                    <a:cxn ang="0">
                      <a:pos x="3" y="0"/>
                    </a:cxn>
                    <a:cxn ang="0">
                      <a:pos x="0" y="0"/>
                    </a:cxn>
                    <a:cxn ang="0">
                      <a:pos x="0" y="2"/>
                    </a:cxn>
                    <a:cxn ang="0">
                      <a:pos x="0" y="47"/>
                    </a:cxn>
                    <a:cxn ang="0">
                      <a:pos x="6" y="47"/>
                    </a:cxn>
                    <a:cxn ang="0">
                      <a:pos x="6" y="2"/>
                    </a:cxn>
                  </a:cxnLst>
                  <a:pathLst>
                    <a:path w="55" h="189">
                      <a:moveTo>
                        <a:pt x="22" y="11"/>
                      </a:moveTo>
                      <a:lnTo>
                        <a:pt x="11" y="11"/>
                      </a:lnTo>
                      <a:lnTo>
                        <a:pt x="11" y="22"/>
                      </a:lnTo>
                      <a:lnTo>
                        <a:pt x="55" y="22"/>
                      </a:lnTo>
                      <a:lnTo>
                        <a:pt x="55" y="0"/>
                      </a:lnTo>
                      <a:lnTo>
                        <a:pt x="11" y="0"/>
                      </a:lnTo>
                      <a:lnTo>
                        <a:pt x="0" y="0"/>
                      </a:lnTo>
                      <a:lnTo>
                        <a:pt x="0" y="11"/>
                      </a:lnTo>
                      <a:lnTo>
                        <a:pt x="0" y="189"/>
                      </a:lnTo>
                      <a:lnTo>
                        <a:pt x="22" y="189"/>
                      </a:lnTo>
                      <a:lnTo>
                        <a:pt x="22" y="11"/>
                      </a:lnTo>
                      <a:close/>
                    </a:path>
                  </a:pathLst>
                </a:custGeom>
                <a:solidFill>
                  <a:srgbClr val="FF00FF"/>
                </a:solidFill>
                <a:ln w="9525">
                  <a:noFill/>
                </a:ln>
              </p:spPr>
              <p:txBody>
                <a:bodyPr/>
                <a:p>
                  <a:endParaRPr lang="zh-CN" altLang="en-US"/>
                </a:p>
              </p:txBody>
            </p:sp>
            <p:sp>
              <p:nvSpPr>
                <p:cNvPr id="78854" name="Rectangle 6"/>
                <p:cNvSpPr/>
                <p:nvPr/>
              </p:nvSpPr>
              <p:spPr>
                <a:xfrm>
                  <a:off x="829" y="571"/>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55" name="Rectangle 7"/>
                <p:cNvSpPr/>
                <p:nvPr/>
              </p:nvSpPr>
              <p:spPr>
                <a:xfrm>
                  <a:off x="829" y="693"/>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56" name="Rectangle 8"/>
                <p:cNvSpPr/>
                <p:nvPr/>
              </p:nvSpPr>
              <p:spPr>
                <a:xfrm>
                  <a:off x="829" y="815"/>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57" name="Rectangle 9"/>
                <p:cNvSpPr/>
                <p:nvPr/>
              </p:nvSpPr>
              <p:spPr>
                <a:xfrm>
                  <a:off x="829" y="937"/>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58" name="Rectangle 10"/>
                <p:cNvSpPr/>
                <p:nvPr/>
              </p:nvSpPr>
              <p:spPr>
                <a:xfrm>
                  <a:off x="829" y="1059"/>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59" name="Rectangle 11"/>
                <p:cNvSpPr/>
                <p:nvPr/>
              </p:nvSpPr>
              <p:spPr>
                <a:xfrm>
                  <a:off x="829" y="1181"/>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60" name="Freeform 12"/>
                <p:cNvSpPr/>
                <p:nvPr/>
              </p:nvSpPr>
              <p:spPr>
                <a:xfrm>
                  <a:off x="829" y="1303"/>
                  <a:ext cx="17" cy="83"/>
                </a:xfrm>
                <a:custGeom>
                  <a:avLst/>
                  <a:gdLst/>
                  <a:ahLst/>
                  <a:cxnLst>
                    <a:cxn ang="0">
                      <a:pos x="6" y="0"/>
                    </a:cxn>
                    <a:cxn ang="0">
                      <a:pos x="0" y="0"/>
                    </a:cxn>
                    <a:cxn ang="0">
                      <a:pos x="0" y="39"/>
                    </a:cxn>
                    <a:cxn ang="0">
                      <a:pos x="0" y="41"/>
                    </a:cxn>
                    <a:cxn ang="0">
                      <a:pos x="3" y="41"/>
                    </a:cxn>
                    <a:cxn ang="0">
                      <a:pos x="9" y="41"/>
                    </a:cxn>
                    <a:cxn ang="0">
                      <a:pos x="9" y="36"/>
                    </a:cxn>
                    <a:cxn ang="0">
                      <a:pos x="3" y="36"/>
                    </a:cxn>
                    <a:cxn ang="0">
                      <a:pos x="3" y="39"/>
                    </a:cxn>
                    <a:cxn ang="0">
                      <a:pos x="6" y="39"/>
                    </a:cxn>
                    <a:cxn ang="0">
                      <a:pos x="6" y="0"/>
                    </a:cxn>
                  </a:cxnLst>
                  <a:pathLst>
                    <a:path w="33" h="167">
                      <a:moveTo>
                        <a:pt x="22" y="0"/>
                      </a:moveTo>
                      <a:lnTo>
                        <a:pt x="0" y="0"/>
                      </a:lnTo>
                      <a:lnTo>
                        <a:pt x="0" y="156"/>
                      </a:lnTo>
                      <a:lnTo>
                        <a:pt x="0" y="167"/>
                      </a:lnTo>
                      <a:lnTo>
                        <a:pt x="11" y="167"/>
                      </a:lnTo>
                      <a:lnTo>
                        <a:pt x="33" y="167"/>
                      </a:lnTo>
                      <a:lnTo>
                        <a:pt x="33" y="144"/>
                      </a:lnTo>
                      <a:lnTo>
                        <a:pt x="11" y="144"/>
                      </a:lnTo>
                      <a:lnTo>
                        <a:pt x="11" y="156"/>
                      </a:lnTo>
                      <a:lnTo>
                        <a:pt x="22" y="156"/>
                      </a:lnTo>
                      <a:lnTo>
                        <a:pt x="22" y="0"/>
                      </a:lnTo>
                      <a:close/>
                    </a:path>
                  </a:pathLst>
                </a:custGeom>
                <a:solidFill>
                  <a:srgbClr val="FF00FF"/>
                </a:solidFill>
                <a:ln w="9525">
                  <a:noFill/>
                </a:ln>
              </p:spPr>
              <p:txBody>
                <a:bodyPr/>
                <a:p>
                  <a:endParaRPr lang="zh-CN" altLang="en-US"/>
                </a:p>
              </p:txBody>
            </p:sp>
            <p:sp>
              <p:nvSpPr>
                <p:cNvPr id="78861" name="Rectangle 13"/>
                <p:cNvSpPr/>
                <p:nvPr/>
              </p:nvSpPr>
              <p:spPr>
                <a:xfrm>
                  <a:off x="879"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62" name="Rectangle 14"/>
                <p:cNvSpPr/>
                <p:nvPr/>
              </p:nvSpPr>
              <p:spPr>
                <a:xfrm>
                  <a:off x="1001"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63" name="Rectangle 15"/>
                <p:cNvSpPr/>
                <p:nvPr/>
              </p:nvSpPr>
              <p:spPr>
                <a:xfrm>
                  <a:off x="1123"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64" name="Rectangle 16"/>
                <p:cNvSpPr/>
                <p:nvPr/>
              </p:nvSpPr>
              <p:spPr>
                <a:xfrm>
                  <a:off x="1245"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65" name="Rectangle 17"/>
                <p:cNvSpPr/>
                <p:nvPr/>
              </p:nvSpPr>
              <p:spPr>
                <a:xfrm>
                  <a:off x="1367"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66" name="Freeform 18"/>
                <p:cNvSpPr/>
                <p:nvPr/>
              </p:nvSpPr>
              <p:spPr>
                <a:xfrm>
                  <a:off x="1489" y="1303"/>
                  <a:ext cx="17" cy="83"/>
                </a:xfrm>
                <a:custGeom>
                  <a:avLst/>
                  <a:gdLst/>
                  <a:ahLst/>
                  <a:cxnLst>
                    <a:cxn ang="0">
                      <a:pos x="0" y="36"/>
                    </a:cxn>
                    <a:cxn ang="0">
                      <a:pos x="0" y="41"/>
                    </a:cxn>
                    <a:cxn ang="0">
                      <a:pos x="6" y="41"/>
                    </a:cxn>
                    <a:cxn ang="0">
                      <a:pos x="9" y="41"/>
                    </a:cxn>
                    <a:cxn ang="0">
                      <a:pos x="9" y="39"/>
                    </a:cxn>
                    <a:cxn ang="0">
                      <a:pos x="9" y="0"/>
                    </a:cxn>
                    <a:cxn ang="0">
                      <a:pos x="3" y="0"/>
                    </a:cxn>
                    <a:cxn ang="0">
                      <a:pos x="3" y="39"/>
                    </a:cxn>
                    <a:cxn ang="0">
                      <a:pos x="6" y="39"/>
                    </a:cxn>
                    <a:cxn ang="0">
                      <a:pos x="6" y="36"/>
                    </a:cxn>
                    <a:cxn ang="0">
                      <a:pos x="0" y="36"/>
                    </a:cxn>
                  </a:cxnLst>
                  <a:pathLst>
                    <a:path w="33" h="167">
                      <a:moveTo>
                        <a:pt x="0" y="144"/>
                      </a:moveTo>
                      <a:lnTo>
                        <a:pt x="0" y="167"/>
                      </a:lnTo>
                      <a:lnTo>
                        <a:pt x="22" y="167"/>
                      </a:lnTo>
                      <a:lnTo>
                        <a:pt x="33" y="167"/>
                      </a:lnTo>
                      <a:lnTo>
                        <a:pt x="33" y="156"/>
                      </a:lnTo>
                      <a:lnTo>
                        <a:pt x="33" y="0"/>
                      </a:lnTo>
                      <a:lnTo>
                        <a:pt x="11" y="0"/>
                      </a:lnTo>
                      <a:lnTo>
                        <a:pt x="11" y="156"/>
                      </a:lnTo>
                      <a:lnTo>
                        <a:pt x="22" y="156"/>
                      </a:lnTo>
                      <a:lnTo>
                        <a:pt x="22" y="144"/>
                      </a:lnTo>
                      <a:lnTo>
                        <a:pt x="0" y="144"/>
                      </a:lnTo>
                      <a:close/>
                    </a:path>
                  </a:pathLst>
                </a:custGeom>
                <a:solidFill>
                  <a:srgbClr val="FF00FF"/>
                </a:solidFill>
                <a:ln w="9525">
                  <a:noFill/>
                </a:ln>
              </p:spPr>
              <p:txBody>
                <a:bodyPr/>
                <a:p>
                  <a:endParaRPr lang="zh-CN" altLang="en-US"/>
                </a:p>
              </p:txBody>
            </p:sp>
            <p:sp>
              <p:nvSpPr>
                <p:cNvPr id="78867" name="Rectangle 19"/>
                <p:cNvSpPr/>
                <p:nvPr/>
              </p:nvSpPr>
              <p:spPr>
                <a:xfrm>
                  <a:off x="1495" y="1181"/>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68" name="Rectangle 20"/>
                <p:cNvSpPr/>
                <p:nvPr/>
              </p:nvSpPr>
              <p:spPr>
                <a:xfrm>
                  <a:off x="1495" y="1059"/>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69" name="Rectangle 21"/>
                <p:cNvSpPr/>
                <p:nvPr/>
              </p:nvSpPr>
              <p:spPr>
                <a:xfrm>
                  <a:off x="1495" y="937"/>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70" name="Rectangle 22"/>
                <p:cNvSpPr/>
                <p:nvPr/>
              </p:nvSpPr>
              <p:spPr>
                <a:xfrm>
                  <a:off x="1495" y="815"/>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71" name="Rectangle 23"/>
                <p:cNvSpPr/>
                <p:nvPr/>
              </p:nvSpPr>
              <p:spPr>
                <a:xfrm>
                  <a:off x="1495" y="693"/>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72" name="Rectangle 24"/>
                <p:cNvSpPr/>
                <p:nvPr/>
              </p:nvSpPr>
              <p:spPr>
                <a:xfrm>
                  <a:off x="1495" y="571"/>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73" name="Rectangle 25"/>
                <p:cNvSpPr/>
                <p:nvPr/>
              </p:nvSpPr>
              <p:spPr>
                <a:xfrm>
                  <a:off x="1495" y="4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74" name="Rectangle 26"/>
                <p:cNvSpPr/>
                <p:nvPr/>
              </p:nvSpPr>
              <p:spPr>
                <a:xfrm>
                  <a:off x="1378"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75" name="Rectangle 27"/>
                <p:cNvSpPr/>
                <p:nvPr/>
              </p:nvSpPr>
              <p:spPr>
                <a:xfrm>
                  <a:off x="1256"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76" name="Rectangle 28"/>
                <p:cNvSpPr/>
                <p:nvPr/>
              </p:nvSpPr>
              <p:spPr>
                <a:xfrm>
                  <a:off x="1134"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77" name="Rectangle 29"/>
                <p:cNvSpPr/>
                <p:nvPr/>
              </p:nvSpPr>
              <p:spPr>
                <a:xfrm>
                  <a:off x="1012"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78" name="Rectangle 30"/>
                <p:cNvSpPr/>
                <p:nvPr/>
              </p:nvSpPr>
              <p:spPr>
                <a:xfrm>
                  <a:off x="890"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8879" name="Group 31"/>
              <p:cNvGrpSpPr/>
              <p:nvPr/>
            </p:nvGrpSpPr>
            <p:grpSpPr>
              <a:xfrm>
                <a:off x="1761" y="443"/>
                <a:ext cx="677" cy="943"/>
                <a:chOff x="1761" y="443"/>
                <a:chExt cx="677" cy="943"/>
              </a:xfrm>
            </p:grpSpPr>
            <p:sp>
              <p:nvSpPr>
                <p:cNvPr id="78880" name="Freeform 32"/>
                <p:cNvSpPr/>
                <p:nvPr/>
              </p:nvSpPr>
              <p:spPr>
                <a:xfrm>
                  <a:off x="1761" y="443"/>
                  <a:ext cx="28" cy="94"/>
                </a:xfrm>
                <a:custGeom>
                  <a:avLst/>
                  <a:gdLst/>
                  <a:ahLst/>
                  <a:cxnLst>
                    <a:cxn ang="0">
                      <a:pos x="6" y="2"/>
                    </a:cxn>
                    <a:cxn ang="0">
                      <a:pos x="3" y="2"/>
                    </a:cxn>
                    <a:cxn ang="0">
                      <a:pos x="3" y="5"/>
                    </a:cxn>
                    <a:cxn ang="0">
                      <a:pos x="14" y="5"/>
                    </a:cxn>
                    <a:cxn ang="0">
                      <a:pos x="14" y="0"/>
                    </a:cxn>
                    <a:cxn ang="0">
                      <a:pos x="3" y="0"/>
                    </a:cxn>
                    <a:cxn ang="0">
                      <a:pos x="0" y="0"/>
                    </a:cxn>
                    <a:cxn ang="0">
                      <a:pos x="0" y="2"/>
                    </a:cxn>
                    <a:cxn ang="0">
                      <a:pos x="0" y="47"/>
                    </a:cxn>
                    <a:cxn ang="0">
                      <a:pos x="6" y="47"/>
                    </a:cxn>
                    <a:cxn ang="0">
                      <a:pos x="6" y="2"/>
                    </a:cxn>
                  </a:cxnLst>
                  <a:pathLst>
                    <a:path w="56" h="189">
                      <a:moveTo>
                        <a:pt x="23" y="11"/>
                      </a:moveTo>
                      <a:lnTo>
                        <a:pt x="11" y="11"/>
                      </a:lnTo>
                      <a:lnTo>
                        <a:pt x="11" y="22"/>
                      </a:lnTo>
                      <a:lnTo>
                        <a:pt x="56" y="22"/>
                      </a:lnTo>
                      <a:lnTo>
                        <a:pt x="56" y="0"/>
                      </a:lnTo>
                      <a:lnTo>
                        <a:pt x="11" y="0"/>
                      </a:lnTo>
                      <a:lnTo>
                        <a:pt x="0" y="0"/>
                      </a:lnTo>
                      <a:lnTo>
                        <a:pt x="0" y="11"/>
                      </a:lnTo>
                      <a:lnTo>
                        <a:pt x="0" y="189"/>
                      </a:lnTo>
                      <a:lnTo>
                        <a:pt x="23" y="189"/>
                      </a:lnTo>
                      <a:lnTo>
                        <a:pt x="23" y="11"/>
                      </a:lnTo>
                      <a:close/>
                    </a:path>
                  </a:pathLst>
                </a:custGeom>
                <a:solidFill>
                  <a:srgbClr val="FF00FF"/>
                </a:solidFill>
                <a:ln w="9525">
                  <a:noFill/>
                </a:ln>
              </p:spPr>
              <p:txBody>
                <a:bodyPr/>
                <a:p>
                  <a:endParaRPr lang="zh-CN" altLang="en-US"/>
                </a:p>
              </p:txBody>
            </p:sp>
            <p:sp>
              <p:nvSpPr>
                <p:cNvPr id="78881" name="Rectangle 33"/>
                <p:cNvSpPr/>
                <p:nvPr/>
              </p:nvSpPr>
              <p:spPr>
                <a:xfrm>
                  <a:off x="1761" y="571"/>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82" name="Rectangle 34"/>
                <p:cNvSpPr/>
                <p:nvPr/>
              </p:nvSpPr>
              <p:spPr>
                <a:xfrm>
                  <a:off x="1761" y="693"/>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83" name="Rectangle 35"/>
                <p:cNvSpPr/>
                <p:nvPr/>
              </p:nvSpPr>
              <p:spPr>
                <a:xfrm>
                  <a:off x="1761" y="815"/>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84" name="Rectangle 36"/>
                <p:cNvSpPr/>
                <p:nvPr/>
              </p:nvSpPr>
              <p:spPr>
                <a:xfrm>
                  <a:off x="1761" y="937"/>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85" name="Rectangle 37"/>
                <p:cNvSpPr/>
                <p:nvPr/>
              </p:nvSpPr>
              <p:spPr>
                <a:xfrm>
                  <a:off x="1761" y="1059"/>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86" name="Rectangle 38"/>
                <p:cNvSpPr/>
                <p:nvPr/>
              </p:nvSpPr>
              <p:spPr>
                <a:xfrm>
                  <a:off x="1761" y="1181"/>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87" name="Freeform 39"/>
                <p:cNvSpPr/>
                <p:nvPr/>
              </p:nvSpPr>
              <p:spPr>
                <a:xfrm>
                  <a:off x="1761" y="1303"/>
                  <a:ext cx="17" cy="83"/>
                </a:xfrm>
                <a:custGeom>
                  <a:avLst/>
                  <a:gdLst/>
                  <a:ahLst/>
                  <a:cxnLst>
                    <a:cxn ang="0">
                      <a:pos x="6" y="0"/>
                    </a:cxn>
                    <a:cxn ang="0">
                      <a:pos x="0" y="0"/>
                    </a:cxn>
                    <a:cxn ang="0">
                      <a:pos x="0" y="39"/>
                    </a:cxn>
                    <a:cxn ang="0">
                      <a:pos x="0" y="41"/>
                    </a:cxn>
                    <a:cxn ang="0">
                      <a:pos x="3" y="41"/>
                    </a:cxn>
                    <a:cxn ang="0">
                      <a:pos x="9" y="41"/>
                    </a:cxn>
                    <a:cxn ang="0">
                      <a:pos x="9" y="36"/>
                    </a:cxn>
                    <a:cxn ang="0">
                      <a:pos x="3" y="36"/>
                    </a:cxn>
                    <a:cxn ang="0">
                      <a:pos x="3" y="39"/>
                    </a:cxn>
                    <a:cxn ang="0">
                      <a:pos x="6" y="39"/>
                    </a:cxn>
                    <a:cxn ang="0">
                      <a:pos x="6" y="0"/>
                    </a:cxn>
                  </a:cxnLst>
                  <a:pathLst>
                    <a:path w="34" h="167">
                      <a:moveTo>
                        <a:pt x="23" y="0"/>
                      </a:moveTo>
                      <a:lnTo>
                        <a:pt x="0" y="0"/>
                      </a:lnTo>
                      <a:lnTo>
                        <a:pt x="0" y="156"/>
                      </a:lnTo>
                      <a:lnTo>
                        <a:pt x="0" y="167"/>
                      </a:lnTo>
                      <a:lnTo>
                        <a:pt x="11" y="167"/>
                      </a:lnTo>
                      <a:lnTo>
                        <a:pt x="34" y="167"/>
                      </a:lnTo>
                      <a:lnTo>
                        <a:pt x="34" y="144"/>
                      </a:lnTo>
                      <a:lnTo>
                        <a:pt x="11" y="144"/>
                      </a:lnTo>
                      <a:lnTo>
                        <a:pt x="11" y="156"/>
                      </a:lnTo>
                      <a:lnTo>
                        <a:pt x="23" y="156"/>
                      </a:lnTo>
                      <a:lnTo>
                        <a:pt x="23" y="0"/>
                      </a:lnTo>
                      <a:close/>
                    </a:path>
                  </a:pathLst>
                </a:custGeom>
                <a:solidFill>
                  <a:srgbClr val="FF00FF"/>
                </a:solidFill>
                <a:ln w="9525">
                  <a:noFill/>
                </a:ln>
              </p:spPr>
              <p:txBody>
                <a:bodyPr/>
                <a:p>
                  <a:endParaRPr lang="zh-CN" altLang="en-US"/>
                </a:p>
              </p:txBody>
            </p:sp>
            <p:sp>
              <p:nvSpPr>
                <p:cNvPr id="78888" name="Rectangle 40"/>
                <p:cNvSpPr/>
                <p:nvPr/>
              </p:nvSpPr>
              <p:spPr>
                <a:xfrm>
                  <a:off x="1811"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89" name="Rectangle 41"/>
                <p:cNvSpPr/>
                <p:nvPr/>
              </p:nvSpPr>
              <p:spPr>
                <a:xfrm>
                  <a:off x="1933"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90" name="Rectangle 42"/>
                <p:cNvSpPr/>
                <p:nvPr/>
              </p:nvSpPr>
              <p:spPr>
                <a:xfrm>
                  <a:off x="2055"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91" name="Rectangle 43"/>
                <p:cNvSpPr/>
                <p:nvPr/>
              </p:nvSpPr>
              <p:spPr>
                <a:xfrm>
                  <a:off x="2177"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92" name="Rectangle 44"/>
                <p:cNvSpPr/>
                <p:nvPr/>
              </p:nvSpPr>
              <p:spPr>
                <a:xfrm>
                  <a:off x="2299"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93" name="Freeform 45"/>
                <p:cNvSpPr/>
                <p:nvPr/>
              </p:nvSpPr>
              <p:spPr>
                <a:xfrm>
                  <a:off x="2421" y="1303"/>
                  <a:ext cx="17" cy="83"/>
                </a:xfrm>
                <a:custGeom>
                  <a:avLst/>
                  <a:gdLst/>
                  <a:ahLst/>
                  <a:cxnLst>
                    <a:cxn ang="0">
                      <a:pos x="0" y="36"/>
                    </a:cxn>
                    <a:cxn ang="0">
                      <a:pos x="0" y="41"/>
                    </a:cxn>
                    <a:cxn ang="0">
                      <a:pos x="6" y="41"/>
                    </a:cxn>
                    <a:cxn ang="0">
                      <a:pos x="9" y="41"/>
                    </a:cxn>
                    <a:cxn ang="0">
                      <a:pos x="9" y="39"/>
                    </a:cxn>
                    <a:cxn ang="0">
                      <a:pos x="9" y="0"/>
                    </a:cxn>
                    <a:cxn ang="0">
                      <a:pos x="3" y="0"/>
                    </a:cxn>
                    <a:cxn ang="0">
                      <a:pos x="3" y="39"/>
                    </a:cxn>
                    <a:cxn ang="0">
                      <a:pos x="6" y="39"/>
                    </a:cxn>
                    <a:cxn ang="0">
                      <a:pos x="6" y="36"/>
                    </a:cxn>
                    <a:cxn ang="0">
                      <a:pos x="0" y="36"/>
                    </a:cxn>
                  </a:cxnLst>
                  <a:pathLst>
                    <a:path w="33" h="167">
                      <a:moveTo>
                        <a:pt x="0" y="144"/>
                      </a:moveTo>
                      <a:lnTo>
                        <a:pt x="0" y="167"/>
                      </a:lnTo>
                      <a:lnTo>
                        <a:pt x="22" y="167"/>
                      </a:lnTo>
                      <a:lnTo>
                        <a:pt x="33" y="167"/>
                      </a:lnTo>
                      <a:lnTo>
                        <a:pt x="33" y="156"/>
                      </a:lnTo>
                      <a:lnTo>
                        <a:pt x="33" y="0"/>
                      </a:lnTo>
                      <a:lnTo>
                        <a:pt x="11" y="0"/>
                      </a:lnTo>
                      <a:lnTo>
                        <a:pt x="11" y="156"/>
                      </a:lnTo>
                      <a:lnTo>
                        <a:pt x="22" y="156"/>
                      </a:lnTo>
                      <a:lnTo>
                        <a:pt x="22" y="144"/>
                      </a:lnTo>
                      <a:lnTo>
                        <a:pt x="0" y="144"/>
                      </a:lnTo>
                      <a:close/>
                    </a:path>
                  </a:pathLst>
                </a:custGeom>
                <a:solidFill>
                  <a:srgbClr val="FF00FF"/>
                </a:solidFill>
                <a:ln w="9525">
                  <a:noFill/>
                </a:ln>
              </p:spPr>
              <p:txBody>
                <a:bodyPr/>
                <a:p>
                  <a:endParaRPr lang="zh-CN" altLang="en-US"/>
                </a:p>
              </p:txBody>
            </p:sp>
            <p:sp>
              <p:nvSpPr>
                <p:cNvPr id="78894" name="Rectangle 46"/>
                <p:cNvSpPr/>
                <p:nvPr/>
              </p:nvSpPr>
              <p:spPr>
                <a:xfrm>
                  <a:off x="2427" y="1181"/>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95" name="Rectangle 47"/>
                <p:cNvSpPr/>
                <p:nvPr/>
              </p:nvSpPr>
              <p:spPr>
                <a:xfrm>
                  <a:off x="2427" y="1059"/>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96" name="Rectangle 48"/>
                <p:cNvSpPr/>
                <p:nvPr/>
              </p:nvSpPr>
              <p:spPr>
                <a:xfrm>
                  <a:off x="2427" y="937"/>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97" name="Rectangle 49"/>
                <p:cNvSpPr/>
                <p:nvPr/>
              </p:nvSpPr>
              <p:spPr>
                <a:xfrm>
                  <a:off x="2427" y="815"/>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98" name="Rectangle 50"/>
                <p:cNvSpPr/>
                <p:nvPr/>
              </p:nvSpPr>
              <p:spPr>
                <a:xfrm>
                  <a:off x="2427" y="693"/>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899" name="Rectangle 51"/>
                <p:cNvSpPr/>
                <p:nvPr/>
              </p:nvSpPr>
              <p:spPr>
                <a:xfrm>
                  <a:off x="2427" y="571"/>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00" name="Rectangle 52"/>
                <p:cNvSpPr/>
                <p:nvPr/>
              </p:nvSpPr>
              <p:spPr>
                <a:xfrm>
                  <a:off x="2427" y="4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01" name="Rectangle 53"/>
                <p:cNvSpPr/>
                <p:nvPr/>
              </p:nvSpPr>
              <p:spPr>
                <a:xfrm>
                  <a:off x="2311" y="4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02" name="Rectangle 54"/>
                <p:cNvSpPr/>
                <p:nvPr/>
              </p:nvSpPr>
              <p:spPr>
                <a:xfrm>
                  <a:off x="2188"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03" name="Rectangle 55"/>
                <p:cNvSpPr/>
                <p:nvPr/>
              </p:nvSpPr>
              <p:spPr>
                <a:xfrm>
                  <a:off x="2066"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04" name="Rectangle 56"/>
                <p:cNvSpPr/>
                <p:nvPr/>
              </p:nvSpPr>
              <p:spPr>
                <a:xfrm>
                  <a:off x="1944"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05" name="Rectangle 57"/>
                <p:cNvSpPr/>
                <p:nvPr/>
              </p:nvSpPr>
              <p:spPr>
                <a:xfrm>
                  <a:off x="1822"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8906" name="Group 58"/>
              <p:cNvGrpSpPr/>
              <p:nvPr/>
            </p:nvGrpSpPr>
            <p:grpSpPr>
              <a:xfrm>
                <a:off x="2693" y="443"/>
                <a:ext cx="677" cy="943"/>
                <a:chOff x="2693" y="443"/>
                <a:chExt cx="677" cy="943"/>
              </a:xfrm>
            </p:grpSpPr>
            <p:sp>
              <p:nvSpPr>
                <p:cNvPr id="78907" name="Freeform 59"/>
                <p:cNvSpPr/>
                <p:nvPr/>
              </p:nvSpPr>
              <p:spPr>
                <a:xfrm>
                  <a:off x="2693" y="443"/>
                  <a:ext cx="28" cy="94"/>
                </a:xfrm>
                <a:custGeom>
                  <a:avLst/>
                  <a:gdLst/>
                  <a:ahLst/>
                  <a:cxnLst>
                    <a:cxn ang="0">
                      <a:pos x="6" y="2"/>
                    </a:cxn>
                    <a:cxn ang="0">
                      <a:pos x="3" y="2"/>
                    </a:cxn>
                    <a:cxn ang="0">
                      <a:pos x="3" y="5"/>
                    </a:cxn>
                    <a:cxn ang="0">
                      <a:pos x="14" y="5"/>
                    </a:cxn>
                    <a:cxn ang="0">
                      <a:pos x="14" y="0"/>
                    </a:cxn>
                    <a:cxn ang="0">
                      <a:pos x="3" y="0"/>
                    </a:cxn>
                    <a:cxn ang="0">
                      <a:pos x="0" y="0"/>
                    </a:cxn>
                    <a:cxn ang="0">
                      <a:pos x="0" y="2"/>
                    </a:cxn>
                    <a:cxn ang="0">
                      <a:pos x="0" y="47"/>
                    </a:cxn>
                    <a:cxn ang="0">
                      <a:pos x="6" y="47"/>
                    </a:cxn>
                    <a:cxn ang="0">
                      <a:pos x="6" y="2"/>
                    </a:cxn>
                  </a:cxnLst>
                  <a:pathLst>
                    <a:path w="55" h="189">
                      <a:moveTo>
                        <a:pt x="22" y="11"/>
                      </a:moveTo>
                      <a:lnTo>
                        <a:pt x="11" y="11"/>
                      </a:lnTo>
                      <a:lnTo>
                        <a:pt x="11" y="22"/>
                      </a:lnTo>
                      <a:lnTo>
                        <a:pt x="55" y="22"/>
                      </a:lnTo>
                      <a:lnTo>
                        <a:pt x="55" y="0"/>
                      </a:lnTo>
                      <a:lnTo>
                        <a:pt x="11" y="0"/>
                      </a:lnTo>
                      <a:lnTo>
                        <a:pt x="0" y="0"/>
                      </a:lnTo>
                      <a:lnTo>
                        <a:pt x="0" y="11"/>
                      </a:lnTo>
                      <a:lnTo>
                        <a:pt x="0" y="189"/>
                      </a:lnTo>
                      <a:lnTo>
                        <a:pt x="22" y="189"/>
                      </a:lnTo>
                      <a:lnTo>
                        <a:pt x="22" y="11"/>
                      </a:lnTo>
                      <a:close/>
                    </a:path>
                  </a:pathLst>
                </a:custGeom>
                <a:solidFill>
                  <a:srgbClr val="FF00FF"/>
                </a:solidFill>
                <a:ln w="9525">
                  <a:noFill/>
                </a:ln>
              </p:spPr>
              <p:txBody>
                <a:bodyPr/>
                <a:p>
                  <a:endParaRPr lang="zh-CN" altLang="en-US"/>
                </a:p>
              </p:txBody>
            </p:sp>
            <p:sp>
              <p:nvSpPr>
                <p:cNvPr id="78908" name="Rectangle 60"/>
                <p:cNvSpPr/>
                <p:nvPr/>
              </p:nvSpPr>
              <p:spPr>
                <a:xfrm>
                  <a:off x="2693" y="571"/>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09" name="Rectangle 61"/>
                <p:cNvSpPr/>
                <p:nvPr/>
              </p:nvSpPr>
              <p:spPr>
                <a:xfrm>
                  <a:off x="2693" y="693"/>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10" name="Rectangle 62"/>
                <p:cNvSpPr/>
                <p:nvPr/>
              </p:nvSpPr>
              <p:spPr>
                <a:xfrm>
                  <a:off x="2693" y="815"/>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11" name="Rectangle 63"/>
                <p:cNvSpPr/>
                <p:nvPr/>
              </p:nvSpPr>
              <p:spPr>
                <a:xfrm>
                  <a:off x="2693" y="937"/>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12" name="Rectangle 64"/>
                <p:cNvSpPr/>
                <p:nvPr/>
              </p:nvSpPr>
              <p:spPr>
                <a:xfrm>
                  <a:off x="2693" y="1059"/>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13" name="Rectangle 65"/>
                <p:cNvSpPr/>
                <p:nvPr/>
              </p:nvSpPr>
              <p:spPr>
                <a:xfrm>
                  <a:off x="2693" y="1181"/>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14" name="Freeform 66"/>
                <p:cNvSpPr/>
                <p:nvPr/>
              </p:nvSpPr>
              <p:spPr>
                <a:xfrm>
                  <a:off x="2693" y="1303"/>
                  <a:ext cx="17" cy="83"/>
                </a:xfrm>
                <a:custGeom>
                  <a:avLst/>
                  <a:gdLst/>
                  <a:ahLst/>
                  <a:cxnLst>
                    <a:cxn ang="0">
                      <a:pos x="6" y="0"/>
                    </a:cxn>
                    <a:cxn ang="0">
                      <a:pos x="0" y="0"/>
                    </a:cxn>
                    <a:cxn ang="0">
                      <a:pos x="0" y="39"/>
                    </a:cxn>
                    <a:cxn ang="0">
                      <a:pos x="0" y="41"/>
                    </a:cxn>
                    <a:cxn ang="0">
                      <a:pos x="3" y="41"/>
                    </a:cxn>
                    <a:cxn ang="0">
                      <a:pos x="9" y="41"/>
                    </a:cxn>
                    <a:cxn ang="0">
                      <a:pos x="9" y="36"/>
                    </a:cxn>
                    <a:cxn ang="0">
                      <a:pos x="3" y="36"/>
                    </a:cxn>
                    <a:cxn ang="0">
                      <a:pos x="3" y="39"/>
                    </a:cxn>
                    <a:cxn ang="0">
                      <a:pos x="6" y="39"/>
                    </a:cxn>
                    <a:cxn ang="0">
                      <a:pos x="6" y="0"/>
                    </a:cxn>
                  </a:cxnLst>
                  <a:pathLst>
                    <a:path w="33" h="167">
                      <a:moveTo>
                        <a:pt x="22" y="0"/>
                      </a:moveTo>
                      <a:lnTo>
                        <a:pt x="0" y="0"/>
                      </a:lnTo>
                      <a:lnTo>
                        <a:pt x="0" y="156"/>
                      </a:lnTo>
                      <a:lnTo>
                        <a:pt x="0" y="167"/>
                      </a:lnTo>
                      <a:lnTo>
                        <a:pt x="11" y="167"/>
                      </a:lnTo>
                      <a:lnTo>
                        <a:pt x="33" y="167"/>
                      </a:lnTo>
                      <a:lnTo>
                        <a:pt x="33" y="144"/>
                      </a:lnTo>
                      <a:lnTo>
                        <a:pt x="11" y="144"/>
                      </a:lnTo>
                      <a:lnTo>
                        <a:pt x="11" y="156"/>
                      </a:lnTo>
                      <a:lnTo>
                        <a:pt x="22" y="156"/>
                      </a:lnTo>
                      <a:lnTo>
                        <a:pt x="22" y="0"/>
                      </a:lnTo>
                      <a:close/>
                    </a:path>
                  </a:pathLst>
                </a:custGeom>
                <a:solidFill>
                  <a:srgbClr val="FF00FF"/>
                </a:solidFill>
                <a:ln w="9525">
                  <a:noFill/>
                </a:ln>
              </p:spPr>
              <p:txBody>
                <a:bodyPr/>
                <a:p>
                  <a:endParaRPr lang="zh-CN" altLang="en-US"/>
                </a:p>
              </p:txBody>
            </p:sp>
            <p:sp>
              <p:nvSpPr>
                <p:cNvPr id="78915" name="Rectangle 67"/>
                <p:cNvSpPr/>
                <p:nvPr/>
              </p:nvSpPr>
              <p:spPr>
                <a:xfrm>
                  <a:off x="2743"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16" name="Rectangle 68"/>
                <p:cNvSpPr/>
                <p:nvPr/>
              </p:nvSpPr>
              <p:spPr>
                <a:xfrm>
                  <a:off x="2865"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17" name="Rectangle 69"/>
                <p:cNvSpPr/>
                <p:nvPr/>
              </p:nvSpPr>
              <p:spPr>
                <a:xfrm>
                  <a:off x="2987"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18" name="Rectangle 70"/>
                <p:cNvSpPr/>
                <p:nvPr/>
              </p:nvSpPr>
              <p:spPr>
                <a:xfrm>
                  <a:off x="3110" y="1375"/>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19" name="Rectangle 71"/>
                <p:cNvSpPr/>
                <p:nvPr/>
              </p:nvSpPr>
              <p:spPr>
                <a:xfrm>
                  <a:off x="3232" y="1375"/>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20" name="Freeform 72"/>
                <p:cNvSpPr/>
                <p:nvPr/>
              </p:nvSpPr>
              <p:spPr>
                <a:xfrm>
                  <a:off x="3354" y="1303"/>
                  <a:ext cx="16" cy="83"/>
                </a:xfrm>
                <a:custGeom>
                  <a:avLst/>
                  <a:gdLst/>
                  <a:ahLst/>
                  <a:cxnLst>
                    <a:cxn ang="0">
                      <a:pos x="0" y="36"/>
                    </a:cxn>
                    <a:cxn ang="0">
                      <a:pos x="0" y="41"/>
                    </a:cxn>
                    <a:cxn ang="0">
                      <a:pos x="5" y="41"/>
                    </a:cxn>
                    <a:cxn ang="0">
                      <a:pos x="8" y="41"/>
                    </a:cxn>
                    <a:cxn ang="0">
                      <a:pos x="8" y="39"/>
                    </a:cxn>
                    <a:cxn ang="0">
                      <a:pos x="8" y="0"/>
                    </a:cxn>
                    <a:cxn ang="0">
                      <a:pos x="3" y="0"/>
                    </a:cxn>
                    <a:cxn ang="0">
                      <a:pos x="3" y="39"/>
                    </a:cxn>
                    <a:cxn ang="0">
                      <a:pos x="5" y="39"/>
                    </a:cxn>
                    <a:cxn ang="0">
                      <a:pos x="5" y="36"/>
                    </a:cxn>
                    <a:cxn ang="0">
                      <a:pos x="0" y="36"/>
                    </a:cxn>
                  </a:cxnLst>
                  <a:pathLst>
                    <a:path w="34" h="167">
                      <a:moveTo>
                        <a:pt x="0" y="144"/>
                      </a:moveTo>
                      <a:lnTo>
                        <a:pt x="0" y="167"/>
                      </a:lnTo>
                      <a:lnTo>
                        <a:pt x="23" y="167"/>
                      </a:lnTo>
                      <a:lnTo>
                        <a:pt x="34" y="167"/>
                      </a:lnTo>
                      <a:lnTo>
                        <a:pt x="34" y="156"/>
                      </a:lnTo>
                      <a:lnTo>
                        <a:pt x="34" y="0"/>
                      </a:lnTo>
                      <a:lnTo>
                        <a:pt x="12" y="0"/>
                      </a:lnTo>
                      <a:lnTo>
                        <a:pt x="12" y="156"/>
                      </a:lnTo>
                      <a:lnTo>
                        <a:pt x="23" y="156"/>
                      </a:lnTo>
                      <a:lnTo>
                        <a:pt x="23" y="144"/>
                      </a:lnTo>
                      <a:lnTo>
                        <a:pt x="0" y="144"/>
                      </a:lnTo>
                      <a:close/>
                    </a:path>
                  </a:pathLst>
                </a:custGeom>
                <a:solidFill>
                  <a:srgbClr val="FF00FF"/>
                </a:solidFill>
                <a:ln w="9525">
                  <a:noFill/>
                </a:ln>
              </p:spPr>
              <p:txBody>
                <a:bodyPr/>
                <a:p>
                  <a:endParaRPr lang="zh-CN" altLang="en-US"/>
                </a:p>
              </p:txBody>
            </p:sp>
            <p:sp>
              <p:nvSpPr>
                <p:cNvPr id="78921" name="Rectangle 73"/>
                <p:cNvSpPr/>
                <p:nvPr/>
              </p:nvSpPr>
              <p:spPr>
                <a:xfrm>
                  <a:off x="3359" y="1181"/>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22" name="Rectangle 74"/>
                <p:cNvSpPr/>
                <p:nvPr/>
              </p:nvSpPr>
              <p:spPr>
                <a:xfrm>
                  <a:off x="3359" y="1059"/>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23" name="Rectangle 75"/>
                <p:cNvSpPr/>
                <p:nvPr/>
              </p:nvSpPr>
              <p:spPr>
                <a:xfrm>
                  <a:off x="3359" y="937"/>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24" name="Rectangle 76"/>
                <p:cNvSpPr/>
                <p:nvPr/>
              </p:nvSpPr>
              <p:spPr>
                <a:xfrm>
                  <a:off x="3359" y="815"/>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25" name="Rectangle 77"/>
                <p:cNvSpPr/>
                <p:nvPr/>
              </p:nvSpPr>
              <p:spPr>
                <a:xfrm>
                  <a:off x="3359" y="693"/>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26" name="Rectangle 78"/>
                <p:cNvSpPr/>
                <p:nvPr/>
              </p:nvSpPr>
              <p:spPr>
                <a:xfrm>
                  <a:off x="3359" y="571"/>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27" name="Rectangle 79"/>
                <p:cNvSpPr/>
                <p:nvPr/>
              </p:nvSpPr>
              <p:spPr>
                <a:xfrm>
                  <a:off x="3359" y="4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28" name="Rectangle 80"/>
                <p:cNvSpPr/>
                <p:nvPr/>
              </p:nvSpPr>
              <p:spPr>
                <a:xfrm>
                  <a:off x="3243"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29" name="Rectangle 81"/>
                <p:cNvSpPr/>
                <p:nvPr/>
              </p:nvSpPr>
              <p:spPr>
                <a:xfrm>
                  <a:off x="3121" y="4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30" name="Rectangle 82"/>
                <p:cNvSpPr/>
                <p:nvPr/>
              </p:nvSpPr>
              <p:spPr>
                <a:xfrm>
                  <a:off x="2999" y="4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31" name="Rectangle 83"/>
                <p:cNvSpPr/>
                <p:nvPr/>
              </p:nvSpPr>
              <p:spPr>
                <a:xfrm>
                  <a:off x="2877" y="4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32" name="Rectangle 84"/>
                <p:cNvSpPr/>
                <p:nvPr/>
              </p:nvSpPr>
              <p:spPr>
                <a:xfrm>
                  <a:off x="2754"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8933" name="Group 85"/>
              <p:cNvGrpSpPr/>
              <p:nvPr/>
            </p:nvGrpSpPr>
            <p:grpSpPr>
              <a:xfrm>
                <a:off x="3626" y="443"/>
                <a:ext cx="677" cy="943"/>
                <a:chOff x="3626" y="443"/>
                <a:chExt cx="677" cy="943"/>
              </a:xfrm>
            </p:grpSpPr>
            <p:sp>
              <p:nvSpPr>
                <p:cNvPr id="78934" name="Freeform 86"/>
                <p:cNvSpPr/>
                <p:nvPr/>
              </p:nvSpPr>
              <p:spPr>
                <a:xfrm>
                  <a:off x="3626" y="443"/>
                  <a:ext cx="27" cy="94"/>
                </a:xfrm>
                <a:custGeom>
                  <a:avLst/>
                  <a:gdLst/>
                  <a:ahLst/>
                  <a:cxnLst>
                    <a:cxn ang="0">
                      <a:pos x="5" y="2"/>
                    </a:cxn>
                    <a:cxn ang="0">
                      <a:pos x="2" y="2"/>
                    </a:cxn>
                    <a:cxn ang="0">
                      <a:pos x="2" y="5"/>
                    </a:cxn>
                    <a:cxn ang="0">
                      <a:pos x="13" y="5"/>
                    </a:cxn>
                    <a:cxn ang="0">
                      <a:pos x="13" y="0"/>
                    </a:cxn>
                    <a:cxn ang="0">
                      <a:pos x="2" y="0"/>
                    </a:cxn>
                    <a:cxn ang="0">
                      <a:pos x="0" y="0"/>
                    </a:cxn>
                    <a:cxn ang="0">
                      <a:pos x="0" y="2"/>
                    </a:cxn>
                    <a:cxn ang="0">
                      <a:pos x="0" y="47"/>
                    </a:cxn>
                    <a:cxn ang="0">
                      <a:pos x="5" y="47"/>
                    </a:cxn>
                    <a:cxn ang="0">
                      <a:pos x="5" y="2"/>
                    </a:cxn>
                  </a:cxnLst>
                  <a:pathLst>
                    <a:path w="56" h="189">
                      <a:moveTo>
                        <a:pt x="22" y="11"/>
                      </a:moveTo>
                      <a:lnTo>
                        <a:pt x="11" y="11"/>
                      </a:lnTo>
                      <a:lnTo>
                        <a:pt x="11" y="22"/>
                      </a:lnTo>
                      <a:lnTo>
                        <a:pt x="56" y="22"/>
                      </a:lnTo>
                      <a:lnTo>
                        <a:pt x="56" y="0"/>
                      </a:lnTo>
                      <a:lnTo>
                        <a:pt x="11" y="0"/>
                      </a:lnTo>
                      <a:lnTo>
                        <a:pt x="0" y="0"/>
                      </a:lnTo>
                      <a:lnTo>
                        <a:pt x="0" y="11"/>
                      </a:lnTo>
                      <a:lnTo>
                        <a:pt x="0" y="189"/>
                      </a:lnTo>
                      <a:lnTo>
                        <a:pt x="22" y="189"/>
                      </a:lnTo>
                      <a:lnTo>
                        <a:pt x="22" y="11"/>
                      </a:lnTo>
                      <a:close/>
                    </a:path>
                  </a:pathLst>
                </a:custGeom>
                <a:solidFill>
                  <a:srgbClr val="FF00FF"/>
                </a:solidFill>
                <a:ln w="9525">
                  <a:noFill/>
                </a:ln>
              </p:spPr>
              <p:txBody>
                <a:bodyPr/>
                <a:p>
                  <a:endParaRPr lang="zh-CN" altLang="en-US"/>
                </a:p>
              </p:txBody>
            </p:sp>
            <p:sp>
              <p:nvSpPr>
                <p:cNvPr id="78935" name="Rectangle 87"/>
                <p:cNvSpPr/>
                <p:nvPr/>
              </p:nvSpPr>
              <p:spPr>
                <a:xfrm>
                  <a:off x="3626" y="571"/>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36" name="Rectangle 88"/>
                <p:cNvSpPr/>
                <p:nvPr/>
              </p:nvSpPr>
              <p:spPr>
                <a:xfrm>
                  <a:off x="3626" y="693"/>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37" name="Rectangle 89"/>
                <p:cNvSpPr/>
                <p:nvPr/>
              </p:nvSpPr>
              <p:spPr>
                <a:xfrm>
                  <a:off x="3626" y="815"/>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38" name="Rectangle 90"/>
                <p:cNvSpPr/>
                <p:nvPr/>
              </p:nvSpPr>
              <p:spPr>
                <a:xfrm>
                  <a:off x="3626" y="937"/>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39" name="Rectangle 91"/>
                <p:cNvSpPr/>
                <p:nvPr/>
              </p:nvSpPr>
              <p:spPr>
                <a:xfrm>
                  <a:off x="3626" y="1059"/>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40" name="Rectangle 92"/>
                <p:cNvSpPr/>
                <p:nvPr/>
              </p:nvSpPr>
              <p:spPr>
                <a:xfrm>
                  <a:off x="3626" y="1181"/>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41" name="Freeform 93"/>
                <p:cNvSpPr/>
                <p:nvPr/>
              </p:nvSpPr>
              <p:spPr>
                <a:xfrm>
                  <a:off x="3626" y="1303"/>
                  <a:ext cx="16" cy="83"/>
                </a:xfrm>
                <a:custGeom>
                  <a:avLst/>
                  <a:gdLst/>
                  <a:ahLst/>
                  <a:cxnLst>
                    <a:cxn ang="0">
                      <a:pos x="5" y="0"/>
                    </a:cxn>
                    <a:cxn ang="0">
                      <a:pos x="0" y="0"/>
                    </a:cxn>
                    <a:cxn ang="0">
                      <a:pos x="0" y="39"/>
                    </a:cxn>
                    <a:cxn ang="0">
                      <a:pos x="0" y="41"/>
                    </a:cxn>
                    <a:cxn ang="0">
                      <a:pos x="2" y="41"/>
                    </a:cxn>
                    <a:cxn ang="0">
                      <a:pos x="8" y="41"/>
                    </a:cxn>
                    <a:cxn ang="0">
                      <a:pos x="8" y="36"/>
                    </a:cxn>
                    <a:cxn ang="0">
                      <a:pos x="2" y="36"/>
                    </a:cxn>
                    <a:cxn ang="0">
                      <a:pos x="2" y="39"/>
                    </a:cxn>
                    <a:cxn ang="0">
                      <a:pos x="5" y="39"/>
                    </a:cxn>
                    <a:cxn ang="0">
                      <a:pos x="5" y="0"/>
                    </a:cxn>
                  </a:cxnLst>
                  <a:pathLst>
                    <a:path w="33" h="167">
                      <a:moveTo>
                        <a:pt x="22" y="0"/>
                      </a:moveTo>
                      <a:lnTo>
                        <a:pt x="0" y="0"/>
                      </a:lnTo>
                      <a:lnTo>
                        <a:pt x="0" y="156"/>
                      </a:lnTo>
                      <a:lnTo>
                        <a:pt x="0" y="167"/>
                      </a:lnTo>
                      <a:lnTo>
                        <a:pt x="11" y="167"/>
                      </a:lnTo>
                      <a:lnTo>
                        <a:pt x="33" y="167"/>
                      </a:lnTo>
                      <a:lnTo>
                        <a:pt x="33" y="144"/>
                      </a:lnTo>
                      <a:lnTo>
                        <a:pt x="11" y="144"/>
                      </a:lnTo>
                      <a:lnTo>
                        <a:pt x="11" y="156"/>
                      </a:lnTo>
                      <a:lnTo>
                        <a:pt x="22" y="156"/>
                      </a:lnTo>
                      <a:lnTo>
                        <a:pt x="22" y="0"/>
                      </a:lnTo>
                      <a:close/>
                    </a:path>
                  </a:pathLst>
                </a:custGeom>
                <a:solidFill>
                  <a:srgbClr val="FF00FF"/>
                </a:solidFill>
                <a:ln w="9525">
                  <a:noFill/>
                </a:ln>
              </p:spPr>
              <p:txBody>
                <a:bodyPr/>
                <a:p>
                  <a:endParaRPr lang="zh-CN" altLang="en-US"/>
                </a:p>
              </p:txBody>
            </p:sp>
            <p:sp>
              <p:nvSpPr>
                <p:cNvPr id="78942" name="Rectangle 94"/>
                <p:cNvSpPr/>
                <p:nvPr/>
              </p:nvSpPr>
              <p:spPr>
                <a:xfrm>
                  <a:off x="3676" y="1375"/>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43" name="Rectangle 95"/>
                <p:cNvSpPr/>
                <p:nvPr/>
              </p:nvSpPr>
              <p:spPr>
                <a:xfrm>
                  <a:off x="3798" y="1375"/>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44" name="Rectangle 96"/>
                <p:cNvSpPr/>
                <p:nvPr/>
              </p:nvSpPr>
              <p:spPr>
                <a:xfrm>
                  <a:off x="3920" y="1375"/>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45" name="Rectangle 97"/>
                <p:cNvSpPr/>
                <p:nvPr/>
              </p:nvSpPr>
              <p:spPr>
                <a:xfrm>
                  <a:off x="4042"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46" name="Rectangle 98"/>
                <p:cNvSpPr/>
                <p:nvPr/>
              </p:nvSpPr>
              <p:spPr>
                <a:xfrm>
                  <a:off x="4164"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47" name="Freeform 99"/>
                <p:cNvSpPr/>
                <p:nvPr/>
              </p:nvSpPr>
              <p:spPr>
                <a:xfrm>
                  <a:off x="4286" y="1303"/>
                  <a:ext cx="17" cy="83"/>
                </a:xfrm>
                <a:custGeom>
                  <a:avLst/>
                  <a:gdLst/>
                  <a:ahLst/>
                  <a:cxnLst>
                    <a:cxn ang="0">
                      <a:pos x="0" y="36"/>
                    </a:cxn>
                    <a:cxn ang="0">
                      <a:pos x="0" y="41"/>
                    </a:cxn>
                    <a:cxn ang="0">
                      <a:pos x="6" y="41"/>
                    </a:cxn>
                    <a:cxn ang="0">
                      <a:pos x="9" y="41"/>
                    </a:cxn>
                    <a:cxn ang="0">
                      <a:pos x="9" y="39"/>
                    </a:cxn>
                    <a:cxn ang="0">
                      <a:pos x="9" y="0"/>
                    </a:cxn>
                    <a:cxn ang="0">
                      <a:pos x="3" y="0"/>
                    </a:cxn>
                    <a:cxn ang="0">
                      <a:pos x="3" y="39"/>
                    </a:cxn>
                    <a:cxn ang="0">
                      <a:pos x="6" y="39"/>
                    </a:cxn>
                    <a:cxn ang="0">
                      <a:pos x="6" y="36"/>
                    </a:cxn>
                    <a:cxn ang="0">
                      <a:pos x="0" y="36"/>
                    </a:cxn>
                  </a:cxnLst>
                  <a:pathLst>
                    <a:path w="33" h="167">
                      <a:moveTo>
                        <a:pt x="0" y="144"/>
                      </a:moveTo>
                      <a:lnTo>
                        <a:pt x="0" y="167"/>
                      </a:lnTo>
                      <a:lnTo>
                        <a:pt x="22" y="167"/>
                      </a:lnTo>
                      <a:lnTo>
                        <a:pt x="33" y="167"/>
                      </a:lnTo>
                      <a:lnTo>
                        <a:pt x="33" y="156"/>
                      </a:lnTo>
                      <a:lnTo>
                        <a:pt x="33" y="0"/>
                      </a:lnTo>
                      <a:lnTo>
                        <a:pt x="11" y="0"/>
                      </a:lnTo>
                      <a:lnTo>
                        <a:pt x="11" y="156"/>
                      </a:lnTo>
                      <a:lnTo>
                        <a:pt x="22" y="156"/>
                      </a:lnTo>
                      <a:lnTo>
                        <a:pt x="22" y="144"/>
                      </a:lnTo>
                      <a:lnTo>
                        <a:pt x="0" y="144"/>
                      </a:lnTo>
                      <a:close/>
                    </a:path>
                  </a:pathLst>
                </a:custGeom>
                <a:solidFill>
                  <a:srgbClr val="FF00FF"/>
                </a:solidFill>
                <a:ln w="9525">
                  <a:noFill/>
                </a:ln>
              </p:spPr>
              <p:txBody>
                <a:bodyPr/>
                <a:p>
                  <a:endParaRPr lang="zh-CN" altLang="en-US"/>
                </a:p>
              </p:txBody>
            </p:sp>
            <p:sp>
              <p:nvSpPr>
                <p:cNvPr id="78948" name="Rectangle 100"/>
                <p:cNvSpPr/>
                <p:nvPr/>
              </p:nvSpPr>
              <p:spPr>
                <a:xfrm>
                  <a:off x="4291" y="1181"/>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49" name="Rectangle 101"/>
                <p:cNvSpPr/>
                <p:nvPr/>
              </p:nvSpPr>
              <p:spPr>
                <a:xfrm>
                  <a:off x="4291" y="1059"/>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50" name="Rectangle 102"/>
                <p:cNvSpPr/>
                <p:nvPr/>
              </p:nvSpPr>
              <p:spPr>
                <a:xfrm>
                  <a:off x="4291" y="937"/>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51" name="Rectangle 103"/>
                <p:cNvSpPr/>
                <p:nvPr/>
              </p:nvSpPr>
              <p:spPr>
                <a:xfrm>
                  <a:off x="4291" y="815"/>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52" name="Rectangle 104"/>
                <p:cNvSpPr/>
                <p:nvPr/>
              </p:nvSpPr>
              <p:spPr>
                <a:xfrm>
                  <a:off x="4291" y="693"/>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53" name="Rectangle 105"/>
                <p:cNvSpPr/>
                <p:nvPr/>
              </p:nvSpPr>
              <p:spPr>
                <a:xfrm>
                  <a:off x="4291" y="571"/>
                  <a:ext cx="12"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54" name="Rectangle 106"/>
                <p:cNvSpPr/>
                <p:nvPr/>
              </p:nvSpPr>
              <p:spPr>
                <a:xfrm>
                  <a:off x="4291" y="449"/>
                  <a:ext cx="12"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55" name="Rectangle 107"/>
                <p:cNvSpPr/>
                <p:nvPr/>
              </p:nvSpPr>
              <p:spPr>
                <a:xfrm>
                  <a:off x="4175"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56" name="Rectangle 108"/>
                <p:cNvSpPr/>
                <p:nvPr/>
              </p:nvSpPr>
              <p:spPr>
                <a:xfrm>
                  <a:off x="4053"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57" name="Rectangle 109"/>
                <p:cNvSpPr/>
                <p:nvPr/>
              </p:nvSpPr>
              <p:spPr>
                <a:xfrm>
                  <a:off x="3931"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58" name="Rectangle 110"/>
                <p:cNvSpPr/>
                <p:nvPr/>
              </p:nvSpPr>
              <p:spPr>
                <a:xfrm>
                  <a:off x="3809" y="4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59" name="Rectangle 111"/>
                <p:cNvSpPr/>
                <p:nvPr/>
              </p:nvSpPr>
              <p:spPr>
                <a:xfrm>
                  <a:off x="3687" y="4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8960" name="Group 112"/>
              <p:cNvGrpSpPr/>
              <p:nvPr/>
            </p:nvGrpSpPr>
            <p:grpSpPr>
              <a:xfrm>
                <a:off x="4558" y="443"/>
                <a:ext cx="677" cy="943"/>
                <a:chOff x="4558" y="443"/>
                <a:chExt cx="677" cy="943"/>
              </a:xfrm>
            </p:grpSpPr>
            <p:sp>
              <p:nvSpPr>
                <p:cNvPr id="78961" name="Freeform 113"/>
                <p:cNvSpPr/>
                <p:nvPr/>
              </p:nvSpPr>
              <p:spPr>
                <a:xfrm>
                  <a:off x="4558" y="443"/>
                  <a:ext cx="28" cy="94"/>
                </a:xfrm>
                <a:custGeom>
                  <a:avLst/>
                  <a:gdLst/>
                  <a:ahLst/>
                  <a:cxnLst>
                    <a:cxn ang="0">
                      <a:pos x="6" y="2"/>
                    </a:cxn>
                    <a:cxn ang="0">
                      <a:pos x="3" y="2"/>
                    </a:cxn>
                    <a:cxn ang="0">
                      <a:pos x="3" y="5"/>
                    </a:cxn>
                    <a:cxn ang="0">
                      <a:pos x="14" y="5"/>
                    </a:cxn>
                    <a:cxn ang="0">
                      <a:pos x="14" y="0"/>
                    </a:cxn>
                    <a:cxn ang="0">
                      <a:pos x="3" y="0"/>
                    </a:cxn>
                    <a:cxn ang="0">
                      <a:pos x="0" y="0"/>
                    </a:cxn>
                    <a:cxn ang="0">
                      <a:pos x="0" y="2"/>
                    </a:cxn>
                    <a:cxn ang="0">
                      <a:pos x="0" y="47"/>
                    </a:cxn>
                    <a:cxn ang="0">
                      <a:pos x="6" y="47"/>
                    </a:cxn>
                    <a:cxn ang="0">
                      <a:pos x="6" y="2"/>
                    </a:cxn>
                  </a:cxnLst>
                  <a:pathLst>
                    <a:path w="55" h="189">
                      <a:moveTo>
                        <a:pt x="22" y="11"/>
                      </a:moveTo>
                      <a:lnTo>
                        <a:pt x="11" y="11"/>
                      </a:lnTo>
                      <a:lnTo>
                        <a:pt x="11" y="22"/>
                      </a:lnTo>
                      <a:lnTo>
                        <a:pt x="55" y="22"/>
                      </a:lnTo>
                      <a:lnTo>
                        <a:pt x="55" y="0"/>
                      </a:lnTo>
                      <a:lnTo>
                        <a:pt x="11" y="0"/>
                      </a:lnTo>
                      <a:lnTo>
                        <a:pt x="0" y="0"/>
                      </a:lnTo>
                      <a:lnTo>
                        <a:pt x="0" y="11"/>
                      </a:lnTo>
                      <a:lnTo>
                        <a:pt x="0" y="189"/>
                      </a:lnTo>
                      <a:lnTo>
                        <a:pt x="22" y="189"/>
                      </a:lnTo>
                      <a:lnTo>
                        <a:pt x="22" y="11"/>
                      </a:lnTo>
                      <a:close/>
                    </a:path>
                  </a:pathLst>
                </a:custGeom>
                <a:solidFill>
                  <a:srgbClr val="FF00FF"/>
                </a:solidFill>
                <a:ln w="9525">
                  <a:noFill/>
                </a:ln>
              </p:spPr>
              <p:txBody>
                <a:bodyPr/>
                <a:p>
                  <a:endParaRPr lang="zh-CN" altLang="en-US"/>
                </a:p>
              </p:txBody>
            </p:sp>
            <p:sp>
              <p:nvSpPr>
                <p:cNvPr id="78962" name="Rectangle 114"/>
                <p:cNvSpPr/>
                <p:nvPr/>
              </p:nvSpPr>
              <p:spPr>
                <a:xfrm>
                  <a:off x="4558" y="571"/>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63" name="Rectangle 115"/>
                <p:cNvSpPr/>
                <p:nvPr/>
              </p:nvSpPr>
              <p:spPr>
                <a:xfrm>
                  <a:off x="4558" y="693"/>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64" name="Rectangle 116"/>
                <p:cNvSpPr/>
                <p:nvPr/>
              </p:nvSpPr>
              <p:spPr>
                <a:xfrm>
                  <a:off x="4558" y="815"/>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65" name="Rectangle 117"/>
                <p:cNvSpPr/>
                <p:nvPr/>
              </p:nvSpPr>
              <p:spPr>
                <a:xfrm>
                  <a:off x="4558" y="937"/>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66" name="Rectangle 118"/>
                <p:cNvSpPr/>
                <p:nvPr/>
              </p:nvSpPr>
              <p:spPr>
                <a:xfrm>
                  <a:off x="4558" y="1059"/>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67" name="Rectangle 119"/>
                <p:cNvSpPr/>
                <p:nvPr/>
              </p:nvSpPr>
              <p:spPr>
                <a:xfrm>
                  <a:off x="4558" y="1181"/>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68" name="Freeform 120"/>
                <p:cNvSpPr/>
                <p:nvPr/>
              </p:nvSpPr>
              <p:spPr>
                <a:xfrm>
                  <a:off x="4558" y="1303"/>
                  <a:ext cx="16" cy="83"/>
                </a:xfrm>
                <a:custGeom>
                  <a:avLst/>
                  <a:gdLst/>
                  <a:ahLst/>
                  <a:cxnLst>
                    <a:cxn ang="0">
                      <a:pos x="5" y="0"/>
                    </a:cxn>
                    <a:cxn ang="0">
                      <a:pos x="0" y="0"/>
                    </a:cxn>
                    <a:cxn ang="0">
                      <a:pos x="0" y="39"/>
                    </a:cxn>
                    <a:cxn ang="0">
                      <a:pos x="0" y="41"/>
                    </a:cxn>
                    <a:cxn ang="0">
                      <a:pos x="2" y="41"/>
                    </a:cxn>
                    <a:cxn ang="0">
                      <a:pos x="8" y="41"/>
                    </a:cxn>
                    <a:cxn ang="0">
                      <a:pos x="8" y="36"/>
                    </a:cxn>
                    <a:cxn ang="0">
                      <a:pos x="2" y="36"/>
                    </a:cxn>
                    <a:cxn ang="0">
                      <a:pos x="2" y="39"/>
                    </a:cxn>
                    <a:cxn ang="0">
                      <a:pos x="5" y="39"/>
                    </a:cxn>
                    <a:cxn ang="0">
                      <a:pos x="5" y="0"/>
                    </a:cxn>
                  </a:cxnLst>
                  <a:pathLst>
                    <a:path w="33" h="167">
                      <a:moveTo>
                        <a:pt x="22" y="0"/>
                      </a:moveTo>
                      <a:lnTo>
                        <a:pt x="0" y="0"/>
                      </a:lnTo>
                      <a:lnTo>
                        <a:pt x="0" y="156"/>
                      </a:lnTo>
                      <a:lnTo>
                        <a:pt x="0" y="167"/>
                      </a:lnTo>
                      <a:lnTo>
                        <a:pt x="11" y="167"/>
                      </a:lnTo>
                      <a:lnTo>
                        <a:pt x="33" y="167"/>
                      </a:lnTo>
                      <a:lnTo>
                        <a:pt x="33" y="144"/>
                      </a:lnTo>
                      <a:lnTo>
                        <a:pt x="11" y="144"/>
                      </a:lnTo>
                      <a:lnTo>
                        <a:pt x="11" y="156"/>
                      </a:lnTo>
                      <a:lnTo>
                        <a:pt x="22" y="156"/>
                      </a:lnTo>
                      <a:lnTo>
                        <a:pt x="22" y="0"/>
                      </a:lnTo>
                      <a:close/>
                    </a:path>
                  </a:pathLst>
                </a:custGeom>
                <a:solidFill>
                  <a:srgbClr val="FF00FF"/>
                </a:solidFill>
                <a:ln w="9525">
                  <a:noFill/>
                </a:ln>
              </p:spPr>
              <p:txBody>
                <a:bodyPr/>
                <a:p>
                  <a:endParaRPr lang="zh-CN" altLang="en-US"/>
                </a:p>
              </p:txBody>
            </p:sp>
            <p:sp>
              <p:nvSpPr>
                <p:cNvPr id="78969" name="Rectangle 121"/>
                <p:cNvSpPr/>
                <p:nvPr/>
              </p:nvSpPr>
              <p:spPr>
                <a:xfrm>
                  <a:off x="4608"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70" name="Rectangle 122"/>
                <p:cNvSpPr/>
                <p:nvPr/>
              </p:nvSpPr>
              <p:spPr>
                <a:xfrm>
                  <a:off x="4730"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71" name="Rectangle 123"/>
                <p:cNvSpPr/>
                <p:nvPr/>
              </p:nvSpPr>
              <p:spPr>
                <a:xfrm>
                  <a:off x="4852"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72" name="Rectangle 124"/>
                <p:cNvSpPr/>
                <p:nvPr/>
              </p:nvSpPr>
              <p:spPr>
                <a:xfrm>
                  <a:off x="4974"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73" name="Rectangle 125"/>
                <p:cNvSpPr/>
                <p:nvPr/>
              </p:nvSpPr>
              <p:spPr>
                <a:xfrm>
                  <a:off x="5096" y="1375"/>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74" name="Freeform 126"/>
                <p:cNvSpPr/>
                <p:nvPr/>
              </p:nvSpPr>
              <p:spPr>
                <a:xfrm>
                  <a:off x="5218" y="1303"/>
                  <a:ext cx="17" cy="83"/>
                </a:xfrm>
                <a:custGeom>
                  <a:avLst/>
                  <a:gdLst/>
                  <a:ahLst/>
                  <a:cxnLst>
                    <a:cxn ang="0">
                      <a:pos x="0" y="36"/>
                    </a:cxn>
                    <a:cxn ang="0">
                      <a:pos x="0" y="41"/>
                    </a:cxn>
                    <a:cxn ang="0">
                      <a:pos x="6" y="41"/>
                    </a:cxn>
                    <a:cxn ang="0">
                      <a:pos x="9" y="41"/>
                    </a:cxn>
                    <a:cxn ang="0">
                      <a:pos x="9" y="39"/>
                    </a:cxn>
                    <a:cxn ang="0">
                      <a:pos x="9" y="0"/>
                    </a:cxn>
                    <a:cxn ang="0">
                      <a:pos x="3" y="0"/>
                    </a:cxn>
                    <a:cxn ang="0">
                      <a:pos x="3" y="39"/>
                    </a:cxn>
                    <a:cxn ang="0">
                      <a:pos x="6" y="39"/>
                    </a:cxn>
                    <a:cxn ang="0">
                      <a:pos x="6" y="36"/>
                    </a:cxn>
                    <a:cxn ang="0">
                      <a:pos x="0" y="36"/>
                    </a:cxn>
                  </a:cxnLst>
                  <a:pathLst>
                    <a:path w="34" h="167">
                      <a:moveTo>
                        <a:pt x="0" y="144"/>
                      </a:moveTo>
                      <a:lnTo>
                        <a:pt x="0" y="167"/>
                      </a:lnTo>
                      <a:lnTo>
                        <a:pt x="22" y="167"/>
                      </a:lnTo>
                      <a:lnTo>
                        <a:pt x="34" y="167"/>
                      </a:lnTo>
                      <a:lnTo>
                        <a:pt x="34" y="156"/>
                      </a:lnTo>
                      <a:lnTo>
                        <a:pt x="34" y="0"/>
                      </a:lnTo>
                      <a:lnTo>
                        <a:pt x="11" y="0"/>
                      </a:lnTo>
                      <a:lnTo>
                        <a:pt x="11" y="156"/>
                      </a:lnTo>
                      <a:lnTo>
                        <a:pt x="22" y="156"/>
                      </a:lnTo>
                      <a:lnTo>
                        <a:pt x="22" y="144"/>
                      </a:lnTo>
                      <a:lnTo>
                        <a:pt x="0" y="144"/>
                      </a:lnTo>
                      <a:close/>
                    </a:path>
                  </a:pathLst>
                </a:custGeom>
                <a:solidFill>
                  <a:srgbClr val="FF00FF"/>
                </a:solidFill>
                <a:ln w="9525">
                  <a:noFill/>
                </a:ln>
              </p:spPr>
              <p:txBody>
                <a:bodyPr/>
                <a:p>
                  <a:endParaRPr lang="zh-CN" altLang="en-US"/>
                </a:p>
              </p:txBody>
            </p:sp>
            <p:sp>
              <p:nvSpPr>
                <p:cNvPr id="78975" name="Rectangle 127"/>
                <p:cNvSpPr/>
                <p:nvPr/>
              </p:nvSpPr>
              <p:spPr>
                <a:xfrm>
                  <a:off x="5224" y="1181"/>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76" name="Rectangle 128"/>
                <p:cNvSpPr/>
                <p:nvPr/>
              </p:nvSpPr>
              <p:spPr>
                <a:xfrm>
                  <a:off x="5224" y="1059"/>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77" name="Rectangle 129"/>
                <p:cNvSpPr/>
                <p:nvPr/>
              </p:nvSpPr>
              <p:spPr>
                <a:xfrm>
                  <a:off x="5224" y="937"/>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78" name="Rectangle 130"/>
                <p:cNvSpPr/>
                <p:nvPr/>
              </p:nvSpPr>
              <p:spPr>
                <a:xfrm>
                  <a:off x="5224" y="815"/>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79" name="Rectangle 131"/>
                <p:cNvSpPr/>
                <p:nvPr/>
              </p:nvSpPr>
              <p:spPr>
                <a:xfrm>
                  <a:off x="5224" y="693"/>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80" name="Rectangle 132"/>
                <p:cNvSpPr/>
                <p:nvPr/>
              </p:nvSpPr>
              <p:spPr>
                <a:xfrm>
                  <a:off x="5224" y="571"/>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81" name="Rectangle 133"/>
                <p:cNvSpPr/>
                <p:nvPr/>
              </p:nvSpPr>
              <p:spPr>
                <a:xfrm>
                  <a:off x="5224" y="4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82" name="Rectangle 134"/>
                <p:cNvSpPr/>
                <p:nvPr/>
              </p:nvSpPr>
              <p:spPr>
                <a:xfrm>
                  <a:off x="5107"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83" name="Rectangle 135"/>
                <p:cNvSpPr/>
                <p:nvPr/>
              </p:nvSpPr>
              <p:spPr>
                <a:xfrm>
                  <a:off x="4985"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84" name="Rectangle 136"/>
                <p:cNvSpPr/>
                <p:nvPr/>
              </p:nvSpPr>
              <p:spPr>
                <a:xfrm>
                  <a:off x="4863"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85" name="Rectangle 137"/>
                <p:cNvSpPr/>
                <p:nvPr/>
              </p:nvSpPr>
              <p:spPr>
                <a:xfrm>
                  <a:off x="4741"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86" name="Rectangle 138"/>
                <p:cNvSpPr/>
                <p:nvPr/>
              </p:nvSpPr>
              <p:spPr>
                <a:xfrm>
                  <a:off x="4619" y="4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grpSp>
          <p:nvGrpSpPr>
            <p:cNvPr id="78987" name="Group 139"/>
            <p:cNvGrpSpPr/>
            <p:nvPr/>
          </p:nvGrpSpPr>
          <p:grpSpPr>
            <a:xfrm>
              <a:off x="985" y="1496"/>
              <a:ext cx="4406" cy="944"/>
              <a:chOff x="829" y="1508"/>
              <a:chExt cx="4406" cy="944"/>
            </a:xfrm>
          </p:grpSpPr>
          <p:grpSp>
            <p:nvGrpSpPr>
              <p:cNvPr id="78988" name="Group 140"/>
              <p:cNvGrpSpPr/>
              <p:nvPr/>
            </p:nvGrpSpPr>
            <p:grpSpPr>
              <a:xfrm>
                <a:off x="829" y="1508"/>
                <a:ext cx="677" cy="944"/>
                <a:chOff x="829" y="1508"/>
                <a:chExt cx="677" cy="944"/>
              </a:xfrm>
            </p:grpSpPr>
            <p:sp>
              <p:nvSpPr>
                <p:cNvPr id="78989" name="Freeform 141"/>
                <p:cNvSpPr/>
                <p:nvPr/>
              </p:nvSpPr>
              <p:spPr>
                <a:xfrm>
                  <a:off x="829" y="1508"/>
                  <a:ext cx="28" cy="95"/>
                </a:xfrm>
                <a:custGeom>
                  <a:avLst/>
                  <a:gdLst/>
                  <a:ahLst/>
                  <a:cxnLst>
                    <a:cxn ang="0">
                      <a:pos x="6" y="3"/>
                    </a:cxn>
                    <a:cxn ang="0">
                      <a:pos x="3" y="3"/>
                    </a:cxn>
                    <a:cxn ang="0">
                      <a:pos x="3" y="6"/>
                    </a:cxn>
                    <a:cxn ang="0">
                      <a:pos x="14" y="6"/>
                    </a:cxn>
                    <a:cxn ang="0">
                      <a:pos x="14" y="0"/>
                    </a:cxn>
                    <a:cxn ang="0">
                      <a:pos x="3" y="0"/>
                    </a:cxn>
                    <a:cxn ang="0">
                      <a:pos x="0" y="0"/>
                    </a:cxn>
                    <a:cxn ang="0">
                      <a:pos x="0" y="3"/>
                    </a:cxn>
                    <a:cxn ang="0">
                      <a:pos x="0" y="48"/>
                    </a:cxn>
                    <a:cxn ang="0">
                      <a:pos x="6" y="48"/>
                    </a:cxn>
                    <a:cxn ang="0">
                      <a:pos x="6" y="3"/>
                    </a:cxn>
                  </a:cxnLst>
                  <a:pathLst>
                    <a:path w="55" h="188">
                      <a:moveTo>
                        <a:pt x="22" y="11"/>
                      </a:moveTo>
                      <a:lnTo>
                        <a:pt x="11" y="11"/>
                      </a:lnTo>
                      <a:lnTo>
                        <a:pt x="11" y="22"/>
                      </a:lnTo>
                      <a:lnTo>
                        <a:pt x="55" y="22"/>
                      </a:lnTo>
                      <a:lnTo>
                        <a:pt x="55" y="0"/>
                      </a:lnTo>
                      <a:lnTo>
                        <a:pt x="11" y="0"/>
                      </a:lnTo>
                      <a:lnTo>
                        <a:pt x="0" y="0"/>
                      </a:lnTo>
                      <a:lnTo>
                        <a:pt x="0" y="11"/>
                      </a:lnTo>
                      <a:lnTo>
                        <a:pt x="0" y="188"/>
                      </a:lnTo>
                      <a:lnTo>
                        <a:pt x="22" y="188"/>
                      </a:lnTo>
                      <a:lnTo>
                        <a:pt x="22" y="11"/>
                      </a:lnTo>
                      <a:close/>
                    </a:path>
                  </a:pathLst>
                </a:custGeom>
                <a:solidFill>
                  <a:srgbClr val="FF00FF"/>
                </a:solidFill>
                <a:ln w="9525">
                  <a:noFill/>
                </a:ln>
              </p:spPr>
              <p:txBody>
                <a:bodyPr/>
                <a:p>
                  <a:endParaRPr lang="zh-CN" altLang="en-US"/>
                </a:p>
              </p:txBody>
            </p:sp>
            <p:sp>
              <p:nvSpPr>
                <p:cNvPr id="78990" name="Rectangle 142"/>
                <p:cNvSpPr/>
                <p:nvPr/>
              </p:nvSpPr>
              <p:spPr>
                <a:xfrm>
                  <a:off x="829" y="163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91" name="Rectangle 143"/>
                <p:cNvSpPr/>
                <p:nvPr/>
              </p:nvSpPr>
              <p:spPr>
                <a:xfrm>
                  <a:off x="829" y="175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92" name="Rectangle 144"/>
                <p:cNvSpPr/>
                <p:nvPr/>
              </p:nvSpPr>
              <p:spPr>
                <a:xfrm>
                  <a:off x="829" y="188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93" name="Rectangle 145"/>
                <p:cNvSpPr/>
                <p:nvPr/>
              </p:nvSpPr>
              <p:spPr>
                <a:xfrm>
                  <a:off x="829" y="200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94" name="Rectangle 146"/>
                <p:cNvSpPr/>
                <p:nvPr/>
              </p:nvSpPr>
              <p:spPr>
                <a:xfrm>
                  <a:off x="829" y="212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95" name="Rectangle 147"/>
                <p:cNvSpPr/>
                <p:nvPr/>
              </p:nvSpPr>
              <p:spPr>
                <a:xfrm>
                  <a:off x="829" y="224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96" name="Freeform 148"/>
                <p:cNvSpPr/>
                <p:nvPr/>
              </p:nvSpPr>
              <p:spPr>
                <a:xfrm>
                  <a:off x="829" y="2368"/>
                  <a:ext cx="17" cy="84"/>
                </a:xfrm>
                <a:custGeom>
                  <a:avLst/>
                  <a:gdLst/>
                  <a:ahLst/>
                  <a:cxnLst>
                    <a:cxn ang="0">
                      <a:pos x="6" y="0"/>
                    </a:cxn>
                    <a:cxn ang="0">
                      <a:pos x="0" y="0"/>
                    </a:cxn>
                    <a:cxn ang="0">
                      <a:pos x="0" y="39"/>
                    </a:cxn>
                    <a:cxn ang="0">
                      <a:pos x="0" y="43"/>
                    </a:cxn>
                    <a:cxn ang="0">
                      <a:pos x="3" y="43"/>
                    </a:cxn>
                    <a:cxn ang="0">
                      <a:pos x="9" y="43"/>
                    </a:cxn>
                    <a:cxn ang="0">
                      <a:pos x="9" y="37"/>
                    </a:cxn>
                    <a:cxn ang="0">
                      <a:pos x="3" y="37"/>
                    </a:cxn>
                    <a:cxn ang="0">
                      <a:pos x="3" y="39"/>
                    </a:cxn>
                    <a:cxn ang="0">
                      <a:pos x="6" y="39"/>
                    </a:cxn>
                    <a:cxn ang="0">
                      <a:pos x="6" y="0"/>
                    </a:cxn>
                  </a:cxnLst>
                  <a:pathLst>
                    <a:path w="33" h="166">
                      <a:moveTo>
                        <a:pt x="22" y="0"/>
                      </a:moveTo>
                      <a:lnTo>
                        <a:pt x="0" y="0"/>
                      </a:lnTo>
                      <a:lnTo>
                        <a:pt x="0" y="155"/>
                      </a:lnTo>
                      <a:lnTo>
                        <a:pt x="0" y="166"/>
                      </a:lnTo>
                      <a:lnTo>
                        <a:pt x="11" y="166"/>
                      </a:lnTo>
                      <a:lnTo>
                        <a:pt x="33" y="166"/>
                      </a:lnTo>
                      <a:lnTo>
                        <a:pt x="33" y="144"/>
                      </a:lnTo>
                      <a:lnTo>
                        <a:pt x="11" y="144"/>
                      </a:lnTo>
                      <a:lnTo>
                        <a:pt x="11" y="155"/>
                      </a:lnTo>
                      <a:lnTo>
                        <a:pt x="22" y="155"/>
                      </a:lnTo>
                      <a:lnTo>
                        <a:pt x="22" y="0"/>
                      </a:lnTo>
                      <a:close/>
                    </a:path>
                  </a:pathLst>
                </a:custGeom>
                <a:solidFill>
                  <a:srgbClr val="FF00FF"/>
                </a:solidFill>
                <a:ln w="9525">
                  <a:noFill/>
                </a:ln>
              </p:spPr>
              <p:txBody>
                <a:bodyPr/>
                <a:p>
                  <a:endParaRPr lang="zh-CN" altLang="en-US"/>
                </a:p>
              </p:txBody>
            </p:sp>
            <p:sp>
              <p:nvSpPr>
                <p:cNvPr id="78997" name="Rectangle 149"/>
                <p:cNvSpPr/>
                <p:nvPr/>
              </p:nvSpPr>
              <p:spPr>
                <a:xfrm>
                  <a:off x="879"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98" name="Rectangle 150"/>
                <p:cNvSpPr/>
                <p:nvPr/>
              </p:nvSpPr>
              <p:spPr>
                <a:xfrm>
                  <a:off x="1001"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8999" name="Rectangle 151"/>
                <p:cNvSpPr/>
                <p:nvPr/>
              </p:nvSpPr>
              <p:spPr>
                <a:xfrm>
                  <a:off x="1123"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00" name="Rectangle 152"/>
                <p:cNvSpPr/>
                <p:nvPr/>
              </p:nvSpPr>
              <p:spPr>
                <a:xfrm>
                  <a:off x="1245"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01" name="Rectangle 153"/>
                <p:cNvSpPr/>
                <p:nvPr/>
              </p:nvSpPr>
              <p:spPr>
                <a:xfrm>
                  <a:off x="1367"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02" name="Freeform 154"/>
                <p:cNvSpPr/>
                <p:nvPr/>
              </p:nvSpPr>
              <p:spPr>
                <a:xfrm>
                  <a:off x="1489" y="2368"/>
                  <a:ext cx="17" cy="84"/>
                </a:xfrm>
                <a:custGeom>
                  <a:avLst/>
                  <a:gdLst/>
                  <a:ahLst/>
                  <a:cxnLst>
                    <a:cxn ang="0">
                      <a:pos x="0" y="37"/>
                    </a:cxn>
                    <a:cxn ang="0">
                      <a:pos x="0" y="43"/>
                    </a:cxn>
                    <a:cxn ang="0">
                      <a:pos x="6" y="43"/>
                    </a:cxn>
                    <a:cxn ang="0">
                      <a:pos x="9" y="43"/>
                    </a:cxn>
                    <a:cxn ang="0">
                      <a:pos x="9" y="39"/>
                    </a:cxn>
                    <a:cxn ang="0">
                      <a:pos x="9" y="0"/>
                    </a:cxn>
                    <a:cxn ang="0">
                      <a:pos x="3" y="0"/>
                    </a:cxn>
                    <a:cxn ang="0">
                      <a:pos x="3" y="39"/>
                    </a:cxn>
                    <a:cxn ang="0">
                      <a:pos x="6" y="39"/>
                    </a:cxn>
                    <a:cxn ang="0">
                      <a:pos x="6" y="37"/>
                    </a:cxn>
                    <a:cxn ang="0">
                      <a:pos x="0" y="37"/>
                    </a:cxn>
                  </a:cxnLst>
                  <a:pathLst>
                    <a:path w="33" h="166">
                      <a:moveTo>
                        <a:pt x="0" y="144"/>
                      </a:moveTo>
                      <a:lnTo>
                        <a:pt x="0" y="166"/>
                      </a:lnTo>
                      <a:lnTo>
                        <a:pt x="22" y="166"/>
                      </a:lnTo>
                      <a:lnTo>
                        <a:pt x="33" y="166"/>
                      </a:lnTo>
                      <a:lnTo>
                        <a:pt x="33" y="155"/>
                      </a:lnTo>
                      <a:lnTo>
                        <a:pt x="33" y="0"/>
                      </a:lnTo>
                      <a:lnTo>
                        <a:pt x="11" y="0"/>
                      </a:lnTo>
                      <a:lnTo>
                        <a:pt x="11" y="155"/>
                      </a:lnTo>
                      <a:lnTo>
                        <a:pt x="22" y="155"/>
                      </a:lnTo>
                      <a:lnTo>
                        <a:pt x="22" y="144"/>
                      </a:lnTo>
                      <a:lnTo>
                        <a:pt x="0" y="144"/>
                      </a:lnTo>
                      <a:close/>
                    </a:path>
                  </a:pathLst>
                </a:custGeom>
                <a:solidFill>
                  <a:srgbClr val="FF00FF"/>
                </a:solidFill>
                <a:ln w="9525">
                  <a:noFill/>
                </a:ln>
              </p:spPr>
              <p:txBody>
                <a:bodyPr/>
                <a:p>
                  <a:endParaRPr lang="zh-CN" altLang="en-US"/>
                </a:p>
              </p:txBody>
            </p:sp>
            <p:sp>
              <p:nvSpPr>
                <p:cNvPr id="79003" name="Rectangle 155"/>
                <p:cNvSpPr/>
                <p:nvPr/>
              </p:nvSpPr>
              <p:spPr>
                <a:xfrm>
                  <a:off x="1495" y="224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04" name="Rectangle 156"/>
                <p:cNvSpPr/>
                <p:nvPr/>
              </p:nvSpPr>
              <p:spPr>
                <a:xfrm>
                  <a:off x="1495" y="212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05" name="Rectangle 157"/>
                <p:cNvSpPr/>
                <p:nvPr/>
              </p:nvSpPr>
              <p:spPr>
                <a:xfrm>
                  <a:off x="1495" y="200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06" name="Rectangle 158"/>
                <p:cNvSpPr/>
                <p:nvPr/>
              </p:nvSpPr>
              <p:spPr>
                <a:xfrm>
                  <a:off x="1495" y="188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07" name="Rectangle 159"/>
                <p:cNvSpPr/>
                <p:nvPr/>
              </p:nvSpPr>
              <p:spPr>
                <a:xfrm>
                  <a:off x="1495" y="175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08" name="Rectangle 160"/>
                <p:cNvSpPr/>
                <p:nvPr/>
              </p:nvSpPr>
              <p:spPr>
                <a:xfrm>
                  <a:off x="1495" y="163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09" name="Rectangle 161"/>
                <p:cNvSpPr/>
                <p:nvPr/>
              </p:nvSpPr>
              <p:spPr>
                <a:xfrm>
                  <a:off x="1495" y="151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10" name="Rectangle 162"/>
                <p:cNvSpPr/>
                <p:nvPr/>
              </p:nvSpPr>
              <p:spPr>
                <a:xfrm>
                  <a:off x="1378"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11" name="Rectangle 163"/>
                <p:cNvSpPr/>
                <p:nvPr/>
              </p:nvSpPr>
              <p:spPr>
                <a:xfrm>
                  <a:off x="1256"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12" name="Rectangle 164"/>
                <p:cNvSpPr/>
                <p:nvPr/>
              </p:nvSpPr>
              <p:spPr>
                <a:xfrm>
                  <a:off x="1134"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13" name="Rectangle 165"/>
                <p:cNvSpPr/>
                <p:nvPr/>
              </p:nvSpPr>
              <p:spPr>
                <a:xfrm>
                  <a:off x="1012"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14" name="Rectangle 166"/>
                <p:cNvSpPr/>
                <p:nvPr/>
              </p:nvSpPr>
              <p:spPr>
                <a:xfrm>
                  <a:off x="890"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9015" name="Group 167"/>
              <p:cNvGrpSpPr/>
              <p:nvPr/>
            </p:nvGrpSpPr>
            <p:grpSpPr>
              <a:xfrm>
                <a:off x="1761" y="1508"/>
                <a:ext cx="677" cy="944"/>
                <a:chOff x="1761" y="1508"/>
                <a:chExt cx="677" cy="944"/>
              </a:xfrm>
            </p:grpSpPr>
            <p:sp>
              <p:nvSpPr>
                <p:cNvPr id="79016" name="Freeform 168"/>
                <p:cNvSpPr/>
                <p:nvPr/>
              </p:nvSpPr>
              <p:spPr>
                <a:xfrm>
                  <a:off x="1761" y="1508"/>
                  <a:ext cx="28" cy="95"/>
                </a:xfrm>
                <a:custGeom>
                  <a:avLst/>
                  <a:gdLst/>
                  <a:ahLst/>
                  <a:cxnLst>
                    <a:cxn ang="0">
                      <a:pos x="6" y="3"/>
                    </a:cxn>
                    <a:cxn ang="0">
                      <a:pos x="3" y="3"/>
                    </a:cxn>
                    <a:cxn ang="0">
                      <a:pos x="3" y="6"/>
                    </a:cxn>
                    <a:cxn ang="0">
                      <a:pos x="14" y="6"/>
                    </a:cxn>
                    <a:cxn ang="0">
                      <a:pos x="14" y="0"/>
                    </a:cxn>
                    <a:cxn ang="0">
                      <a:pos x="3" y="0"/>
                    </a:cxn>
                    <a:cxn ang="0">
                      <a:pos x="0" y="0"/>
                    </a:cxn>
                    <a:cxn ang="0">
                      <a:pos x="0" y="3"/>
                    </a:cxn>
                    <a:cxn ang="0">
                      <a:pos x="0" y="48"/>
                    </a:cxn>
                    <a:cxn ang="0">
                      <a:pos x="6" y="48"/>
                    </a:cxn>
                    <a:cxn ang="0">
                      <a:pos x="6" y="3"/>
                    </a:cxn>
                  </a:cxnLst>
                  <a:pathLst>
                    <a:path w="56" h="188">
                      <a:moveTo>
                        <a:pt x="23" y="11"/>
                      </a:moveTo>
                      <a:lnTo>
                        <a:pt x="11" y="11"/>
                      </a:lnTo>
                      <a:lnTo>
                        <a:pt x="11" y="22"/>
                      </a:lnTo>
                      <a:lnTo>
                        <a:pt x="56" y="22"/>
                      </a:lnTo>
                      <a:lnTo>
                        <a:pt x="56" y="0"/>
                      </a:lnTo>
                      <a:lnTo>
                        <a:pt x="11" y="0"/>
                      </a:lnTo>
                      <a:lnTo>
                        <a:pt x="0" y="0"/>
                      </a:lnTo>
                      <a:lnTo>
                        <a:pt x="0" y="11"/>
                      </a:lnTo>
                      <a:lnTo>
                        <a:pt x="0" y="188"/>
                      </a:lnTo>
                      <a:lnTo>
                        <a:pt x="23" y="188"/>
                      </a:lnTo>
                      <a:lnTo>
                        <a:pt x="23" y="11"/>
                      </a:lnTo>
                      <a:close/>
                    </a:path>
                  </a:pathLst>
                </a:custGeom>
                <a:solidFill>
                  <a:srgbClr val="FF00FF"/>
                </a:solidFill>
                <a:ln w="9525">
                  <a:noFill/>
                </a:ln>
              </p:spPr>
              <p:txBody>
                <a:bodyPr/>
                <a:p>
                  <a:endParaRPr lang="zh-CN" altLang="en-US"/>
                </a:p>
              </p:txBody>
            </p:sp>
            <p:sp>
              <p:nvSpPr>
                <p:cNvPr id="79017" name="Rectangle 169"/>
                <p:cNvSpPr/>
                <p:nvPr/>
              </p:nvSpPr>
              <p:spPr>
                <a:xfrm>
                  <a:off x="1761" y="163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18" name="Rectangle 170"/>
                <p:cNvSpPr/>
                <p:nvPr/>
              </p:nvSpPr>
              <p:spPr>
                <a:xfrm>
                  <a:off x="1761" y="175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19" name="Rectangle 171"/>
                <p:cNvSpPr/>
                <p:nvPr/>
              </p:nvSpPr>
              <p:spPr>
                <a:xfrm>
                  <a:off x="1761" y="188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20" name="Rectangle 172"/>
                <p:cNvSpPr/>
                <p:nvPr/>
              </p:nvSpPr>
              <p:spPr>
                <a:xfrm>
                  <a:off x="1761" y="200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21" name="Rectangle 173"/>
                <p:cNvSpPr/>
                <p:nvPr/>
              </p:nvSpPr>
              <p:spPr>
                <a:xfrm>
                  <a:off x="1761" y="212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22" name="Rectangle 174"/>
                <p:cNvSpPr/>
                <p:nvPr/>
              </p:nvSpPr>
              <p:spPr>
                <a:xfrm>
                  <a:off x="1761" y="224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23" name="Freeform 175"/>
                <p:cNvSpPr/>
                <p:nvPr/>
              </p:nvSpPr>
              <p:spPr>
                <a:xfrm>
                  <a:off x="1761" y="2368"/>
                  <a:ext cx="17" cy="84"/>
                </a:xfrm>
                <a:custGeom>
                  <a:avLst/>
                  <a:gdLst/>
                  <a:ahLst/>
                  <a:cxnLst>
                    <a:cxn ang="0">
                      <a:pos x="6" y="0"/>
                    </a:cxn>
                    <a:cxn ang="0">
                      <a:pos x="0" y="0"/>
                    </a:cxn>
                    <a:cxn ang="0">
                      <a:pos x="0" y="39"/>
                    </a:cxn>
                    <a:cxn ang="0">
                      <a:pos x="0" y="43"/>
                    </a:cxn>
                    <a:cxn ang="0">
                      <a:pos x="3" y="43"/>
                    </a:cxn>
                    <a:cxn ang="0">
                      <a:pos x="9" y="43"/>
                    </a:cxn>
                    <a:cxn ang="0">
                      <a:pos x="9" y="37"/>
                    </a:cxn>
                    <a:cxn ang="0">
                      <a:pos x="3" y="37"/>
                    </a:cxn>
                    <a:cxn ang="0">
                      <a:pos x="3" y="39"/>
                    </a:cxn>
                    <a:cxn ang="0">
                      <a:pos x="6" y="39"/>
                    </a:cxn>
                    <a:cxn ang="0">
                      <a:pos x="6" y="0"/>
                    </a:cxn>
                  </a:cxnLst>
                  <a:pathLst>
                    <a:path w="34" h="166">
                      <a:moveTo>
                        <a:pt x="23" y="0"/>
                      </a:moveTo>
                      <a:lnTo>
                        <a:pt x="0" y="0"/>
                      </a:lnTo>
                      <a:lnTo>
                        <a:pt x="0" y="155"/>
                      </a:lnTo>
                      <a:lnTo>
                        <a:pt x="0" y="166"/>
                      </a:lnTo>
                      <a:lnTo>
                        <a:pt x="11" y="166"/>
                      </a:lnTo>
                      <a:lnTo>
                        <a:pt x="34" y="166"/>
                      </a:lnTo>
                      <a:lnTo>
                        <a:pt x="34" y="144"/>
                      </a:lnTo>
                      <a:lnTo>
                        <a:pt x="11" y="144"/>
                      </a:lnTo>
                      <a:lnTo>
                        <a:pt x="11" y="155"/>
                      </a:lnTo>
                      <a:lnTo>
                        <a:pt x="23" y="155"/>
                      </a:lnTo>
                      <a:lnTo>
                        <a:pt x="23" y="0"/>
                      </a:lnTo>
                      <a:close/>
                    </a:path>
                  </a:pathLst>
                </a:custGeom>
                <a:solidFill>
                  <a:srgbClr val="FF00FF"/>
                </a:solidFill>
                <a:ln w="9525">
                  <a:noFill/>
                </a:ln>
              </p:spPr>
              <p:txBody>
                <a:bodyPr/>
                <a:p>
                  <a:endParaRPr lang="zh-CN" altLang="en-US"/>
                </a:p>
              </p:txBody>
            </p:sp>
            <p:sp>
              <p:nvSpPr>
                <p:cNvPr id="79024" name="Rectangle 176"/>
                <p:cNvSpPr/>
                <p:nvPr/>
              </p:nvSpPr>
              <p:spPr>
                <a:xfrm>
                  <a:off x="1811"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25" name="Rectangle 177"/>
                <p:cNvSpPr/>
                <p:nvPr/>
              </p:nvSpPr>
              <p:spPr>
                <a:xfrm>
                  <a:off x="1933"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26" name="Rectangle 178"/>
                <p:cNvSpPr/>
                <p:nvPr/>
              </p:nvSpPr>
              <p:spPr>
                <a:xfrm>
                  <a:off x="2055"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27" name="Rectangle 179"/>
                <p:cNvSpPr/>
                <p:nvPr/>
              </p:nvSpPr>
              <p:spPr>
                <a:xfrm>
                  <a:off x="2177"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28" name="Rectangle 180"/>
                <p:cNvSpPr/>
                <p:nvPr/>
              </p:nvSpPr>
              <p:spPr>
                <a:xfrm>
                  <a:off x="2299"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29" name="Freeform 181"/>
                <p:cNvSpPr/>
                <p:nvPr/>
              </p:nvSpPr>
              <p:spPr>
                <a:xfrm>
                  <a:off x="2421" y="2368"/>
                  <a:ext cx="17" cy="84"/>
                </a:xfrm>
                <a:custGeom>
                  <a:avLst/>
                  <a:gdLst/>
                  <a:ahLst/>
                  <a:cxnLst>
                    <a:cxn ang="0">
                      <a:pos x="0" y="37"/>
                    </a:cxn>
                    <a:cxn ang="0">
                      <a:pos x="0" y="43"/>
                    </a:cxn>
                    <a:cxn ang="0">
                      <a:pos x="6" y="43"/>
                    </a:cxn>
                    <a:cxn ang="0">
                      <a:pos x="9" y="43"/>
                    </a:cxn>
                    <a:cxn ang="0">
                      <a:pos x="9" y="39"/>
                    </a:cxn>
                    <a:cxn ang="0">
                      <a:pos x="9" y="0"/>
                    </a:cxn>
                    <a:cxn ang="0">
                      <a:pos x="3" y="0"/>
                    </a:cxn>
                    <a:cxn ang="0">
                      <a:pos x="3" y="39"/>
                    </a:cxn>
                    <a:cxn ang="0">
                      <a:pos x="6" y="39"/>
                    </a:cxn>
                    <a:cxn ang="0">
                      <a:pos x="6" y="37"/>
                    </a:cxn>
                    <a:cxn ang="0">
                      <a:pos x="0" y="37"/>
                    </a:cxn>
                  </a:cxnLst>
                  <a:pathLst>
                    <a:path w="33" h="166">
                      <a:moveTo>
                        <a:pt x="0" y="144"/>
                      </a:moveTo>
                      <a:lnTo>
                        <a:pt x="0" y="166"/>
                      </a:lnTo>
                      <a:lnTo>
                        <a:pt x="22" y="166"/>
                      </a:lnTo>
                      <a:lnTo>
                        <a:pt x="33" y="166"/>
                      </a:lnTo>
                      <a:lnTo>
                        <a:pt x="33" y="155"/>
                      </a:lnTo>
                      <a:lnTo>
                        <a:pt x="33" y="0"/>
                      </a:lnTo>
                      <a:lnTo>
                        <a:pt x="11" y="0"/>
                      </a:lnTo>
                      <a:lnTo>
                        <a:pt x="11" y="155"/>
                      </a:lnTo>
                      <a:lnTo>
                        <a:pt x="22" y="155"/>
                      </a:lnTo>
                      <a:lnTo>
                        <a:pt x="22" y="144"/>
                      </a:lnTo>
                      <a:lnTo>
                        <a:pt x="0" y="144"/>
                      </a:lnTo>
                      <a:close/>
                    </a:path>
                  </a:pathLst>
                </a:custGeom>
                <a:solidFill>
                  <a:srgbClr val="FF00FF"/>
                </a:solidFill>
                <a:ln w="9525">
                  <a:noFill/>
                </a:ln>
              </p:spPr>
              <p:txBody>
                <a:bodyPr/>
                <a:p>
                  <a:endParaRPr lang="zh-CN" altLang="en-US"/>
                </a:p>
              </p:txBody>
            </p:sp>
            <p:sp>
              <p:nvSpPr>
                <p:cNvPr id="79030" name="Rectangle 182"/>
                <p:cNvSpPr/>
                <p:nvPr/>
              </p:nvSpPr>
              <p:spPr>
                <a:xfrm>
                  <a:off x="2427" y="224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31" name="Rectangle 183"/>
                <p:cNvSpPr/>
                <p:nvPr/>
              </p:nvSpPr>
              <p:spPr>
                <a:xfrm>
                  <a:off x="2427" y="212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32" name="Rectangle 184"/>
                <p:cNvSpPr/>
                <p:nvPr/>
              </p:nvSpPr>
              <p:spPr>
                <a:xfrm>
                  <a:off x="2427" y="200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33" name="Rectangle 185"/>
                <p:cNvSpPr/>
                <p:nvPr/>
              </p:nvSpPr>
              <p:spPr>
                <a:xfrm>
                  <a:off x="2427" y="188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34" name="Rectangle 186"/>
                <p:cNvSpPr/>
                <p:nvPr/>
              </p:nvSpPr>
              <p:spPr>
                <a:xfrm>
                  <a:off x="2427" y="175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35" name="Rectangle 187"/>
                <p:cNvSpPr/>
                <p:nvPr/>
              </p:nvSpPr>
              <p:spPr>
                <a:xfrm>
                  <a:off x="2427" y="163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36" name="Rectangle 188"/>
                <p:cNvSpPr/>
                <p:nvPr/>
              </p:nvSpPr>
              <p:spPr>
                <a:xfrm>
                  <a:off x="2427" y="151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37" name="Rectangle 189"/>
                <p:cNvSpPr/>
                <p:nvPr/>
              </p:nvSpPr>
              <p:spPr>
                <a:xfrm>
                  <a:off x="2311" y="1508"/>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38" name="Rectangle 190"/>
                <p:cNvSpPr/>
                <p:nvPr/>
              </p:nvSpPr>
              <p:spPr>
                <a:xfrm>
                  <a:off x="2188"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39" name="Rectangle 191"/>
                <p:cNvSpPr/>
                <p:nvPr/>
              </p:nvSpPr>
              <p:spPr>
                <a:xfrm>
                  <a:off x="2066"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40" name="Rectangle 192"/>
                <p:cNvSpPr/>
                <p:nvPr/>
              </p:nvSpPr>
              <p:spPr>
                <a:xfrm>
                  <a:off x="1944"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41" name="Rectangle 193"/>
                <p:cNvSpPr/>
                <p:nvPr/>
              </p:nvSpPr>
              <p:spPr>
                <a:xfrm>
                  <a:off x="1822"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9042" name="Group 194"/>
              <p:cNvGrpSpPr/>
              <p:nvPr/>
            </p:nvGrpSpPr>
            <p:grpSpPr>
              <a:xfrm>
                <a:off x="2693" y="1508"/>
                <a:ext cx="677" cy="944"/>
                <a:chOff x="2693" y="1508"/>
                <a:chExt cx="677" cy="944"/>
              </a:xfrm>
            </p:grpSpPr>
            <p:sp>
              <p:nvSpPr>
                <p:cNvPr id="79043" name="Freeform 195"/>
                <p:cNvSpPr/>
                <p:nvPr/>
              </p:nvSpPr>
              <p:spPr>
                <a:xfrm>
                  <a:off x="2693" y="1508"/>
                  <a:ext cx="28" cy="95"/>
                </a:xfrm>
                <a:custGeom>
                  <a:avLst/>
                  <a:gdLst/>
                  <a:ahLst/>
                  <a:cxnLst>
                    <a:cxn ang="0">
                      <a:pos x="6" y="3"/>
                    </a:cxn>
                    <a:cxn ang="0">
                      <a:pos x="3" y="3"/>
                    </a:cxn>
                    <a:cxn ang="0">
                      <a:pos x="3" y="6"/>
                    </a:cxn>
                    <a:cxn ang="0">
                      <a:pos x="14" y="6"/>
                    </a:cxn>
                    <a:cxn ang="0">
                      <a:pos x="14" y="0"/>
                    </a:cxn>
                    <a:cxn ang="0">
                      <a:pos x="3" y="0"/>
                    </a:cxn>
                    <a:cxn ang="0">
                      <a:pos x="0" y="0"/>
                    </a:cxn>
                    <a:cxn ang="0">
                      <a:pos x="0" y="3"/>
                    </a:cxn>
                    <a:cxn ang="0">
                      <a:pos x="0" y="48"/>
                    </a:cxn>
                    <a:cxn ang="0">
                      <a:pos x="6" y="48"/>
                    </a:cxn>
                    <a:cxn ang="0">
                      <a:pos x="6" y="3"/>
                    </a:cxn>
                  </a:cxnLst>
                  <a:pathLst>
                    <a:path w="55" h="188">
                      <a:moveTo>
                        <a:pt x="22" y="11"/>
                      </a:moveTo>
                      <a:lnTo>
                        <a:pt x="11" y="11"/>
                      </a:lnTo>
                      <a:lnTo>
                        <a:pt x="11" y="22"/>
                      </a:lnTo>
                      <a:lnTo>
                        <a:pt x="55" y="22"/>
                      </a:lnTo>
                      <a:lnTo>
                        <a:pt x="55" y="0"/>
                      </a:lnTo>
                      <a:lnTo>
                        <a:pt x="11" y="0"/>
                      </a:lnTo>
                      <a:lnTo>
                        <a:pt x="0" y="0"/>
                      </a:lnTo>
                      <a:lnTo>
                        <a:pt x="0" y="11"/>
                      </a:lnTo>
                      <a:lnTo>
                        <a:pt x="0" y="188"/>
                      </a:lnTo>
                      <a:lnTo>
                        <a:pt x="22" y="188"/>
                      </a:lnTo>
                      <a:lnTo>
                        <a:pt x="22" y="11"/>
                      </a:lnTo>
                      <a:close/>
                    </a:path>
                  </a:pathLst>
                </a:custGeom>
                <a:solidFill>
                  <a:srgbClr val="FF00FF"/>
                </a:solidFill>
                <a:ln w="9525">
                  <a:noFill/>
                </a:ln>
              </p:spPr>
              <p:txBody>
                <a:bodyPr/>
                <a:p>
                  <a:endParaRPr lang="zh-CN" altLang="en-US"/>
                </a:p>
              </p:txBody>
            </p:sp>
            <p:sp>
              <p:nvSpPr>
                <p:cNvPr id="79044" name="Rectangle 196"/>
                <p:cNvSpPr/>
                <p:nvPr/>
              </p:nvSpPr>
              <p:spPr>
                <a:xfrm>
                  <a:off x="2693" y="163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45" name="Rectangle 197"/>
                <p:cNvSpPr/>
                <p:nvPr/>
              </p:nvSpPr>
              <p:spPr>
                <a:xfrm>
                  <a:off x="2693" y="175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46" name="Rectangle 198"/>
                <p:cNvSpPr/>
                <p:nvPr/>
              </p:nvSpPr>
              <p:spPr>
                <a:xfrm>
                  <a:off x="2693" y="188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47" name="Rectangle 199"/>
                <p:cNvSpPr/>
                <p:nvPr/>
              </p:nvSpPr>
              <p:spPr>
                <a:xfrm>
                  <a:off x="2693" y="200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48" name="Rectangle 200"/>
                <p:cNvSpPr/>
                <p:nvPr/>
              </p:nvSpPr>
              <p:spPr>
                <a:xfrm>
                  <a:off x="2693" y="212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49" name="Rectangle 201"/>
                <p:cNvSpPr/>
                <p:nvPr/>
              </p:nvSpPr>
              <p:spPr>
                <a:xfrm>
                  <a:off x="2693" y="224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50" name="Freeform 202"/>
                <p:cNvSpPr/>
                <p:nvPr/>
              </p:nvSpPr>
              <p:spPr>
                <a:xfrm>
                  <a:off x="2693" y="2368"/>
                  <a:ext cx="17" cy="84"/>
                </a:xfrm>
                <a:custGeom>
                  <a:avLst/>
                  <a:gdLst/>
                  <a:ahLst/>
                  <a:cxnLst>
                    <a:cxn ang="0">
                      <a:pos x="6" y="0"/>
                    </a:cxn>
                    <a:cxn ang="0">
                      <a:pos x="0" y="0"/>
                    </a:cxn>
                    <a:cxn ang="0">
                      <a:pos x="0" y="39"/>
                    </a:cxn>
                    <a:cxn ang="0">
                      <a:pos x="0" y="43"/>
                    </a:cxn>
                    <a:cxn ang="0">
                      <a:pos x="3" y="43"/>
                    </a:cxn>
                    <a:cxn ang="0">
                      <a:pos x="9" y="43"/>
                    </a:cxn>
                    <a:cxn ang="0">
                      <a:pos x="9" y="37"/>
                    </a:cxn>
                    <a:cxn ang="0">
                      <a:pos x="3" y="37"/>
                    </a:cxn>
                    <a:cxn ang="0">
                      <a:pos x="3" y="39"/>
                    </a:cxn>
                    <a:cxn ang="0">
                      <a:pos x="6" y="39"/>
                    </a:cxn>
                    <a:cxn ang="0">
                      <a:pos x="6" y="0"/>
                    </a:cxn>
                  </a:cxnLst>
                  <a:pathLst>
                    <a:path w="33" h="166">
                      <a:moveTo>
                        <a:pt x="22" y="0"/>
                      </a:moveTo>
                      <a:lnTo>
                        <a:pt x="0" y="0"/>
                      </a:lnTo>
                      <a:lnTo>
                        <a:pt x="0" y="155"/>
                      </a:lnTo>
                      <a:lnTo>
                        <a:pt x="0" y="166"/>
                      </a:lnTo>
                      <a:lnTo>
                        <a:pt x="11" y="166"/>
                      </a:lnTo>
                      <a:lnTo>
                        <a:pt x="33" y="166"/>
                      </a:lnTo>
                      <a:lnTo>
                        <a:pt x="33" y="144"/>
                      </a:lnTo>
                      <a:lnTo>
                        <a:pt x="11" y="144"/>
                      </a:lnTo>
                      <a:lnTo>
                        <a:pt x="11" y="155"/>
                      </a:lnTo>
                      <a:lnTo>
                        <a:pt x="22" y="155"/>
                      </a:lnTo>
                      <a:lnTo>
                        <a:pt x="22" y="0"/>
                      </a:lnTo>
                      <a:close/>
                    </a:path>
                  </a:pathLst>
                </a:custGeom>
                <a:solidFill>
                  <a:srgbClr val="FF00FF"/>
                </a:solidFill>
                <a:ln w="9525">
                  <a:noFill/>
                </a:ln>
              </p:spPr>
              <p:txBody>
                <a:bodyPr/>
                <a:p>
                  <a:endParaRPr lang="zh-CN" altLang="en-US"/>
                </a:p>
              </p:txBody>
            </p:sp>
            <p:sp>
              <p:nvSpPr>
                <p:cNvPr id="79051" name="Rectangle 203"/>
                <p:cNvSpPr/>
                <p:nvPr/>
              </p:nvSpPr>
              <p:spPr>
                <a:xfrm>
                  <a:off x="2743"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52" name="Rectangle 204"/>
                <p:cNvSpPr/>
                <p:nvPr/>
              </p:nvSpPr>
              <p:spPr>
                <a:xfrm>
                  <a:off x="2865"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53" name="Rectangle 205"/>
                <p:cNvSpPr/>
                <p:nvPr/>
              </p:nvSpPr>
              <p:spPr>
                <a:xfrm>
                  <a:off x="2987"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54" name="Rectangle 206"/>
                <p:cNvSpPr/>
                <p:nvPr/>
              </p:nvSpPr>
              <p:spPr>
                <a:xfrm>
                  <a:off x="3110" y="244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55" name="Rectangle 207"/>
                <p:cNvSpPr/>
                <p:nvPr/>
              </p:nvSpPr>
              <p:spPr>
                <a:xfrm>
                  <a:off x="3232" y="244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56" name="Freeform 208"/>
                <p:cNvSpPr/>
                <p:nvPr/>
              </p:nvSpPr>
              <p:spPr>
                <a:xfrm>
                  <a:off x="3354" y="2368"/>
                  <a:ext cx="16" cy="84"/>
                </a:xfrm>
                <a:custGeom>
                  <a:avLst/>
                  <a:gdLst/>
                  <a:ahLst/>
                  <a:cxnLst>
                    <a:cxn ang="0">
                      <a:pos x="0" y="37"/>
                    </a:cxn>
                    <a:cxn ang="0">
                      <a:pos x="0" y="43"/>
                    </a:cxn>
                    <a:cxn ang="0">
                      <a:pos x="5" y="43"/>
                    </a:cxn>
                    <a:cxn ang="0">
                      <a:pos x="8" y="43"/>
                    </a:cxn>
                    <a:cxn ang="0">
                      <a:pos x="8" y="39"/>
                    </a:cxn>
                    <a:cxn ang="0">
                      <a:pos x="8" y="0"/>
                    </a:cxn>
                    <a:cxn ang="0">
                      <a:pos x="3" y="0"/>
                    </a:cxn>
                    <a:cxn ang="0">
                      <a:pos x="3" y="39"/>
                    </a:cxn>
                    <a:cxn ang="0">
                      <a:pos x="5" y="39"/>
                    </a:cxn>
                    <a:cxn ang="0">
                      <a:pos x="5" y="37"/>
                    </a:cxn>
                    <a:cxn ang="0">
                      <a:pos x="0" y="37"/>
                    </a:cxn>
                  </a:cxnLst>
                  <a:pathLst>
                    <a:path w="34" h="166">
                      <a:moveTo>
                        <a:pt x="0" y="144"/>
                      </a:moveTo>
                      <a:lnTo>
                        <a:pt x="0" y="166"/>
                      </a:lnTo>
                      <a:lnTo>
                        <a:pt x="23" y="166"/>
                      </a:lnTo>
                      <a:lnTo>
                        <a:pt x="34" y="166"/>
                      </a:lnTo>
                      <a:lnTo>
                        <a:pt x="34" y="155"/>
                      </a:lnTo>
                      <a:lnTo>
                        <a:pt x="34" y="0"/>
                      </a:lnTo>
                      <a:lnTo>
                        <a:pt x="12" y="0"/>
                      </a:lnTo>
                      <a:lnTo>
                        <a:pt x="12" y="155"/>
                      </a:lnTo>
                      <a:lnTo>
                        <a:pt x="23" y="155"/>
                      </a:lnTo>
                      <a:lnTo>
                        <a:pt x="23" y="144"/>
                      </a:lnTo>
                      <a:lnTo>
                        <a:pt x="0" y="144"/>
                      </a:lnTo>
                      <a:close/>
                    </a:path>
                  </a:pathLst>
                </a:custGeom>
                <a:solidFill>
                  <a:srgbClr val="FF00FF"/>
                </a:solidFill>
                <a:ln w="9525">
                  <a:noFill/>
                </a:ln>
              </p:spPr>
              <p:txBody>
                <a:bodyPr/>
                <a:p>
                  <a:endParaRPr lang="zh-CN" altLang="en-US"/>
                </a:p>
              </p:txBody>
            </p:sp>
            <p:sp>
              <p:nvSpPr>
                <p:cNvPr id="79057" name="Rectangle 209"/>
                <p:cNvSpPr/>
                <p:nvPr/>
              </p:nvSpPr>
              <p:spPr>
                <a:xfrm>
                  <a:off x="3359" y="224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58" name="Rectangle 210"/>
                <p:cNvSpPr/>
                <p:nvPr/>
              </p:nvSpPr>
              <p:spPr>
                <a:xfrm>
                  <a:off x="3359" y="212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59" name="Rectangle 211"/>
                <p:cNvSpPr/>
                <p:nvPr/>
              </p:nvSpPr>
              <p:spPr>
                <a:xfrm>
                  <a:off x="3359" y="200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60" name="Rectangle 212"/>
                <p:cNvSpPr/>
                <p:nvPr/>
              </p:nvSpPr>
              <p:spPr>
                <a:xfrm>
                  <a:off x="3359" y="188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61" name="Rectangle 213"/>
                <p:cNvSpPr/>
                <p:nvPr/>
              </p:nvSpPr>
              <p:spPr>
                <a:xfrm>
                  <a:off x="3359" y="175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62" name="Rectangle 214"/>
                <p:cNvSpPr/>
                <p:nvPr/>
              </p:nvSpPr>
              <p:spPr>
                <a:xfrm>
                  <a:off x="3359" y="163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63" name="Rectangle 215"/>
                <p:cNvSpPr/>
                <p:nvPr/>
              </p:nvSpPr>
              <p:spPr>
                <a:xfrm>
                  <a:off x="3359" y="151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64" name="Rectangle 216"/>
                <p:cNvSpPr/>
                <p:nvPr/>
              </p:nvSpPr>
              <p:spPr>
                <a:xfrm>
                  <a:off x="3243"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65" name="Rectangle 217"/>
                <p:cNvSpPr/>
                <p:nvPr/>
              </p:nvSpPr>
              <p:spPr>
                <a:xfrm>
                  <a:off x="3121" y="1508"/>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66" name="Rectangle 218"/>
                <p:cNvSpPr/>
                <p:nvPr/>
              </p:nvSpPr>
              <p:spPr>
                <a:xfrm>
                  <a:off x="2999" y="1508"/>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67" name="Rectangle 219"/>
                <p:cNvSpPr/>
                <p:nvPr/>
              </p:nvSpPr>
              <p:spPr>
                <a:xfrm>
                  <a:off x="2877" y="1508"/>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68" name="Rectangle 220"/>
                <p:cNvSpPr/>
                <p:nvPr/>
              </p:nvSpPr>
              <p:spPr>
                <a:xfrm>
                  <a:off x="2754"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9069" name="Group 221"/>
              <p:cNvGrpSpPr/>
              <p:nvPr/>
            </p:nvGrpSpPr>
            <p:grpSpPr>
              <a:xfrm>
                <a:off x="3626" y="1508"/>
                <a:ext cx="677" cy="944"/>
                <a:chOff x="3626" y="1508"/>
                <a:chExt cx="677" cy="944"/>
              </a:xfrm>
            </p:grpSpPr>
            <p:sp>
              <p:nvSpPr>
                <p:cNvPr id="79070" name="Freeform 222"/>
                <p:cNvSpPr/>
                <p:nvPr/>
              </p:nvSpPr>
              <p:spPr>
                <a:xfrm>
                  <a:off x="3626" y="1508"/>
                  <a:ext cx="27" cy="95"/>
                </a:xfrm>
                <a:custGeom>
                  <a:avLst/>
                  <a:gdLst/>
                  <a:ahLst/>
                  <a:cxnLst>
                    <a:cxn ang="0">
                      <a:pos x="5" y="3"/>
                    </a:cxn>
                    <a:cxn ang="0">
                      <a:pos x="2" y="3"/>
                    </a:cxn>
                    <a:cxn ang="0">
                      <a:pos x="2" y="6"/>
                    </a:cxn>
                    <a:cxn ang="0">
                      <a:pos x="13" y="6"/>
                    </a:cxn>
                    <a:cxn ang="0">
                      <a:pos x="13" y="0"/>
                    </a:cxn>
                    <a:cxn ang="0">
                      <a:pos x="2" y="0"/>
                    </a:cxn>
                    <a:cxn ang="0">
                      <a:pos x="0" y="0"/>
                    </a:cxn>
                    <a:cxn ang="0">
                      <a:pos x="0" y="3"/>
                    </a:cxn>
                    <a:cxn ang="0">
                      <a:pos x="0" y="48"/>
                    </a:cxn>
                    <a:cxn ang="0">
                      <a:pos x="5" y="48"/>
                    </a:cxn>
                    <a:cxn ang="0">
                      <a:pos x="5" y="3"/>
                    </a:cxn>
                  </a:cxnLst>
                  <a:pathLst>
                    <a:path w="56" h="188">
                      <a:moveTo>
                        <a:pt x="22" y="11"/>
                      </a:moveTo>
                      <a:lnTo>
                        <a:pt x="11" y="11"/>
                      </a:lnTo>
                      <a:lnTo>
                        <a:pt x="11" y="22"/>
                      </a:lnTo>
                      <a:lnTo>
                        <a:pt x="56" y="22"/>
                      </a:lnTo>
                      <a:lnTo>
                        <a:pt x="56" y="0"/>
                      </a:lnTo>
                      <a:lnTo>
                        <a:pt x="11" y="0"/>
                      </a:lnTo>
                      <a:lnTo>
                        <a:pt x="0" y="0"/>
                      </a:lnTo>
                      <a:lnTo>
                        <a:pt x="0" y="11"/>
                      </a:lnTo>
                      <a:lnTo>
                        <a:pt x="0" y="188"/>
                      </a:lnTo>
                      <a:lnTo>
                        <a:pt x="22" y="188"/>
                      </a:lnTo>
                      <a:lnTo>
                        <a:pt x="22" y="11"/>
                      </a:lnTo>
                      <a:close/>
                    </a:path>
                  </a:pathLst>
                </a:custGeom>
                <a:solidFill>
                  <a:srgbClr val="FF00FF"/>
                </a:solidFill>
                <a:ln w="9525">
                  <a:noFill/>
                </a:ln>
              </p:spPr>
              <p:txBody>
                <a:bodyPr/>
                <a:p>
                  <a:endParaRPr lang="zh-CN" altLang="en-US"/>
                </a:p>
              </p:txBody>
            </p:sp>
            <p:sp>
              <p:nvSpPr>
                <p:cNvPr id="79071" name="Rectangle 223"/>
                <p:cNvSpPr/>
                <p:nvPr/>
              </p:nvSpPr>
              <p:spPr>
                <a:xfrm>
                  <a:off x="3626" y="163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72" name="Rectangle 224"/>
                <p:cNvSpPr/>
                <p:nvPr/>
              </p:nvSpPr>
              <p:spPr>
                <a:xfrm>
                  <a:off x="3626" y="175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73" name="Rectangle 225"/>
                <p:cNvSpPr/>
                <p:nvPr/>
              </p:nvSpPr>
              <p:spPr>
                <a:xfrm>
                  <a:off x="3626" y="188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74" name="Rectangle 226"/>
                <p:cNvSpPr/>
                <p:nvPr/>
              </p:nvSpPr>
              <p:spPr>
                <a:xfrm>
                  <a:off x="3626" y="200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75" name="Rectangle 227"/>
                <p:cNvSpPr/>
                <p:nvPr/>
              </p:nvSpPr>
              <p:spPr>
                <a:xfrm>
                  <a:off x="3626" y="212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76" name="Rectangle 228"/>
                <p:cNvSpPr/>
                <p:nvPr/>
              </p:nvSpPr>
              <p:spPr>
                <a:xfrm>
                  <a:off x="3626" y="224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77" name="Freeform 229"/>
                <p:cNvSpPr/>
                <p:nvPr/>
              </p:nvSpPr>
              <p:spPr>
                <a:xfrm>
                  <a:off x="3626" y="2368"/>
                  <a:ext cx="16" cy="84"/>
                </a:xfrm>
                <a:custGeom>
                  <a:avLst/>
                  <a:gdLst/>
                  <a:ahLst/>
                  <a:cxnLst>
                    <a:cxn ang="0">
                      <a:pos x="5" y="0"/>
                    </a:cxn>
                    <a:cxn ang="0">
                      <a:pos x="0" y="0"/>
                    </a:cxn>
                    <a:cxn ang="0">
                      <a:pos x="0" y="39"/>
                    </a:cxn>
                    <a:cxn ang="0">
                      <a:pos x="0" y="43"/>
                    </a:cxn>
                    <a:cxn ang="0">
                      <a:pos x="2" y="43"/>
                    </a:cxn>
                    <a:cxn ang="0">
                      <a:pos x="8" y="43"/>
                    </a:cxn>
                    <a:cxn ang="0">
                      <a:pos x="8" y="37"/>
                    </a:cxn>
                    <a:cxn ang="0">
                      <a:pos x="2" y="37"/>
                    </a:cxn>
                    <a:cxn ang="0">
                      <a:pos x="2" y="39"/>
                    </a:cxn>
                    <a:cxn ang="0">
                      <a:pos x="5" y="39"/>
                    </a:cxn>
                    <a:cxn ang="0">
                      <a:pos x="5" y="0"/>
                    </a:cxn>
                  </a:cxnLst>
                  <a:pathLst>
                    <a:path w="33" h="166">
                      <a:moveTo>
                        <a:pt x="22" y="0"/>
                      </a:moveTo>
                      <a:lnTo>
                        <a:pt x="0" y="0"/>
                      </a:lnTo>
                      <a:lnTo>
                        <a:pt x="0" y="155"/>
                      </a:lnTo>
                      <a:lnTo>
                        <a:pt x="0" y="166"/>
                      </a:lnTo>
                      <a:lnTo>
                        <a:pt x="11" y="166"/>
                      </a:lnTo>
                      <a:lnTo>
                        <a:pt x="33" y="166"/>
                      </a:lnTo>
                      <a:lnTo>
                        <a:pt x="33" y="144"/>
                      </a:lnTo>
                      <a:lnTo>
                        <a:pt x="11" y="144"/>
                      </a:lnTo>
                      <a:lnTo>
                        <a:pt x="11" y="155"/>
                      </a:lnTo>
                      <a:lnTo>
                        <a:pt x="22" y="155"/>
                      </a:lnTo>
                      <a:lnTo>
                        <a:pt x="22" y="0"/>
                      </a:lnTo>
                      <a:close/>
                    </a:path>
                  </a:pathLst>
                </a:custGeom>
                <a:solidFill>
                  <a:srgbClr val="FF00FF"/>
                </a:solidFill>
                <a:ln w="9525">
                  <a:noFill/>
                </a:ln>
              </p:spPr>
              <p:txBody>
                <a:bodyPr/>
                <a:p>
                  <a:endParaRPr lang="zh-CN" altLang="en-US"/>
                </a:p>
              </p:txBody>
            </p:sp>
            <p:sp>
              <p:nvSpPr>
                <p:cNvPr id="79078" name="Rectangle 230"/>
                <p:cNvSpPr/>
                <p:nvPr/>
              </p:nvSpPr>
              <p:spPr>
                <a:xfrm>
                  <a:off x="3676" y="244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79" name="Rectangle 231"/>
                <p:cNvSpPr/>
                <p:nvPr/>
              </p:nvSpPr>
              <p:spPr>
                <a:xfrm>
                  <a:off x="3798" y="244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80" name="Rectangle 232"/>
                <p:cNvSpPr/>
                <p:nvPr/>
              </p:nvSpPr>
              <p:spPr>
                <a:xfrm>
                  <a:off x="3920" y="244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81" name="Rectangle 233"/>
                <p:cNvSpPr/>
                <p:nvPr/>
              </p:nvSpPr>
              <p:spPr>
                <a:xfrm>
                  <a:off x="4042"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82" name="Rectangle 234"/>
                <p:cNvSpPr/>
                <p:nvPr/>
              </p:nvSpPr>
              <p:spPr>
                <a:xfrm>
                  <a:off x="4164"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83" name="Freeform 235"/>
                <p:cNvSpPr/>
                <p:nvPr/>
              </p:nvSpPr>
              <p:spPr>
                <a:xfrm>
                  <a:off x="4286" y="2368"/>
                  <a:ext cx="17" cy="84"/>
                </a:xfrm>
                <a:custGeom>
                  <a:avLst/>
                  <a:gdLst/>
                  <a:ahLst/>
                  <a:cxnLst>
                    <a:cxn ang="0">
                      <a:pos x="0" y="37"/>
                    </a:cxn>
                    <a:cxn ang="0">
                      <a:pos x="0" y="43"/>
                    </a:cxn>
                    <a:cxn ang="0">
                      <a:pos x="6" y="43"/>
                    </a:cxn>
                    <a:cxn ang="0">
                      <a:pos x="9" y="43"/>
                    </a:cxn>
                    <a:cxn ang="0">
                      <a:pos x="9" y="39"/>
                    </a:cxn>
                    <a:cxn ang="0">
                      <a:pos x="9" y="0"/>
                    </a:cxn>
                    <a:cxn ang="0">
                      <a:pos x="3" y="0"/>
                    </a:cxn>
                    <a:cxn ang="0">
                      <a:pos x="3" y="39"/>
                    </a:cxn>
                    <a:cxn ang="0">
                      <a:pos x="6" y="39"/>
                    </a:cxn>
                    <a:cxn ang="0">
                      <a:pos x="6" y="37"/>
                    </a:cxn>
                    <a:cxn ang="0">
                      <a:pos x="0" y="37"/>
                    </a:cxn>
                  </a:cxnLst>
                  <a:pathLst>
                    <a:path w="33" h="166">
                      <a:moveTo>
                        <a:pt x="0" y="144"/>
                      </a:moveTo>
                      <a:lnTo>
                        <a:pt x="0" y="166"/>
                      </a:lnTo>
                      <a:lnTo>
                        <a:pt x="22" y="166"/>
                      </a:lnTo>
                      <a:lnTo>
                        <a:pt x="33" y="166"/>
                      </a:lnTo>
                      <a:lnTo>
                        <a:pt x="33" y="155"/>
                      </a:lnTo>
                      <a:lnTo>
                        <a:pt x="33" y="0"/>
                      </a:lnTo>
                      <a:lnTo>
                        <a:pt x="11" y="0"/>
                      </a:lnTo>
                      <a:lnTo>
                        <a:pt x="11" y="155"/>
                      </a:lnTo>
                      <a:lnTo>
                        <a:pt x="22" y="155"/>
                      </a:lnTo>
                      <a:lnTo>
                        <a:pt x="22" y="144"/>
                      </a:lnTo>
                      <a:lnTo>
                        <a:pt x="0" y="144"/>
                      </a:lnTo>
                      <a:close/>
                    </a:path>
                  </a:pathLst>
                </a:custGeom>
                <a:solidFill>
                  <a:srgbClr val="FF00FF"/>
                </a:solidFill>
                <a:ln w="9525">
                  <a:noFill/>
                </a:ln>
              </p:spPr>
              <p:txBody>
                <a:bodyPr/>
                <a:p>
                  <a:endParaRPr lang="zh-CN" altLang="en-US"/>
                </a:p>
              </p:txBody>
            </p:sp>
            <p:sp>
              <p:nvSpPr>
                <p:cNvPr id="79084" name="Rectangle 236"/>
                <p:cNvSpPr/>
                <p:nvPr/>
              </p:nvSpPr>
              <p:spPr>
                <a:xfrm>
                  <a:off x="4291" y="2246"/>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85" name="Rectangle 237"/>
                <p:cNvSpPr/>
                <p:nvPr/>
              </p:nvSpPr>
              <p:spPr>
                <a:xfrm>
                  <a:off x="4291" y="2124"/>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86" name="Rectangle 238"/>
                <p:cNvSpPr/>
                <p:nvPr/>
              </p:nvSpPr>
              <p:spPr>
                <a:xfrm>
                  <a:off x="4291" y="2002"/>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87" name="Rectangle 239"/>
                <p:cNvSpPr/>
                <p:nvPr/>
              </p:nvSpPr>
              <p:spPr>
                <a:xfrm>
                  <a:off x="4291" y="1880"/>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88" name="Rectangle 240"/>
                <p:cNvSpPr/>
                <p:nvPr/>
              </p:nvSpPr>
              <p:spPr>
                <a:xfrm>
                  <a:off x="4291" y="1758"/>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89" name="Rectangle 241"/>
                <p:cNvSpPr/>
                <p:nvPr/>
              </p:nvSpPr>
              <p:spPr>
                <a:xfrm>
                  <a:off x="4291" y="1636"/>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90" name="Rectangle 242"/>
                <p:cNvSpPr/>
                <p:nvPr/>
              </p:nvSpPr>
              <p:spPr>
                <a:xfrm>
                  <a:off x="4291" y="1514"/>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91" name="Rectangle 243"/>
                <p:cNvSpPr/>
                <p:nvPr/>
              </p:nvSpPr>
              <p:spPr>
                <a:xfrm>
                  <a:off x="4175"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92" name="Rectangle 244"/>
                <p:cNvSpPr/>
                <p:nvPr/>
              </p:nvSpPr>
              <p:spPr>
                <a:xfrm>
                  <a:off x="4053"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93" name="Rectangle 245"/>
                <p:cNvSpPr/>
                <p:nvPr/>
              </p:nvSpPr>
              <p:spPr>
                <a:xfrm>
                  <a:off x="3931"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94" name="Rectangle 246"/>
                <p:cNvSpPr/>
                <p:nvPr/>
              </p:nvSpPr>
              <p:spPr>
                <a:xfrm>
                  <a:off x="3809" y="1508"/>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95" name="Rectangle 247"/>
                <p:cNvSpPr/>
                <p:nvPr/>
              </p:nvSpPr>
              <p:spPr>
                <a:xfrm>
                  <a:off x="3687" y="1508"/>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9096" name="Group 248"/>
              <p:cNvGrpSpPr/>
              <p:nvPr/>
            </p:nvGrpSpPr>
            <p:grpSpPr>
              <a:xfrm>
                <a:off x="4558" y="1508"/>
                <a:ext cx="677" cy="944"/>
                <a:chOff x="4558" y="1508"/>
                <a:chExt cx="677" cy="944"/>
              </a:xfrm>
            </p:grpSpPr>
            <p:sp>
              <p:nvSpPr>
                <p:cNvPr id="79097" name="Freeform 249"/>
                <p:cNvSpPr/>
                <p:nvPr/>
              </p:nvSpPr>
              <p:spPr>
                <a:xfrm>
                  <a:off x="4558" y="1508"/>
                  <a:ext cx="28" cy="95"/>
                </a:xfrm>
                <a:custGeom>
                  <a:avLst/>
                  <a:gdLst/>
                  <a:ahLst/>
                  <a:cxnLst>
                    <a:cxn ang="0">
                      <a:pos x="6" y="3"/>
                    </a:cxn>
                    <a:cxn ang="0">
                      <a:pos x="3" y="3"/>
                    </a:cxn>
                    <a:cxn ang="0">
                      <a:pos x="3" y="6"/>
                    </a:cxn>
                    <a:cxn ang="0">
                      <a:pos x="14" y="6"/>
                    </a:cxn>
                    <a:cxn ang="0">
                      <a:pos x="14" y="0"/>
                    </a:cxn>
                    <a:cxn ang="0">
                      <a:pos x="3" y="0"/>
                    </a:cxn>
                    <a:cxn ang="0">
                      <a:pos x="0" y="0"/>
                    </a:cxn>
                    <a:cxn ang="0">
                      <a:pos x="0" y="3"/>
                    </a:cxn>
                    <a:cxn ang="0">
                      <a:pos x="0" y="48"/>
                    </a:cxn>
                    <a:cxn ang="0">
                      <a:pos x="6" y="48"/>
                    </a:cxn>
                    <a:cxn ang="0">
                      <a:pos x="6" y="3"/>
                    </a:cxn>
                  </a:cxnLst>
                  <a:pathLst>
                    <a:path w="55" h="188">
                      <a:moveTo>
                        <a:pt x="22" y="11"/>
                      </a:moveTo>
                      <a:lnTo>
                        <a:pt x="11" y="11"/>
                      </a:lnTo>
                      <a:lnTo>
                        <a:pt x="11" y="22"/>
                      </a:lnTo>
                      <a:lnTo>
                        <a:pt x="55" y="22"/>
                      </a:lnTo>
                      <a:lnTo>
                        <a:pt x="55" y="0"/>
                      </a:lnTo>
                      <a:lnTo>
                        <a:pt x="11" y="0"/>
                      </a:lnTo>
                      <a:lnTo>
                        <a:pt x="0" y="0"/>
                      </a:lnTo>
                      <a:lnTo>
                        <a:pt x="0" y="11"/>
                      </a:lnTo>
                      <a:lnTo>
                        <a:pt x="0" y="188"/>
                      </a:lnTo>
                      <a:lnTo>
                        <a:pt x="22" y="188"/>
                      </a:lnTo>
                      <a:lnTo>
                        <a:pt x="22" y="11"/>
                      </a:lnTo>
                      <a:close/>
                    </a:path>
                  </a:pathLst>
                </a:custGeom>
                <a:solidFill>
                  <a:srgbClr val="FF00FF"/>
                </a:solidFill>
                <a:ln w="9525">
                  <a:noFill/>
                </a:ln>
              </p:spPr>
              <p:txBody>
                <a:bodyPr/>
                <a:p>
                  <a:endParaRPr lang="zh-CN" altLang="en-US"/>
                </a:p>
              </p:txBody>
            </p:sp>
            <p:sp>
              <p:nvSpPr>
                <p:cNvPr id="79098" name="Rectangle 250"/>
                <p:cNvSpPr/>
                <p:nvPr/>
              </p:nvSpPr>
              <p:spPr>
                <a:xfrm>
                  <a:off x="4558" y="163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099" name="Rectangle 251"/>
                <p:cNvSpPr/>
                <p:nvPr/>
              </p:nvSpPr>
              <p:spPr>
                <a:xfrm>
                  <a:off x="4558" y="175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00" name="Rectangle 252"/>
                <p:cNvSpPr/>
                <p:nvPr/>
              </p:nvSpPr>
              <p:spPr>
                <a:xfrm>
                  <a:off x="4558" y="188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01" name="Rectangle 253"/>
                <p:cNvSpPr/>
                <p:nvPr/>
              </p:nvSpPr>
              <p:spPr>
                <a:xfrm>
                  <a:off x="4558" y="200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02" name="Rectangle 254"/>
                <p:cNvSpPr/>
                <p:nvPr/>
              </p:nvSpPr>
              <p:spPr>
                <a:xfrm>
                  <a:off x="4558" y="212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03" name="Rectangle 255"/>
                <p:cNvSpPr/>
                <p:nvPr/>
              </p:nvSpPr>
              <p:spPr>
                <a:xfrm>
                  <a:off x="4558" y="224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04" name="Freeform 256"/>
                <p:cNvSpPr/>
                <p:nvPr/>
              </p:nvSpPr>
              <p:spPr>
                <a:xfrm>
                  <a:off x="4558" y="2368"/>
                  <a:ext cx="16" cy="84"/>
                </a:xfrm>
                <a:custGeom>
                  <a:avLst/>
                  <a:gdLst/>
                  <a:ahLst/>
                  <a:cxnLst>
                    <a:cxn ang="0">
                      <a:pos x="5" y="0"/>
                    </a:cxn>
                    <a:cxn ang="0">
                      <a:pos x="0" y="0"/>
                    </a:cxn>
                    <a:cxn ang="0">
                      <a:pos x="0" y="39"/>
                    </a:cxn>
                    <a:cxn ang="0">
                      <a:pos x="0" y="43"/>
                    </a:cxn>
                    <a:cxn ang="0">
                      <a:pos x="2" y="43"/>
                    </a:cxn>
                    <a:cxn ang="0">
                      <a:pos x="8" y="43"/>
                    </a:cxn>
                    <a:cxn ang="0">
                      <a:pos x="8" y="37"/>
                    </a:cxn>
                    <a:cxn ang="0">
                      <a:pos x="2" y="37"/>
                    </a:cxn>
                    <a:cxn ang="0">
                      <a:pos x="2" y="39"/>
                    </a:cxn>
                    <a:cxn ang="0">
                      <a:pos x="5" y="39"/>
                    </a:cxn>
                    <a:cxn ang="0">
                      <a:pos x="5" y="0"/>
                    </a:cxn>
                  </a:cxnLst>
                  <a:pathLst>
                    <a:path w="33" h="166">
                      <a:moveTo>
                        <a:pt x="22" y="0"/>
                      </a:moveTo>
                      <a:lnTo>
                        <a:pt x="0" y="0"/>
                      </a:lnTo>
                      <a:lnTo>
                        <a:pt x="0" y="155"/>
                      </a:lnTo>
                      <a:lnTo>
                        <a:pt x="0" y="166"/>
                      </a:lnTo>
                      <a:lnTo>
                        <a:pt x="11" y="166"/>
                      </a:lnTo>
                      <a:lnTo>
                        <a:pt x="33" y="166"/>
                      </a:lnTo>
                      <a:lnTo>
                        <a:pt x="33" y="144"/>
                      </a:lnTo>
                      <a:lnTo>
                        <a:pt x="11" y="144"/>
                      </a:lnTo>
                      <a:lnTo>
                        <a:pt x="11" y="155"/>
                      </a:lnTo>
                      <a:lnTo>
                        <a:pt x="22" y="155"/>
                      </a:lnTo>
                      <a:lnTo>
                        <a:pt x="22" y="0"/>
                      </a:lnTo>
                      <a:close/>
                    </a:path>
                  </a:pathLst>
                </a:custGeom>
                <a:solidFill>
                  <a:srgbClr val="FF00FF"/>
                </a:solidFill>
                <a:ln w="9525">
                  <a:noFill/>
                </a:ln>
              </p:spPr>
              <p:txBody>
                <a:bodyPr/>
                <a:p>
                  <a:endParaRPr lang="zh-CN" altLang="en-US"/>
                </a:p>
              </p:txBody>
            </p:sp>
            <p:sp>
              <p:nvSpPr>
                <p:cNvPr id="79105" name="Rectangle 257"/>
                <p:cNvSpPr/>
                <p:nvPr/>
              </p:nvSpPr>
              <p:spPr>
                <a:xfrm>
                  <a:off x="4608"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06" name="Rectangle 258"/>
                <p:cNvSpPr/>
                <p:nvPr/>
              </p:nvSpPr>
              <p:spPr>
                <a:xfrm>
                  <a:off x="4730"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07" name="Rectangle 259"/>
                <p:cNvSpPr/>
                <p:nvPr/>
              </p:nvSpPr>
              <p:spPr>
                <a:xfrm>
                  <a:off x="4852"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08" name="Rectangle 260"/>
                <p:cNvSpPr/>
                <p:nvPr/>
              </p:nvSpPr>
              <p:spPr>
                <a:xfrm>
                  <a:off x="4974"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09" name="Rectangle 261"/>
                <p:cNvSpPr/>
                <p:nvPr/>
              </p:nvSpPr>
              <p:spPr>
                <a:xfrm>
                  <a:off x="5096" y="244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10" name="Freeform 262"/>
                <p:cNvSpPr/>
                <p:nvPr/>
              </p:nvSpPr>
              <p:spPr>
                <a:xfrm>
                  <a:off x="5218" y="2368"/>
                  <a:ext cx="17" cy="84"/>
                </a:xfrm>
                <a:custGeom>
                  <a:avLst/>
                  <a:gdLst/>
                  <a:ahLst/>
                  <a:cxnLst>
                    <a:cxn ang="0">
                      <a:pos x="0" y="37"/>
                    </a:cxn>
                    <a:cxn ang="0">
                      <a:pos x="0" y="43"/>
                    </a:cxn>
                    <a:cxn ang="0">
                      <a:pos x="6" y="43"/>
                    </a:cxn>
                    <a:cxn ang="0">
                      <a:pos x="9" y="43"/>
                    </a:cxn>
                    <a:cxn ang="0">
                      <a:pos x="9" y="39"/>
                    </a:cxn>
                    <a:cxn ang="0">
                      <a:pos x="9" y="0"/>
                    </a:cxn>
                    <a:cxn ang="0">
                      <a:pos x="3" y="0"/>
                    </a:cxn>
                    <a:cxn ang="0">
                      <a:pos x="3" y="39"/>
                    </a:cxn>
                    <a:cxn ang="0">
                      <a:pos x="6" y="39"/>
                    </a:cxn>
                    <a:cxn ang="0">
                      <a:pos x="6" y="37"/>
                    </a:cxn>
                    <a:cxn ang="0">
                      <a:pos x="0" y="37"/>
                    </a:cxn>
                  </a:cxnLst>
                  <a:pathLst>
                    <a:path w="34" h="166">
                      <a:moveTo>
                        <a:pt x="0" y="144"/>
                      </a:moveTo>
                      <a:lnTo>
                        <a:pt x="0" y="166"/>
                      </a:lnTo>
                      <a:lnTo>
                        <a:pt x="22" y="166"/>
                      </a:lnTo>
                      <a:lnTo>
                        <a:pt x="34" y="166"/>
                      </a:lnTo>
                      <a:lnTo>
                        <a:pt x="34" y="155"/>
                      </a:lnTo>
                      <a:lnTo>
                        <a:pt x="34" y="0"/>
                      </a:lnTo>
                      <a:lnTo>
                        <a:pt x="11" y="0"/>
                      </a:lnTo>
                      <a:lnTo>
                        <a:pt x="11" y="155"/>
                      </a:lnTo>
                      <a:lnTo>
                        <a:pt x="22" y="155"/>
                      </a:lnTo>
                      <a:lnTo>
                        <a:pt x="22" y="144"/>
                      </a:lnTo>
                      <a:lnTo>
                        <a:pt x="0" y="144"/>
                      </a:lnTo>
                      <a:close/>
                    </a:path>
                  </a:pathLst>
                </a:custGeom>
                <a:solidFill>
                  <a:srgbClr val="FF00FF"/>
                </a:solidFill>
                <a:ln w="9525">
                  <a:noFill/>
                </a:ln>
              </p:spPr>
              <p:txBody>
                <a:bodyPr/>
                <a:p>
                  <a:endParaRPr lang="zh-CN" altLang="en-US"/>
                </a:p>
              </p:txBody>
            </p:sp>
            <p:sp>
              <p:nvSpPr>
                <p:cNvPr id="79111" name="Rectangle 263"/>
                <p:cNvSpPr/>
                <p:nvPr/>
              </p:nvSpPr>
              <p:spPr>
                <a:xfrm>
                  <a:off x="5224" y="224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12" name="Rectangle 264"/>
                <p:cNvSpPr/>
                <p:nvPr/>
              </p:nvSpPr>
              <p:spPr>
                <a:xfrm>
                  <a:off x="5224" y="212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13" name="Rectangle 265"/>
                <p:cNvSpPr/>
                <p:nvPr/>
              </p:nvSpPr>
              <p:spPr>
                <a:xfrm>
                  <a:off x="5224" y="200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14" name="Rectangle 266"/>
                <p:cNvSpPr/>
                <p:nvPr/>
              </p:nvSpPr>
              <p:spPr>
                <a:xfrm>
                  <a:off x="5224" y="188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15" name="Rectangle 267"/>
                <p:cNvSpPr/>
                <p:nvPr/>
              </p:nvSpPr>
              <p:spPr>
                <a:xfrm>
                  <a:off x="5224" y="175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16" name="Rectangle 268"/>
                <p:cNvSpPr/>
                <p:nvPr/>
              </p:nvSpPr>
              <p:spPr>
                <a:xfrm>
                  <a:off x="5224" y="163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17" name="Rectangle 269"/>
                <p:cNvSpPr/>
                <p:nvPr/>
              </p:nvSpPr>
              <p:spPr>
                <a:xfrm>
                  <a:off x="5224" y="151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18" name="Rectangle 270"/>
                <p:cNvSpPr/>
                <p:nvPr/>
              </p:nvSpPr>
              <p:spPr>
                <a:xfrm>
                  <a:off x="5107"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19" name="Rectangle 271"/>
                <p:cNvSpPr/>
                <p:nvPr/>
              </p:nvSpPr>
              <p:spPr>
                <a:xfrm>
                  <a:off x="4985"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20" name="Rectangle 272"/>
                <p:cNvSpPr/>
                <p:nvPr/>
              </p:nvSpPr>
              <p:spPr>
                <a:xfrm>
                  <a:off x="4863"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21" name="Rectangle 273"/>
                <p:cNvSpPr/>
                <p:nvPr/>
              </p:nvSpPr>
              <p:spPr>
                <a:xfrm>
                  <a:off x="4741"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22" name="Rectangle 274"/>
                <p:cNvSpPr/>
                <p:nvPr/>
              </p:nvSpPr>
              <p:spPr>
                <a:xfrm>
                  <a:off x="4619" y="1508"/>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grpSp>
          <p:nvGrpSpPr>
            <p:cNvPr id="79123" name="Group 275"/>
            <p:cNvGrpSpPr/>
            <p:nvPr/>
          </p:nvGrpSpPr>
          <p:grpSpPr>
            <a:xfrm>
              <a:off x="985" y="2599"/>
              <a:ext cx="4406" cy="943"/>
              <a:chOff x="829" y="2611"/>
              <a:chExt cx="4406" cy="943"/>
            </a:xfrm>
          </p:grpSpPr>
          <p:grpSp>
            <p:nvGrpSpPr>
              <p:cNvPr id="79124" name="Group 276"/>
              <p:cNvGrpSpPr/>
              <p:nvPr/>
            </p:nvGrpSpPr>
            <p:grpSpPr>
              <a:xfrm>
                <a:off x="829" y="2611"/>
                <a:ext cx="677" cy="943"/>
                <a:chOff x="829" y="2611"/>
                <a:chExt cx="677" cy="943"/>
              </a:xfrm>
            </p:grpSpPr>
            <p:sp>
              <p:nvSpPr>
                <p:cNvPr id="79125" name="Freeform 277"/>
                <p:cNvSpPr/>
                <p:nvPr/>
              </p:nvSpPr>
              <p:spPr>
                <a:xfrm>
                  <a:off x="829" y="2611"/>
                  <a:ext cx="28" cy="94"/>
                </a:xfrm>
                <a:custGeom>
                  <a:avLst/>
                  <a:gdLst/>
                  <a:ahLst/>
                  <a:cxnLst>
                    <a:cxn ang="0">
                      <a:pos x="6" y="2"/>
                    </a:cxn>
                    <a:cxn ang="0">
                      <a:pos x="3" y="2"/>
                    </a:cxn>
                    <a:cxn ang="0">
                      <a:pos x="3" y="5"/>
                    </a:cxn>
                    <a:cxn ang="0">
                      <a:pos x="14" y="5"/>
                    </a:cxn>
                    <a:cxn ang="0">
                      <a:pos x="14" y="0"/>
                    </a:cxn>
                    <a:cxn ang="0">
                      <a:pos x="3" y="0"/>
                    </a:cxn>
                    <a:cxn ang="0">
                      <a:pos x="0" y="0"/>
                    </a:cxn>
                    <a:cxn ang="0">
                      <a:pos x="0" y="2"/>
                    </a:cxn>
                    <a:cxn ang="0">
                      <a:pos x="0" y="47"/>
                    </a:cxn>
                    <a:cxn ang="0">
                      <a:pos x="6" y="47"/>
                    </a:cxn>
                    <a:cxn ang="0">
                      <a:pos x="6" y="2"/>
                    </a:cxn>
                  </a:cxnLst>
                  <a:pathLst>
                    <a:path w="55" h="189">
                      <a:moveTo>
                        <a:pt x="22" y="11"/>
                      </a:moveTo>
                      <a:lnTo>
                        <a:pt x="11" y="11"/>
                      </a:lnTo>
                      <a:lnTo>
                        <a:pt x="11" y="23"/>
                      </a:lnTo>
                      <a:lnTo>
                        <a:pt x="55" y="23"/>
                      </a:lnTo>
                      <a:lnTo>
                        <a:pt x="55" y="0"/>
                      </a:lnTo>
                      <a:lnTo>
                        <a:pt x="11" y="0"/>
                      </a:lnTo>
                      <a:lnTo>
                        <a:pt x="0" y="0"/>
                      </a:lnTo>
                      <a:lnTo>
                        <a:pt x="0" y="11"/>
                      </a:lnTo>
                      <a:lnTo>
                        <a:pt x="0" y="189"/>
                      </a:lnTo>
                      <a:lnTo>
                        <a:pt x="22" y="189"/>
                      </a:lnTo>
                      <a:lnTo>
                        <a:pt x="22" y="11"/>
                      </a:lnTo>
                      <a:close/>
                    </a:path>
                  </a:pathLst>
                </a:custGeom>
                <a:solidFill>
                  <a:srgbClr val="FF00FF"/>
                </a:solidFill>
                <a:ln w="9525">
                  <a:noFill/>
                </a:ln>
              </p:spPr>
              <p:txBody>
                <a:bodyPr/>
                <a:p>
                  <a:endParaRPr lang="zh-CN" altLang="en-US"/>
                </a:p>
              </p:txBody>
            </p:sp>
            <p:sp>
              <p:nvSpPr>
                <p:cNvPr id="79126" name="Rectangle 278"/>
                <p:cNvSpPr/>
                <p:nvPr/>
              </p:nvSpPr>
              <p:spPr>
                <a:xfrm>
                  <a:off x="829" y="273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27" name="Rectangle 279"/>
                <p:cNvSpPr/>
                <p:nvPr/>
              </p:nvSpPr>
              <p:spPr>
                <a:xfrm>
                  <a:off x="829" y="286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28" name="Rectangle 280"/>
                <p:cNvSpPr/>
                <p:nvPr/>
              </p:nvSpPr>
              <p:spPr>
                <a:xfrm>
                  <a:off x="829" y="298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29" name="Rectangle 281"/>
                <p:cNvSpPr/>
                <p:nvPr/>
              </p:nvSpPr>
              <p:spPr>
                <a:xfrm>
                  <a:off x="829" y="310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30" name="Rectangle 282"/>
                <p:cNvSpPr/>
                <p:nvPr/>
              </p:nvSpPr>
              <p:spPr>
                <a:xfrm>
                  <a:off x="829" y="3227"/>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31" name="Rectangle 283"/>
                <p:cNvSpPr/>
                <p:nvPr/>
              </p:nvSpPr>
              <p:spPr>
                <a:xfrm>
                  <a:off x="829" y="33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32" name="Freeform 284"/>
                <p:cNvSpPr/>
                <p:nvPr/>
              </p:nvSpPr>
              <p:spPr>
                <a:xfrm>
                  <a:off x="829" y="3471"/>
                  <a:ext cx="17" cy="83"/>
                </a:xfrm>
                <a:custGeom>
                  <a:avLst/>
                  <a:gdLst/>
                  <a:ahLst/>
                  <a:cxnLst>
                    <a:cxn ang="0">
                      <a:pos x="6" y="0"/>
                    </a:cxn>
                    <a:cxn ang="0">
                      <a:pos x="0" y="0"/>
                    </a:cxn>
                    <a:cxn ang="0">
                      <a:pos x="0" y="39"/>
                    </a:cxn>
                    <a:cxn ang="0">
                      <a:pos x="0" y="41"/>
                    </a:cxn>
                    <a:cxn ang="0">
                      <a:pos x="3" y="41"/>
                    </a:cxn>
                    <a:cxn ang="0">
                      <a:pos x="9" y="41"/>
                    </a:cxn>
                    <a:cxn ang="0">
                      <a:pos x="9" y="36"/>
                    </a:cxn>
                    <a:cxn ang="0">
                      <a:pos x="3" y="36"/>
                    </a:cxn>
                    <a:cxn ang="0">
                      <a:pos x="3" y="39"/>
                    </a:cxn>
                    <a:cxn ang="0">
                      <a:pos x="6" y="39"/>
                    </a:cxn>
                    <a:cxn ang="0">
                      <a:pos x="6" y="0"/>
                    </a:cxn>
                  </a:cxnLst>
                  <a:pathLst>
                    <a:path w="33" h="167">
                      <a:moveTo>
                        <a:pt x="22" y="0"/>
                      </a:moveTo>
                      <a:lnTo>
                        <a:pt x="0" y="0"/>
                      </a:lnTo>
                      <a:lnTo>
                        <a:pt x="0" y="156"/>
                      </a:lnTo>
                      <a:lnTo>
                        <a:pt x="0" y="167"/>
                      </a:lnTo>
                      <a:lnTo>
                        <a:pt x="11" y="167"/>
                      </a:lnTo>
                      <a:lnTo>
                        <a:pt x="33" y="167"/>
                      </a:lnTo>
                      <a:lnTo>
                        <a:pt x="33" y="145"/>
                      </a:lnTo>
                      <a:lnTo>
                        <a:pt x="11" y="145"/>
                      </a:lnTo>
                      <a:lnTo>
                        <a:pt x="11" y="156"/>
                      </a:lnTo>
                      <a:lnTo>
                        <a:pt x="22" y="156"/>
                      </a:lnTo>
                      <a:lnTo>
                        <a:pt x="22" y="0"/>
                      </a:lnTo>
                      <a:close/>
                    </a:path>
                  </a:pathLst>
                </a:custGeom>
                <a:solidFill>
                  <a:srgbClr val="FF00FF"/>
                </a:solidFill>
                <a:ln w="9525">
                  <a:noFill/>
                </a:ln>
              </p:spPr>
              <p:txBody>
                <a:bodyPr/>
                <a:p>
                  <a:endParaRPr lang="zh-CN" altLang="en-US"/>
                </a:p>
              </p:txBody>
            </p:sp>
            <p:sp>
              <p:nvSpPr>
                <p:cNvPr id="79133" name="Rectangle 285"/>
                <p:cNvSpPr/>
                <p:nvPr/>
              </p:nvSpPr>
              <p:spPr>
                <a:xfrm>
                  <a:off x="879"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34" name="Rectangle 286"/>
                <p:cNvSpPr/>
                <p:nvPr/>
              </p:nvSpPr>
              <p:spPr>
                <a:xfrm>
                  <a:off x="1001"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35" name="Rectangle 287"/>
                <p:cNvSpPr/>
                <p:nvPr/>
              </p:nvSpPr>
              <p:spPr>
                <a:xfrm>
                  <a:off x="1123"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36" name="Rectangle 288"/>
                <p:cNvSpPr/>
                <p:nvPr/>
              </p:nvSpPr>
              <p:spPr>
                <a:xfrm>
                  <a:off x="1245"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37" name="Rectangle 289"/>
                <p:cNvSpPr/>
                <p:nvPr/>
              </p:nvSpPr>
              <p:spPr>
                <a:xfrm>
                  <a:off x="1367"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38" name="Freeform 290"/>
                <p:cNvSpPr/>
                <p:nvPr/>
              </p:nvSpPr>
              <p:spPr>
                <a:xfrm>
                  <a:off x="1489" y="3471"/>
                  <a:ext cx="17" cy="83"/>
                </a:xfrm>
                <a:custGeom>
                  <a:avLst/>
                  <a:gdLst/>
                  <a:ahLst/>
                  <a:cxnLst>
                    <a:cxn ang="0">
                      <a:pos x="0" y="36"/>
                    </a:cxn>
                    <a:cxn ang="0">
                      <a:pos x="0" y="41"/>
                    </a:cxn>
                    <a:cxn ang="0">
                      <a:pos x="6" y="41"/>
                    </a:cxn>
                    <a:cxn ang="0">
                      <a:pos x="9" y="41"/>
                    </a:cxn>
                    <a:cxn ang="0">
                      <a:pos x="9" y="39"/>
                    </a:cxn>
                    <a:cxn ang="0">
                      <a:pos x="9" y="0"/>
                    </a:cxn>
                    <a:cxn ang="0">
                      <a:pos x="3" y="0"/>
                    </a:cxn>
                    <a:cxn ang="0">
                      <a:pos x="3" y="39"/>
                    </a:cxn>
                    <a:cxn ang="0">
                      <a:pos x="6" y="39"/>
                    </a:cxn>
                    <a:cxn ang="0">
                      <a:pos x="6" y="36"/>
                    </a:cxn>
                    <a:cxn ang="0">
                      <a:pos x="0" y="36"/>
                    </a:cxn>
                  </a:cxnLst>
                  <a:pathLst>
                    <a:path w="33" h="167">
                      <a:moveTo>
                        <a:pt x="0" y="145"/>
                      </a:moveTo>
                      <a:lnTo>
                        <a:pt x="0" y="167"/>
                      </a:lnTo>
                      <a:lnTo>
                        <a:pt x="22" y="167"/>
                      </a:lnTo>
                      <a:lnTo>
                        <a:pt x="33" y="167"/>
                      </a:lnTo>
                      <a:lnTo>
                        <a:pt x="33" y="156"/>
                      </a:lnTo>
                      <a:lnTo>
                        <a:pt x="33" y="0"/>
                      </a:lnTo>
                      <a:lnTo>
                        <a:pt x="11" y="0"/>
                      </a:lnTo>
                      <a:lnTo>
                        <a:pt x="11" y="156"/>
                      </a:lnTo>
                      <a:lnTo>
                        <a:pt x="22" y="156"/>
                      </a:lnTo>
                      <a:lnTo>
                        <a:pt x="22" y="145"/>
                      </a:lnTo>
                      <a:lnTo>
                        <a:pt x="0" y="145"/>
                      </a:lnTo>
                      <a:close/>
                    </a:path>
                  </a:pathLst>
                </a:custGeom>
                <a:solidFill>
                  <a:srgbClr val="FF00FF"/>
                </a:solidFill>
                <a:ln w="9525">
                  <a:noFill/>
                </a:ln>
              </p:spPr>
              <p:txBody>
                <a:bodyPr/>
                <a:p>
                  <a:endParaRPr lang="zh-CN" altLang="en-US"/>
                </a:p>
              </p:txBody>
            </p:sp>
            <p:sp>
              <p:nvSpPr>
                <p:cNvPr id="79139" name="Rectangle 291"/>
                <p:cNvSpPr/>
                <p:nvPr/>
              </p:nvSpPr>
              <p:spPr>
                <a:xfrm>
                  <a:off x="1495" y="33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40" name="Rectangle 292"/>
                <p:cNvSpPr/>
                <p:nvPr/>
              </p:nvSpPr>
              <p:spPr>
                <a:xfrm>
                  <a:off x="1495" y="3227"/>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41" name="Rectangle 293"/>
                <p:cNvSpPr/>
                <p:nvPr/>
              </p:nvSpPr>
              <p:spPr>
                <a:xfrm>
                  <a:off x="1495" y="310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42" name="Rectangle 294"/>
                <p:cNvSpPr/>
                <p:nvPr/>
              </p:nvSpPr>
              <p:spPr>
                <a:xfrm>
                  <a:off x="1495" y="298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43" name="Rectangle 295"/>
                <p:cNvSpPr/>
                <p:nvPr/>
              </p:nvSpPr>
              <p:spPr>
                <a:xfrm>
                  <a:off x="1495" y="286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44" name="Rectangle 296"/>
                <p:cNvSpPr/>
                <p:nvPr/>
              </p:nvSpPr>
              <p:spPr>
                <a:xfrm>
                  <a:off x="1495" y="273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45" name="Rectangle 297"/>
                <p:cNvSpPr/>
                <p:nvPr/>
              </p:nvSpPr>
              <p:spPr>
                <a:xfrm>
                  <a:off x="1495" y="261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46" name="Rectangle 298"/>
                <p:cNvSpPr/>
                <p:nvPr/>
              </p:nvSpPr>
              <p:spPr>
                <a:xfrm>
                  <a:off x="1378"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47" name="Rectangle 299"/>
                <p:cNvSpPr/>
                <p:nvPr/>
              </p:nvSpPr>
              <p:spPr>
                <a:xfrm>
                  <a:off x="1256"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48" name="Rectangle 300"/>
                <p:cNvSpPr/>
                <p:nvPr/>
              </p:nvSpPr>
              <p:spPr>
                <a:xfrm>
                  <a:off x="1134"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49" name="Rectangle 301"/>
                <p:cNvSpPr/>
                <p:nvPr/>
              </p:nvSpPr>
              <p:spPr>
                <a:xfrm>
                  <a:off x="1012"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50" name="Rectangle 302"/>
                <p:cNvSpPr/>
                <p:nvPr/>
              </p:nvSpPr>
              <p:spPr>
                <a:xfrm>
                  <a:off x="890"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9151" name="Group 303"/>
              <p:cNvGrpSpPr/>
              <p:nvPr/>
            </p:nvGrpSpPr>
            <p:grpSpPr>
              <a:xfrm>
                <a:off x="1761" y="2611"/>
                <a:ext cx="677" cy="943"/>
                <a:chOff x="1761" y="2611"/>
                <a:chExt cx="677" cy="943"/>
              </a:xfrm>
            </p:grpSpPr>
            <p:sp>
              <p:nvSpPr>
                <p:cNvPr id="79152" name="Freeform 304"/>
                <p:cNvSpPr/>
                <p:nvPr/>
              </p:nvSpPr>
              <p:spPr>
                <a:xfrm>
                  <a:off x="1761" y="2611"/>
                  <a:ext cx="28" cy="94"/>
                </a:xfrm>
                <a:custGeom>
                  <a:avLst/>
                  <a:gdLst/>
                  <a:ahLst/>
                  <a:cxnLst>
                    <a:cxn ang="0">
                      <a:pos x="6" y="2"/>
                    </a:cxn>
                    <a:cxn ang="0">
                      <a:pos x="3" y="2"/>
                    </a:cxn>
                    <a:cxn ang="0">
                      <a:pos x="3" y="5"/>
                    </a:cxn>
                    <a:cxn ang="0">
                      <a:pos x="14" y="5"/>
                    </a:cxn>
                    <a:cxn ang="0">
                      <a:pos x="14" y="0"/>
                    </a:cxn>
                    <a:cxn ang="0">
                      <a:pos x="3" y="0"/>
                    </a:cxn>
                    <a:cxn ang="0">
                      <a:pos x="0" y="0"/>
                    </a:cxn>
                    <a:cxn ang="0">
                      <a:pos x="0" y="2"/>
                    </a:cxn>
                    <a:cxn ang="0">
                      <a:pos x="0" y="47"/>
                    </a:cxn>
                    <a:cxn ang="0">
                      <a:pos x="6" y="47"/>
                    </a:cxn>
                    <a:cxn ang="0">
                      <a:pos x="6" y="2"/>
                    </a:cxn>
                  </a:cxnLst>
                  <a:pathLst>
                    <a:path w="56" h="189">
                      <a:moveTo>
                        <a:pt x="23" y="11"/>
                      </a:moveTo>
                      <a:lnTo>
                        <a:pt x="11" y="11"/>
                      </a:lnTo>
                      <a:lnTo>
                        <a:pt x="11" y="23"/>
                      </a:lnTo>
                      <a:lnTo>
                        <a:pt x="56" y="23"/>
                      </a:lnTo>
                      <a:lnTo>
                        <a:pt x="56" y="0"/>
                      </a:lnTo>
                      <a:lnTo>
                        <a:pt x="11" y="0"/>
                      </a:lnTo>
                      <a:lnTo>
                        <a:pt x="0" y="0"/>
                      </a:lnTo>
                      <a:lnTo>
                        <a:pt x="0" y="11"/>
                      </a:lnTo>
                      <a:lnTo>
                        <a:pt x="0" y="189"/>
                      </a:lnTo>
                      <a:lnTo>
                        <a:pt x="23" y="189"/>
                      </a:lnTo>
                      <a:lnTo>
                        <a:pt x="23" y="11"/>
                      </a:lnTo>
                      <a:close/>
                    </a:path>
                  </a:pathLst>
                </a:custGeom>
                <a:solidFill>
                  <a:srgbClr val="FF00FF"/>
                </a:solidFill>
                <a:ln w="9525">
                  <a:noFill/>
                </a:ln>
              </p:spPr>
              <p:txBody>
                <a:bodyPr/>
                <a:p>
                  <a:endParaRPr lang="zh-CN" altLang="en-US"/>
                </a:p>
              </p:txBody>
            </p:sp>
            <p:sp>
              <p:nvSpPr>
                <p:cNvPr id="79153" name="Rectangle 305"/>
                <p:cNvSpPr/>
                <p:nvPr/>
              </p:nvSpPr>
              <p:spPr>
                <a:xfrm>
                  <a:off x="1761" y="273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54" name="Rectangle 306"/>
                <p:cNvSpPr/>
                <p:nvPr/>
              </p:nvSpPr>
              <p:spPr>
                <a:xfrm>
                  <a:off x="1761" y="286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55" name="Rectangle 307"/>
                <p:cNvSpPr/>
                <p:nvPr/>
              </p:nvSpPr>
              <p:spPr>
                <a:xfrm>
                  <a:off x="1761" y="298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56" name="Rectangle 308"/>
                <p:cNvSpPr/>
                <p:nvPr/>
              </p:nvSpPr>
              <p:spPr>
                <a:xfrm>
                  <a:off x="1761" y="310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57" name="Rectangle 309"/>
                <p:cNvSpPr/>
                <p:nvPr/>
              </p:nvSpPr>
              <p:spPr>
                <a:xfrm>
                  <a:off x="1761" y="3227"/>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58" name="Rectangle 310"/>
                <p:cNvSpPr/>
                <p:nvPr/>
              </p:nvSpPr>
              <p:spPr>
                <a:xfrm>
                  <a:off x="1761" y="33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59" name="Freeform 311"/>
                <p:cNvSpPr/>
                <p:nvPr/>
              </p:nvSpPr>
              <p:spPr>
                <a:xfrm>
                  <a:off x="1761" y="3471"/>
                  <a:ext cx="17" cy="83"/>
                </a:xfrm>
                <a:custGeom>
                  <a:avLst/>
                  <a:gdLst/>
                  <a:ahLst/>
                  <a:cxnLst>
                    <a:cxn ang="0">
                      <a:pos x="6" y="0"/>
                    </a:cxn>
                    <a:cxn ang="0">
                      <a:pos x="0" y="0"/>
                    </a:cxn>
                    <a:cxn ang="0">
                      <a:pos x="0" y="39"/>
                    </a:cxn>
                    <a:cxn ang="0">
                      <a:pos x="0" y="41"/>
                    </a:cxn>
                    <a:cxn ang="0">
                      <a:pos x="3" y="41"/>
                    </a:cxn>
                    <a:cxn ang="0">
                      <a:pos x="9" y="41"/>
                    </a:cxn>
                    <a:cxn ang="0">
                      <a:pos x="9" y="36"/>
                    </a:cxn>
                    <a:cxn ang="0">
                      <a:pos x="3" y="36"/>
                    </a:cxn>
                    <a:cxn ang="0">
                      <a:pos x="3" y="39"/>
                    </a:cxn>
                    <a:cxn ang="0">
                      <a:pos x="6" y="39"/>
                    </a:cxn>
                    <a:cxn ang="0">
                      <a:pos x="6" y="0"/>
                    </a:cxn>
                  </a:cxnLst>
                  <a:pathLst>
                    <a:path w="34" h="167">
                      <a:moveTo>
                        <a:pt x="23" y="0"/>
                      </a:moveTo>
                      <a:lnTo>
                        <a:pt x="0" y="0"/>
                      </a:lnTo>
                      <a:lnTo>
                        <a:pt x="0" y="156"/>
                      </a:lnTo>
                      <a:lnTo>
                        <a:pt x="0" y="167"/>
                      </a:lnTo>
                      <a:lnTo>
                        <a:pt x="11" y="167"/>
                      </a:lnTo>
                      <a:lnTo>
                        <a:pt x="34" y="167"/>
                      </a:lnTo>
                      <a:lnTo>
                        <a:pt x="34" y="145"/>
                      </a:lnTo>
                      <a:lnTo>
                        <a:pt x="11" y="145"/>
                      </a:lnTo>
                      <a:lnTo>
                        <a:pt x="11" y="156"/>
                      </a:lnTo>
                      <a:lnTo>
                        <a:pt x="23" y="156"/>
                      </a:lnTo>
                      <a:lnTo>
                        <a:pt x="23" y="0"/>
                      </a:lnTo>
                      <a:close/>
                    </a:path>
                  </a:pathLst>
                </a:custGeom>
                <a:solidFill>
                  <a:srgbClr val="FF00FF"/>
                </a:solidFill>
                <a:ln w="9525">
                  <a:noFill/>
                </a:ln>
              </p:spPr>
              <p:txBody>
                <a:bodyPr/>
                <a:p>
                  <a:endParaRPr lang="zh-CN" altLang="en-US"/>
                </a:p>
              </p:txBody>
            </p:sp>
            <p:sp>
              <p:nvSpPr>
                <p:cNvPr id="79160" name="Rectangle 312"/>
                <p:cNvSpPr/>
                <p:nvPr/>
              </p:nvSpPr>
              <p:spPr>
                <a:xfrm>
                  <a:off x="1811"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61" name="Rectangle 313"/>
                <p:cNvSpPr/>
                <p:nvPr/>
              </p:nvSpPr>
              <p:spPr>
                <a:xfrm>
                  <a:off x="1933"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62" name="Rectangle 314"/>
                <p:cNvSpPr/>
                <p:nvPr/>
              </p:nvSpPr>
              <p:spPr>
                <a:xfrm>
                  <a:off x="2055"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63" name="Rectangle 315"/>
                <p:cNvSpPr/>
                <p:nvPr/>
              </p:nvSpPr>
              <p:spPr>
                <a:xfrm>
                  <a:off x="2177"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64" name="Rectangle 316"/>
                <p:cNvSpPr/>
                <p:nvPr/>
              </p:nvSpPr>
              <p:spPr>
                <a:xfrm>
                  <a:off x="2299"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65" name="Freeform 317"/>
                <p:cNvSpPr/>
                <p:nvPr/>
              </p:nvSpPr>
              <p:spPr>
                <a:xfrm>
                  <a:off x="2421" y="3471"/>
                  <a:ext cx="17" cy="83"/>
                </a:xfrm>
                <a:custGeom>
                  <a:avLst/>
                  <a:gdLst/>
                  <a:ahLst/>
                  <a:cxnLst>
                    <a:cxn ang="0">
                      <a:pos x="0" y="36"/>
                    </a:cxn>
                    <a:cxn ang="0">
                      <a:pos x="0" y="41"/>
                    </a:cxn>
                    <a:cxn ang="0">
                      <a:pos x="6" y="41"/>
                    </a:cxn>
                    <a:cxn ang="0">
                      <a:pos x="9" y="41"/>
                    </a:cxn>
                    <a:cxn ang="0">
                      <a:pos x="9" y="39"/>
                    </a:cxn>
                    <a:cxn ang="0">
                      <a:pos x="9" y="0"/>
                    </a:cxn>
                    <a:cxn ang="0">
                      <a:pos x="3" y="0"/>
                    </a:cxn>
                    <a:cxn ang="0">
                      <a:pos x="3" y="39"/>
                    </a:cxn>
                    <a:cxn ang="0">
                      <a:pos x="6" y="39"/>
                    </a:cxn>
                    <a:cxn ang="0">
                      <a:pos x="6" y="36"/>
                    </a:cxn>
                    <a:cxn ang="0">
                      <a:pos x="0" y="36"/>
                    </a:cxn>
                  </a:cxnLst>
                  <a:pathLst>
                    <a:path w="33" h="167">
                      <a:moveTo>
                        <a:pt x="0" y="145"/>
                      </a:moveTo>
                      <a:lnTo>
                        <a:pt x="0" y="167"/>
                      </a:lnTo>
                      <a:lnTo>
                        <a:pt x="22" y="167"/>
                      </a:lnTo>
                      <a:lnTo>
                        <a:pt x="33" y="167"/>
                      </a:lnTo>
                      <a:lnTo>
                        <a:pt x="33" y="156"/>
                      </a:lnTo>
                      <a:lnTo>
                        <a:pt x="33" y="0"/>
                      </a:lnTo>
                      <a:lnTo>
                        <a:pt x="11" y="0"/>
                      </a:lnTo>
                      <a:lnTo>
                        <a:pt x="11" y="156"/>
                      </a:lnTo>
                      <a:lnTo>
                        <a:pt x="22" y="156"/>
                      </a:lnTo>
                      <a:lnTo>
                        <a:pt x="22" y="145"/>
                      </a:lnTo>
                      <a:lnTo>
                        <a:pt x="0" y="145"/>
                      </a:lnTo>
                      <a:close/>
                    </a:path>
                  </a:pathLst>
                </a:custGeom>
                <a:solidFill>
                  <a:srgbClr val="FF00FF"/>
                </a:solidFill>
                <a:ln w="9525">
                  <a:noFill/>
                </a:ln>
              </p:spPr>
              <p:txBody>
                <a:bodyPr/>
                <a:p>
                  <a:endParaRPr lang="zh-CN" altLang="en-US"/>
                </a:p>
              </p:txBody>
            </p:sp>
            <p:sp>
              <p:nvSpPr>
                <p:cNvPr id="79166" name="Rectangle 318"/>
                <p:cNvSpPr/>
                <p:nvPr/>
              </p:nvSpPr>
              <p:spPr>
                <a:xfrm>
                  <a:off x="2427" y="33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67" name="Rectangle 319"/>
                <p:cNvSpPr/>
                <p:nvPr/>
              </p:nvSpPr>
              <p:spPr>
                <a:xfrm>
                  <a:off x="2427" y="3227"/>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68" name="Rectangle 320"/>
                <p:cNvSpPr/>
                <p:nvPr/>
              </p:nvSpPr>
              <p:spPr>
                <a:xfrm>
                  <a:off x="2427" y="310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69" name="Rectangle 321"/>
                <p:cNvSpPr/>
                <p:nvPr/>
              </p:nvSpPr>
              <p:spPr>
                <a:xfrm>
                  <a:off x="2427" y="298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70" name="Rectangle 322"/>
                <p:cNvSpPr/>
                <p:nvPr/>
              </p:nvSpPr>
              <p:spPr>
                <a:xfrm>
                  <a:off x="2427" y="286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71" name="Rectangle 323"/>
                <p:cNvSpPr/>
                <p:nvPr/>
              </p:nvSpPr>
              <p:spPr>
                <a:xfrm>
                  <a:off x="2427" y="273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72" name="Rectangle 324"/>
                <p:cNvSpPr/>
                <p:nvPr/>
              </p:nvSpPr>
              <p:spPr>
                <a:xfrm>
                  <a:off x="2427" y="261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73" name="Rectangle 325"/>
                <p:cNvSpPr/>
                <p:nvPr/>
              </p:nvSpPr>
              <p:spPr>
                <a:xfrm>
                  <a:off x="2311" y="261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74" name="Rectangle 326"/>
                <p:cNvSpPr/>
                <p:nvPr/>
              </p:nvSpPr>
              <p:spPr>
                <a:xfrm>
                  <a:off x="2188"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75" name="Rectangle 327"/>
                <p:cNvSpPr/>
                <p:nvPr/>
              </p:nvSpPr>
              <p:spPr>
                <a:xfrm>
                  <a:off x="2066"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76" name="Rectangle 328"/>
                <p:cNvSpPr/>
                <p:nvPr/>
              </p:nvSpPr>
              <p:spPr>
                <a:xfrm>
                  <a:off x="1944"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77" name="Rectangle 329"/>
                <p:cNvSpPr/>
                <p:nvPr/>
              </p:nvSpPr>
              <p:spPr>
                <a:xfrm>
                  <a:off x="1822"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9178" name="Group 330"/>
              <p:cNvGrpSpPr/>
              <p:nvPr/>
            </p:nvGrpSpPr>
            <p:grpSpPr>
              <a:xfrm>
                <a:off x="2693" y="2611"/>
                <a:ext cx="677" cy="943"/>
                <a:chOff x="2693" y="2611"/>
                <a:chExt cx="677" cy="943"/>
              </a:xfrm>
            </p:grpSpPr>
            <p:sp>
              <p:nvSpPr>
                <p:cNvPr id="79179" name="Freeform 331"/>
                <p:cNvSpPr/>
                <p:nvPr/>
              </p:nvSpPr>
              <p:spPr>
                <a:xfrm>
                  <a:off x="2693" y="2611"/>
                  <a:ext cx="28" cy="94"/>
                </a:xfrm>
                <a:custGeom>
                  <a:avLst/>
                  <a:gdLst/>
                  <a:ahLst/>
                  <a:cxnLst>
                    <a:cxn ang="0">
                      <a:pos x="6" y="2"/>
                    </a:cxn>
                    <a:cxn ang="0">
                      <a:pos x="3" y="2"/>
                    </a:cxn>
                    <a:cxn ang="0">
                      <a:pos x="3" y="5"/>
                    </a:cxn>
                    <a:cxn ang="0">
                      <a:pos x="14" y="5"/>
                    </a:cxn>
                    <a:cxn ang="0">
                      <a:pos x="14" y="0"/>
                    </a:cxn>
                    <a:cxn ang="0">
                      <a:pos x="3" y="0"/>
                    </a:cxn>
                    <a:cxn ang="0">
                      <a:pos x="0" y="0"/>
                    </a:cxn>
                    <a:cxn ang="0">
                      <a:pos x="0" y="2"/>
                    </a:cxn>
                    <a:cxn ang="0">
                      <a:pos x="0" y="47"/>
                    </a:cxn>
                    <a:cxn ang="0">
                      <a:pos x="6" y="47"/>
                    </a:cxn>
                    <a:cxn ang="0">
                      <a:pos x="6" y="2"/>
                    </a:cxn>
                  </a:cxnLst>
                  <a:pathLst>
                    <a:path w="55" h="189">
                      <a:moveTo>
                        <a:pt x="22" y="11"/>
                      </a:moveTo>
                      <a:lnTo>
                        <a:pt x="11" y="11"/>
                      </a:lnTo>
                      <a:lnTo>
                        <a:pt x="11" y="23"/>
                      </a:lnTo>
                      <a:lnTo>
                        <a:pt x="55" y="23"/>
                      </a:lnTo>
                      <a:lnTo>
                        <a:pt x="55" y="0"/>
                      </a:lnTo>
                      <a:lnTo>
                        <a:pt x="11" y="0"/>
                      </a:lnTo>
                      <a:lnTo>
                        <a:pt x="0" y="0"/>
                      </a:lnTo>
                      <a:lnTo>
                        <a:pt x="0" y="11"/>
                      </a:lnTo>
                      <a:lnTo>
                        <a:pt x="0" y="189"/>
                      </a:lnTo>
                      <a:lnTo>
                        <a:pt x="22" y="189"/>
                      </a:lnTo>
                      <a:lnTo>
                        <a:pt x="22" y="11"/>
                      </a:lnTo>
                      <a:close/>
                    </a:path>
                  </a:pathLst>
                </a:custGeom>
                <a:solidFill>
                  <a:srgbClr val="FF00FF"/>
                </a:solidFill>
                <a:ln w="9525">
                  <a:noFill/>
                </a:ln>
              </p:spPr>
              <p:txBody>
                <a:bodyPr/>
                <a:p>
                  <a:endParaRPr lang="zh-CN" altLang="en-US"/>
                </a:p>
              </p:txBody>
            </p:sp>
            <p:sp>
              <p:nvSpPr>
                <p:cNvPr id="79180" name="Rectangle 332"/>
                <p:cNvSpPr/>
                <p:nvPr/>
              </p:nvSpPr>
              <p:spPr>
                <a:xfrm>
                  <a:off x="2693" y="273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81" name="Rectangle 333"/>
                <p:cNvSpPr/>
                <p:nvPr/>
              </p:nvSpPr>
              <p:spPr>
                <a:xfrm>
                  <a:off x="2693" y="286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82" name="Rectangle 334"/>
                <p:cNvSpPr/>
                <p:nvPr/>
              </p:nvSpPr>
              <p:spPr>
                <a:xfrm>
                  <a:off x="2693" y="298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83" name="Rectangle 335"/>
                <p:cNvSpPr/>
                <p:nvPr/>
              </p:nvSpPr>
              <p:spPr>
                <a:xfrm>
                  <a:off x="2693" y="310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84" name="Rectangle 336"/>
                <p:cNvSpPr/>
                <p:nvPr/>
              </p:nvSpPr>
              <p:spPr>
                <a:xfrm>
                  <a:off x="2693" y="3227"/>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85" name="Rectangle 337"/>
                <p:cNvSpPr/>
                <p:nvPr/>
              </p:nvSpPr>
              <p:spPr>
                <a:xfrm>
                  <a:off x="2693" y="33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86" name="Freeform 338"/>
                <p:cNvSpPr/>
                <p:nvPr/>
              </p:nvSpPr>
              <p:spPr>
                <a:xfrm>
                  <a:off x="2693" y="3471"/>
                  <a:ext cx="17" cy="83"/>
                </a:xfrm>
                <a:custGeom>
                  <a:avLst/>
                  <a:gdLst/>
                  <a:ahLst/>
                  <a:cxnLst>
                    <a:cxn ang="0">
                      <a:pos x="6" y="0"/>
                    </a:cxn>
                    <a:cxn ang="0">
                      <a:pos x="0" y="0"/>
                    </a:cxn>
                    <a:cxn ang="0">
                      <a:pos x="0" y="39"/>
                    </a:cxn>
                    <a:cxn ang="0">
                      <a:pos x="0" y="41"/>
                    </a:cxn>
                    <a:cxn ang="0">
                      <a:pos x="3" y="41"/>
                    </a:cxn>
                    <a:cxn ang="0">
                      <a:pos x="9" y="41"/>
                    </a:cxn>
                    <a:cxn ang="0">
                      <a:pos x="9" y="36"/>
                    </a:cxn>
                    <a:cxn ang="0">
                      <a:pos x="3" y="36"/>
                    </a:cxn>
                    <a:cxn ang="0">
                      <a:pos x="3" y="39"/>
                    </a:cxn>
                    <a:cxn ang="0">
                      <a:pos x="6" y="39"/>
                    </a:cxn>
                    <a:cxn ang="0">
                      <a:pos x="6" y="0"/>
                    </a:cxn>
                  </a:cxnLst>
                  <a:pathLst>
                    <a:path w="33" h="167">
                      <a:moveTo>
                        <a:pt x="22" y="0"/>
                      </a:moveTo>
                      <a:lnTo>
                        <a:pt x="0" y="0"/>
                      </a:lnTo>
                      <a:lnTo>
                        <a:pt x="0" y="156"/>
                      </a:lnTo>
                      <a:lnTo>
                        <a:pt x="0" y="167"/>
                      </a:lnTo>
                      <a:lnTo>
                        <a:pt x="11" y="167"/>
                      </a:lnTo>
                      <a:lnTo>
                        <a:pt x="33" y="167"/>
                      </a:lnTo>
                      <a:lnTo>
                        <a:pt x="33" y="145"/>
                      </a:lnTo>
                      <a:lnTo>
                        <a:pt x="11" y="145"/>
                      </a:lnTo>
                      <a:lnTo>
                        <a:pt x="11" y="156"/>
                      </a:lnTo>
                      <a:lnTo>
                        <a:pt x="22" y="156"/>
                      </a:lnTo>
                      <a:lnTo>
                        <a:pt x="22" y="0"/>
                      </a:lnTo>
                      <a:close/>
                    </a:path>
                  </a:pathLst>
                </a:custGeom>
                <a:solidFill>
                  <a:srgbClr val="FF00FF"/>
                </a:solidFill>
                <a:ln w="9525">
                  <a:noFill/>
                </a:ln>
              </p:spPr>
              <p:txBody>
                <a:bodyPr/>
                <a:p>
                  <a:endParaRPr lang="zh-CN" altLang="en-US"/>
                </a:p>
              </p:txBody>
            </p:sp>
            <p:sp>
              <p:nvSpPr>
                <p:cNvPr id="79187" name="Rectangle 339"/>
                <p:cNvSpPr/>
                <p:nvPr/>
              </p:nvSpPr>
              <p:spPr>
                <a:xfrm>
                  <a:off x="2743"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88" name="Rectangle 340"/>
                <p:cNvSpPr/>
                <p:nvPr/>
              </p:nvSpPr>
              <p:spPr>
                <a:xfrm>
                  <a:off x="2865"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89" name="Rectangle 341"/>
                <p:cNvSpPr/>
                <p:nvPr/>
              </p:nvSpPr>
              <p:spPr>
                <a:xfrm>
                  <a:off x="2987"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90" name="Rectangle 342"/>
                <p:cNvSpPr/>
                <p:nvPr/>
              </p:nvSpPr>
              <p:spPr>
                <a:xfrm>
                  <a:off x="3110" y="35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91" name="Rectangle 343"/>
                <p:cNvSpPr/>
                <p:nvPr/>
              </p:nvSpPr>
              <p:spPr>
                <a:xfrm>
                  <a:off x="3232" y="35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92" name="Freeform 344"/>
                <p:cNvSpPr/>
                <p:nvPr/>
              </p:nvSpPr>
              <p:spPr>
                <a:xfrm>
                  <a:off x="3354" y="3471"/>
                  <a:ext cx="16" cy="83"/>
                </a:xfrm>
                <a:custGeom>
                  <a:avLst/>
                  <a:gdLst/>
                  <a:ahLst/>
                  <a:cxnLst>
                    <a:cxn ang="0">
                      <a:pos x="0" y="36"/>
                    </a:cxn>
                    <a:cxn ang="0">
                      <a:pos x="0" y="41"/>
                    </a:cxn>
                    <a:cxn ang="0">
                      <a:pos x="5" y="41"/>
                    </a:cxn>
                    <a:cxn ang="0">
                      <a:pos x="8" y="41"/>
                    </a:cxn>
                    <a:cxn ang="0">
                      <a:pos x="8" y="39"/>
                    </a:cxn>
                    <a:cxn ang="0">
                      <a:pos x="8" y="0"/>
                    </a:cxn>
                    <a:cxn ang="0">
                      <a:pos x="3" y="0"/>
                    </a:cxn>
                    <a:cxn ang="0">
                      <a:pos x="3" y="39"/>
                    </a:cxn>
                    <a:cxn ang="0">
                      <a:pos x="5" y="39"/>
                    </a:cxn>
                    <a:cxn ang="0">
                      <a:pos x="5" y="36"/>
                    </a:cxn>
                    <a:cxn ang="0">
                      <a:pos x="0" y="36"/>
                    </a:cxn>
                  </a:cxnLst>
                  <a:pathLst>
                    <a:path w="34" h="167">
                      <a:moveTo>
                        <a:pt x="0" y="145"/>
                      </a:moveTo>
                      <a:lnTo>
                        <a:pt x="0" y="167"/>
                      </a:lnTo>
                      <a:lnTo>
                        <a:pt x="23" y="167"/>
                      </a:lnTo>
                      <a:lnTo>
                        <a:pt x="34" y="167"/>
                      </a:lnTo>
                      <a:lnTo>
                        <a:pt x="34" y="156"/>
                      </a:lnTo>
                      <a:lnTo>
                        <a:pt x="34" y="0"/>
                      </a:lnTo>
                      <a:lnTo>
                        <a:pt x="12" y="0"/>
                      </a:lnTo>
                      <a:lnTo>
                        <a:pt x="12" y="156"/>
                      </a:lnTo>
                      <a:lnTo>
                        <a:pt x="23" y="156"/>
                      </a:lnTo>
                      <a:lnTo>
                        <a:pt x="23" y="145"/>
                      </a:lnTo>
                      <a:lnTo>
                        <a:pt x="0" y="145"/>
                      </a:lnTo>
                      <a:close/>
                    </a:path>
                  </a:pathLst>
                </a:custGeom>
                <a:solidFill>
                  <a:srgbClr val="FF00FF"/>
                </a:solidFill>
                <a:ln w="9525">
                  <a:noFill/>
                </a:ln>
              </p:spPr>
              <p:txBody>
                <a:bodyPr/>
                <a:p>
                  <a:endParaRPr lang="zh-CN" altLang="en-US"/>
                </a:p>
              </p:txBody>
            </p:sp>
            <p:sp>
              <p:nvSpPr>
                <p:cNvPr id="79193" name="Rectangle 345"/>
                <p:cNvSpPr/>
                <p:nvPr/>
              </p:nvSpPr>
              <p:spPr>
                <a:xfrm>
                  <a:off x="3359" y="33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94" name="Rectangle 346"/>
                <p:cNvSpPr/>
                <p:nvPr/>
              </p:nvSpPr>
              <p:spPr>
                <a:xfrm>
                  <a:off x="3359" y="3227"/>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95" name="Rectangle 347"/>
                <p:cNvSpPr/>
                <p:nvPr/>
              </p:nvSpPr>
              <p:spPr>
                <a:xfrm>
                  <a:off x="3359" y="310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96" name="Rectangle 348"/>
                <p:cNvSpPr/>
                <p:nvPr/>
              </p:nvSpPr>
              <p:spPr>
                <a:xfrm>
                  <a:off x="3359" y="298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97" name="Rectangle 349"/>
                <p:cNvSpPr/>
                <p:nvPr/>
              </p:nvSpPr>
              <p:spPr>
                <a:xfrm>
                  <a:off x="3359" y="286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98" name="Rectangle 350"/>
                <p:cNvSpPr/>
                <p:nvPr/>
              </p:nvSpPr>
              <p:spPr>
                <a:xfrm>
                  <a:off x="3359" y="273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199" name="Rectangle 351"/>
                <p:cNvSpPr/>
                <p:nvPr/>
              </p:nvSpPr>
              <p:spPr>
                <a:xfrm>
                  <a:off x="3359" y="261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00" name="Rectangle 352"/>
                <p:cNvSpPr/>
                <p:nvPr/>
              </p:nvSpPr>
              <p:spPr>
                <a:xfrm>
                  <a:off x="3243"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01" name="Rectangle 353"/>
                <p:cNvSpPr/>
                <p:nvPr/>
              </p:nvSpPr>
              <p:spPr>
                <a:xfrm>
                  <a:off x="3121" y="261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02" name="Rectangle 354"/>
                <p:cNvSpPr/>
                <p:nvPr/>
              </p:nvSpPr>
              <p:spPr>
                <a:xfrm>
                  <a:off x="2999" y="261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03" name="Rectangle 355"/>
                <p:cNvSpPr/>
                <p:nvPr/>
              </p:nvSpPr>
              <p:spPr>
                <a:xfrm>
                  <a:off x="2877" y="261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04" name="Rectangle 356"/>
                <p:cNvSpPr/>
                <p:nvPr/>
              </p:nvSpPr>
              <p:spPr>
                <a:xfrm>
                  <a:off x="2754"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9205" name="Group 357"/>
              <p:cNvGrpSpPr/>
              <p:nvPr/>
            </p:nvGrpSpPr>
            <p:grpSpPr>
              <a:xfrm>
                <a:off x="3626" y="2611"/>
                <a:ext cx="677" cy="943"/>
                <a:chOff x="3626" y="2611"/>
                <a:chExt cx="677" cy="943"/>
              </a:xfrm>
            </p:grpSpPr>
            <p:sp>
              <p:nvSpPr>
                <p:cNvPr id="79206" name="Freeform 358"/>
                <p:cNvSpPr/>
                <p:nvPr/>
              </p:nvSpPr>
              <p:spPr>
                <a:xfrm>
                  <a:off x="3626" y="2611"/>
                  <a:ext cx="27" cy="94"/>
                </a:xfrm>
                <a:custGeom>
                  <a:avLst/>
                  <a:gdLst/>
                  <a:ahLst/>
                  <a:cxnLst>
                    <a:cxn ang="0">
                      <a:pos x="5" y="2"/>
                    </a:cxn>
                    <a:cxn ang="0">
                      <a:pos x="2" y="2"/>
                    </a:cxn>
                    <a:cxn ang="0">
                      <a:pos x="2" y="5"/>
                    </a:cxn>
                    <a:cxn ang="0">
                      <a:pos x="13" y="5"/>
                    </a:cxn>
                    <a:cxn ang="0">
                      <a:pos x="13" y="0"/>
                    </a:cxn>
                    <a:cxn ang="0">
                      <a:pos x="2" y="0"/>
                    </a:cxn>
                    <a:cxn ang="0">
                      <a:pos x="0" y="0"/>
                    </a:cxn>
                    <a:cxn ang="0">
                      <a:pos x="0" y="2"/>
                    </a:cxn>
                    <a:cxn ang="0">
                      <a:pos x="0" y="47"/>
                    </a:cxn>
                    <a:cxn ang="0">
                      <a:pos x="5" y="47"/>
                    </a:cxn>
                    <a:cxn ang="0">
                      <a:pos x="5" y="2"/>
                    </a:cxn>
                  </a:cxnLst>
                  <a:pathLst>
                    <a:path w="56" h="189">
                      <a:moveTo>
                        <a:pt x="22" y="11"/>
                      </a:moveTo>
                      <a:lnTo>
                        <a:pt x="11" y="11"/>
                      </a:lnTo>
                      <a:lnTo>
                        <a:pt x="11" y="23"/>
                      </a:lnTo>
                      <a:lnTo>
                        <a:pt x="56" y="23"/>
                      </a:lnTo>
                      <a:lnTo>
                        <a:pt x="56" y="0"/>
                      </a:lnTo>
                      <a:lnTo>
                        <a:pt x="11" y="0"/>
                      </a:lnTo>
                      <a:lnTo>
                        <a:pt x="0" y="0"/>
                      </a:lnTo>
                      <a:lnTo>
                        <a:pt x="0" y="11"/>
                      </a:lnTo>
                      <a:lnTo>
                        <a:pt x="0" y="189"/>
                      </a:lnTo>
                      <a:lnTo>
                        <a:pt x="22" y="189"/>
                      </a:lnTo>
                      <a:lnTo>
                        <a:pt x="22" y="11"/>
                      </a:lnTo>
                      <a:close/>
                    </a:path>
                  </a:pathLst>
                </a:custGeom>
                <a:solidFill>
                  <a:srgbClr val="FF00FF"/>
                </a:solidFill>
                <a:ln w="9525">
                  <a:noFill/>
                </a:ln>
              </p:spPr>
              <p:txBody>
                <a:bodyPr/>
                <a:p>
                  <a:endParaRPr lang="zh-CN" altLang="en-US"/>
                </a:p>
              </p:txBody>
            </p:sp>
            <p:sp>
              <p:nvSpPr>
                <p:cNvPr id="79207" name="Rectangle 359"/>
                <p:cNvSpPr/>
                <p:nvPr/>
              </p:nvSpPr>
              <p:spPr>
                <a:xfrm>
                  <a:off x="3626" y="273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08" name="Rectangle 360"/>
                <p:cNvSpPr/>
                <p:nvPr/>
              </p:nvSpPr>
              <p:spPr>
                <a:xfrm>
                  <a:off x="3626" y="286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09" name="Rectangle 361"/>
                <p:cNvSpPr/>
                <p:nvPr/>
              </p:nvSpPr>
              <p:spPr>
                <a:xfrm>
                  <a:off x="3626" y="298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10" name="Rectangle 362"/>
                <p:cNvSpPr/>
                <p:nvPr/>
              </p:nvSpPr>
              <p:spPr>
                <a:xfrm>
                  <a:off x="3626" y="310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11" name="Rectangle 363"/>
                <p:cNvSpPr/>
                <p:nvPr/>
              </p:nvSpPr>
              <p:spPr>
                <a:xfrm>
                  <a:off x="3626" y="3227"/>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12" name="Rectangle 364"/>
                <p:cNvSpPr/>
                <p:nvPr/>
              </p:nvSpPr>
              <p:spPr>
                <a:xfrm>
                  <a:off x="3626" y="33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13" name="Freeform 365"/>
                <p:cNvSpPr/>
                <p:nvPr/>
              </p:nvSpPr>
              <p:spPr>
                <a:xfrm>
                  <a:off x="3626" y="3471"/>
                  <a:ext cx="16" cy="83"/>
                </a:xfrm>
                <a:custGeom>
                  <a:avLst/>
                  <a:gdLst/>
                  <a:ahLst/>
                  <a:cxnLst>
                    <a:cxn ang="0">
                      <a:pos x="5" y="0"/>
                    </a:cxn>
                    <a:cxn ang="0">
                      <a:pos x="0" y="0"/>
                    </a:cxn>
                    <a:cxn ang="0">
                      <a:pos x="0" y="39"/>
                    </a:cxn>
                    <a:cxn ang="0">
                      <a:pos x="0" y="41"/>
                    </a:cxn>
                    <a:cxn ang="0">
                      <a:pos x="2" y="41"/>
                    </a:cxn>
                    <a:cxn ang="0">
                      <a:pos x="8" y="41"/>
                    </a:cxn>
                    <a:cxn ang="0">
                      <a:pos x="8" y="36"/>
                    </a:cxn>
                    <a:cxn ang="0">
                      <a:pos x="2" y="36"/>
                    </a:cxn>
                    <a:cxn ang="0">
                      <a:pos x="2" y="39"/>
                    </a:cxn>
                    <a:cxn ang="0">
                      <a:pos x="5" y="39"/>
                    </a:cxn>
                    <a:cxn ang="0">
                      <a:pos x="5" y="0"/>
                    </a:cxn>
                  </a:cxnLst>
                  <a:pathLst>
                    <a:path w="33" h="167">
                      <a:moveTo>
                        <a:pt x="22" y="0"/>
                      </a:moveTo>
                      <a:lnTo>
                        <a:pt x="0" y="0"/>
                      </a:lnTo>
                      <a:lnTo>
                        <a:pt x="0" y="156"/>
                      </a:lnTo>
                      <a:lnTo>
                        <a:pt x="0" y="167"/>
                      </a:lnTo>
                      <a:lnTo>
                        <a:pt x="11" y="167"/>
                      </a:lnTo>
                      <a:lnTo>
                        <a:pt x="33" y="167"/>
                      </a:lnTo>
                      <a:lnTo>
                        <a:pt x="33" y="145"/>
                      </a:lnTo>
                      <a:lnTo>
                        <a:pt x="11" y="145"/>
                      </a:lnTo>
                      <a:lnTo>
                        <a:pt x="11" y="156"/>
                      </a:lnTo>
                      <a:lnTo>
                        <a:pt x="22" y="156"/>
                      </a:lnTo>
                      <a:lnTo>
                        <a:pt x="22" y="0"/>
                      </a:lnTo>
                      <a:close/>
                    </a:path>
                  </a:pathLst>
                </a:custGeom>
                <a:solidFill>
                  <a:srgbClr val="FF00FF"/>
                </a:solidFill>
                <a:ln w="9525">
                  <a:noFill/>
                </a:ln>
              </p:spPr>
              <p:txBody>
                <a:bodyPr/>
                <a:p>
                  <a:endParaRPr lang="zh-CN" altLang="en-US"/>
                </a:p>
              </p:txBody>
            </p:sp>
            <p:sp>
              <p:nvSpPr>
                <p:cNvPr id="79214" name="Rectangle 366"/>
                <p:cNvSpPr/>
                <p:nvPr/>
              </p:nvSpPr>
              <p:spPr>
                <a:xfrm>
                  <a:off x="3676" y="35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15" name="Rectangle 367"/>
                <p:cNvSpPr/>
                <p:nvPr/>
              </p:nvSpPr>
              <p:spPr>
                <a:xfrm>
                  <a:off x="3798" y="35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16" name="Rectangle 368"/>
                <p:cNvSpPr/>
                <p:nvPr/>
              </p:nvSpPr>
              <p:spPr>
                <a:xfrm>
                  <a:off x="3920" y="3543"/>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17" name="Rectangle 369"/>
                <p:cNvSpPr/>
                <p:nvPr/>
              </p:nvSpPr>
              <p:spPr>
                <a:xfrm>
                  <a:off x="4042"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18" name="Rectangle 370"/>
                <p:cNvSpPr/>
                <p:nvPr/>
              </p:nvSpPr>
              <p:spPr>
                <a:xfrm>
                  <a:off x="4164"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19" name="Freeform 371"/>
                <p:cNvSpPr/>
                <p:nvPr/>
              </p:nvSpPr>
              <p:spPr>
                <a:xfrm>
                  <a:off x="4286" y="3471"/>
                  <a:ext cx="17" cy="83"/>
                </a:xfrm>
                <a:custGeom>
                  <a:avLst/>
                  <a:gdLst/>
                  <a:ahLst/>
                  <a:cxnLst>
                    <a:cxn ang="0">
                      <a:pos x="0" y="36"/>
                    </a:cxn>
                    <a:cxn ang="0">
                      <a:pos x="0" y="41"/>
                    </a:cxn>
                    <a:cxn ang="0">
                      <a:pos x="6" y="41"/>
                    </a:cxn>
                    <a:cxn ang="0">
                      <a:pos x="9" y="41"/>
                    </a:cxn>
                    <a:cxn ang="0">
                      <a:pos x="9" y="39"/>
                    </a:cxn>
                    <a:cxn ang="0">
                      <a:pos x="9" y="0"/>
                    </a:cxn>
                    <a:cxn ang="0">
                      <a:pos x="3" y="0"/>
                    </a:cxn>
                    <a:cxn ang="0">
                      <a:pos x="3" y="39"/>
                    </a:cxn>
                    <a:cxn ang="0">
                      <a:pos x="6" y="39"/>
                    </a:cxn>
                    <a:cxn ang="0">
                      <a:pos x="6" y="36"/>
                    </a:cxn>
                    <a:cxn ang="0">
                      <a:pos x="0" y="36"/>
                    </a:cxn>
                  </a:cxnLst>
                  <a:pathLst>
                    <a:path w="33" h="167">
                      <a:moveTo>
                        <a:pt x="0" y="145"/>
                      </a:moveTo>
                      <a:lnTo>
                        <a:pt x="0" y="167"/>
                      </a:lnTo>
                      <a:lnTo>
                        <a:pt x="22" y="167"/>
                      </a:lnTo>
                      <a:lnTo>
                        <a:pt x="33" y="167"/>
                      </a:lnTo>
                      <a:lnTo>
                        <a:pt x="33" y="156"/>
                      </a:lnTo>
                      <a:lnTo>
                        <a:pt x="33" y="0"/>
                      </a:lnTo>
                      <a:lnTo>
                        <a:pt x="11" y="0"/>
                      </a:lnTo>
                      <a:lnTo>
                        <a:pt x="11" y="156"/>
                      </a:lnTo>
                      <a:lnTo>
                        <a:pt x="22" y="156"/>
                      </a:lnTo>
                      <a:lnTo>
                        <a:pt x="22" y="145"/>
                      </a:lnTo>
                      <a:lnTo>
                        <a:pt x="0" y="145"/>
                      </a:lnTo>
                      <a:close/>
                    </a:path>
                  </a:pathLst>
                </a:custGeom>
                <a:solidFill>
                  <a:srgbClr val="FF00FF"/>
                </a:solidFill>
                <a:ln w="9525">
                  <a:noFill/>
                </a:ln>
              </p:spPr>
              <p:txBody>
                <a:bodyPr/>
                <a:p>
                  <a:endParaRPr lang="zh-CN" altLang="en-US"/>
                </a:p>
              </p:txBody>
            </p:sp>
            <p:sp>
              <p:nvSpPr>
                <p:cNvPr id="79220" name="Rectangle 372"/>
                <p:cNvSpPr/>
                <p:nvPr/>
              </p:nvSpPr>
              <p:spPr>
                <a:xfrm>
                  <a:off x="4291" y="3349"/>
                  <a:ext cx="12"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21" name="Rectangle 373"/>
                <p:cNvSpPr/>
                <p:nvPr/>
              </p:nvSpPr>
              <p:spPr>
                <a:xfrm>
                  <a:off x="4291" y="3227"/>
                  <a:ext cx="12"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22" name="Rectangle 374"/>
                <p:cNvSpPr/>
                <p:nvPr/>
              </p:nvSpPr>
              <p:spPr>
                <a:xfrm>
                  <a:off x="4291" y="3104"/>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23" name="Rectangle 375"/>
                <p:cNvSpPr/>
                <p:nvPr/>
              </p:nvSpPr>
              <p:spPr>
                <a:xfrm>
                  <a:off x="4291" y="2982"/>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24" name="Rectangle 376"/>
                <p:cNvSpPr/>
                <p:nvPr/>
              </p:nvSpPr>
              <p:spPr>
                <a:xfrm>
                  <a:off x="4291" y="2860"/>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25" name="Rectangle 377"/>
                <p:cNvSpPr/>
                <p:nvPr/>
              </p:nvSpPr>
              <p:spPr>
                <a:xfrm>
                  <a:off x="4291" y="2738"/>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26" name="Rectangle 378"/>
                <p:cNvSpPr/>
                <p:nvPr/>
              </p:nvSpPr>
              <p:spPr>
                <a:xfrm>
                  <a:off x="4291" y="2616"/>
                  <a:ext cx="12"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27" name="Rectangle 379"/>
                <p:cNvSpPr/>
                <p:nvPr/>
              </p:nvSpPr>
              <p:spPr>
                <a:xfrm>
                  <a:off x="4175"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28" name="Rectangle 380"/>
                <p:cNvSpPr/>
                <p:nvPr/>
              </p:nvSpPr>
              <p:spPr>
                <a:xfrm>
                  <a:off x="4053"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29" name="Rectangle 381"/>
                <p:cNvSpPr/>
                <p:nvPr/>
              </p:nvSpPr>
              <p:spPr>
                <a:xfrm>
                  <a:off x="3931"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30" name="Rectangle 382"/>
                <p:cNvSpPr/>
                <p:nvPr/>
              </p:nvSpPr>
              <p:spPr>
                <a:xfrm>
                  <a:off x="3809" y="261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31" name="Rectangle 383"/>
                <p:cNvSpPr/>
                <p:nvPr/>
              </p:nvSpPr>
              <p:spPr>
                <a:xfrm>
                  <a:off x="3687" y="2611"/>
                  <a:ext cx="88"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nvGrpSpPr>
              <p:cNvPr id="79232" name="Group 384"/>
              <p:cNvGrpSpPr/>
              <p:nvPr/>
            </p:nvGrpSpPr>
            <p:grpSpPr>
              <a:xfrm>
                <a:off x="4558" y="2611"/>
                <a:ext cx="677" cy="943"/>
                <a:chOff x="4558" y="2611"/>
                <a:chExt cx="677" cy="943"/>
              </a:xfrm>
            </p:grpSpPr>
            <p:sp>
              <p:nvSpPr>
                <p:cNvPr id="79233" name="Freeform 385"/>
                <p:cNvSpPr/>
                <p:nvPr/>
              </p:nvSpPr>
              <p:spPr>
                <a:xfrm>
                  <a:off x="4558" y="2611"/>
                  <a:ext cx="28" cy="94"/>
                </a:xfrm>
                <a:custGeom>
                  <a:avLst/>
                  <a:gdLst/>
                  <a:ahLst/>
                  <a:cxnLst>
                    <a:cxn ang="0">
                      <a:pos x="6" y="2"/>
                    </a:cxn>
                    <a:cxn ang="0">
                      <a:pos x="3" y="2"/>
                    </a:cxn>
                    <a:cxn ang="0">
                      <a:pos x="3" y="5"/>
                    </a:cxn>
                    <a:cxn ang="0">
                      <a:pos x="14" y="5"/>
                    </a:cxn>
                    <a:cxn ang="0">
                      <a:pos x="14" y="0"/>
                    </a:cxn>
                    <a:cxn ang="0">
                      <a:pos x="3" y="0"/>
                    </a:cxn>
                    <a:cxn ang="0">
                      <a:pos x="0" y="0"/>
                    </a:cxn>
                    <a:cxn ang="0">
                      <a:pos x="0" y="2"/>
                    </a:cxn>
                    <a:cxn ang="0">
                      <a:pos x="0" y="47"/>
                    </a:cxn>
                    <a:cxn ang="0">
                      <a:pos x="6" y="47"/>
                    </a:cxn>
                    <a:cxn ang="0">
                      <a:pos x="6" y="2"/>
                    </a:cxn>
                  </a:cxnLst>
                  <a:pathLst>
                    <a:path w="55" h="189">
                      <a:moveTo>
                        <a:pt x="22" y="11"/>
                      </a:moveTo>
                      <a:lnTo>
                        <a:pt x="11" y="11"/>
                      </a:lnTo>
                      <a:lnTo>
                        <a:pt x="11" y="23"/>
                      </a:lnTo>
                      <a:lnTo>
                        <a:pt x="55" y="23"/>
                      </a:lnTo>
                      <a:lnTo>
                        <a:pt x="55" y="0"/>
                      </a:lnTo>
                      <a:lnTo>
                        <a:pt x="11" y="0"/>
                      </a:lnTo>
                      <a:lnTo>
                        <a:pt x="0" y="0"/>
                      </a:lnTo>
                      <a:lnTo>
                        <a:pt x="0" y="11"/>
                      </a:lnTo>
                      <a:lnTo>
                        <a:pt x="0" y="189"/>
                      </a:lnTo>
                      <a:lnTo>
                        <a:pt x="22" y="189"/>
                      </a:lnTo>
                      <a:lnTo>
                        <a:pt x="22" y="11"/>
                      </a:lnTo>
                      <a:close/>
                    </a:path>
                  </a:pathLst>
                </a:custGeom>
                <a:solidFill>
                  <a:srgbClr val="FF00FF"/>
                </a:solidFill>
                <a:ln w="9525">
                  <a:noFill/>
                </a:ln>
              </p:spPr>
              <p:txBody>
                <a:bodyPr/>
                <a:p>
                  <a:endParaRPr lang="zh-CN" altLang="en-US"/>
                </a:p>
              </p:txBody>
            </p:sp>
            <p:sp>
              <p:nvSpPr>
                <p:cNvPr id="79234" name="Rectangle 386"/>
                <p:cNvSpPr/>
                <p:nvPr/>
              </p:nvSpPr>
              <p:spPr>
                <a:xfrm>
                  <a:off x="4558" y="273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35" name="Rectangle 387"/>
                <p:cNvSpPr/>
                <p:nvPr/>
              </p:nvSpPr>
              <p:spPr>
                <a:xfrm>
                  <a:off x="4558" y="286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36" name="Rectangle 388"/>
                <p:cNvSpPr/>
                <p:nvPr/>
              </p:nvSpPr>
              <p:spPr>
                <a:xfrm>
                  <a:off x="4558" y="298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37" name="Rectangle 389"/>
                <p:cNvSpPr/>
                <p:nvPr/>
              </p:nvSpPr>
              <p:spPr>
                <a:xfrm>
                  <a:off x="4558" y="310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38" name="Rectangle 390"/>
                <p:cNvSpPr/>
                <p:nvPr/>
              </p:nvSpPr>
              <p:spPr>
                <a:xfrm>
                  <a:off x="4558" y="3227"/>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39" name="Rectangle 391"/>
                <p:cNvSpPr/>
                <p:nvPr/>
              </p:nvSpPr>
              <p:spPr>
                <a:xfrm>
                  <a:off x="4558" y="33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40" name="Freeform 392"/>
                <p:cNvSpPr/>
                <p:nvPr/>
              </p:nvSpPr>
              <p:spPr>
                <a:xfrm>
                  <a:off x="4558" y="3471"/>
                  <a:ext cx="16" cy="83"/>
                </a:xfrm>
                <a:custGeom>
                  <a:avLst/>
                  <a:gdLst/>
                  <a:ahLst/>
                  <a:cxnLst>
                    <a:cxn ang="0">
                      <a:pos x="5" y="0"/>
                    </a:cxn>
                    <a:cxn ang="0">
                      <a:pos x="0" y="0"/>
                    </a:cxn>
                    <a:cxn ang="0">
                      <a:pos x="0" y="39"/>
                    </a:cxn>
                    <a:cxn ang="0">
                      <a:pos x="0" y="41"/>
                    </a:cxn>
                    <a:cxn ang="0">
                      <a:pos x="2" y="41"/>
                    </a:cxn>
                    <a:cxn ang="0">
                      <a:pos x="8" y="41"/>
                    </a:cxn>
                    <a:cxn ang="0">
                      <a:pos x="8" y="36"/>
                    </a:cxn>
                    <a:cxn ang="0">
                      <a:pos x="2" y="36"/>
                    </a:cxn>
                    <a:cxn ang="0">
                      <a:pos x="2" y="39"/>
                    </a:cxn>
                    <a:cxn ang="0">
                      <a:pos x="5" y="39"/>
                    </a:cxn>
                    <a:cxn ang="0">
                      <a:pos x="5" y="0"/>
                    </a:cxn>
                  </a:cxnLst>
                  <a:pathLst>
                    <a:path w="33" h="167">
                      <a:moveTo>
                        <a:pt x="22" y="0"/>
                      </a:moveTo>
                      <a:lnTo>
                        <a:pt x="0" y="0"/>
                      </a:lnTo>
                      <a:lnTo>
                        <a:pt x="0" y="156"/>
                      </a:lnTo>
                      <a:lnTo>
                        <a:pt x="0" y="167"/>
                      </a:lnTo>
                      <a:lnTo>
                        <a:pt x="11" y="167"/>
                      </a:lnTo>
                      <a:lnTo>
                        <a:pt x="33" y="167"/>
                      </a:lnTo>
                      <a:lnTo>
                        <a:pt x="33" y="145"/>
                      </a:lnTo>
                      <a:lnTo>
                        <a:pt x="11" y="145"/>
                      </a:lnTo>
                      <a:lnTo>
                        <a:pt x="11" y="156"/>
                      </a:lnTo>
                      <a:lnTo>
                        <a:pt x="22" y="156"/>
                      </a:lnTo>
                      <a:lnTo>
                        <a:pt x="22" y="0"/>
                      </a:lnTo>
                      <a:close/>
                    </a:path>
                  </a:pathLst>
                </a:custGeom>
                <a:solidFill>
                  <a:srgbClr val="FF00FF"/>
                </a:solidFill>
                <a:ln w="9525">
                  <a:noFill/>
                </a:ln>
              </p:spPr>
              <p:txBody>
                <a:bodyPr/>
                <a:p>
                  <a:endParaRPr lang="zh-CN" altLang="en-US"/>
                </a:p>
              </p:txBody>
            </p:sp>
            <p:sp>
              <p:nvSpPr>
                <p:cNvPr id="79241" name="Rectangle 393"/>
                <p:cNvSpPr/>
                <p:nvPr/>
              </p:nvSpPr>
              <p:spPr>
                <a:xfrm>
                  <a:off x="4608"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42" name="Rectangle 394"/>
                <p:cNvSpPr/>
                <p:nvPr/>
              </p:nvSpPr>
              <p:spPr>
                <a:xfrm>
                  <a:off x="4730"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43" name="Rectangle 395"/>
                <p:cNvSpPr/>
                <p:nvPr/>
              </p:nvSpPr>
              <p:spPr>
                <a:xfrm>
                  <a:off x="4852"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44" name="Rectangle 396"/>
                <p:cNvSpPr/>
                <p:nvPr/>
              </p:nvSpPr>
              <p:spPr>
                <a:xfrm>
                  <a:off x="4974"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45" name="Rectangle 397"/>
                <p:cNvSpPr/>
                <p:nvPr/>
              </p:nvSpPr>
              <p:spPr>
                <a:xfrm>
                  <a:off x="5096" y="3543"/>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46" name="Freeform 398"/>
                <p:cNvSpPr/>
                <p:nvPr/>
              </p:nvSpPr>
              <p:spPr>
                <a:xfrm>
                  <a:off x="5218" y="3471"/>
                  <a:ext cx="17" cy="83"/>
                </a:xfrm>
                <a:custGeom>
                  <a:avLst/>
                  <a:gdLst/>
                  <a:ahLst/>
                  <a:cxnLst>
                    <a:cxn ang="0">
                      <a:pos x="0" y="36"/>
                    </a:cxn>
                    <a:cxn ang="0">
                      <a:pos x="0" y="41"/>
                    </a:cxn>
                    <a:cxn ang="0">
                      <a:pos x="6" y="41"/>
                    </a:cxn>
                    <a:cxn ang="0">
                      <a:pos x="9" y="41"/>
                    </a:cxn>
                    <a:cxn ang="0">
                      <a:pos x="9" y="39"/>
                    </a:cxn>
                    <a:cxn ang="0">
                      <a:pos x="9" y="0"/>
                    </a:cxn>
                    <a:cxn ang="0">
                      <a:pos x="3" y="0"/>
                    </a:cxn>
                    <a:cxn ang="0">
                      <a:pos x="3" y="39"/>
                    </a:cxn>
                    <a:cxn ang="0">
                      <a:pos x="6" y="39"/>
                    </a:cxn>
                    <a:cxn ang="0">
                      <a:pos x="6" y="36"/>
                    </a:cxn>
                    <a:cxn ang="0">
                      <a:pos x="0" y="36"/>
                    </a:cxn>
                  </a:cxnLst>
                  <a:pathLst>
                    <a:path w="34" h="167">
                      <a:moveTo>
                        <a:pt x="0" y="145"/>
                      </a:moveTo>
                      <a:lnTo>
                        <a:pt x="0" y="167"/>
                      </a:lnTo>
                      <a:lnTo>
                        <a:pt x="22" y="167"/>
                      </a:lnTo>
                      <a:lnTo>
                        <a:pt x="34" y="167"/>
                      </a:lnTo>
                      <a:lnTo>
                        <a:pt x="34" y="156"/>
                      </a:lnTo>
                      <a:lnTo>
                        <a:pt x="34" y="0"/>
                      </a:lnTo>
                      <a:lnTo>
                        <a:pt x="11" y="0"/>
                      </a:lnTo>
                      <a:lnTo>
                        <a:pt x="11" y="156"/>
                      </a:lnTo>
                      <a:lnTo>
                        <a:pt x="22" y="156"/>
                      </a:lnTo>
                      <a:lnTo>
                        <a:pt x="22" y="145"/>
                      </a:lnTo>
                      <a:lnTo>
                        <a:pt x="0" y="145"/>
                      </a:lnTo>
                      <a:close/>
                    </a:path>
                  </a:pathLst>
                </a:custGeom>
                <a:solidFill>
                  <a:srgbClr val="FF00FF"/>
                </a:solidFill>
                <a:ln w="9525">
                  <a:noFill/>
                </a:ln>
              </p:spPr>
              <p:txBody>
                <a:bodyPr/>
                <a:p>
                  <a:endParaRPr lang="zh-CN" altLang="en-US"/>
                </a:p>
              </p:txBody>
            </p:sp>
            <p:sp>
              <p:nvSpPr>
                <p:cNvPr id="79247" name="Rectangle 399"/>
                <p:cNvSpPr/>
                <p:nvPr/>
              </p:nvSpPr>
              <p:spPr>
                <a:xfrm>
                  <a:off x="5224" y="3349"/>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48" name="Rectangle 400"/>
                <p:cNvSpPr/>
                <p:nvPr/>
              </p:nvSpPr>
              <p:spPr>
                <a:xfrm>
                  <a:off x="5224" y="3227"/>
                  <a:ext cx="11" cy="88"/>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49" name="Rectangle 401"/>
                <p:cNvSpPr/>
                <p:nvPr/>
              </p:nvSpPr>
              <p:spPr>
                <a:xfrm>
                  <a:off x="5224" y="3104"/>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50" name="Rectangle 402"/>
                <p:cNvSpPr/>
                <p:nvPr/>
              </p:nvSpPr>
              <p:spPr>
                <a:xfrm>
                  <a:off x="5224" y="2982"/>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51" name="Rectangle 403"/>
                <p:cNvSpPr/>
                <p:nvPr/>
              </p:nvSpPr>
              <p:spPr>
                <a:xfrm>
                  <a:off x="5224" y="2860"/>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52" name="Rectangle 404"/>
                <p:cNvSpPr/>
                <p:nvPr/>
              </p:nvSpPr>
              <p:spPr>
                <a:xfrm>
                  <a:off x="5224" y="2738"/>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53" name="Rectangle 405"/>
                <p:cNvSpPr/>
                <p:nvPr/>
              </p:nvSpPr>
              <p:spPr>
                <a:xfrm>
                  <a:off x="5224" y="2616"/>
                  <a:ext cx="11" cy="89"/>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54" name="Rectangle 406"/>
                <p:cNvSpPr/>
                <p:nvPr/>
              </p:nvSpPr>
              <p:spPr>
                <a:xfrm>
                  <a:off x="5107"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55" name="Rectangle 407"/>
                <p:cNvSpPr/>
                <p:nvPr/>
              </p:nvSpPr>
              <p:spPr>
                <a:xfrm>
                  <a:off x="4985"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56" name="Rectangle 408"/>
                <p:cNvSpPr/>
                <p:nvPr/>
              </p:nvSpPr>
              <p:spPr>
                <a:xfrm>
                  <a:off x="4863"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57" name="Rectangle 409"/>
                <p:cNvSpPr/>
                <p:nvPr/>
              </p:nvSpPr>
              <p:spPr>
                <a:xfrm>
                  <a:off x="4741"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58" name="Rectangle 410"/>
                <p:cNvSpPr/>
                <p:nvPr/>
              </p:nvSpPr>
              <p:spPr>
                <a:xfrm>
                  <a:off x="4619" y="2611"/>
                  <a:ext cx="89" cy="11"/>
                </a:xfrm>
                <a:prstGeom prst="rect">
                  <a:avLst/>
                </a:prstGeom>
                <a:solidFill>
                  <a:srgbClr val="FF00FF"/>
                </a:solid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grpSp>
        </p:grpSp>
        <p:sp>
          <p:nvSpPr>
            <p:cNvPr id="79259" name="Freeform 411"/>
            <p:cNvSpPr/>
            <p:nvPr/>
          </p:nvSpPr>
          <p:spPr>
            <a:xfrm>
              <a:off x="985" y="1497"/>
              <a:ext cx="677" cy="943"/>
            </a:xfrm>
            <a:custGeom>
              <a:avLst/>
              <a:gdLst/>
              <a:ahLst/>
              <a:cxnLst>
                <a:cxn ang="0">
                  <a:pos x="273" y="16"/>
                </a:cxn>
                <a:cxn ang="0">
                  <a:pos x="157" y="47"/>
                </a:cxn>
                <a:cxn ang="0">
                  <a:pos x="95" y="66"/>
                </a:cxn>
                <a:cxn ang="0">
                  <a:pos x="54" y="84"/>
                </a:cxn>
                <a:cxn ang="0">
                  <a:pos x="30" y="97"/>
                </a:cxn>
                <a:cxn ang="0">
                  <a:pos x="9" y="115"/>
                </a:cxn>
                <a:cxn ang="0">
                  <a:pos x="1" y="131"/>
                </a:cxn>
                <a:cxn ang="0">
                  <a:pos x="2" y="143"/>
                </a:cxn>
                <a:cxn ang="0">
                  <a:pos x="23" y="163"/>
                </a:cxn>
                <a:cxn ang="0">
                  <a:pos x="54" y="180"/>
                </a:cxn>
                <a:cxn ang="0">
                  <a:pos x="107" y="203"/>
                </a:cxn>
                <a:cxn ang="0">
                  <a:pos x="200" y="238"/>
                </a:cxn>
                <a:cxn ang="0">
                  <a:pos x="258" y="261"/>
                </a:cxn>
                <a:cxn ang="0">
                  <a:pos x="304" y="283"/>
                </a:cxn>
                <a:cxn ang="0">
                  <a:pos x="320" y="294"/>
                </a:cxn>
                <a:cxn ang="0">
                  <a:pos x="335" y="308"/>
                </a:cxn>
                <a:cxn ang="0">
                  <a:pos x="333" y="319"/>
                </a:cxn>
                <a:cxn ang="0">
                  <a:pos x="330" y="327"/>
                </a:cxn>
                <a:cxn ang="0">
                  <a:pos x="312" y="347"/>
                </a:cxn>
                <a:cxn ang="0">
                  <a:pos x="299" y="357"/>
                </a:cxn>
                <a:cxn ang="0">
                  <a:pos x="263" y="376"/>
                </a:cxn>
                <a:cxn ang="0">
                  <a:pos x="219" y="395"/>
                </a:cxn>
                <a:cxn ang="0">
                  <a:pos x="124" y="429"/>
                </a:cxn>
                <a:cxn ang="0">
                  <a:pos x="3" y="467"/>
                </a:cxn>
                <a:cxn ang="0">
                  <a:pos x="97" y="443"/>
                </a:cxn>
                <a:cxn ang="0">
                  <a:pos x="209" y="406"/>
                </a:cxn>
                <a:cxn ang="0">
                  <a:pos x="256" y="386"/>
                </a:cxn>
                <a:cxn ang="0">
                  <a:pos x="294" y="367"/>
                </a:cxn>
                <a:cxn ang="0">
                  <a:pos x="316" y="351"/>
                </a:cxn>
                <a:cxn ang="0">
                  <a:pos x="334" y="331"/>
                </a:cxn>
                <a:cxn ang="0">
                  <a:pos x="338" y="319"/>
                </a:cxn>
                <a:cxn ang="0">
                  <a:pos x="337" y="306"/>
                </a:cxn>
                <a:cxn ang="0">
                  <a:pos x="316" y="284"/>
                </a:cxn>
                <a:cxn ang="0">
                  <a:pos x="285" y="267"/>
                </a:cxn>
                <a:cxn ang="0">
                  <a:pos x="232" y="244"/>
                </a:cxn>
                <a:cxn ang="0">
                  <a:pos x="140" y="209"/>
                </a:cxn>
                <a:cxn ang="0">
                  <a:pos x="82" y="186"/>
                </a:cxn>
                <a:cxn ang="0">
                  <a:pos x="35" y="164"/>
                </a:cxn>
                <a:cxn ang="0">
                  <a:pos x="19" y="154"/>
                </a:cxn>
                <a:cxn ang="0">
                  <a:pos x="4" y="141"/>
                </a:cxn>
                <a:cxn ang="0">
                  <a:pos x="6" y="131"/>
                </a:cxn>
                <a:cxn ang="0">
                  <a:pos x="10" y="124"/>
                </a:cxn>
                <a:cxn ang="0">
                  <a:pos x="27" y="105"/>
                </a:cxn>
                <a:cxn ang="0">
                  <a:pos x="40" y="97"/>
                </a:cxn>
                <a:cxn ang="0">
                  <a:pos x="76" y="80"/>
                </a:cxn>
                <a:cxn ang="0">
                  <a:pos x="120" y="64"/>
                </a:cxn>
                <a:cxn ang="0">
                  <a:pos x="215" y="36"/>
                </a:cxn>
                <a:cxn ang="0">
                  <a:pos x="337" y="5"/>
                </a:cxn>
              </a:cxnLst>
              <a:pathLst>
                <a:path w="1354" h="1884">
                  <a:moveTo>
                    <a:pt x="1346" y="20"/>
                  </a:moveTo>
                  <a:lnTo>
                    <a:pt x="1341" y="0"/>
                  </a:lnTo>
                  <a:lnTo>
                    <a:pt x="1213" y="29"/>
                  </a:lnTo>
                  <a:lnTo>
                    <a:pt x="1089" y="61"/>
                  </a:lnTo>
                  <a:lnTo>
                    <a:pt x="967" y="90"/>
                  </a:lnTo>
                  <a:lnTo>
                    <a:pt x="849" y="122"/>
                  </a:lnTo>
                  <a:lnTo>
                    <a:pt x="734" y="153"/>
                  </a:lnTo>
                  <a:lnTo>
                    <a:pt x="625" y="185"/>
                  </a:lnTo>
                  <a:lnTo>
                    <a:pt x="520" y="216"/>
                  </a:lnTo>
                  <a:lnTo>
                    <a:pt x="470" y="233"/>
                  </a:lnTo>
                  <a:lnTo>
                    <a:pt x="424" y="249"/>
                  </a:lnTo>
                  <a:lnTo>
                    <a:pt x="377" y="264"/>
                  </a:lnTo>
                  <a:lnTo>
                    <a:pt x="333" y="281"/>
                  </a:lnTo>
                  <a:lnTo>
                    <a:pt x="292" y="297"/>
                  </a:lnTo>
                  <a:lnTo>
                    <a:pt x="252" y="314"/>
                  </a:lnTo>
                  <a:lnTo>
                    <a:pt x="216" y="333"/>
                  </a:lnTo>
                  <a:lnTo>
                    <a:pt x="181" y="349"/>
                  </a:lnTo>
                  <a:lnTo>
                    <a:pt x="150" y="366"/>
                  </a:lnTo>
                  <a:lnTo>
                    <a:pt x="120" y="384"/>
                  </a:lnTo>
                  <a:lnTo>
                    <a:pt x="117" y="386"/>
                  </a:lnTo>
                  <a:lnTo>
                    <a:pt x="91" y="403"/>
                  </a:lnTo>
                  <a:lnTo>
                    <a:pt x="68" y="421"/>
                  </a:lnTo>
                  <a:lnTo>
                    <a:pt x="50" y="440"/>
                  </a:lnTo>
                  <a:lnTo>
                    <a:pt x="33" y="458"/>
                  </a:lnTo>
                  <a:lnTo>
                    <a:pt x="20" y="477"/>
                  </a:lnTo>
                  <a:lnTo>
                    <a:pt x="11" y="495"/>
                  </a:lnTo>
                  <a:lnTo>
                    <a:pt x="7" y="503"/>
                  </a:lnTo>
                  <a:lnTo>
                    <a:pt x="2" y="523"/>
                  </a:lnTo>
                  <a:lnTo>
                    <a:pt x="0" y="542"/>
                  </a:lnTo>
                  <a:lnTo>
                    <a:pt x="2" y="551"/>
                  </a:lnTo>
                  <a:lnTo>
                    <a:pt x="4" y="562"/>
                  </a:lnTo>
                  <a:lnTo>
                    <a:pt x="7" y="569"/>
                  </a:lnTo>
                  <a:lnTo>
                    <a:pt x="18" y="590"/>
                  </a:lnTo>
                  <a:lnTo>
                    <a:pt x="35" y="610"/>
                  </a:lnTo>
                  <a:lnTo>
                    <a:pt x="59" y="630"/>
                  </a:lnTo>
                  <a:lnTo>
                    <a:pt x="91" y="652"/>
                  </a:lnTo>
                  <a:lnTo>
                    <a:pt x="94" y="654"/>
                  </a:lnTo>
                  <a:lnTo>
                    <a:pt x="129" y="675"/>
                  </a:lnTo>
                  <a:lnTo>
                    <a:pt x="170" y="697"/>
                  </a:lnTo>
                  <a:lnTo>
                    <a:pt x="215" y="719"/>
                  </a:lnTo>
                  <a:lnTo>
                    <a:pt x="263" y="741"/>
                  </a:lnTo>
                  <a:lnTo>
                    <a:pt x="316" y="763"/>
                  </a:lnTo>
                  <a:lnTo>
                    <a:pt x="370" y="786"/>
                  </a:lnTo>
                  <a:lnTo>
                    <a:pt x="427" y="810"/>
                  </a:lnTo>
                  <a:lnTo>
                    <a:pt x="486" y="832"/>
                  </a:lnTo>
                  <a:lnTo>
                    <a:pt x="547" y="854"/>
                  </a:lnTo>
                  <a:lnTo>
                    <a:pt x="673" y="902"/>
                  </a:lnTo>
                  <a:lnTo>
                    <a:pt x="797" y="948"/>
                  </a:lnTo>
                  <a:lnTo>
                    <a:pt x="858" y="971"/>
                  </a:lnTo>
                  <a:lnTo>
                    <a:pt x="917" y="995"/>
                  </a:lnTo>
                  <a:lnTo>
                    <a:pt x="975" y="1017"/>
                  </a:lnTo>
                  <a:lnTo>
                    <a:pt x="1030" y="1041"/>
                  </a:lnTo>
                  <a:lnTo>
                    <a:pt x="1082" y="1063"/>
                  </a:lnTo>
                  <a:lnTo>
                    <a:pt x="1130" y="1087"/>
                  </a:lnTo>
                  <a:lnTo>
                    <a:pt x="1174" y="1109"/>
                  </a:lnTo>
                  <a:lnTo>
                    <a:pt x="1215" y="1131"/>
                  </a:lnTo>
                  <a:lnTo>
                    <a:pt x="1250" y="1154"/>
                  </a:lnTo>
                  <a:lnTo>
                    <a:pt x="1256" y="1144"/>
                  </a:lnTo>
                  <a:lnTo>
                    <a:pt x="1247" y="1152"/>
                  </a:lnTo>
                  <a:lnTo>
                    <a:pt x="1278" y="1174"/>
                  </a:lnTo>
                  <a:lnTo>
                    <a:pt x="1302" y="1196"/>
                  </a:lnTo>
                  <a:lnTo>
                    <a:pt x="1319" y="1218"/>
                  </a:lnTo>
                  <a:lnTo>
                    <a:pt x="1330" y="1239"/>
                  </a:lnTo>
                  <a:lnTo>
                    <a:pt x="1339" y="1231"/>
                  </a:lnTo>
                  <a:lnTo>
                    <a:pt x="1328" y="1231"/>
                  </a:lnTo>
                  <a:lnTo>
                    <a:pt x="1332" y="1241"/>
                  </a:lnTo>
                  <a:lnTo>
                    <a:pt x="1332" y="1252"/>
                  </a:lnTo>
                  <a:lnTo>
                    <a:pt x="1330" y="1272"/>
                  </a:lnTo>
                  <a:lnTo>
                    <a:pt x="1324" y="1292"/>
                  </a:lnTo>
                  <a:lnTo>
                    <a:pt x="1335" y="1292"/>
                  </a:lnTo>
                  <a:lnTo>
                    <a:pt x="1326" y="1285"/>
                  </a:lnTo>
                  <a:lnTo>
                    <a:pt x="1317" y="1305"/>
                  </a:lnTo>
                  <a:lnTo>
                    <a:pt x="1304" y="1326"/>
                  </a:lnTo>
                  <a:lnTo>
                    <a:pt x="1289" y="1346"/>
                  </a:lnTo>
                  <a:lnTo>
                    <a:pt x="1269" y="1366"/>
                  </a:lnTo>
                  <a:lnTo>
                    <a:pt x="1247" y="1387"/>
                  </a:lnTo>
                  <a:lnTo>
                    <a:pt x="1221" y="1405"/>
                  </a:lnTo>
                  <a:lnTo>
                    <a:pt x="1191" y="1426"/>
                  </a:lnTo>
                  <a:lnTo>
                    <a:pt x="1200" y="1435"/>
                  </a:lnTo>
                  <a:lnTo>
                    <a:pt x="1195" y="1424"/>
                  </a:lnTo>
                  <a:lnTo>
                    <a:pt x="1163" y="1444"/>
                  </a:lnTo>
                  <a:lnTo>
                    <a:pt x="1130" y="1464"/>
                  </a:lnTo>
                  <a:lnTo>
                    <a:pt x="1093" y="1483"/>
                  </a:lnTo>
                  <a:lnTo>
                    <a:pt x="1052" y="1503"/>
                  </a:lnTo>
                  <a:lnTo>
                    <a:pt x="1012" y="1522"/>
                  </a:lnTo>
                  <a:lnTo>
                    <a:pt x="967" y="1542"/>
                  </a:lnTo>
                  <a:lnTo>
                    <a:pt x="923" y="1561"/>
                  </a:lnTo>
                  <a:lnTo>
                    <a:pt x="875" y="1579"/>
                  </a:lnTo>
                  <a:lnTo>
                    <a:pt x="825" y="1599"/>
                  </a:lnTo>
                  <a:lnTo>
                    <a:pt x="721" y="1636"/>
                  </a:lnTo>
                  <a:lnTo>
                    <a:pt x="610" y="1675"/>
                  </a:lnTo>
                  <a:lnTo>
                    <a:pt x="496" y="1712"/>
                  </a:lnTo>
                  <a:lnTo>
                    <a:pt x="377" y="1751"/>
                  </a:lnTo>
                  <a:lnTo>
                    <a:pt x="255" y="1788"/>
                  </a:lnTo>
                  <a:lnTo>
                    <a:pt x="131" y="1825"/>
                  </a:lnTo>
                  <a:lnTo>
                    <a:pt x="9" y="1864"/>
                  </a:lnTo>
                  <a:lnTo>
                    <a:pt x="15" y="1884"/>
                  </a:lnTo>
                  <a:lnTo>
                    <a:pt x="141" y="1845"/>
                  </a:lnTo>
                  <a:lnTo>
                    <a:pt x="264" y="1808"/>
                  </a:lnTo>
                  <a:lnTo>
                    <a:pt x="387" y="1771"/>
                  </a:lnTo>
                  <a:lnTo>
                    <a:pt x="505" y="1733"/>
                  </a:lnTo>
                  <a:lnTo>
                    <a:pt x="620" y="1696"/>
                  </a:lnTo>
                  <a:lnTo>
                    <a:pt x="731" y="1657"/>
                  </a:lnTo>
                  <a:lnTo>
                    <a:pt x="834" y="1620"/>
                  </a:lnTo>
                  <a:lnTo>
                    <a:pt x="884" y="1599"/>
                  </a:lnTo>
                  <a:lnTo>
                    <a:pt x="932" y="1581"/>
                  </a:lnTo>
                  <a:lnTo>
                    <a:pt x="977" y="1562"/>
                  </a:lnTo>
                  <a:lnTo>
                    <a:pt x="1021" y="1542"/>
                  </a:lnTo>
                  <a:lnTo>
                    <a:pt x="1062" y="1524"/>
                  </a:lnTo>
                  <a:lnTo>
                    <a:pt x="1102" y="1503"/>
                  </a:lnTo>
                  <a:lnTo>
                    <a:pt x="1139" y="1485"/>
                  </a:lnTo>
                  <a:lnTo>
                    <a:pt x="1173" y="1464"/>
                  </a:lnTo>
                  <a:lnTo>
                    <a:pt x="1204" y="1444"/>
                  </a:lnTo>
                  <a:lnTo>
                    <a:pt x="1208" y="1442"/>
                  </a:lnTo>
                  <a:lnTo>
                    <a:pt x="1237" y="1422"/>
                  </a:lnTo>
                  <a:lnTo>
                    <a:pt x="1263" y="1403"/>
                  </a:lnTo>
                  <a:lnTo>
                    <a:pt x="1285" y="1383"/>
                  </a:lnTo>
                  <a:lnTo>
                    <a:pt x="1306" y="1363"/>
                  </a:lnTo>
                  <a:lnTo>
                    <a:pt x="1321" y="1342"/>
                  </a:lnTo>
                  <a:lnTo>
                    <a:pt x="1334" y="1322"/>
                  </a:lnTo>
                  <a:lnTo>
                    <a:pt x="1343" y="1302"/>
                  </a:lnTo>
                  <a:lnTo>
                    <a:pt x="1346" y="1292"/>
                  </a:lnTo>
                  <a:lnTo>
                    <a:pt x="1352" y="1272"/>
                  </a:lnTo>
                  <a:lnTo>
                    <a:pt x="1354" y="1252"/>
                  </a:lnTo>
                  <a:lnTo>
                    <a:pt x="1354" y="1241"/>
                  </a:lnTo>
                  <a:lnTo>
                    <a:pt x="1350" y="1231"/>
                  </a:lnTo>
                  <a:lnTo>
                    <a:pt x="1346" y="1222"/>
                  </a:lnTo>
                  <a:lnTo>
                    <a:pt x="1335" y="1202"/>
                  </a:lnTo>
                  <a:lnTo>
                    <a:pt x="1319" y="1180"/>
                  </a:lnTo>
                  <a:lnTo>
                    <a:pt x="1295" y="1157"/>
                  </a:lnTo>
                  <a:lnTo>
                    <a:pt x="1263" y="1135"/>
                  </a:lnTo>
                  <a:lnTo>
                    <a:pt x="1260" y="1133"/>
                  </a:lnTo>
                  <a:lnTo>
                    <a:pt x="1224" y="1111"/>
                  </a:lnTo>
                  <a:lnTo>
                    <a:pt x="1184" y="1089"/>
                  </a:lnTo>
                  <a:lnTo>
                    <a:pt x="1139" y="1067"/>
                  </a:lnTo>
                  <a:lnTo>
                    <a:pt x="1091" y="1043"/>
                  </a:lnTo>
                  <a:lnTo>
                    <a:pt x="1039" y="1021"/>
                  </a:lnTo>
                  <a:lnTo>
                    <a:pt x="984" y="996"/>
                  </a:lnTo>
                  <a:lnTo>
                    <a:pt x="927" y="974"/>
                  </a:lnTo>
                  <a:lnTo>
                    <a:pt x="867" y="950"/>
                  </a:lnTo>
                  <a:lnTo>
                    <a:pt x="806" y="928"/>
                  </a:lnTo>
                  <a:lnTo>
                    <a:pt x="682" y="882"/>
                  </a:lnTo>
                  <a:lnTo>
                    <a:pt x="557" y="834"/>
                  </a:lnTo>
                  <a:lnTo>
                    <a:pt x="496" y="812"/>
                  </a:lnTo>
                  <a:lnTo>
                    <a:pt x="436" y="789"/>
                  </a:lnTo>
                  <a:lnTo>
                    <a:pt x="379" y="765"/>
                  </a:lnTo>
                  <a:lnTo>
                    <a:pt x="326" y="743"/>
                  </a:lnTo>
                  <a:lnTo>
                    <a:pt x="272" y="721"/>
                  </a:lnTo>
                  <a:lnTo>
                    <a:pt x="224" y="699"/>
                  </a:lnTo>
                  <a:lnTo>
                    <a:pt x="179" y="677"/>
                  </a:lnTo>
                  <a:lnTo>
                    <a:pt x="139" y="654"/>
                  </a:lnTo>
                  <a:lnTo>
                    <a:pt x="104" y="634"/>
                  </a:lnTo>
                  <a:lnTo>
                    <a:pt x="98" y="643"/>
                  </a:lnTo>
                  <a:lnTo>
                    <a:pt x="107" y="636"/>
                  </a:lnTo>
                  <a:lnTo>
                    <a:pt x="76" y="614"/>
                  </a:lnTo>
                  <a:lnTo>
                    <a:pt x="52" y="593"/>
                  </a:lnTo>
                  <a:lnTo>
                    <a:pt x="35" y="573"/>
                  </a:lnTo>
                  <a:lnTo>
                    <a:pt x="24" y="553"/>
                  </a:lnTo>
                  <a:lnTo>
                    <a:pt x="15" y="562"/>
                  </a:lnTo>
                  <a:lnTo>
                    <a:pt x="26" y="562"/>
                  </a:lnTo>
                  <a:lnTo>
                    <a:pt x="24" y="551"/>
                  </a:lnTo>
                  <a:lnTo>
                    <a:pt x="22" y="542"/>
                  </a:lnTo>
                  <a:lnTo>
                    <a:pt x="24" y="523"/>
                  </a:lnTo>
                  <a:lnTo>
                    <a:pt x="30" y="503"/>
                  </a:lnTo>
                  <a:lnTo>
                    <a:pt x="18" y="503"/>
                  </a:lnTo>
                  <a:lnTo>
                    <a:pt x="28" y="512"/>
                  </a:lnTo>
                  <a:lnTo>
                    <a:pt x="37" y="493"/>
                  </a:lnTo>
                  <a:lnTo>
                    <a:pt x="50" y="475"/>
                  </a:lnTo>
                  <a:lnTo>
                    <a:pt x="67" y="456"/>
                  </a:lnTo>
                  <a:lnTo>
                    <a:pt x="85" y="438"/>
                  </a:lnTo>
                  <a:lnTo>
                    <a:pt x="107" y="419"/>
                  </a:lnTo>
                  <a:lnTo>
                    <a:pt x="133" y="403"/>
                  </a:lnTo>
                  <a:lnTo>
                    <a:pt x="126" y="394"/>
                  </a:lnTo>
                  <a:lnTo>
                    <a:pt x="129" y="405"/>
                  </a:lnTo>
                  <a:lnTo>
                    <a:pt x="159" y="386"/>
                  </a:lnTo>
                  <a:lnTo>
                    <a:pt x="190" y="370"/>
                  </a:lnTo>
                  <a:lnTo>
                    <a:pt x="226" y="353"/>
                  </a:lnTo>
                  <a:lnTo>
                    <a:pt x="261" y="334"/>
                  </a:lnTo>
                  <a:lnTo>
                    <a:pt x="301" y="318"/>
                  </a:lnTo>
                  <a:lnTo>
                    <a:pt x="342" y="301"/>
                  </a:lnTo>
                  <a:lnTo>
                    <a:pt x="387" y="284"/>
                  </a:lnTo>
                  <a:lnTo>
                    <a:pt x="433" y="270"/>
                  </a:lnTo>
                  <a:lnTo>
                    <a:pt x="479" y="253"/>
                  </a:lnTo>
                  <a:lnTo>
                    <a:pt x="529" y="236"/>
                  </a:lnTo>
                  <a:lnTo>
                    <a:pt x="634" y="205"/>
                  </a:lnTo>
                  <a:lnTo>
                    <a:pt x="744" y="173"/>
                  </a:lnTo>
                  <a:lnTo>
                    <a:pt x="858" y="142"/>
                  </a:lnTo>
                  <a:lnTo>
                    <a:pt x="977" y="111"/>
                  </a:lnTo>
                  <a:lnTo>
                    <a:pt x="1099" y="81"/>
                  </a:lnTo>
                  <a:lnTo>
                    <a:pt x="1223" y="50"/>
                  </a:lnTo>
                  <a:lnTo>
                    <a:pt x="1346" y="20"/>
                  </a:lnTo>
                  <a:close/>
                </a:path>
              </a:pathLst>
            </a:custGeom>
            <a:solidFill>
              <a:srgbClr val="0000FF"/>
            </a:solidFill>
            <a:ln w="9525">
              <a:noFill/>
            </a:ln>
          </p:spPr>
          <p:txBody>
            <a:bodyPr/>
            <a:p>
              <a:endParaRPr lang="zh-CN" altLang="en-US"/>
            </a:p>
          </p:txBody>
        </p:sp>
        <p:sp>
          <p:nvSpPr>
            <p:cNvPr id="79260" name="Freeform 412"/>
            <p:cNvSpPr/>
            <p:nvPr/>
          </p:nvSpPr>
          <p:spPr>
            <a:xfrm>
              <a:off x="4714" y="1497"/>
              <a:ext cx="677" cy="943"/>
            </a:xfrm>
            <a:custGeom>
              <a:avLst/>
              <a:gdLst/>
              <a:ahLst/>
              <a:cxnLst>
                <a:cxn ang="0">
                  <a:pos x="64" y="21"/>
                </a:cxn>
                <a:cxn ang="0">
                  <a:pos x="181" y="52"/>
                </a:cxn>
                <a:cxn ang="0">
                  <a:pos x="242" y="71"/>
                </a:cxn>
                <a:cxn ang="0">
                  <a:pos x="283" y="89"/>
                </a:cxn>
                <a:cxn ang="0">
                  <a:pos x="307" y="99"/>
                </a:cxn>
                <a:cxn ang="0">
                  <a:pos x="323" y="114"/>
                </a:cxn>
                <a:cxn ang="0">
                  <a:pos x="334" y="126"/>
                </a:cxn>
                <a:cxn ang="0">
                  <a:pos x="333" y="138"/>
                </a:cxn>
                <a:cxn ang="0">
                  <a:pos x="330" y="144"/>
                </a:cxn>
                <a:cxn ang="0">
                  <a:pos x="314" y="161"/>
                </a:cxn>
                <a:cxn ang="0">
                  <a:pos x="283" y="175"/>
                </a:cxn>
                <a:cxn ang="0">
                  <a:pos x="230" y="198"/>
                </a:cxn>
                <a:cxn ang="0">
                  <a:pos x="137" y="232"/>
                </a:cxn>
                <a:cxn ang="0">
                  <a:pos x="79" y="256"/>
                </a:cxn>
                <a:cxn ang="0">
                  <a:pos x="33" y="278"/>
                </a:cxn>
                <a:cxn ang="0">
                  <a:pos x="9" y="296"/>
                </a:cxn>
                <a:cxn ang="0">
                  <a:pos x="1" y="311"/>
                </a:cxn>
                <a:cxn ang="0">
                  <a:pos x="3" y="326"/>
                </a:cxn>
                <a:cxn ang="0">
                  <a:pos x="17" y="346"/>
                </a:cxn>
                <a:cxn ang="0">
                  <a:pos x="38" y="362"/>
                </a:cxn>
                <a:cxn ang="0">
                  <a:pos x="73" y="382"/>
                </a:cxn>
                <a:cxn ang="0">
                  <a:pos x="118" y="400"/>
                </a:cxn>
                <a:cxn ang="0">
                  <a:pos x="213" y="434"/>
                </a:cxn>
                <a:cxn ang="0">
                  <a:pos x="336" y="472"/>
                </a:cxn>
                <a:cxn ang="0">
                  <a:pos x="244" y="438"/>
                </a:cxn>
                <a:cxn ang="0">
                  <a:pos x="133" y="400"/>
                </a:cxn>
                <a:cxn ang="0">
                  <a:pos x="86" y="381"/>
                </a:cxn>
                <a:cxn ang="0">
                  <a:pos x="48" y="362"/>
                </a:cxn>
                <a:cxn ang="0">
                  <a:pos x="34" y="352"/>
                </a:cxn>
                <a:cxn ang="0">
                  <a:pos x="13" y="332"/>
                </a:cxn>
                <a:cxn ang="0">
                  <a:pos x="8" y="324"/>
                </a:cxn>
                <a:cxn ang="0">
                  <a:pos x="7" y="308"/>
                </a:cxn>
                <a:cxn ang="0">
                  <a:pos x="13" y="300"/>
                </a:cxn>
                <a:cxn ang="0">
                  <a:pos x="26" y="289"/>
                </a:cxn>
                <a:cxn ang="0">
                  <a:pos x="68" y="266"/>
                </a:cxn>
                <a:cxn ang="0">
                  <a:pos x="124" y="243"/>
                </a:cxn>
                <a:cxn ang="0">
                  <a:pos x="217" y="208"/>
                </a:cxn>
                <a:cxn ang="0">
                  <a:pos x="273" y="186"/>
                </a:cxn>
                <a:cxn ang="0">
                  <a:pos x="315" y="164"/>
                </a:cxn>
                <a:cxn ang="0">
                  <a:pos x="334" y="148"/>
                </a:cxn>
                <a:cxn ang="0">
                  <a:pos x="339" y="138"/>
                </a:cxn>
                <a:cxn ang="0">
                  <a:pos x="336" y="124"/>
                </a:cxn>
                <a:cxn ang="0">
                  <a:pos x="322" y="106"/>
                </a:cxn>
                <a:cxn ang="0">
                  <a:pos x="301" y="92"/>
                </a:cxn>
                <a:cxn ang="0">
                  <a:pos x="266" y="75"/>
                </a:cxn>
                <a:cxn ang="0">
                  <a:pos x="221" y="59"/>
                </a:cxn>
                <a:cxn ang="0">
                  <a:pos x="127" y="31"/>
                </a:cxn>
                <a:cxn ang="0">
                  <a:pos x="4" y="0"/>
                </a:cxn>
              </a:cxnLst>
              <a:pathLst>
                <a:path w="1354" h="1884">
                  <a:moveTo>
                    <a:pt x="14" y="0"/>
                  </a:moveTo>
                  <a:lnTo>
                    <a:pt x="9" y="20"/>
                  </a:lnTo>
                  <a:lnTo>
                    <a:pt x="131" y="50"/>
                  </a:lnTo>
                  <a:lnTo>
                    <a:pt x="255" y="81"/>
                  </a:lnTo>
                  <a:lnTo>
                    <a:pt x="377" y="111"/>
                  </a:lnTo>
                  <a:lnTo>
                    <a:pt x="495" y="142"/>
                  </a:lnTo>
                  <a:lnTo>
                    <a:pt x="610" y="173"/>
                  </a:lnTo>
                  <a:lnTo>
                    <a:pt x="721" y="205"/>
                  </a:lnTo>
                  <a:lnTo>
                    <a:pt x="825" y="236"/>
                  </a:lnTo>
                  <a:lnTo>
                    <a:pt x="874" y="253"/>
                  </a:lnTo>
                  <a:lnTo>
                    <a:pt x="923" y="270"/>
                  </a:lnTo>
                  <a:lnTo>
                    <a:pt x="967" y="284"/>
                  </a:lnTo>
                  <a:lnTo>
                    <a:pt x="1011" y="301"/>
                  </a:lnTo>
                  <a:lnTo>
                    <a:pt x="1052" y="318"/>
                  </a:lnTo>
                  <a:lnTo>
                    <a:pt x="1093" y="334"/>
                  </a:lnTo>
                  <a:lnTo>
                    <a:pt x="1130" y="353"/>
                  </a:lnTo>
                  <a:lnTo>
                    <a:pt x="1163" y="370"/>
                  </a:lnTo>
                  <a:lnTo>
                    <a:pt x="1194" y="386"/>
                  </a:lnTo>
                  <a:lnTo>
                    <a:pt x="1224" y="405"/>
                  </a:lnTo>
                  <a:lnTo>
                    <a:pt x="1228" y="394"/>
                  </a:lnTo>
                  <a:lnTo>
                    <a:pt x="1220" y="403"/>
                  </a:lnTo>
                  <a:lnTo>
                    <a:pt x="1246" y="419"/>
                  </a:lnTo>
                  <a:lnTo>
                    <a:pt x="1268" y="438"/>
                  </a:lnTo>
                  <a:lnTo>
                    <a:pt x="1289" y="456"/>
                  </a:lnTo>
                  <a:lnTo>
                    <a:pt x="1304" y="475"/>
                  </a:lnTo>
                  <a:lnTo>
                    <a:pt x="1317" y="493"/>
                  </a:lnTo>
                  <a:lnTo>
                    <a:pt x="1326" y="512"/>
                  </a:lnTo>
                  <a:lnTo>
                    <a:pt x="1335" y="503"/>
                  </a:lnTo>
                  <a:lnTo>
                    <a:pt x="1324" y="503"/>
                  </a:lnTo>
                  <a:lnTo>
                    <a:pt x="1329" y="523"/>
                  </a:lnTo>
                  <a:lnTo>
                    <a:pt x="1331" y="542"/>
                  </a:lnTo>
                  <a:lnTo>
                    <a:pt x="1331" y="551"/>
                  </a:lnTo>
                  <a:lnTo>
                    <a:pt x="1328" y="562"/>
                  </a:lnTo>
                  <a:lnTo>
                    <a:pt x="1339" y="562"/>
                  </a:lnTo>
                  <a:lnTo>
                    <a:pt x="1329" y="553"/>
                  </a:lnTo>
                  <a:lnTo>
                    <a:pt x="1318" y="573"/>
                  </a:lnTo>
                  <a:lnTo>
                    <a:pt x="1302" y="593"/>
                  </a:lnTo>
                  <a:lnTo>
                    <a:pt x="1278" y="614"/>
                  </a:lnTo>
                  <a:lnTo>
                    <a:pt x="1246" y="636"/>
                  </a:lnTo>
                  <a:lnTo>
                    <a:pt x="1255" y="643"/>
                  </a:lnTo>
                  <a:lnTo>
                    <a:pt x="1250" y="634"/>
                  </a:lnTo>
                  <a:lnTo>
                    <a:pt x="1215" y="654"/>
                  </a:lnTo>
                  <a:lnTo>
                    <a:pt x="1174" y="677"/>
                  </a:lnTo>
                  <a:lnTo>
                    <a:pt x="1130" y="699"/>
                  </a:lnTo>
                  <a:lnTo>
                    <a:pt x="1082" y="721"/>
                  </a:lnTo>
                  <a:lnTo>
                    <a:pt x="1030" y="743"/>
                  </a:lnTo>
                  <a:lnTo>
                    <a:pt x="974" y="765"/>
                  </a:lnTo>
                  <a:lnTo>
                    <a:pt x="917" y="789"/>
                  </a:lnTo>
                  <a:lnTo>
                    <a:pt x="858" y="812"/>
                  </a:lnTo>
                  <a:lnTo>
                    <a:pt x="797" y="834"/>
                  </a:lnTo>
                  <a:lnTo>
                    <a:pt x="673" y="882"/>
                  </a:lnTo>
                  <a:lnTo>
                    <a:pt x="547" y="928"/>
                  </a:lnTo>
                  <a:lnTo>
                    <a:pt x="486" y="950"/>
                  </a:lnTo>
                  <a:lnTo>
                    <a:pt x="427" y="974"/>
                  </a:lnTo>
                  <a:lnTo>
                    <a:pt x="370" y="996"/>
                  </a:lnTo>
                  <a:lnTo>
                    <a:pt x="316" y="1021"/>
                  </a:lnTo>
                  <a:lnTo>
                    <a:pt x="262" y="1043"/>
                  </a:lnTo>
                  <a:lnTo>
                    <a:pt x="214" y="1067"/>
                  </a:lnTo>
                  <a:lnTo>
                    <a:pt x="170" y="1089"/>
                  </a:lnTo>
                  <a:lnTo>
                    <a:pt x="129" y="1111"/>
                  </a:lnTo>
                  <a:lnTo>
                    <a:pt x="94" y="1133"/>
                  </a:lnTo>
                  <a:lnTo>
                    <a:pt x="90" y="1135"/>
                  </a:lnTo>
                  <a:lnTo>
                    <a:pt x="59" y="1157"/>
                  </a:lnTo>
                  <a:lnTo>
                    <a:pt x="35" y="1180"/>
                  </a:lnTo>
                  <a:lnTo>
                    <a:pt x="18" y="1202"/>
                  </a:lnTo>
                  <a:lnTo>
                    <a:pt x="7" y="1222"/>
                  </a:lnTo>
                  <a:lnTo>
                    <a:pt x="3" y="1231"/>
                  </a:lnTo>
                  <a:lnTo>
                    <a:pt x="1" y="1241"/>
                  </a:lnTo>
                  <a:lnTo>
                    <a:pt x="0" y="1252"/>
                  </a:lnTo>
                  <a:lnTo>
                    <a:pt x="1" y="1272"/>
                  </a:lnTo>
                  <a:lnTo>
                    <a:pt x="7" y="1292"/>
                  </a:lnTo>
                  <a:lnTo>
                    <a:pt x="11" y="1302"/>
                  </a:lnTo>
                  <a:lnTo>
                    <a:pt x="20" y="1322"/>
                  </a:lnTo>
                  <a:lnTo>
                    <a:pt x="33" y="1342"/>
                  </a:lnTo>
                  <a:lnTo>
                    <a:pt x="50" y="1363"/>
                  </a:lnTo>
                  <a:lnTo>
                    <a:pt x="68" y="1383"/>
                  </a:lnTo>
                  <a:lnTo>
                    <a:pt x="90" y="1403"/>
                  </a:lnTo>
                  <a:lnTo>
                    <a:pt x="116" y="1422"/>
                  </a:lnTo>
                  <a:lnTo>
                    <a:pt x="146" y="1442"/>
                  </a:lnTo>
                  <a:lnTo>
                    <a:pt x="149" y="1444"/>
                  </a:lnTo>
                  <a:lnTo>
                    <a:pt x="181" y="1464"/>
                  </a:lnTo>
                  <a:lnTo>
                    <a:pt x="216" y="1485"/>
                  </a:lnTo>
                  <a:lnTo>
                    <a:pt x="251" y="1503"/>
                  </a:lnTo>
                  <a:lnTo>
                    <a:pt x="292" y="1524"/>
                  </a:lnTo>
                  <a:lnTo>
                    <a:pt x="333" y="1542"/>
                  </a:lnTo>
                  <a:lnTo>
                    <a:pt x="377" y="1562"/>
                  </a:lnTo>
                  <a:lnTo>
                    <a:pt x="423" y="1581"/>
                  </a:lnTo>
                  <a:lnTo>
                    <a:pt x="469" y="1599"/>
                  </a:lnTo>
                  <a:lnTo>
                    <a:pt x="519" y="1620"/>
                  </a:lnTo>
                  <a:lnTo>
                    <a:pt x="625" y="1657"/>
                  </a:lnTo>
                  <a:lnTo>
                    <a:pt x="734" y="1696"/>
                  </a:lnTo>
                  <a:lnTo>
                    <a:pt x="849" y="1733"/>
                  </a:lnTo>
                  <a:lnTo>
                    <a:pt x="967" y="1771"/>
                  </a:lnTo>
                  <a:lnTo>
                    <a:pt x="1089" y="1808"/>
                  </a:lnTo>
                  <a:lnTo>
                    <a:pt x="1213" y="1845"/>
                  </a:lnTo>
                  <a:lnTo>
                    <a:pt x="1341" y="1884"/>
                  </a:lnTo>
                  <a:lnTo>
                    <a:pt x="1346" y="1864"/>
                  </a:lnTo>
                  <a:lnTo>
                    <a:pt x="1222" y="1825"/>
                  </a:lnTo>
                  <a:lnTo>
                    <a:pt x="1098" y="1788"/>
                  </a:lnTo>
                  <a:lnTo>
                    <a:pt x="976" y="1751"/>
                  </a:lnTo>
                  <a:lnTo>
                    <a:pt x="858" y="1712"/>
                  </a:lnTo>
                  <a:lnTo>
                    <a:pt x="743" y="1675"/>
                  </a:lnTo>
                  <a:lnTo>
                    <a:pt x="634" y="1636"/>
                  </a:lnTo>
                  <a:lnTo>
                    <a:pt x="529" y="1599"/>
                  </a:lnTo>
                  <a:lnTo>
                    <a:pt x="479" y="1579"/>
                  </a:lnTo>
                  <a:lnTo>
                    <a:pt x="432" y="1561"/>
                  </a:lnTo>
                  <a:lnTo>
                    <a:pt x="386" y="1542"/>
                  </a:lnTo>
                  <a:lnTo>
                    <a:pt x="342" y="1522"/>
                  </a:lnTo>
                  <a:lnTo>
                    <a:pt x="301" y="1503"/>
                  </a:lnTo>
                  <a:lnTo>
                    <a:pt x="260" y="1483"/>
                  </a:lnTo>
                  <a:lnTo>
                    <a:pt x="225" y="1464"/>
                  </a:lnTo>
                  <a:lnTo>
                    <a:pt x="190" y="1444"/>
                  </a:lnTo>
                  <a:lnTo>
                    <a:pt x="159" y="1424"/>
                  </a:lnTo>
                  <a:lnTo>
                    <a:pt x="153" y="1435"/>
                  </a:lnTo>
                  <a:lnTo>
                    <a:pt x="162" y="1426"/>
                  </a:lnTo>
                  <a:lnTo>
                    <a:pt x="133" y="1405"/>
                  </a:lnTo>
                  <a:lnTo>
                    <a:pt x="107" y="1387"/>
                  </a:lnTo>
                  <a:lnTo>
                    <a:pt x="85" y="1366"/>
                  </a:lnTo>
                  <a:lnTo>
                    <a:pt x="66" y="1346"/>
                  </a:lnTo>
                  <a:lnTo>
                    <a:pt x="50" y="1326"/>
                  </a:lnTo>
                  <a:lnTo>
                    <a:pt x="37" y="1305"/>
                  </a:lnTo>
                  <a:lnTo>
                    <a:pt x="27" y="1285"/>
                  </a:lnTo>
                  <a:lnTo>
                    <a:pt x="18" y="1292"/>
                  </a:lnTo>
                  <a:lnTo>
                    <a:pt x="29" y="1292"/>
                  </a:lnTo>
                  <a:lnTo>
                    <a:pt x="24" y="1272"/>
                  </a:lnTo>
                  <a:lnTo>
                    <a:pt x="22" y="1252"/>
                  </a:lnTo>
                  <a:lnTo>
                    <a:pt x="24" y="1241"/>
                  </a:lnTo>
                  <a:lnTo>
                    <a:pt x="25" y="1231"/>
                  </a:lnTo>
                  <a:lnTo>
                    <a:pt x="14" y="1231"/>
                  </a:lnTo>
                  <a:lnTo>
                    <a:pt x="24" y="1239"/>
                  </a:lnTo>
                  <a:lnTo>
                    <a:pt x="35" y="1218"/>
                  </a:lnTo>
                  <a:lnTo>
                    <a:pt x="51" y="1196"/>
                  </a:lnTo>
                  <a:lnTo>
                    <a:pt x="75" y="1174"/>
                  </a:lnTo>
                  <a:lnTo>
                    <a:pt x="107" y="1152"/>
                  </a:lnTo>
                  <a:lnTo>
                    <a:pt x="98" y="1144"/>
                  </a:lnTo>
                  <a:lnTo>
                    <a:pt x="103" y="1154"/>
                  </a:lnTo>
                  <a:lnTo>
                    <a:pt x="138" y="1131"/>
                  </a:lnTo>
                  <a:lnTo>
                    <a:pt x="179" y="1109"/>
                  </a:lnTo>
                  <a:lnTo>
                    <a:pt x="223" y="1087"/>
                  </a:lnTo>
                  <a:lnTo>
                    <a:pt x="271" y="1063"/>
                  </a:lnTo>
                  <a:lnTo>
                    <a:pt x="325" y="1041"/>
                  </a:lnTo>
                  <a:lnTo>
                    <a:pt x="379" y="1017"/>
                  </a:lnTo>
                  <a:lnTo>
                    <a:pt x="436" y="995"/>
                  </a:lnTo>
                  <a:lnTo>
                    <a:pt x="495" y="971"/>
                  </a:lnTo>
                  <a:lnTo>
                    <a:pt x="556" y="948"/>
                  </a:lnTo>
                  <a:lnTo>
                    <a:pt x="682" y="902"/>
                  </a:lnTo>
                  <a:lnTo>
                    <a:pt x="806" y="854"/>
                  </a:lnTo>
                  <a:lnTo>
                    <a:pt x="867" y="832"/>
                  </a:lnTo>
                  <a:lnTo>
                    <a:pt x="926" y="810"/>
                  </a:lnTo>
                  <a:lnTo>
                    <a:pt x="984" y="786"/>
                  </a:lnTo>
                  <a:lnTo>
                    <a:pt x="1039" y="763"/>
                  </a:lnTo>
                  <a:lnTo>
                    <a:pt x="1091" y="741"/>
                  </a:lnTo>
                  <a:lnTo>
                    <a:pt x="1139" y="719"/>
                  </a:lnTo>
                  <a:lnTo>
                    <a:pt x="1183" y="697"/>
                  </a:lnTo>
                  <a:lnTo>
                    <a:pt x="1224" y="675"/>
                  </a:lnTo>
                  <a:lnTo>
                    <a:pt x="1259" y="654"/>
                  </a:lnTo>
                  <a:lnTo>
                    <a:pt x="1263" y="652"/>
                  </a:lnTo>
                  <a:lnTo>
                    <a:pt x="1294" y="630"/>
                  </a:lnTo>
                  <a:lnTo>
                    <a:pt x="1318" y="610"/>
                  </a:lnTo>
                  <a:lnTo>
                    <a:pt x="1335" y="590"/>
                  </a:lnTo>
                  <a:lnTo>
                    <a:pt x="1346" y="569"/>
                  </a:lnTo>
                  <a:lnTo>
                    <a:pt x="1350" y="562"/>
                  </a:lnTo>
                  <a:lnTo>
                    <a:pt x="1354" y="551"/>
                  </a:lnTo>
                  <a:lnTo>
                    <a:pt x="1354" y="542"/>
                  </a:lnTo>
                  <a:lnTo>
                    <a:pt x="1352" y="523"/>
                  </a:lnTo>
                  <a:lnTo>
                    <a:pt x="1346" y="503"/>
                  </a:lnTo>
                  <a:lnTo>
                    <a:pt x="1342" y="495"/>
                  </a:lnTo>
                  <a:lnTo>
                    <a:pt x="1333" y="477"/>
                  </a:lnTo>
                  <a:lnTo>
                    <a:pt x="1320" y="458"/>
                  </a:lnTo>
                  <a:lnTo>
                    <a:pt x="1305" y="440"/>
                  </a:lnTo>
                  <a:lnTo>
                    <a:pt x="1285" y="421"/>
                  </a:lnTo>
                  <a:lnTo>
                    <a:pt x="1263" y="403"/>
                  </a:lnTo>
                  <a:lnTo>
                    <a:pt x="1237" y="386"/>
                  </a:lnTo>
                  <a:lnTo>
                    <a:pt x="1233" y="384"/>
                  </a:lnTo>
                  <a:lnTo>
                    <a:pt x="1204" y="366"/>
                  </a:lnTo>
                  <a:lnTo>
                    <a:pt x="1172" y="349"/>
                  </a:lnTo>
                  <a:lnTo>
                    <a:pt x="1139" y="333"/>
                  </a:lnTo>
                  <a:lnTo>
                    <a:pt x="1102" y="314"/>
                  </a:lnTo>
                  <a:lnTo>
                    <a:pt x="1061" y="297"/>
                  </a:lnTo>
                  <a:lnTo>
                    <a:pt x="1021" y="281"/>
                  </a:lnTo>
                  <a:lnTo>
                    <a:pt x="976" y="264"/>
                  </a:lnTo>
                  <a:lnTo>
                    <a:pt x="932" y="249"/>
                  </a:lnTo>
                  <a:lnTo>
                    <a:pt x="884" y="233"/>
                  </a:lnTo>
                  <a:lnTo>
                    <a:pt x="834" y="216"/>
                  </a:lnTo>
                  <a:lnTo>
                    <a:pt x="730" y="185"/>
                  </a:lnTo>
                  <a:lnTo>
                    <a:pt x="619" y="153"/>
                  </a:lnTo>
                  <a:lnTo>
                    <a:pt x="505" y="122"/>
                  </a:lnTo>
                  <a:lnTo>
                    <a:pt x="386" y="90"/>
                  </a:lnTo>
                  <a:lnTo>
                    <a:pt x="264" y="61"/>
                  </a:lnTo>
                  <a:lnTo>
                    <a:pt x="140" y="29"/>
                  </a:lnTo>
                  <a:lnTo>
                    <a:pt x="14" y="0"/>
                  </a:lnTo>
                  <a:close/>
                </a:path>
              </a:pathLst>
            </a:custGeom>
            <a:solidFill>
              <a:srgbClr val="0000FF"/>
            </a:solidFill>
            <a:ln w="9525">
              <a:noFill/>
            </a:ln>
          </p:spPr>
          <p:txBody>
            <a:bodyPr/>
            <a:p>
              <a:endParaRPr lang="zh-CN" altLang="en-US"/>
            </a:p>
          </p:txBody>
        </p:sp>
        <p:sp>
          <p:nvSpPr>
            <p:cNvPr id="79261" name="Rectangle 413"/>
            <p:cNvSpPr/>
            <p:nvPr/>
          </p:nvSpPr>
          <p:spPr>
            <a:xfrm>
              <a:off x="3077" y="3803"/>
              <a:ext cx="1421" cy="267"/>
            </a:xfrm>
            <a:prstGeom prst="rect">
              <a:avLst/>
            </a:prstGeom>
            <a:noFill/>
            <a:ln w="9525">
              <a:noFill/>
            </a:ln>
          </p:spPr>
          <p:txBody>
            <a:bodyPr anchor="t" anchorCtr="0"/>
            <a:p>
              <a:endParaRPr lang="zh-CN" altLang="en-US" dirty="0">
                <a:latin typeface="Arial" panose="020B0604020202020204" pitchFamily="34" charset="0"/>
                <a:ea typeface="宋体" panose="02010600030101010101" pitchFamily="2" charset="-122"/>
              </a:endParaRPr>
            </a:p>
          </p:txBody>
        </p:sp>
        <p:sp>
          <p:nvSpPr>
            <p:cNvPr id="79262" name="Freeform 414"/>
            <p:cNvSpPr/>
            <p:nvPr/>
          </p:nvSpPr>
          <p:spPr>
            <a:xfrm>
              <a:off x="1921" y="2615"/>
              <a:ext cx="669" cy="916"/>
            </a:xfrm>
            <a:custGeom>
              <a:avLst/>
              <a:gdLst/>
              <a:ahLst/>
              <a:cxnLst>
                <a:cxn ang="0">
                  <a:pos x="222" y="29"/>
                </a:cxn>
                <a:cxn ang="0">
                  <a:pos x="180" y="51"/>
                </a:cxn>
                <a:cxn ang="0">
                  <a:pos x="102" y="98"/>
                </a:cxn>
                <a:cxn ang="0">
                  <a:pos x="47" y="139"/>
                </a:cxn>
                <a:cxn ang="0">
                  <a:pos x="20" y="168"/>
                </a:cxn>
                <a:cxn ang="0">
                  <a:pos x="4" y="195"/>
                </a:cxn>
                <a:cxn ang="0">
                  <a:pos x="3" y="224"/>
                </a:cxn>
                <a:cxn ang="0">
                  <a:pos x="17" y="256"/>
                </a:cxn>
                <a:cxn ang="0">
                  <a:pos x="41" y="292"/>
                </a:cxn>
                <a:cxn ang="0">
                  <a:pos x="92" y="349"/>
                </a:cxn>
                <a:cxn ang="0">
                  <a:pos x="167" y="414"/>
                </a:cxn>
                <a:cxn ang="0">
                  <a:pos x="200" y="438"/>
                </a:cxn>
                <a:cxn ang="0">
                  <a:pos x="225" y="452"/>
                </a:cxn>
                <a:cxn ang="0">
                  <a:pos x="257" y="458"/>
                </a:cxn>
                <a:cxn ang="0">
                  <a:pos x="299" y="444"/>
                </a:cxn>
                <a:cxn ang="0">
                  <a:pos x="329" y="412"/>
                </a:cxn>
                <a:cxn ang="0">
                  <a:pos x="335" y="385"/>
                </a:cxn>
                <a:cxn ang="0">
                  <a:pos x="330" y="362"/>
                </a:cxn>
                <a:cxn ang="0">
                  <a:pos x="313" y="336"/>
                </a:cxn>
                <a:cxn ang="0">
                  <a:pos x="282" y="302"/>
                </a:cxn>
                <a:cxn ang="0">
                  <a:pos x="231" y="253"/>
                </a:cxn>
                <a:cxn ang="0">
                  <a:pos x="134" y="170"/>
                </a:cxn>
                <a:cxn ang="0">
                  <a:pos x="80" y="121"/>
                </a:cxn>
                <a:cxn ang="0">
                  <a:pos x="46" y="90"/>
                </a:cxn>
                <a:cxn ang="0">
                  <a:pos x="21" y="60"/>
                </a:cxn>
                <a:cxn ang="0">
                  <a:pos x="4" y="26"/>
                </a:cxn>
                <a:cxn ang="0">
                  <a:pos x="8" y="5"/>
                </a:cxn>
                <a:cxn ang="0">
                  <a:pos x="29" y="1"/>
                </a:cxn>
                <a:cxn ang="0">
                  <a:pos x="59" y="11"/>
                </a:cxn>
                <a:cxn ang="0">
                  <a:pos x="89" y="25"/>
                </a:cxn>
                <a:cxn ang="0">
                  <a:pos x="139" y="52"/>
                </a:cxn>
                <a:cxn ang="0">
                  <a:pos x="232" y="107"/>
                </a:cxn>
                <a:cxn ang="0">
                  <a:pos x="283" y="145"/>
                </a:cxn>
                <a:cxn ang="0">
                  <a:pos x="313" y="176"/>
                </a:cxn>
                <a:cxn ang="0">
                  <a:pos x="329" y="206"/>
                </a:cxn>
                <a:cxn ang="0">
                  <a:pos x="327" y="235"/>
                </a:cxn>
                <a:cxn ang="0">
                  <a:pos x="310" y="269"/>
                </a:cxn>
                <a:cxn ang="0">
                  <a:pos x="280" y="306"/>
                </a:cxn>
                <a:cxn ang="0">
                  <a:pos x="213" y="370"/>
                </a:cxn>
                <a:cxn ang="0">
                  <a:pos x="142" y="423"/>
                </a:cxn>
                <a:cxn ang="0">
                  <a:pos x="109" y="443"/>
                </a:cxn>
                <a:cxn ang="0">
                  <a:pos x="86" y="454"/>
                </a:cxn>
                <a:cxn ang="0">
                  <a:pos x="60" y="456"/>
                </a:cxn>
                <a:cxn ang="0">
                  <a:pos x="24" y="438"/>
                </a:cxn>
                <a:cxn ang="0">
                  <a:pos x="3" y="401"/>
                </a:cxn>
                <a:cxn ang="0">
                  <a:pos x="1" y="371"/>
                </a:cxn>
                <a:cxn ang="0">
                  <a:pos x="9" y="346"/>
                </a:cxn>
                <a:cxn ang="0">
                  <a:pos x="28" y="317"/>
                </a:cxn>
                <a:cxn ang="0">
                  <a:pos x="62" y="280"/>
                </a:cxn>
                <a:cxn ang="0">
                  <a:pos x="118" y="227"/>
                </a:cxn>
                <a:cxn ang="0">
                  <a:pos x="219" y="137"/>
                </a:cxn>
                <a:cxn ang="0">
                  <a:pos x="274" y="87"/>
                </a:cxn>
                <a:cxn ang="0">
                  <a:pos x="307" y="54"/>
                </a:cxn>
                <a:cxn ang="0">
                  <a:pos x="326" y="32"/>
                </a:cxn>
                <a:cxn ang="0">
                  <a:pos x="334" y="16"/>
                </a:cxn>
                <a:cxn ang="0">
                  <a:pos x="331" y="5"/>
                </a:cxn>
                <a:cxn ang="0">
                  <a:pos x="308" y="1"/>
                </a:cxn>
                <a:cxn ang="0">
                  <a:pos x="260" y="13"/>
                </a:cxn>
              </a:cxnLst>
              <a:pathLst>
                <a:path w="1337" h="1831">
                  <a:moveTo>
                    <a:pt x="958" y="77"/>
                  </a:moveTo>
                  <a:lnTo>
                    <a:pt x="936" y="88"/>
                  </a:lnTo>
                  <a:lnTo>
                    <a:pt x="912" y="101"/>
                  </a:lnTo>
                  <a:lnTo>
                    <a:pt x="886" y="116"/>
                  </a:lnTo>
                  <a:lnTo>
                    <a:pt x="856" y="131"/>
                  </a:lnTo>
                  <a:lnTo>
                    <a:pt x="825" y="148"/>
                  </a:lnTo>
                  <a:lnTo>
                    <a:pt x="791" y="166"/>
                  </a:lnTo>
                  <a:lnTo>
                    <a:pt x="719" y="203"/>
                  </a:lnTo>
                  <a:lnTo>
                    <a:pt x="643" y="246"/>
                  </a:lnTo>
                  <a:lnTo>
                    <a:pt x="564" y="292"/>
                  </a:lnTo>
                  <a:lnTo>
                    <a:pt x="484" y="340"/>
                  </a:lnTo>
                  <a:lnTo>
                    <a:pt x="405" y="392"/>
                  </a:lnTo>
                  <a:lnTo>
                    <a:pt x="327" y="445"/>
                  </a:lnTo>
                  <a:lnTo>
                    <a:pt x="255" y="499"/>
                  </a:lnTo>
                  <a:lnTo>
                    <a:pt x="220" y="527"/>
                  </a:lnTo>
                  <a:lnTo>
                    <a:pt x="187" y="554"/>
                  </a:lnTo>
                  <a:lnTo>
                    <a:pt x="157" y="584"/>
                  </a:lnTo>
                  <a:lnTo>
                    <a:pt x="127" y="612"/>
                  </a:lnTo>
                  <a:lnTo>
                    <a:pt x="102" y="640"/>
                  </a:lnTo>
                  <a:lnTo>
                    <a:pt x="77" y="669"/>
                  </a:lnTo>
                  <a:lnTo>
                    <a:pt x="57" y="697"/>
                  </a:lnTo>
                  <a:lnTo>
                    <a:pt x="40" y="725"/>
                  </a:lnTo>
                  <a:lnTo>
                    <a:pt x="26" y="752"/>
                  </a:lnTo>
                  <a:lnTo>
                    <a:pt x="15" y="780"/>
                  </a:lnTo>
                  <a:lnTo>
                    <a:pt x="9" y="808"/>
                  </a:lnTo>
                  <a:lnTo>
                    <a:pt x="5" y="836"/>
                  </a:lnTo>
                  <a:lnTo>
                    <a:pt x="7" y="863"/>
                  </a:lnTo>
                  <a:lnTo>
                    <a:pt x="11" y="893"/>
                  </a:lnTo>
                  <a:lnTo>
                    <a:pt x="20" y="924"/>
                  </a:lnTo>
                  <a:lnTo>
                    <a:pt x="33" y="956"/>
                  </a:lnTo>
                  <a:lnTo>
                    <a:pt x="48" y="989"/>
                  </a:lnTo>
                  <a:lnTo>
                    <a:pt x="66" y="1024"/>
                  </a:lnTo>
                  <a:lnTo>
                    <a:pt x="87" y="1059"/>
                  </a:lnTo>
                  <a:lnTo>
                    <a:pt x="111" y="1096"/>
                  </a:lnTo>
                  <a:lnTo>
                    <a:pt x="137" y="1131"/>
                  </a:lnTo>
                  <a:lnTo>
                    <a:pt x="164" y="1168"/>
                  </a:lnTo>
                  <a:lnTo>
                    <a:pt x="194" y="1207"/>
                  </a:lnTo>
                  <a:lnTo>
                    <a:pt x="225" y="1244"/>
                  </a:lnTo>
                  <a:lnTo>
                    <a:pt x="294" y="1320"/>
                  </a:lnTo>
                  <a:lnTo>
                    <a:pt x="366" y="1394"/>
                  </a:lnTo>
                  <a:lnTo>
                    <a:pt x="442" y="1464"/>
                  </a:lnTo>
                  <a:lnTo>
                    <a:pt x="518" y="1533"/>
                  </a:lnTo>
                  <a:lnTo>
                    <a:pt x="592" y="1598"/>
                  </a:lnTo>
                  <a:lnTo>
                    <a:pt x="666" y="1655"/>
                  </a:lnTo>
                  <a:lnTo>
                    <a:pt x="701" y="1683"/>
                  </a:lnTo>
                  <a:lnTo>
                    <a:pt x="734" y="1707"/>
                  </a:lnTo>
                  <a:lnTo>
                    <a:pt x="766" y="1729"/>
                  </a:lnTo>
                  <a:lnTo>
                    <a:pt x="797" y="1751"/>
                  </a:lnTo>
                  <a:lnTo>
                    <a:pt x="825" y="1770"/>
                  </a:lnTo>
                  <a:lnTo>
                    <a:pt x="851" y="1784"/>
                  </a:lnTo>
                  <a:lnTo>
                    <a:pt x="875" y="1797"/>
                  </a:lnTo>
                  <a:lnTo>
                    <a:pt x="897" y="1808"/>
                  </a:lnTo>
                  <a:lnTo>
                    <a:pt x="917" y="1816"/>
                  </a:lnTo>
                  <a:lnTo>
                    <a:pt x="939" y="1823"/>
                  </a:lnTo>
                  <a:lnTo>
                    <a:pt x="982" y="1831"/>
                  </a:lnTo>
                  <a:lnTo>
                    <a:pt x="1026" y="1831"/>
                  </a:lnTo>
                  <a:lnTo>
                    <a:pt x="1071" y="1825"/>
                  </a:lnTo>
                  <a:lnTo>
                    <a:pt x="1115" y="1814"/>
                  </a:lnTo>
                  <a:lnTo>
                    <a:pt x="1156" y="1797"/>
                  </a:lnTo>
                  <a:lnTo>
                    <a:pt x="1196" y="1775"/>
                  </a:lnTo>
                  <a:lnTo>
                    <a:pt x="1233" y="1749"/>
                  </a:lnTo>
                  <a:lnTo>
                    <a:pt x="1265" y="1718"/>
                  </a:lnTo>
                  <a:lnTo>
                    <a:pt x="1293" y="1683"/>
                  </a:lnTo>
                  <a:lnTo>
                    <a:pt x="1315" y="1646"/>
                  </a:lnTo>
                  <a:lnTo>
                    <a:pt x="1330" y="1605"/>
                  </a:lnTo>
                  <a:lnTo>
                    <a:pt x="1333" y="1585"/>
                  </a:lnTo>
                  <a:lnTo>
                    <a:pt x="1337" y="1562"/>
                  </a:lnTo>
                  <a:lnTo>
                    <a:pt x="1337" y="1540"/>
                  </a:lnTo>
                  <a:lnTo>
                    <a:pt x="1337" y="1518"/>
                  </a:lnTo>
                  <a:lnTo>
                    <a:pt x="1333" y="1494"/>
                  </a:lnTo>
                  <a:lnTo>
                    <a:pt x="1328" y="1472"/>
                  </a:lnTo>
                  <a:lnTo>
                    <a:pt x="1319" y="1448"/>
                  </a:lnTo>
                  <a:lnTo>
                    <a:pt x="1307" y="1424"/>
                  </a:lnTo>
                  <a:lnTo>
                    <a:pt x="1293" y="1398"/>
                  </a:lnTo>
                  <a:lnTo>
                    <a:pt x="1274" y="1372"/>
                  </a:lnTo>
                  <a:lnTo>
                    <a:pt x="1252" y="1342"/>
                  </a:lnTo>
                  <a:lnTo>
                    <a:pt x="1226" y="1311"/>
                  </a:lnTo>
                  <a:lnTo>
                    <a:pt x="1196" y="1278"/>
                  </a:lnTo>
                  <a:lnTo>
                    <a:pt x="1165" y="1242"/>
                  </a:lnTo>
                  <a:lnTo>
                    <a:pt x="1128" y="1207"/>
                  </a:lnTo>
                  <a:lnTo>
                    <a:pt x="1091" y="1170"/>
                  </a:lnTo>
                  <a:lnTo>
                    <a:pt x="1050" y="1131"/>
                  </a:lnTo>
                  <a:lnTo>
                    <a:pt x="1010" y="1093"/>
                  </a:lnTo>
                  <a:lnTo>
                    <a:pt x="921" y="1011"/>
                  </a:lnTo>
                  <a:lnTo>
                    <a:pt x="827" y="928"/>
                  </a:lnTo>
                  <a:lnTo>
                    <a:pt x="730" y="843"/>
                  </a:lnTo>
                  <a:lnTo>
                    <a:pt x="632" y="760"/>
                  </a:lnTo>
                  <a:lnTo>
                    <a:pt x="536" y="677"/>
                  </a:lnTo>
                  <a:lnTo>
                    <a:pt x="446" y="597"/>
                  </a:lnTo>
                  <a:lnTo>
                    <a:pt x="401" y="558"/>
                  </a:lnTo>
                  <a:lnTo>
                    <a:pt x="359" y="521"/>
                  </a:lnTo>
                  <a:lnTo>
                    <a:pt x="318" y="484"/>
                  </a:lnTo>
                  <a:lnTo>
                    <a:pt x="281" y="451"/>
                  </a:lnTo>
                  <a:lnTo>
                    <a:pt x="246" y="418"/>
                  </a:lnTo>
                  <a:lnTo>
                    <a:pt x="212" y="386"/>
                  </a:lnTo>
                  <a:lnTo>
                    <a:pt x="183" y="357"/>
                  </a:lnTo>
                  <a:lnTo>
                    <a:pt x="157" y="329"/>
                  </a:lnTo>
                  <a:lnTo>
                    <a:pt x="133" y="303"/>
                  </a:lnTo>
                  <a:lnTo>
                    <a:pt x="114" y="281"/>
                  </a:lnTo>
                  <a:lnTo>
                    <a:pt x="83" y="238"/>
                  </a:lnTo>
                  <a:lnTo>
                    <a:pt x="59" y="199"/>
                  </a:lnTo>
                  <a:lnTo>
                    <a:pt x="39" y="164"/>
                  </a:lnTo>
                  <a:lnTo>
                    <a:pt x="26" y="131"/>
                  </a:lnTo>
                  <a:lnTo>
                    <a:pt x="16" y="101"/>
                  </a:lnTo>
                  <a:lnTo>
                    <a:pt x="13" y="75"/>
                  </a:lnTo>
                  <a:lnTo>
                    <a:pt x="15" y="53"/>
                  </a:lnTo>
                  <a:lnTo>
                    <a:pt x="20" y="35"/>
                  </a:lnTo>
                  <a:lnTo>
                    <a:pt x="31" y="20"/>
                  </a:lnTo>
                  <a:lnTo>
                    <a:pt x="46" y="9"/>
                  </a:lnTo>
                  <a:lnTo>
                    <a:pt x="65" y="1"/>
                  </a:lnTo>
                  <a:lnTo>
                    <a:pt x="89" y="0"/>
                  </a:lnTo>
                  <a:lnTo>
                    <a:pt x="114" y="1"/>
                  </a:lnTo>
                  <a:lnTo>
                    <a:pt x="144" y="7"/>
                  </a:lnTo>
                  <a:lnTo>
                    <a:pt x="177" y="18"/>
                  </a:lnTo>
                  <a:lnTo>
                    <a:pt x="214" y="33"/>
                  </a:lnTo>
                  <a:lnTo>
                    <a:pt x="235" y="42"/>
                  </a:lnTo>
                  <a:lnTo>
                    <a:pt x="261" y="55"/>
                  </a:lnTo>
                  <a:lnTo>
                    <a:pt x="288" y="68"/>
                  </a:lnTo>
                  <a:lnTo>
                    <a:pt x="318" y="83"/>
                  </a:lnTo>
                  <a:lnTo>
                    <a:pt x="353" y="99"/>
                  </a:lnTo>
                  <a:lnTo>
                    <a:pt x="390" y="118"/>
                  </a:lnTo>
                  <a:lnTo>
                    <a:pt x="429" y="138"/>
                  </a:lnTo>
                  <a:lnTo>
                    <a:pt x="470" y="159"/>
                  </a:lnTo>
                  <a:lnTo>
                    <a:pt x="555" y="205"/>
                  </a:lnTo>
                  <a:lnTo>
                    <a:pt x="647" y="255"/>
                  </a:lnTo>
                  <a:lnTo>
                    <a:pt x="740" y="308"/>
                  </a:lnTo>
                  <a:lnTo>
                    <a:pt x="834" y="366"/>
                  </a:lnTo>
                  <a:lnTo>
                    <a:pt x="926" y="425"/>
                  </a:lnTo>
                  <a:lnTo>
                    <a:pt x="1013" y="486"/>
                  </a:lnTo>
                  <a:lnTo>
                    <a:pt x="1054" y="516"/>
                  </a:lnTo>
                  <a:lnTo>
                    <a:pt x="1095" y="547"/>
                  </a:lnTo>
                  <a:lnTo>
                    <a:pt x="1132" y="578"/>
                  </a:lnTo>
                  <a:lnTo>
                    <a:pt x="1165" y="610"/>
                  </a:lnTo>
                  <a:lnTo>
                    <a:pt x="1198" y="641"/>
                  </a:lnTo>
                  <a:lnTo>
                    <a:pt x="1226" y="671"/>
                  </a:lnTo>
                  <a:lnTo>
                    <a:pt x="1252" y="702"/>
                  </a:lnTo>
                  <a:lnTo>
                    <a:pt x="1274" y="732"/>
                  </a:lnTo>
                  <a:lnTo>
                    <a:pt x="1293" y="762"/>
                  </a:lnTo>
                  <a:lnTo>
                    <a:pt x="1306" y="791"/>
                  </a:lnTo>
                  <a:lnTo>
                    <a:pt x="1315" y="821"/>
                  </a:lnTo>
                  <a:lnTo>
                    <a:pt x="1320" y="849"/>
                  </a:lnTo>
                  <a:lnTo>
                    <a:pt x="1320" y="876"/>
                  </a:lnTo>
                  <a:lnTo>
                    <a:pt x="1317" y="908"/>
                  </a:lnTo>
                  <a:lnTo>
                    <a:pt x="1307" y="939"/>
                  </a:lnTo>
                  <a:lnTo>
                    <a:pt x="1295" y="971"/>
                  </a:lnTo>
                  <a:lnTo>
                    <a:pt x="1278" y="1006"/>
                  </a:lnTo>
                  <a:lnTo>
                    <a:pt x="1259" y="1039"/>
                  </a:lnTo>
                  <a:lnTo>
                    <a:pt x="1237" y="1076"/>
                  </a:lnTo>
                  <a:lnTo>
                    <a:pt x="1211" y="1111"/>
                  </a:lnTo>
                  <a:lnTo>
                    <a:pt x="1182" y="1148"/>
                  </a:lnTo>
                  <a:lnTo>
                    <a:pt x="1152" y="1185"/>
                  </a:lnTo>
                  <a:lnTo>
                    <a:pt x="1119" y="1222"/>
                  </a:lnTo>
                  <a:lnTo>
                    <a:pt x="1084" y="1259"/>
                  </a:lnTo>
                  <a:lnTo>
                    <a:pt x="1010" y="1335"/>
                  </a:lnTo>
                  <a:lnTo>
                    <a:pt x="930" y="1407"/>
                  </a:lnTo>
                  <a:lnTo>
                    <a:pt x="849" y="1479"/>
                  </a:lnTo>
                  <a:lnTo>
                    <a:pt x="766" y="1546"/>
                  </a:lnTo>
                  <a:lnTo>
                    <a:pt x="684" y="1609"/>
                  </a:lnTo>
                  <a:lnTo>
                    <a:pt x="605" y="1664"/>
                  </a:lnTo>
                  <a:lnTo>
                    <a:pt x="568" y="1690"/>
                  </a:lnTo>
                  <a:lnTo>
                    <a:pt x="532" y="1714"/>
                  </a:lnTo>
                  <a:lnTo>
                    <a:pt x="497" y="1736"/>
                  </a:lnTo>
                  <a:lnTo>
                    <a:pt x="466" y="1755"/>
                  </a:lnTo>
                  <a:lnTo>
                    <a:pt x="436" y="1771"/>
                  </a:lnTo>
                  <a:lnTo>
                    <a:pt x="409" y="1786"/>
                  </a:lnTo>
                  <a:lnTo>
                    <a:pt x="384" y="1799"/>
                  </a:lnTo>
                  <a:lnTo>
                    <a:pt x="362" y="1808"/>
                  </a:lnTo>
                  <a:lnTo>
                    <a:pt x="342" y="1816"/>
                  </a:lnTo>
                  <a:lnTo>
                    <a:pt x="322" y="1821"/>
                  </a:lnTo>
                  <a:lnTo>
                    <a:pt x="301" y="1823"/>
                  </a:lnTo>
                  <a:lnTo>
                    <a:pt x="281" y="1825"/>
                  </a:lnTo>
                  <a:lnTo>
                    <a:pt x="240" y="1821"/>
                  </a:lnTo>
                  <a:lnTo>
                    <a:pt x="201" y="1812"/>
                  </a:lnTo>
                  <a:lnTo>
                    <a:pt x="164" y="1797"/>
                  </a:lnTo>
                  <a:lnTo>
                    <a:pt x="129" y="1775"/>
                  </a:lnTo>
                  <a:lnTo>
                    <a:pt x="96" y="1749"/>
                  </a:lnTo>
                  <a:lnTo>
                    <a:pt x="66" y="1718"/>
                  </a:lnTo>
                  <a:lnTo>
                    <a:pt x="42" y="1683"/>
                  </a:lnTo>
                  <a:lnTo>
                    <a:pt x="24" y="1644"/>
                  </a:lnTo>
                  <a:lnTo>
                    <a:pt x="9" y="1601"/>
                  </a:lnTo>
                  <a:lnTo>
                    <a:pt x="2" y="1555"/>
                  </a:lnTo>
                  <a:lnTo>
                    <a:pt x="0" y="1531"/>
                  </a:lnTo>
                  <a:lnTo>
                    <a:pt x="2" y="1507"/>
                  </a:lnTo>
                  <a:lnTo>
                    <a:pt x="3" y="1483"/>
                  </a:lnTo>
                  <a:lnTo>
                    <a:pt x="9" y="1459"/>
                  </a:lnTo>
                  <a:lnTo>
                    <a:pt x="15" y="1433"/>
                  </a:lnTo>
                  <a:lnTo>
                    <a:pt x="24" y="1407"/>
                  </a:lnTo>
                  <a:lnTo>
                    <a:pt x="35" y="1381"/>
                  </a:lnTo>
                  <a:lnTo>
                    <a:pt x="48" y="1355"/>
                  </a:lnTo>
                  <a:lnTo>
                    <a:pt x="65" y="1328"/>
                  </a:lnTo>
                  <a:lnTo>
                    <a:pt x="87" y="1298"/>
                  </a:lnTo>
                  <a:lnTo>
                    <a:pt x="111" y="1266"/>
                  </a:lnTo>
                  <a:lnTo>
                    <a:pt x="140" y="1233"/>
                  </a:lnTo>
                  <a:lnTo>
                    <a:pt x="172" y="1196"/>
                  </a:lnTo>
                  <a:lnTo>
                    <a:pt x="207" y="1159"/>
                  </a:lnTo>
                  <a:lnTo>
                    <a:pt x="246" y="1120"/>
                  </a:lnTo>
                  <a:lnTo>
                    <a:pt x="286" y="1080"/>
                  </a:lnTo>
                  <a:lnTo>
                    <a:pt x="329" y="1037"/>
                  </a:lnTo>
                  <a:lnTo>
                    <a:pt x="375" y="995"/>
                  </a:lnTo>
                  <a:lnTo>
                    <a:pt x="470" y="906"/>
                  </a:lnTo>
                  <a:lnTo>
                    <a:pt x="569" y="815"/>
                  </a:lnTo>
                  <a:lnTo>
                    <a:pt x="671" y="725"/>
                  </a:lnTo>
                  <a:lnTo>
                    <a:pt x="773" y="636"/>
                  </a:lnTo>
                  <a:lnTo>
                    <a:pt x="873" y="547"/>
                  </a:lnTo>
                  <a:lnTo>
                    <a:pt x="967" y="464"/>
                  </a:lnTo>
                  <a:lnTo>
                    <a:pt x="1012" y="423"/>
                  </a:lnTo>
                  <a:lnTo>
                    <a:pt x="1054" y="384"/>
                  </a:lnTo>
                  <a:lnTo>
                    <a:pt x="1095" y="347"/>
                  </a:lnTo>
                  <a:lnTo>
                    <a:pt x="1134" y="310"/>
                  </a:lnTo>
                  <a:lnTo>
                    <a:pt x="1169" y="277"/>
                  </a:lnTo>
                  <a:lnTo>
                    <a:pt x="1200" y="246"/>
                  </a:lnTo>
                  <a:lnTo>
                    <a:pt x="1228" y="216"/>
                  </a:lnTo>
                  <a:lnTo>
                    <a:pt x="1254" y="190"/>
                  </a:lnTo>
                  <a:lnTo>
                    <a:pt x="1274" y="166"/>
                  </a:lnTo>
                  <a:lnTo>
                    <a:pt x="1291" y="144"/>
                  </a:lnTo>
                  <a:lnTo>
                    <a:pt x="1304" y="125"/>
                  </a:lnTo>
                  <a:lnTo>
                    <a:pt x="1315" y="107"/>
                  </a:lnTo>
                  <a:lnTo>
                    <a:pt x="1322" y="92"/>
                  </a:lnTo>
                  <a:lnTo>
                    <a:pt x="1330" y="77"/>
                  </a:lnTo>
                  <a:lnTo>
                    <a:pt x="1333" y="64"/>
                  </a:lnTo>
                  <a:lnTo>
                    <a:pt x="1335" y="51"/>
                  </a:lnTo>
                  <a:lnTo>
                    <a:pt x="1335" y="42"/>
                  </a:lnTo>
                  <a:lnTo>
                    <a:pt x="1333" y="33"/>
                  </a:lnTo>
                  <a:lnTo>
                    <a:pt x="1324" y="18"/>
                  </a:lnTo>
                  <a:lnTo>
                    <a:pt x="1309" y="9"/>
                  </a:lnTo>
                  <a:lnTo>
                    <a:pt x="1287" y="3"/>
                  </a:lnTo>
                  <a:lnTo>
                    <a:pt x="1261" y="1"/>
                  </a:lnTo>
                  <a:lnTo>
                    <a:pt x="1232" y="3"/>
                  </a:lnTo>
                  <a:lnTo>
                    <a:pt x="1198" y="9"/>
                  </a:lnTo>
                  <a:lnTo>
                    <a:pt x="1161" y="16"/>
                  </a:lnTo>
                  <a:lnTo>
                    <a:pt x="1122" y="26"/>
                  </a:lnTo>
                  <a:lnTo>
                    <a:pt x="1039" y="50"/>
                  </a:lnTo>
                  <a:lnTo>
                    <a:pt x="958" y="77"/>
                  </a:lnTo>
                  <a:close/>
                </a:path>
              </a:pathLst>
            </a:custGeom>
            <a:noFill/>
            <a:ln w="17463" cap="flat" cmpd="sng">
              <a:solidFill>
                <a:srgbClr val="0000FF"/>
              </a:solidFill>
              <a:prstDash val="solid"/>
              <a:round/>
              <a:headEnd type="none" w="med" len="med"/>
              <a:tailEnd type="none" w="med" len="med"/>
            </a:ln>
          </p:spPr>
          <p:txBody>
            <a:bodyPr/>
            <a:p>
              <a:endParaRPr lang="zh-CN" altLang="en-US"/>
            </a:p>
          </p:txBody>
        </p:sp>
        <p:grpSp>
          <p:nvGrpSpPr>
            <p:cNvPr id="79263" name="Group 415"/>
            <p:cNvGrpSpPr/>
            <p:nvPr/>
          </p:nvGrpSpPr>
          <p:grpSpPr>
            <a:xfrm>
              <a:off x="2145" y="3088"/>
              <a:ext cx="137" cy="93"/>
              <a:chOff x="1989" y="3100"/>
              <a:chExt cx="137" cy="93"/>
            </a:xfrm>
          </p:grpSpPr>
          <p:sp>
            <p:nvSpPr>
              <p:cNvPr id="79264" name="Freeform 416"/>
              <p:cNvSpPr/>
              <p:nvPr/>
            </p:nvSpPr>
            <p:spPr>
              <a:xfrm>
                <a:off x="2046" y="3100"/>
                <a:ext cx="80" cy="59"/>
              </a:xfrm>
              <a:custGeom>
                <a:avLst/>
                <a:gdLst/>
                <a:ahLst/>
                <a:cxnLst>
                  <a:cxn ang="0">
                    <a:pos x="40" y="5"/>
                  </a:cxn>
                  <a:cxn ang="0">
                    <a:pos x="37" y="0"/>
                  </a:cxn>
                  <a:cxn ang="0">
                    <a:pos x="0" y="25"/>
                  </a:cxn>
                  <a:cxn ang="0">
                    <a:pos x="4" y="30"/>
                  </a:cxn>
                  <a:cxn ang="0">
                    <a:pos x="40" y="5"/>
                  </a:cxn>
                </a:cxnLst>
                <a:pathLst>
                  <a:path w="159" h="118">
                    <a:moveTo>
                      <a:pt x="159" y="18"/>
                    </a:moveTo>
                    <a:lnTo>
                      <a:pt x="146" y="0"/>
                    </a:lnTo>
                    <a:lnTo>
                      <a:pt x="0" y="100"/>
                    </a:lnTo>
                    <a:lnTo>
                      <a:pt x="13" y="118"/>
                    </a:lnTo>
                    <a:lnTo>
                      <a:pt x="159" y="18"/>
                    </a:lnTo>
                    <a:close/>
                  </a:path>
                </a:pathLst>
              </a:custGeom>
              <a:solidFill>
                <a:srgbClr val="000000"/>
              </a:solidFill>
              <a:ln w="9525">
                <a:noFill/>
              </a:ln>
            </p:spPr>
            <p:txBody>
              <a:bodyPr/>
              <a:p>
                <a:endParaRPr lang="zh-CN" altLang="en-US"/>
              </a:p>
            </p:txBody>
          </p:sp>
          <p:sp>
            <p:nvSpPr>
              <p:cNvPr id="79265" name="Freeform 417"/>
              <p:cNvSpPr/>
              <p:nvPr/>
            </p:nvSpPr>
            <p:spPr>
              <a:xfrm>
                <a:off x="1989" y="3104"/>
                <a:ext cx="110" cy="89"/>
              </a:xfrm>
              <a:custGeom>
                <a:avLst/>
                <a:gdLst/>
                <a:ahLst/>
                <a:cxnLst>
                  <a:cxn ang="0">
                    <a:pos x="36" y="0"/>
                  </a:cxn>
                  <a:cxn ang="0">
                    <a:pos x="0" y="44"/>
                  </a:cxn>
                  <a:cxn ang="0">
                    <a:pos x="55" y="30"/>
                  </a:cxn>
                  <a:cxn ang="0">
                    <a:pos x="31" y="24"/>
                  </a:cxn>
                  <a:cxn ang="0">
                    <a:pos x="36" y="0"/>
                  </a:cxn>
                </a:cxnLst>
                <a:pathLst>
                  <a:path w="220" h="179">
                    <a:moveTo>
                      <a:pt x="141" y="0"/>
                    </a:moveTo>
                    <a:lnTo>
                      <a:pt x="0" y="179"/>
                    </a:lnTo>
                    <a:lnTo>
                      <a:pt x="220" y="120"/>
                    </a:lnTo>
                    <a:lnTo>
                      <a:pt x="124" y="98"/>
                    </a:lnTo>
                    <a:lnTo>
                      <a:pt x="141" y="0"/>
                    </a:lnTo>
                    <a:close/>
                  </a:path>
                </a:pathLst>
              </a:custGeom>
              <a:solidFill>
                <a:srgbClr val="000000"/>
              </a:solidFill>
              <a:ln w="9525">
                <a:noFill/>
              </a:ln>
            </p:spPr>
            <p:txBody>
              <a:bodyPr/>
              <a:p>
                <a:endParaRPr lang="zh-CN" altLang="en-US"/>
              </a:p>
            </p:txBody>
          </p:sp>
        </p:grpSp>
        <p:grpSp>
          <p:nvGrpSpPr>
            <p:cNvPr id="79266" name="Group 418"/>
            <p:cNvGrpSpPr/>
            <p:nvPr/>
          </p:nvGrpSpPr>
          <p:grpSpPr>
            <a:xfrm>
              <a:off x="2859" y="2610"/>
              <a:ext cx="666" cy="927"/>
              <a:chOff x="2703" y="2622"/>
              <a:chExt cx="666" cy="927"/>
            </a:xfrm>
          </p:grpSpPr>
          <p:sp>
            <p:nvSpPr>
              <p:cNvPr id="79267" name="Freeform 419"/>
              <p:cNvSpPr/>
              <p:nvPr/>
            </p:nvSpPr>
            <p:spPr>
              <a:xfrm>
                <a:off x="2703" y="2622"/>
                <a:ext cx="666" cy="927"/>
              </a:xfrm>
              <a:custGeom>
                <a:avLst/>
                <a:gdLst/>
                <a:ahLst/>
                <a:cxnLst>
                  <a:cxn ang="0">
                    <a:pos x="259" y="3"/>
                  </a:cxn>
                  <a:cxn ang="0">
                    <a:pos x="220" y="18"/>
                  </a:cxn>
                  <a:cxn ang="0">
                    <a:pos x="154" y="55"/>
                  </a:cxn>
                  <a:cxn ang="0">
                    <a:pos x="116" y="82"/>
                  </a:cxn>
                  <a:cxn ang="0">
                    <a:pos x="60" y="121"/>
                  </a:cxn>
                  <a:cxn ang="0">
                    <a:pos x="19" y="156"/>
                  </a:cxn>
                  <a:cxn ang="0">
                    <a:pos x="3" y="181"/>
                  </a:cxn>
                  <a:cxn ang="0">
                    <a:pos x="0" y="202"/>
                  </a:cxn>
                  <a:cxn ang="0">
                    <a:pos x="6" y="226"/>
                  </a:cxn>
                  <a:cxn ang="0">
                    <a:pos x="26" y="254"/>
                  </a:cxn>
                  <a:cxn ang="0">
                    <a:pos x="57" y="287"/>
                  </a:cxn>
                  <a:cxn ang="0">
                    <a:pos x="126" y="350"/>
                  </a:cxn>
                  <a:cxn ang="0">
                    <a:pos x="209" y="413"/>
                  </a:cxn>
                  <a:cxn ang="0">
                    <a:pos x="244" y="437"/>
                  </a:cxn>
                  <a:cxn ang="0">
                    <a:pos x="269" y="453"/>
                  </a:cxn>
                  <a:cxn ang="0">
                    <a:pos x="304" y="463"/>
                  </a:cxn>
                  <a:cxn ang="0">
                    <a:pos x="327" y="453"/>
                  </a:cxn>
                  <a:cxn ang="0">
                    <a:pos x="332" y="426"/>
                  </a:cxn>
                  <a:cxn ang="0">
                    <a:pos x="314" y="386"/>
                  </a:cxn>
                  <a:cxn ang="0">
                    <a:pos x="291" y="358"/>
                  </a:cxn>
                  <a:cxn ang="0">
                    <a:pos x="256" y="321"/>
                  </a:cxn>
                  <a:cxn ang="0">
                    <a:pos x="189" y="258"/>
                  </a:cxn>
                  <a:cxn ang="0">
                    <a:pos x="95" y="168"/>
                  </a:cxn>
                  <a:cxn ang="0">
                    <a:pos x="56" y="129"/>
                  </a:cxn>
                  <a:cxn ang="0">
                    <a:pos x="27" y="96"/>
                  </a:cxn>
                  <a:cxn ang="0">
                    <a:pos x="11" y="72"/>
                  </a:cxn>
                  <a:cxn ang="0">
                    <a:pos x="2" y="42"/>
                  </a:cxn>
                  <a:cxn ang="0">
                    <a:pos x="10" y="15"/>
                  </a:cxn>
                  <a:cxn ang="0">
                    <a:pos x="36" y="4"/>
                  </a:cxn>
                  <a:cxn ang="0">
                    <a:pos x="73" y="11"/>
                  </a:cxn>
                  <a:cxn ang="0">
                    <a:pos x="99" y="23"/>
                  </a:cxn>
                  <a:cxn ang="0">
                    <a:pos x="135" y="41"/>
                  </a:cxn>
                  <a:cxn ang="0">
                    <a:pos x="221" y="93"/>
                  </a:cxn>
                  <a:cxn ang="0">
                    <a:pos x="282" y="139"/>
                  </a:cxn>
                  <a:cxn ang="0">
                    <a:pos x="312" y="170"/>
                  </a:cxn>
                  <a:cxn ang="0">
                    <a:pos x="328" y="200"/>
                  </a:cxn>
                  <a:cxn ang="0">
                    <a:pos x="328" y="228"/>
                  </a:cxn>
                  <a:cxn ang="0">
                    <a:pos x="311" y="261"/>
                  </a:cxn>
                  <a:cxn ang="0">
                    <a:pos x="280" y="296"/>
                  </a:cxn>
                  <a:cxn ang="0">
                    <a:pos x="220" y="350"/>
                  </a:cxn>
                  <a:cxn ang="0">
                    <a:pos x="132" y="414"/>
                  </a:cxn>
                  <a:cxn ang="0">
                    <a:pos x="96" y="437"/>
                  </a:cxn>
                  <a:cxn ang="0">
                    <a:pos x="70" y="453"/>
                  </a:cxn>
                  <a:cxn ang="0">
                    <a:pos x="35" y="463"/>
                  </a:cxn>
                  <a:cxn ang="0">
                    <a:pos x="10" y="454"/>
                  </a:cxn>
                  <a:cxn ang="0">
                    <a:pos x="3" y="427"/>
                  </a:cxn>
                  <a:cxn ang="0">
                    <a:pos x="20" y="386"/>
                  </a:cxn>
                  <a:cxn ang="0">
                    <a:pos x="42" y="357"/>
                  </a:cxn>
                  <a:cxn ang="0">
                    <a:pos x="76" y="320"/>
                  </a:cxn>
                  <a:cxn ang="0">
                    <a:pos x="141" y="255"/>
                  </a:cxn>
                  <a:cxn ang="0">
                    <a:pos x="232" y="165"/>
                  </a:cxn>
                  <a:cxn ang="0">
                    <a:pos x="271" y="124"/>
                  </a:cxn>
                  <a:cxn ang="0">
                    <a:pos x="301" y="91"/>
                  </a:cxn>
                  <a:cxn ang="0">
                    <a:pos x="319" y="66"/>
                  </a:cxn>
                  <a:cxn ang="0">
                    <a:pos x="329" y="38"/>
                  </a:cxn>
                  <a:cxn ang="0">
                    <a:pos x="324" y="14"/>
                  </a:cxn>
                  <a:cxn ang="0">
                    <a:pos x="305" y="3"/>
                  </a:cxn>
                </a:cxnLst>
                <a:pathLst>
                  <a:path w="1334" h="1855">
                    <a:moveTo>
                      <a:pt x="1125" y="0"/>
                    </a:moveTo>
                    <a:lnTo>
                      <a:pt x="1099" y="1"/>
                    </a:lnTo>
                    <a:lnTo>
                      <a:pt x="1069" y="7"/>
                    </a:lnTo>
                    <a:lnTo>
                      <a:pt x="1038" y="14"/>
                    </a:lnTo>
                    <a:lnTo>
                      <a:pt x="1001" y="25"/>
                    </a:lnTo>
                    <a:lnTo>
                      <a:pt x="964" y="40"/>
                    </a:lnTo>
                    <a:lnTo>
                      <a:pt x="923" y="57"/>
                    </a:lnTo>
                    <a:lnTo>
                      <a:pt x="881" y="75"/>
                    </a:lnTo>
                    <a:lnTo>
                      <a:pt x="836" y="96"/>
                    </a:lnTo>
                    <a:lnTo>
                      <a:pt x="749" y="142"/>
                    </a:lnTo>
                    <a:lnTo>
                      <a:pt x="661" y="194"/>
                    </a:lnTo>
                    <a:lnTo>
                      <a:pt x="618" y="220"/>
                    </a:lnTo>
                    <a:lnTo>
                      <a:pt x="577" y="247"/>
                    </a:lnTo>
                    <a:lnTo>
                      <a:pt x="540" y="275"/>
                    </a:lnTo>
                    <a:lnTo>
                      <a:pt x="503" y="303"/>
                    </a:lnTo>
                    <a:lnTo>
                      <a:pt x="466" y="331"/>
                    </a:lnTo>
                    <a:lnTo>
                      <a:pt x="426" y="360"/>
                    </a:lnTo>
                    <a:lnTo>
                      <a:pt x="381" y="390"/>
                    </a:lnTo>
                    <a:lnTo>
                      <a:pt x="335" y="419"/>
                    </a:lnTo>
                    <a:lnTo>
                      <a:pt x="243" y="484"/>
                    </a:lnTo>
                    <a:lnTo>
                      <a:pt x="196" y="517"/>
                    </a:lnTo>
                    <a:lnTo>
                      <a:pt x="154" y="553"/>
                    </a:lnTo>
                    <a:lnTo>
                      <a:pt x="115" y="588"/>
                    </a:lnTo>
                    <a:lnTo>
                      <a:pt x="78" y="625"/>
                    </a:lnTo>
                    <a:lnTo>
                      <a:pt x="48" y="663"/>
                    </a:lnTo>
                    <a:lnTo>
                      <a:pt x="35" y="684"/>
                    </a:lnTo>
                    <a:lnTo>
                      <a:pt x="24" y="704"/>
                    </a:lnTo>
                    <a:lnTo>
                      <a:pt x="15" y="725"/>
                    </a:lnTo>
                    <a:lnTo>
                      <a:pt x="10" y="747"/>
                    </a:lnTo>
                    <a:lnTo>
                      <a:pt x="4" y="767"/>
                    </a:lnTo>
                    <a:lnTo>
                      <a:pt x="0" y="789"/>
                    </a:lnTo>
                    <a:lnTo>
                      <a:pt x="0" y="811"/>
                    </a:lnTo>
                    <a:lnTo>
                      <a:pt x="2" y="834"/>
                    </a:lnTo>
                    <a:lnTo>
                      <a:pt x="8" y="856"/>
                    </a:lnTo>
                    <a:lnTo>
                      <a:pt x="15" y="880"/>
                    </a:lnTo>
                    <a:lnTo>
                      <a:pt x="26" y="904"/>
                    </a:lnTo>
                    <a:lnTo>
                      <a:pt x="41" y="930"/>
                    </a:lnTo>
                    <a:lnTo>
                      <a:pt x="59" y="958"/>
                    </a:lnTo>
                    <a:lnTo>
                      <a:pt x="80" y="987"/>
                    </a:lnTo>
                    <a:lnTo>
                      <a:pt x="104" y="1019"/>
                    </a:lnTo>
                    <a:lnTo>
                      <a:pt x="132" y="1050"/>
                    </a:lnTo>
                    <a:lnTo>
                      <a:pt x="161" y="1083"/>
                    </a:lnTo>
                    <a:lnTo>
                      <a:pt x="193" y="1117"/>
                    </a:lnTo>
                    <a:lnTo>
                      <a:pt x="228" y="1150"/>
                    </a:lnTo>
                    <a:lnTo>
                      <a:pt x="263" y="1185"/>
                    </a:lnTo>
                    <a:lnTo>
                      <a:pt x="341" y="1255"/>
                    </a:lnTo>
                    <a:lnTo>
                      <a:pt x="422" y="1327"/>
                    </a:lnTo>
                    <a:lnTo>
                      <a:pt x="507" y="1400"/>
                    </a:lnTo>
                    <a:lnTo>
                      <a:pt x="592" y="1468"/>
                    </a:lnTo>
                    <a:lnTo>
                      <a:pt x="677" y="1535"/>
                    </a:lnTo>
                    <a:lnTo>
                      <a:pt x="760" y="1597"/>
                    </a:lnTo>
                    <a:lnTo>
                      <a:pt x="840" y="1655"/>
                    </a:lnTo>
                    <a:lnTo>
                      <a:pt x="877" y="1681"/>
                    </a:lnTo>
                    <a:lnTo>
                      <a:pt x="914" y="1707"/>
                    </a:lnTo>
                    <a:lnTo>
                      <a:pt x="947" y="1729"/>
                    </a:lnTo>
                    <a:lnTo>
                      <a:pt x="979" y="1751"/>
                    </a:lnTo>
                    <a:lnTo>
                      <a:pt x="1008" y="1769"/>
                    </a:lnTo>
                    <a:lnTo>
                      <a:pt x="1036" y="1786"/>
                    </a:lnTo>
                    <a:lnTo>
                      <a:pt x="1060" y="1801"/>
                    </a:lnTo>
                    <a:lnTo>
                      <a:pt x="1080" y="1812"/>
                    </a:lnTo>
                    <a:lnTo>
                      <a:pt x="1119" y="1830"/>
                    </a:lnTo>
                    <a:lnTo>
                      <a:pt x="1154" y="1843"/>
                    </a:lnTo>
                    <a:lnTo>
                      <a:pt x="1188" y="1849"/>
                    </a:lnTo>
                    <a:lnTo>
                      <a:pt x="1219" y="1853"/>
                    </a:lnTo>
                    <a:lnTo>
                      <a:pt x="1247" y="1849"/>
                    </a:lnTo>
                    <a:lnTo>
                      <a:pt x="1273" y="1842"/>
                    </a:lnTo>
                    <a:lnTo>
                      <a:pt x="1293" y="1829"/>
                    </a:lnTo>
                    <a:lnTo>
                      <a:pt x="1310" y="1812"/>
                    </a:lnTo>
                    <a:lnTo>
                      <a:pt x="1323" y="1792"/>
                    </a:lnTo>
                    <a:lnTo>
                      <a:pt x="1330" y="1768"/>
                    </a:lnTo>
                    <a:lnTo>
                      <a:pt x="1334" y="1738"/>
                    </a:lnTo>
                    <a:lnTo>
                      <a:pt x="1330" y="1707"/>
                    </a:lnTo>
                    <a:lnTo>
                      <a:pt x="1323" y="1671"/>
                    </a:lnTo>
                    <a:lnTo>
                      <a:pt x="1308" y="1633"/>
                    </a:lnTo>
                    <a:lnTo>
                      <a:pt x="1286" y="1590"/>
                    </a:lnTo>
                    <a:lnTo>
                      <a:pt x="1258" y="1546"/>
                    </a:lnTo>
                    <a:lnTo>
                      <a:pt x="1240" y="1522"/>
                    </a:lnTo>
                    <a:lnTo>
                      <a:pt x="1219" y="1494"/>
                    </a:lnTo>
                    <a:lnTo>
                      <a:pt x="1193" y="1464"/>
                    </a:lnTo>
                    <a:lnTo>
                      <a:pt x="1166" y="1433"/>
                    </a:lnTo>
                    <a:lnTo>
                      <a:pt x="1134" y="1400"/>
                    </a:lnTo>
                    <a:lnTo>
                      <a:pt x="1099" y="1364"/>
                    </a:lnTo>
                    <a:lnTo>
                      <a:pt x="1064" y="1326"/>
                    </a:lnTo>
                    <a:lnTo>
                      <a:pt x="1025" y="1287"/>
                    </a:lnTo>
                    <a:lnTo>
                      <a:pt x="982" y="1248"/>
                    </a:lnTo>
                    <a:lnTo>
                      <a:pt x="940" y="1205"/>
                    </a:lnTo>
                    <a:lnTo>
                      <a:pt x="851" y="1120"/>
                    </a:lnTo>
                    <a:lnTo>
                      <a:pt x="757" y="1032"/>
                    </a:lnTo>
                    <a:lnTo>
                      <a:pt x="662" y="941"/>
                    </a:lnTo>
                    <a:lnTo>
                      <a:pt x="566" y="850"/>
                    </a:lnTo>
                    <a:lnTo>
                      <a:pt x="472" y="761"/>
                    </a:lnTo>
                    <a:lnTo>
                      <a:pt x="383" y="675"/>
                    </a:lnTo>
                    <a:lnTo>
                      <a:pt x="341" y="634"/>
                    </a:lnTo>
                    <a:lnTo>
                      <a:pt x="300" y="593"/>
                    </a:lnTo>
                    <a:lnTo>
                      <a:pt x="261" y="554"/>
                    </a:lnTo>
                    <a:lnTo>
                      <a:pt x="226" y="516"/>
                    </a:lnTo>
                    <a:lnTo>
                      <a:pt x="193" y="480"/>
                    </a:lnTo>
                    <a:lnTo>
                      <a:pt x="161" y="447"/>
                    </a:lnTo>
                    <a:lnTo>
                      <a:pt x="133" y="414"/>
                    </a:lnTo>
                    <a:lnTo>
                      <a:pt x="109" y="384"/>
                    </a:lnTo>
                    <a:lnTo>
                      <a:pt x="87" y="356"/>
                    </a:lnTo>
                    <a:lnTo>
                      <a:pt x="71" y="332"/>
                    </a:lnTo>
                    <a:lnTo>
                      <a:pt x="56" y="310"/>
                    </a:lnTo>
                    <a:lnTo>
                      <a:pt x="45" y="288"/>
                    </a:lnTo>
                    <a:lnTo>
                      <a:pt x="34" y="266"/>
                    </a:lnTo>
                    <a:lnTo>
                      <a:pt x="26" y="245"/>
                    </a:lnTo>
                    <a:lnTo>
                      <a:pt x="13" y="205"/>
                    </a:lnTo>
                    <a:lnTo>
                      <a:pt x="8" y="170"/>
                    </a:lnTo>
                    <a:lnTo>
                      <a:pt x="10" y="138"/>
                    </a:lnTo>
                    <a:lnTo>
                      <a:pt x="15" y="109"/>
                    </a:lnTo>
                    <a:lnTo>
                      <a:pt x="26" y="83"/>
                    </a:lnTo>
                    <a:lnTo>
                      <a:pt x="43" y="62"/>
                    </a:lnTo>
                    <a:lnTo>
                      <a:pt x="63" y="44"/>
                    </a:lnTo>
                    <a:lnTo>
                      <a:pt x="87" y="31"/>
                    </a:lnTo>
                    <a:lnTo>
                      <a:pt x="117" y="22"/>
                    </a:lnTo>
                    <a:lnTo>
                      <a:pt x="146" y="18"/>
                    </a:lnTo>
                    <a:lnTo>
                      <a:pt x="182" y="16"/>
                    </a:lnTo>
                    <a:lnTo>
                      <a:pt x="217" y="22"/>
                    </a:lnTo>
                    <a:lnTo>
                      <a:pt x="254" y="31"/>
                    </a:lnTo>
                    <a:lnTo>
                      <a:pt x="293" y="44"/>
                    </a:lnTo>
                    <a:lnTo>
                      <a:pt x="315" y="53"/>
                    </a:lnTo>
                    <a:lnTo>
                      <a:pt x="339" y="64"/>
                    </a:lnTo>
                    <a:lnTo>
                      <a:pt x="367" y="77"/>
                    </a:lnTo>
                    <a:lnTo>
                      <a:pt x="396" y="92"/>
                    </a:lnTo>
                    <a:lnTo>
                      <a:pt x="429" y="109"/>
                    </a:lnTo>
                    <a:lnTo>
                      <a:pt x="466" y="125"/>
                    </a:lnTo>
                    <a:lnTo>
                      <a:pt x="503" y="146"/>
                    </a:lnTo>
                    <a:lnTo>
                      <a:pt x="542" y="166"/>
                    </a:lnTo>
                    <a:lnTo>
                      <a:pt x="625" y="212"/>
                    </a:lnTo>
                    <a:lnTo>
                      <a:pt x="712" y="262"/>
                    </a:lnTo>
                    <a:lnTo>
                      <a:pt x="799" y="316"/>
                    </a:lnTo>
                    <a:lnTo>
                      <a:pt x="888" y="373"/>
                    </a:lnTo>
                    <a:lnTo>
                      <a:pt x="973" y="432"/>
                    </a:lnTo>
                    <a:lnTo>
                      <a:pt x="1055" y="493"/>
                    </a:lnTo>
                    <a:lnTo>
                      <a:pt x="1092" y="525"/>
                    </a:lnTo>
                    <a:lnTo>
                      <a:pt x="1129" y="556"/>
                    </a:lnTo>
                    <a:lnTo>
                      <a:pt x="1162" y="588"/>
                    </a:lnTo>
                    <a:lnTo>
                      <a:pt x="1193" y="619"/>
                    </a:lnTo>
                    <a:lnTo>
                      <a:pt x="1223" y="651"/>
                    </a:lnTo>
                    <a:lnTo>
                      <a:pt x="1249" y="680"/>
                    </a:lnTo>
                    <a:lnTo>
                      <a:pt x="1271" y="712"/>
                    </a:lnTo>
                    <a:lnTo>
                      <a:pt x="1289" y="741"/>
                    </a:lnTo>
                    <a:lnTo>
                      <a:pt x="1304" y="773"/>
                    </a:lnTo>
                    <a:lnTo>
                      <a:pt x="1315" y="800"/>
                    </a:lnTo>
                    <a:lnTo>
                      <a:pt x="1323" y="830"/>
                    </a:lnTo>
                    <a:lnTo>
                      <a:pt x="1325" y="858"/>
                    </a:lnTo>
                    <a:lnTo>
                      <a:pt x="1323" y="885"/>
                    </a:lnTo>
                    <a:lnTo>
                      <a:pt x="1315" y="915"/>
                    </a:lnTo>
                    <a:lnTo>
                      <a:pt x="1304" y="946"/>
                    </a:lnTo>
                    <a:lnTo>
                      <a:pt x="1288" y="978"/>
                    </a:lnTo>
                    <a:lnTo>
                      <a:pt x="1269" y="1011"/>
                    </a:lnTo>
                    <a:lnTo>
                      <a:pt x="1245" y="1044"/>
                    </a:lnTo>
                    <a:lnTo>
                      <a:pt x="1219" y="1080"/>
                    </a:lnTo>
                    <a:lnTo>
                      <a:pt x="1190" y="1115"/>
                    </a:lnTo>
                    <a:lnTo>
                      <a:pt x="1158" y="1150"/>
                    </a:lnTo>
                    <a:lnTo>
                      <a:pt x="1123" y="1187"/>
                    </a:lnTo>
                    <a:lnTo>
                      <a:pt x="1088" y="1222"/>
                    </a:lnTo>
                    <a:lnTo>
                      <a:pt x="1049" y="1259"/>
                    </a:lnTo>
                    <a:lnTo>
                      <a:pt x="966" y="1331"/>
                    </a:lnTo>
                    <a:lnTo>
                      <a:pt x="881" y="1401"/>
                    </a:lnTo>
                    <a:lnTo>
                      <a:pt x="792" y="1472"/>
                    </a:lnTo>
                    <a:lnTo>
                      <a:pt x="701" y="1536"/>
                    </a:lnTo>
                    <a:lnTo>
                      <a:pt x="614" y="1599"/>
                    </a:lnTo>
                    <a:lnTo>
                      <a:pt x="531" y="1657"/>
                    </a:lnTo>
                    <a:lnTo>
                      <a:pt x="492" y="1683"/>
                    </a:lnTo>
                    <a:lnTo>
                      <a:pt x="455" y="1707"/>
                    </a:lnTo>
                    <a:lnTo>
                      <a:pt x="418" y="1729"/>
                    </a:lnTo>
                    <a:lnTo>
                      <a:pt x="385" y="1751"/>
                    </a:lnTo>
                    <a:lnTo>
                      <a:pt x="355" y="1769"/>
                    </a:lnTo>
                    <a:lnTo>
                      <a:pt x="328" y="1786"/>
                    </a:lnTo>
                    <a:lnTo>
                      <a:pt x="302" y="1801"/>
                    </a:lnTo>
                    <a:lnTo>
                      <a:pt x="281" y="1812"/>
                    </a:lnTo>
                    <a:lnTo>
                      <a:pt x="243" y="1830"/>
                    </a:lnTo>
                    <a:lnTo>
                      <a:pt x="207" y="1843"/>
                    </a:lnTo>
                    <a:lnTo>
                      <a:pt x="172" y="1851"/>
                    </a:lnTo>
                    <a:lnTo>
                      <a:pt x="141" y="1855"/>
                    </a:lnTo>
                    <a:lnTo>
                      <a:pt x="111" y="1851"/>
                    </a:lnTo>
                    <a:lnTo>
                      <a:pt x="85" y="1843"/>
                    </a:lnTo>
                    <a:lnTo>
                      <a:pt x="61" y="1832"/>
                    </a:lnTo>
                    <a:lnTo>
                      <a:pt x="43" y="1816"/>
                    </a:lnTo>
                    <a:lnTo>
                      <a:pt x="30" y="1795"/>
                    </a:lnTo>
                    <a:lnTo>
                      <a:pt x="19" y="1769"/>
                    </a:lnTo>
                    <a:lnTo>
                      <a:pt x="15" y="1742"/>
                    </a:lnTo>
                    <a:lnTo>
                      <a:pt x="15" y="1708"/>
                    </a:lnTo>
                    <a:lnTo>
                      <a:pt x="22" y="1673"/>
                    </a:lnTo>
                    <a:lnTo>
                      <a:pt x="35" y="1634"/>
                    </a:lnTo>
                    <a:lnTo>
                      <a:pt x="56" y="1592"/>
                    </a:lnTo>
                    <a:lnTo>
                      <a:pt x="82" y="1546"/>
                    </a:lnTo>
                    <a:lnTo>
                      <a:pt x="98" y="1522"/>
                    </a:lnTo>
                    <a:lnTo>
                      <a:pt x="119" y="1494"/>
                    </a:lnTo>
                    <a:lnTo>
                      <a:pt x="143" y="1464"/>
                    </a:lnTo>
                    <a:lnTo>
                      <a:pt x="170" y="1431"/>
                    </a:lnTo>
                    <a:lnTo>
                      <a:pt x="202" y="1398"/>
                    </a:lnTo>
                    <a:lnTo>
                      <a:pt x="233" y="1361"/>
                    </a:lnTo>
                    <a:lnTo>
                      <a:pt x="270" y="1324"/>
                    </a:lnTo>
                    <a:lnTo>
                      <a:pt x="307" y="1283"/>
                    </a:lnTo>
                    <a:lnTo>
                      <a:pt x="346" y="1242"/>
                    </a:lnTo>
                    <a:lnTo>
                      <a:pt x="389" y="1200"/>
                    </a:lnTo>
                    <a:lnTo>
                      <a:pt x="476" y="1113"/>
                    </a:lnTo>
                    <a:lnTo>
                      <a:pt x="566" y="1022"/>
                    </a:lnTo>
                    <a:lnTo>
                      <a:pt x="659" y="932"/>
                    </a:lnTo>
                    <a:lnTo>
                      <a:pt x="753" y="839"/>
                    </a:lnTo>
                    <a:lnTo>
                      <a:pt x="844" y="749"/>
                    </a:lnTo>
                    <a:lnTo>
                      <a:pt x="932" y="660"/>
                    </a:lnTo>
                    <a:lnTo>
                      <a:pt x="973" y="617"/>
                    </a:lnTo>
                    <a:lnTo>
                      <a:pt x="1014" y="577"/>
                    </a:lnTo>
                    <a:lnTo>
                      <a:pt x="1053" y="536"/>
                    </a:lnTo>
                    <a:lnTo>
                      <a:pt x="1088" y="499"/>
                    </a:lnTo>
                    <a:lnTo>
                      <a:pt x="1123" y="462"/>
                    </a:lnTo>
                    <a:lnTo>
                      <a:pt x="1154" y="427"/>
                    </a:lnTo>
                    <a:lnTo>
                      <a:pt x="1182" y="393"/>
                    </a:lnTo>
                    <a:lnTo>
                      <a:pt x="1206" y="364"/>
                    </a:lnTo>
                    <a:lnTo>
                      <a:pt x="1228" y="336"/>
                    </a:lnTo>
                    <a:lnTo>
                      <a:pt x="1247" y="310"/>
                    </a:lnTo>
                    <a:lnTo>
                      <a:pt x="1262" y="286"/>
                    </a:lnTo>
                    <a:lnTo>
                      <a:pt x="1277" y="264"/>
                    </a:lnTo>
                    <a:lnTo>
                      <a:pt x="1288" y="244"/>
                    </a:lnTo>
                    <a:lnTo>
                      <a:pt x="1297" y="223"/>
                    </a:lnTo>
                    <a:lnTo>
                      <a:pt x="1312" y="186"/>
                    </a:lnTo>
                    <a:lnTo>
                      <a:pt x="1319" y="153"/>
                    </a:lnTo>
                    <a:lnTo>
                      <a:pt x="1321" y="125"/>
                    </a:lnTo>
                    <a:lnTo>
                      <a:pt x="1317" y="99"/>
                    </a:lnTo>
                    <a:lnTo>
                      <a:pt x="1310" y="77"/>
                    </a:lnTo>
                    <a:lnTo>
                      <a:pt x="1297" y="59"/>
                    </a:lnTo>
                    <a:lnTo>
                      <a:pt x="1282" y="44"/>
                    </a:lnTo>
                    <a:lnTo>
                      <a:pt x="1264" y="31"/>
                    </a:lnTo>
                    <a:lnTo>
                      <a:pt x="1243" y="20"/>
                    </a:lnTo>
                    <a:lnTo>
                      <a:pt x="1221" y="12"/>
                    </a:lnTo>
                    <a:lnTo>
                      <a:pt x="1197" y="7"/>
                    </a:lnTo>
                    <a:lnTo>
                      <a:pt x="1173" y="3"/>
                    </a:lnTo>
                    <a:lnTo>
                      <a:pt x="1125" y="0"/>
                    </a:lnTo>
                    <a:close/>
                  </a:path>
                </a:pathLst>
              </a:custGeom>
              <a:noFill/>
              <a:ln w="17463" cap="flat" cmpd="sng">
                <a:solidFill>
                  <a:srgbClr val="0000FF"/>
                </a:solidFill>
                <a:prstDash val="solid"/>
                <a:round/>
                <a:headEnd type="none" w="med" len="med"/>
                <a:tailEnd type="none" w="med" len="med"/>
              </a:ln>
            </p:spPr>
            <p:txBody>
              <a:bodyPr/>
              <a:p>
                <a:endParaRPr lang="zh-CN" altLang="en-US"/>
              </a:p>
            </p:txBody>
          </p:sp>
          <p:grpSp>
            <p:nvGrpSpPr>
              <p:cNvPr id="79268" name="Group 420"/>
              <p:cNvGrpSpPr/>
              <p:nvPr/>
            </p:nvGrpSpPr>
            <p:grpSpPr>
              <a:xfrm>
                <a:off x="3143" y="3011"/>
                <a:ext cx="137" cy="93"/>
                <a:chOff x="3143" y="3011"/>
                <a:chExt cx="137" cy="93"/>
              </a:xfrm>
            </p:grpSpPr>
            <p:sp>
              <p:nvSpPr>
                <p:cNvPr id="79269" name="Freeform 421"/>
                <p:cNvSpPr/>
                <p:nvPr/>
              </p:nvSpPr>
              <p:spPr>
                <a:xfrm>
                  <a:off x="3200" y="3011"/>
                  <a:ext cx="80" cy="59"/>
                </a:xfrm>
                <a:custGeom>
                  <a:avLst/>
                  <a:gdLst/>
                  <a:ahLst/>
                  <a:cxnLst>
                    <a:cxn ang="0">
                      <a:pos x="40" y="4"/>
                    </a:cxn>
                    <a:cxn ang="0">
                      <a:pos x="37" y="0"/>
                    </a:cxn>
                    <a:cxn ang="0">
                      <a:pos x="0" y="25"/>
                    </a:cxn>
                    <a:cxn ang="0">
                      <a:pos x="4" y="29"/>
                    </a:cxn>
                    <a:cxn ang="0">
                      <a:pos x="40" y="4"/>
                    </a:cxn>
                  </a:cxnLst>
                  <a:pathLst>
                    <a:path w="159" h="119">
                      <a:moveTo>
                        <a:pt x="159" y="19"/>
                      </a:moveTo>
                      <a:lnTo>
                        <a:pt x="146" y="0"/>
                      </a:lnTo>
                      <a:lnTo>
                        <a:pt x="0" y="100"/>
                      </a:lnTo>
                      <a:lnTo>
                        <a:pt x="13" y="119"/>
                      </a:lnTo>
                      <a:lnTo>
                        <a:pt x="159" y="19"/>
                      </a:lnTo>
                      <a:close/>
                    </a:path>
                  </a:pathLst>
                </a:custGeom>
                <a:solidFill>
                  <a:srgbClr val="000000"/>
                </a:solidFill>
                <a:ln w="9525">
                  <a:noFill/>
                </a:ln>
              </p:spPr>
              <p:txBody>
                <a:bodyPr/>
                <a:p>
                  <a:endParaRPr lang="zh-CN" altLang="en-US"/>
                </a:p>
              </p:txBody>
            </p:sp>
            <p:sp>
              <p:nvSpPr>
                <p:cNvPr id="79270" name="Freeform 422"/>
                <p:cNvSpPr/>
                <p:nvPr/>
              </p:nvSpPr>
              <p:spPr>
                <a:xfrm>
                  <a:off x="3143" y="3015"/>
                  <a:ext cx="110" cy="89"/>
                </a:xfrm>
                <a:custGeom>
                  <a:avLst/>
                  <a:gdLst/>
                  <a:ahLst/>
                  <a:cxnLst>
                    <a:cxn ang="0">
                      <a:pos x="35" y="0"/>
                    </a:cxn>
                    <a:cxn ang="0">
                      <a:pos x="0" y="44"/>
                    </a:cxn>
                    <a:cxn ang="0">
                      <a:pos x="55" y="30"/>
                    </a:cxn>
                    <a:cxn ang="0">
                      <a:pos x="31" y="24"/>
                    </a:cxn>
                    <a:cxn ang="0">
                      <a:pos x="35" y="0"/>
                    </a:cxn>
                  </a:cxnLst>
                  <a:pathLst>
                    <a:path w="220" h="179">
                      <a:moveTo>
                        <a:pt x="140" y="0"/>
                      </a:moveTo>
                      <a:lnTo>
                        <a:pt x="0" y="179"/>
                      </a:lnTo>
                      <a:lnTo>
                        <a:pt x="220" y="120"/>
                      </a:lnTo>
                      <a:lnTo>
                        <a:pt x="124" y="98"/>
                      </a:lnTo>
                      <a:lnTo>
                        <a:pt x="140" y="0"/>
                      </a:lnTo>
                      <a:close/>
                    </a:path>
                  </a:pathLst>
                </a:custGeom>
                <a:solidFill>
                  <a:srgbClr val="000000"/>
                </a:solidFill>
                <a:ln w="9525">
                  <a:noFill/>
                </a:ln>
              </p:spPr>
              <p:txBody>
                <a:bodyPr/>
                <a:p>
                  <a:endParaRPr lang="zh-CN" altLang="en-US"/>
                </a:p>
              </p:txBody>
            </p:sp>
          </p:grpSp>
        </p:grpSp>
        <p:grpSp>
          <p:nvGrpSpPr>
            <p:cNvPr id="79271" name="Group 423"/>
            <p:cNvGrpSpPr/>
            <p:nvPr/>
          </p:nvGrpSpPr>
          <p:grpSpPr>
            <a:xfrm>
              <a:off x="3293" y="1577"/>
              <a:ext cx="177" cy="134"/>
              <a:chOff x="3137" y="1589"/>
              <a:chExt cx="177" cy="134"/>
            </a:xfrm>
          </p:grpSpPr>
          <p:sp>
            <p:nvSpPr>
              <p:cNvPr id="79272" name="Freeform 424"/>
              <p:cNvSpPr/>
              <p:nvPr/>
            </p:nvSpPr>
            <p:spPr>
              <a:xfrm>
                <a:off x="3208" y="1589"/>
                <a:ext cx="106" cy="110"/>
              </a:xfrm>
              <a:custGeom>
                <a:avLst/>
                <a:gdLst/>
                <a:ahLst/>
                <a:cxnLst>
                  <a:cxn ang="0">
                    <a:pos x="53" y="2"/>
                  </a:cxn>
                  <a:cxn ang="0">
                    <a:pos x="48" y="0"/>
                  </a:cxn>
                  <a:cxn ang="0">
                    <a:pos x="45" y="7"/>
                  </a:cxn>
                  <a:cxn ang="0">
                    <a:pos x="48" y="7"/>
                  </a:cxn>
                  <a:cxn ang="0">
                    <a:pos x="46" y="5"/>
                  </a:cxn>
                  <a:cxn ang="0">
                    <a:pos x="43" y="11"/>
                  </a:cxn>
                  <a:cxn ang="0">
                    <a:pos x="39" y="17"/>
                  </a:cxn>
                  <a:cxn ang="0">
                    <a:pos x="35" y="23"/>
                  </a:cxn>
                  <a:cxn ang="0">
                    <a:pos x="30" y="29"/>
                  </a:cxn>
                  <a:cxn ang="0">
                    <a:pos x="24" y="35"/>
                  </a:cxn>
                  <a:cxn ang="0">
                    <a:pos x="18" y="40"/>
                  </a:cxn>
                  <a:cxn ang="0">
                    <a:pos x="20" y="41"/>
                  </a:cxn>
                  <a:cxn ang="0">
                    <a:pos x="19" y="39"/>
                  </a:cxn>
                  <a:cxn ang="0">
                    <a:pos x="12" y="44"/>
                  </a:cxn>
                  <a:cxn ang="0">
                    <a:pos x="14" y="46"/>
                  </a:cxn>
                  <a:cxn ang="0">
                    <a:pos x="13" y="44"/>
                  </a:cxn>
                  <a:cxn ang="0">
                    <a:pos x="6" y="47"/>
                  </a:cxn>
                  <a:cxn ang="0">
                    <a:pos x="0" y="50"/>
                  </a:cxn>
                  <a:cxn ang="0">
                    <a:pos x="2" y="55"/>
                  </a:cxn>
                  <a:cxn ang="0">
                    <a:pos x="8" y="52"/>
                  </a:cxn>
                  <a:cxn ang="0">
                    <a:pos x="15" y="49"/>
                  </a:cxn>
                  <a:cxn ang="0">
                    <a:pos x="15" y="48"/>
                  </a:cxn>
                  <a:cxn ang="0">
                    <a:pos x="21" y="44"/>
                  </a:cxn>
                  <a:cxn ang="0">
                    <a:pos x="22" y="44"/>
                  </a:cxn>
                  <a:cxn ang="0">
                    <a:pos x="28" y="39"/>
                  </a:cxn>
                  <a:cxn ang="0">
                    <a:pos x="34" y="33"/>
                  </a:cxn>
                  <a:cxn ang="0">
                    <a:pos x="39" y="28"/>
                  </a:cxn>
                  <a:cxn ang="0">
                    <a:pos x="44" y="22"/>
                  </a:cxn>
                  <a:cxn ang="0">
                    <a:pos x="47" y="16"/>
                  </a:cxn>
                  <a:cxn ang="0">
                    <a:pos x="50" y="9"/>
                  </a:cxn>
                  <a:cxn ang="0">
                    <a:pos x="51" y="7"/>
                  </a:cxn>
                  <a:cxn ang="0">
                    <a:pos x="51" y="7"/>
                  </a:cxn>
                  <a:cxn ang="0">
                    <a:pos x="53" y="2"/>
                  </a:cxn>
                </a:cxnLst>
                <a:pathLst>
                  <a:path w="213" h="220">
                    <a:moveTo>
                      <a:pt x="213" y="5"/>
                    </a:moveTo>
                    <a:lnTo>
                      <a:pt x="193" y="0"/>
                    </a:lnTo>
                    <a:lnTo>
                      <a:pt x="183" y="27"/>
                    </a:lnTo>
                    <a:lnTo>
                      <a:pt x="194" y="27"/>
                    </a:lnTo>
                    <a:lnTo>
                      <a:pt x="185" y="18"/>
                    </a:lnTo>
                    <a:lnTo>
                      <a:pt x="174" y="44"/>
                    </a:lnTo>
                    <a:lnTo>
                      <a:pt x="159" y="68"/>
                    </a:lnTo>
                    <a:lnTo>
                      <a:pt x="143" y="92"/>
                    </a:lnTo>
                    <a:lnTo>
                      <a:pt x="122" y="114"/>
                    </a:lnTo>
                    <a:lnTo>
                      <a:pt x="98" y="137"/>
                    </a:lnTo>
                    <a:lnTo>
                      <a:pt x="74" y="157"/>
                    </a:lnTo>
                    <a:lnTo>
                      <a:pt x="83" y="164"/>
                    </a:lnTo>
                    <a:lnTo>
                      <a:pt x="78" y="155"/>
                    </a:lnTo>
                    <a:lnTo>
                      <a:pt x="50" y="174"/>
                    </a:lnTo>
                    <a:lnTo>
                      <a:pt x="56" y="183"/>
                    </a:lnTo>
                    <a:lnTo>
                      <a:pt x="52" y="174"/>
                    </a:lnTo>
                    <a:lnTo>
                      <a:pt x="24" y="186"/>
                    </a:lnTo>
                    <a:lnTo>
                      <a:pt x="0" y="199"/>
                    </a:lnTo>
                    <a:lnTo>
                      <a:pt x="9" y="220"/>
                    </a:lnTo>
                    <a:lnTo>
                      <a:pt x="33" y="207"/>
                    </a:lnTo>
                    <a:lnTo>
                      <a:pt x="61" y="194"/>
                    </a:lnTo>
                    <a:lnTo>
                      <a:pt x="61" y="192"/>
                    </a:lnTo>
                    <a:lnTo>
                      <a:pt x="87" y="175"/>
                    </a:lnTo>
                    <a:lnTo>
                      <a:pt x="91" y="174"/>
                    </a:lnTo>
                    <a:lnTo>
                      <a:pt x="115" y="153"/>
                    </a:lnTo>
                    <a:lnTo>
                      <a:pt x="139" y="131"/>
                    </a:lnTo>
                    <a:lnTo>
                      <a:pt x="159" y="109"/>
                    </a:lnTo>
                    <a:lnTo>
                      <a:pt x="176" y="85"/>
                    </a:lnTo>
                    <a:lnTo>
                      <a:pt x="191" y="61"/>
                    </a:lnTo>
                    <a:lnTo>
                      <a:pt x="202" y="35"/>
                    </a:lnTo>
                    <a:lnTo>
                      <a:pt x="205" y="27"/>
                    </a:lnTo>
                    <a:lnTo>
                      <a:pt x="213" y="5"/>
                    </a:lnTo>
                    <a:close/>
                  </a:path>
                </a:pathLst>
              </a:custGeom>
              <a:solidFill>
                <a:srgbClr val="FF3300"/>
              </a:solidFill>
              <a:ln w="9525">
                <a:noFill/>
              </a:ln>
            </p:spPr>
            <p:txBody>
              <a:bodyPr/>
              <a:p>
                <a:endParaRPr lang="zh-CN" altLang="en-US"/>
              </a:p>
            </p:txBody>
          </p:sp>
          <p:sp>
            <p:nvSpPr>
              <p:cNvPr id="79273" name="Freeform 425"/>
              <p:cNvSpPr/>
              <p:nvPr/>
            </p:nvSpPr>
            <p:spPr>
              <a:xfrm>
                <a:off x="3137" y="1653"/>
                <a:ext cx="113" cy="70"/>
              </a:xfrm>
              <a:custGeom>
                <a:avLst/>
                <a:gdLst/>
                <a:ahLst/>
                <a:cxnLst>
                  <a:cxn ang="0">
                    <a:pos x="50" y="0"/>
                  </a:cxn>
                  <a:cxn ang="0">
                    <a:pos x="0" y="27"/>
                  </a:cxn>
                  <a:cxn ang="0">
                    <a:pos x="57" y="35"/>
                  </a:cxn>
                  <a:cxn ang="0">
                    <a:pos x="37" y="21"/>
                  </a:cxn>
                  <a:cxn ang="0">
                    <a:pos x="50" y="0"/>
                  </a:cxn>
                </a:cxnLst>
                <a:pathLst>
                  <a:path w="225" h="141">
                    <a:moveTo>
                      <a:pt x="199" y="0"/>
                    </a:moveTo>
                    <a:lnTo>
                      <a:pt x="0" y="109"/>
                    </a:lnTo>
                    <a:lnTo>
                      <a:pt x="225" y="141"/>
                    </a:lnTo>
                    <a:lnTo>
                      <a:pt x="146" y="84"/>
                    </a:lnTo>
                    <a:lnTo>
                      <a:pt x="199" y="0"/>
                    </a:lnTo>
                    <a:close/>
                  </a:path>
                </a:pathLst>
              </a:custGeom>
              <a:solidFill>
                <a:srgbClr val="FF3300"/>
              </a:solidFill>
              <a:ln w="9525">
                <a:noFill/>
              </a:ln>
            </p:spPr>
            <p:txBody>
              <a:bodyPr/>
              <a:p>
                <a:endParaRPr lang="zh-CN" altLang="en-US"/>
              </a:p>
            </p:txBody>
          </p:sp>
        </p:grpSp>
        <p:sp>
          <p:nvSpPr>
            <p:cNvPr id="79274" name="Freeform 426"/>
            <p:cNvSpPr/>
            <p:nvPr/>
          </p:nvSpPr>
          <p:spPr>
            <a:xfrm>
              <a:off x="985" y="425"/>
              <a:ext cx="674" cy="942"/>
            </a:xfrm>
            <a:custGeom>
              <a:avLst/>
              <a:gdLst/>
              <a:ahLst/>
              <a:cxnLst>
                <a:cxn ang="0">
                  <a:pos x="335" y="0"/>
                </a:cxn>
                <a:cxn ang="0">
                  <a:pos x="273" y="31"/>
                </a:cxn>
                <a:cxn ang="0">
                  <a:pos x="213" y="62"/>
                </a:cxn>
                <a:cxn ang="0">
                  <a:pos x="157" y="93"/>
                </a:cxn>
                <a:cxn ang="0">
                  <a:pos x="118" y="116"/>
                </a:cxn>
                <a:cxn ang="0">
                  <a:pos x="105" y="124"/>
                </a:cxn>
                <a:cxn ang="0">
                  <a:pos x="83" y="139"/>
                </a:cxn>
                <a:cxn ang="0">
                  <a:pos x="62" y="155"/>
                </a:cxn>
                <a:cxn ang="0">
                  <a:pos x="45" y="170"/>
                </a:cxn>
                <a:cxn ang="0">
                  <a:pos x="30" y="185"/>
                </a:cxn>
                <a:cxn ang="0">
                  <a:pos x="17" y="200"/>
                </a:cxn>
                <a:cxn ang="0">
                  <a:pos x="9" y="215"/>
                </a:cxn>
                <a:cxn ang="0">
                  <a:pos x="5" y="224"/>
                </a:cxn>
                <a:cxn ang="0">
                  <a:pos x="1" y="239"/>
                </a:cxn>
                <a:cxn ang="0">
                  <a:pos x="1" y="254"/>
                </a:cxn>
                <a:cxn ang="0">
                  <a:pos x="5" y="268"/>
                </a:cxn>
                <a:cxn ang="0">
                  <a:pos x="9" y="277"/>
                </a:cxn>
                <a:cxn ang="0">
                  <a:pos x="17" y="291"/>
                </a:cxn>
                <a:cxn ang="0">
                  <a:pos x="30" y="305"/>
                </a:cxn>
                <a:cxn ang="0">
                  <a:pos x="45" y="320"/>
                </a:cxn>
                <a:cxn ang="0">
                  <a:pos x="62" y="334"/>
                </a:cxn>
                <a:cxn ang="0">
                  <a:pos x="83" y="347"/>
                </a:cxn>
                <a:cxn ang="0">
                  <a:pos x="95" y="355"/>
                </a:cxn>
                <a:cxn ang="0">
                  <a:pos x="118" y="369"/>
                </a:cxn>
                <a:cxn ang="0">
                  <a:pos x="157" y="389"/>
                </a:cxn>
                <a:cxn ang="0">
                  <a:pos x="213" y="416"/>
                </a:cxn>
                <a:cxn ang="0">
                  <a:pos x="273" y="444"/>
                </a:cxn>
                <a:cxn ang="0">
                  <a:pos x="335" y="471"/>
                </a:cxn>
                <a:cxn ang="0">
                  <a:pos x="306" y="452"/>
                </a:cxn>
                <a:cxn ang="0">
                  <a:pos x="245" y="425"/>
                </a:cxn>
                <a:cxn ang="0">
                  <a:pos x="186" y="398"/>
                </a:cxn>
                <a:cxn ang="0">
                  <a:pos x="133" y="371"/>
                </a:cxn>
                <a:cxn ang="0">
                  <a:pos x="109" y="357"/>
                </a:cxn>
                <a:cxn ang="0">
                  <a:pos x="86" y="343"/>
                </a:cxn>
                <a:cxn ang="0">
                  <a:pos x="87" y="343"/>
                </a:cxn>
                <a:cxn ang="0">
                  <a:pos x="66" y="329"/>
                </a:cxn>
                <a:cxn ang="0">
                  <a:pos x="49" y="315"/>
                </a:cxn>
                <a:cxn ang="0">
                  <a:pos x="34" y="301"/>
                </a:cxn>
                <a:cxn ang="0">
                  <a:pos x="22" y="287"/>
                </a:cxn>
                <a:cxn ang="0">
                  <a:pos x="13" y="273"/>
                </a:cxn>
                <a:cxn ang="0">
                  <a:pos x="7" y="268"/>
                </a:cxn>
                <a:cxn ang="0">
                  <a:pos x="8" y="260"/>
                </a:cxn>
                <a:cxn ang="0">
                  <a:pos x="6" y="246"/>
                </a:cxn>
                <a:cxn ang="0">
                  <a:pos x="8" y="231"/>
                </a:cxn>
                <a:cxn ang="0">
                  <a:pos x="7" y="224"/>
                </a:cxn>
                <a:cxn ang="0">
                  <a:pos x="13" y="219"/>
                </a:cxn>
                <a:cxn ang="0">
                  <a:pos x="22" y="204"/>
                </a:cxn>
                <a:cxn ang="0">
                  <a:pos x="34" y="189"/>
                </a:cxn>
                <a:cxn ang="0">
                  <a:pos x="49" y="174"/>
                </a:cxn>
                <a:cxn ang="0">
                  <a:pos x="66" y="159"/>
                </a:cxn>
                <a:cxn ang="0">
                  <a:pos x="87" y="143"/>
                </a:cxn>
                <a:cxn ang="0">
                  <a:pos x="109" y="128"/>
                </a:cxn>
                <a:cxn ang="0">
                  <a:pos x="109" y="129"/>
                </a:cxn>
                <a:cxn ang="0">
                  <a:pos x="133" y="113"/>
                </a:cxn>
                <a:cxn ang="0">
                  <a:pos x="186" y="82"/>
                </a:cxn>
                <a:cxn ang="0">
                  <a:pos x="245" y="51"/>
                </a:cxn>
                <a:cxn ang="0">
                  <a:pos x="306" y="20"/>
                </a:cxn>
              </a:cxnLst>
              <a:pathLst>
                <a:path w="1348" h="1885">
                  <a:moveTo>
                    <a:pt x="1348" y="21"/>
                  </a:moveTo>
                  <a:lnTo>
                    <a:pt x="1339" y="0"/>
                  </a:lnTo>
                  <a:lnTo>
                    <a:pt x="1213" y="61"/>
                  </a:lnTo>
                  <a:lnTo>
                    <a:pt x="1089" y="124"/>
                  </a:lnTo>
                  <a:lnTo>
                    <a:pt x="967" y="187"/>
                  </a:lnTo>
                  <a:lnTo>
                    <a:pt x="849" y="248"/>
                  </a:lnTo>
                  <a:lnTo>
                    <a:pt x="734" y="311"/>
                  </a:lnTo>
                  <a:lnTo>
                    <a:pt x="625" y="372"/>
                  </a:lnTo>
                  <a:lnTo>
                    <a:pt x="520" y="435"/>
                  </a:lnTo>
                  <a:lnTo>
                    <a:pt x="470" y="464"/>
                  </a:lnTo>
                  <a:lnTo>
                    <a:pt x="424" y="496"/>
                  </a:lnTo>
                  <a:lnTo>
                    <a:pt x="420" y="498"/>
                  </a:lnTo>
                  <a:lnTo>
                    <a:pt x="374" y="529"/>
                  </a:lnTo>
                  <a:lnTo>
                    <a:pt x="329" y="559"/>
                  </a:lnTo>
                  <a:lnTo>
                    <a:pt x="289" y="590"/>
                  </a:lnTo>
                  <a:lnTo>
                    <a:pt x="248" y="620"/>
                  </a:lnTo>
                  <a:lnTo>
                    <a:pt x="213" y="651"/>
                  </a:lnTo>
                  <a:lnTo>
                    <a:pt x="178" y="681"/>
                  </a:lnTo>
                  <a:lnTo>
                    <a:pt x="146" y="710"/>
                  </a:lnTo>
                  <a:lnTo>
                    <a:pt x="117" y="740"/>
                  </a:lnTo>
                  <a:lnTo>
                    <a:pt x="91" y="771"/>
                  </a:lnTo>
                  <a:lnTo>
                    <a:pt x="68" y="801"/>
                  </a:lnTo>
                  <a:lnTo>
                    <a:pt x="50" y="831"/>
                  </a:lnTo>
                  <a:lnTo>
                    <a:pt x="33" y="860"/>
                  </a:lnTo>
                  <a:lnTo>
                    <a:pt x="20" y="890"/>
                  </a:lnTo>
                  <a:lnTo>
                    <a:pt x="17" y="897"/>
                  </a:lnTo>
                  <a:lnTo>
                    <a:pt x="7" y="927"/>
                  </a:lnTo>
                  <a:lnTo>
                    <a:pt x="2" y="956"/>
                  </a:lnTo>
                  <a:lnTo>
                    <a:pt x="0" y="986"/>
                  </a:lnTo>
                  <a:lnTo>
                    <a:pt x="2" y="1016"/>
                  </a:lnTo>
                  <a:lnTo>
                    <a:pt x="7" y="1043"/>
                  </a:lnTo>
                  <a:lnTo>
                    <a:pt x="17" y="1073"/>
                  </a:lnTo>
                  <a:lnTo>
                    <a:pt x="20" y="1080"/>
                  </a:lnTo>
                  <a:lnTo>
                    <a:pt x="33" y="1110"/>
                  </a:lnTo>
                  <a:lnTo>
                    <a:pt x="50" y="1138"/>
                  </a:lnTo>
                  <a:lnTo>
                    <a:pt x="68" y="1167"/>
                  </a:lnTo>
                  <a:lnTo>
                    <a:pt x="91" y="1195"/>
                  </a:lnTo>
                  <a:lnTo>
                    <a:pt x="117" y="1223"/>
                  </a:lnTo>
                  <a:lnTo>
                    <a:pt x="146" y="1252"/>
                  </a:lnTo>
                  <a:lnTo>
                    <a:pt x="178" y="1280"/>
                  </a:lnTo>
                  <a:lnTo>
                    <a:pt x="213" y="1308"/>
                  </a:lnTo>
                  <a:lnTo>
                    <a:pt x="248" y="1336"/>
                  </a:lnTo>
                  <a:lnTo>
                    <a:pt x="289" y="1363"/>
                  </a:lnTo>
                  <a:lnTo>
                    <a:pt x="329" y="1391"/>
                  </a:lnTo>
                  <a:lnTo>
                    <a:pt x="333" y="1393"/>
                  </a:lnTo>
                  <a:lnTo>
                    <a:pt x="377" y="1421"/>
                  </a:lnTo>
                  <a:lnTo>
                    <a:pt x="424" y="1448"/>
                  </a:lnTo>
                  <a:lnTo>
                    <a:pt x="470" y="1476"/>
                  </a:lnTo>
                  <a:lnTo>
                    <a:pt x="520" y="1504"/>
                  </a:lnTo>
                  <a:lnTo>
                    <a:pt x="625" y="1557"/>
                  </a:lnTo>
                  <a:lnTo>
                    <a:pt x="734" y="1613"/>
                  </a:lnTo>
                  <a:lnTo>
                    <a:pt x="849" y="1667"/>
                  </a:lnTo>
                  <a:lnTo>
                    <a:pt x="967" y="1722"/>
                  </a:lnTo>
                  <a:lnTo>
                    <a:pt x="1089" y="1776"/>
                  </a:lnTo>
                  <a:lnTo>
                    <a:pt x="1213" y="1829"/>
                  </a:lnTo>
                  <a:lnTo>
                    <a:pt x="1339" y="1885"/>
                  </a:lnTo>
                  <a:lnTo>
                    <a:pt x="1348" y="1864"/>
                  </a:lnTo>
                  <a:lnTo>
                    <a:pt x="1223" y="1809"/>
                  </a:lnTo>
                  <a:lnTo>
                    <a:pt x="1099" y="1755"/>
                  </a:lnTo>
                  <a:lnTo>
                    <a:pt x="977" y="1702"/>
                  </a:lnTo>
                  <a:lnTo>
                    <a:pt x="858" y="1646"/>
                  </a:lnTo>
                  <a:lnTo>
                    <a:pt x="744" y="1593"/>
                  </a:lnTo>
                  <a:lnTo>
                    <a:pt x="634" y="1537"/>
                  </a:lnTo>
                  <a:lnTo>
                    <a:pt x="529" y="1484"/>
                  </a:lnTo>
                  <a:lnTo>
                    <a:pt x="479" y="1456"/>
                  </a:lnTo>
                  <a:lnTo>
                    <a:pt x="433" y="1428"/>
                  </a:lnTo>
                  <a:lnTo>
                    <a:pt x="387" y="1400"/>
                  </a:lnTo>
                  <a:lnTo>
                    <a:pt x="342" y="1373"/>
                  </a:lnTo>
                  <a:lnTo>
                    <a:pt x="338" y="1384"/>
                  </a:lnTo>
                  <a:lnTo>
                    <a:pt x="346" y="1374"/>
                  </a:lnTo>
                  <a:lnTo>
                    <a:pt x="305" y="1347"/>
                  </a:lnTo>
                  <a:lnTo>
                    <a:pt x="264" y="1319"/>
                  </a:lnTo>
                  <a:lnTo>
                    <a:pt x="229" y="1291"/>
                  </a:lnTo>
                  <a:lnTo>
                    <a:pt x="194" y="1263"/>
                  </a:lnTo>
                  <a:lnTo>
                    <a:pt x="163" y="1236"/>
                  </a:lnTo>
                  <a:lnTo>
                    <a:pt x="133" y="1206"/>
                  </a:lnTo>
                  <a:lnTo>
                    <a:pt x="107" y="1178"/>
                  </a:lnTo>
                  <a:lnTo>
                    <a:pt x="85" y="1151"/>
                  </a:lnTo>
                  <a:lnTo>
                    <a:pt x="67" y="1121"/>
                  </a:lnTo>
                  <a:lnTo>
                    <a:pt x="50" y="1093"/>
                  </a:lnTo>
                  <a:lnTo>
                    <a:pt x="37" y="1064"/>
                  </a:lnTo>
                  <a:lnTo>
                    <a:pt x="28" y="1073"/>
                  </a:lnTo>
                  <a:lnTo>
                    <a:pt x="39" y="1073"/>
                  </a:lnTo>
                  <a:lnTo>
                    <a:pt x="30" y="1043"/>
                  </a:lnTo>
                  <a:lnTo>
                    <a:pt x="24" y="1016"/>
                  </a:lnTo>
                  <a:lnTo>
                    <a:pt x="22" y="986"/>
                  </a:lnTo>
                  <a:lnTo>
                    <a:pt x="24" y="956"/>
                  </a:lnTo>
                  <a:lnTo>
                    <a:pt x="30" y="927"/>
                  </a:lnTo>
                  <a:lnTo>
                    <a:pt x="39" y="897"/>
                  </a:lnTo>
                  <a:lnTo>
                    <a:pt x="28" y="897"/>
                  </a:lnTo>
                  <a:lnTo>
                    <a:pt x="37" y="906"/>
                  </a:lnTo>
                  <a:lnTo>
                    <a:pt x="50" y="877"/>
                  </a:lnTo>
                  <a:lnTo>
                    <a:pt x="67" y="847"/>
                  </a:lnTo>
                  <a:lnTo>
                    <a:pt x="85" y="818"/>
                  </a:lnTo>
                  <a:lnTo>
                    <a:pt x="107" y="788"/>
                  </a:lnTo>
                  <a:lnTo>
                    <a:pt x="133" y="757"/>
                  </a:lnTo>
                  <a:lnTo>
                    <a:pt x="163" y="727"/>
                  </a:lnTo>
                  <a:lnTo>
                    <a:pt x="194" y="697"/>
                  </a:lnTo>
                  <a:lnTo>
                    <a:pt x="229" y="668"/>
                  </a:lnTo>
                  <a:lnTo>
                    <a:pt x="264" y="636"/>
                  </a:lnTo>
                  <a:lnTo>
                    <a:pt x="305" y="607"/>
                  </a:lnTo>
                  <a:lnTo>
                    <a:pt x="346" y="575"/>
                  </a:lnTo>
                  <a:lnTo>
                    <a:pt x="390" y="546"/>
                  </a:lnTo>
                  <a:lnTo>
                    <a:pt x="436" y="514"/>
                  </a:lnTo>
                  <a:lnTo>
                    <a:pt x="427" y="507"/>
                  </a:lnTo>
                  <a:lnTo>
                    <a:pt x="433" y="516"/>
                  </a:lnTo>
                  <a:lnTo>
                    <a:pt x="479" y="485"/>
                  </a:lnTo>
                  <a:lnTo>
                    <a:pt x="529" y="455"/>
                  </a:lnTo>
                  <a:lnTo>
                    <a:pt x="634" y="392"/>
                  </a:lnTo>
                  <a:lnTo>
                    <a:pt x="744" y="331"/>
                  </a:lnTo>
                  <a:lnTo>
                    <a:pt x="858" y="268"/>
                  </a:lnTo>
                  <a:lnTo>
                    <a:pt x="977" y="207"/>
                  </a:lnTo>
                  <a:lnTo>
                    <a:pt x="1099" y="145"/>
                  </a:lnTo>
                  <a:lnTo>
                    <a:pt x="1223" y="82"/>
                  </a:lnTo>
                  <a:lnTo>
                    <a:pt x="1348" y="21"/>
                  </a:lnTo>
                  <a:close/>
                </a:path>
              </a:pathLst>
            </a:custGeom>
            <a:solidFill>
              <a:srgbClr val="3333CC"/>
            </a:solidFill>
            <a:ln w="9525">
              <a:noFill/>
            </a:ln>
          </p:spPr>
          <p:txBody>
            <a:bodyPr/>
            <a:p>
              <a:endParaRPr lang="zh-CN" altLang="en-US"/>
            </a:p>
          </p:txBody>
        </p:sp>
        <p:sp>
          <p:nvSpPr>
            <p:cNvPr id="79275" name="Freeform 427"/>
            <p:cNvSpPr/>
            <p:nvPr/>
          </p:nvSpPr>
          <p:spPr>
            <a:xfrm>
              <a:off x="1923" y="466"/>
              <a:ext cx="666" cy="895"/>
            </a:xfrm>
            <a:custGeom>
              <a:avLst/>
              <a:gdLst/>
              <a:ahLst/>
              <a:cxnLst>
                <a:cxn ang="0">
                  <a:pos x="332" y="2"/>
                </a:cxn>
                <a:cxn ang="0">
                  <a:pos x="319" y="0"/>
                </a:cxn>
                <a:cxn ang="0">
                  <a:pos x="293" y="3"/>
                </a:cxn>
                <a:cxn ang="0">
                  <a:pos x="256" y="10"/>
                </a:cxn>
                <a:cxn ang="0">
                  <a:pos x="213" y="21"/>
                </a:cxn>
                <a:cxn ang="0">
                  <a:pos x="136" y="47"/>
                </a:cxn>
                <a:cxn ang="0">
                  <a:pos x="92" y="66"/>
                </a:cxn>
                <a:cxn ang="0">
                  <a:pos x="53" y="86"/>
                </a:cxn>
                <a:cxn ang="0">
                  <a:pos x="22" y="107"/>
                </a:cxn>
                <a:cxn ang="0">
                  <a:pos x="4" y="129"/>
                </a:cxn>
                <a:cxn ang="0">
                  <a:pos x="0" y="143"/>
                </a:cxn>
                <a:cxn ang="0">
                  <a:pos x="4" y="158"/>
                </a:cxn>
                <a:cxn ang="0">
                  <a:pos x="22" y="185"/>
                </a:cxn>
                <a:cxn ang="0">
                  <a:pos x="53" y="217"/>
                </a:cxn>
                <a:cxn ang="0">
                  <a:pos x="92" y="251"/>
                </a:cxn>
                <a:cxn ang="0">
                  <a:pos x="136" y="286"/>
                </a:cxn>
                <a:cxn ang="0">
                  <a:pos x="213" y="344"/>
                </a:cxn>
                <a:cxn ang="0">
                  <a:pos x="256" y="376"/>
                </a:cxn>
                <a:cxn ang="0">
                  <a:pos x="293" y="403"/>
                </a:cxn>
                <a:cxn ang="0">
                  <a:pos x="319" y="425"/>
                </a:cxn>
                <a:cxn ang="0">
                  <a:pos x="332" y="440"/>
                </a:cxn>
                <a:cxn ang="0">
                  <a:pos x="333" y="444"/>
                </a:cxn>
                <a:cxn ang="0">
                  <a:pos x="325" y="447"/>
                </a:cxn>
                <a:cxn ang="0">
                  <a:pos x="303" y="446"/>
                </a:cxn>
                <a:cxn ang="0">
                  <a:pos x="269" y="440"/>
                </a:cxn>
                <a:cxn ang="0">
                  <a:pos x="228" y="430"/>
                </a:cxn>
                <a:cxn ang="0">
                  <a:pos x="167" y="411"/>
                </a:cxn>
                <a:cxn ang="0">
                  <a:pos x="106" y="387"/>
                </a:cxn>
                <a:cxn ang="0">
                  <a:pos x="65" y="367"/>
                </a:cxn>
                <a:cxn ang="0">
                  <a:pos x="31" y="347"/>
                </a:cxn>
                <a:cxn ang="0">
                  <a:pos x="9" y="325"/>
                </a:cxn>
                <a:cxn ang="0">
                  <a:pos x="1" y="308"/>
                </a:cxn>
                <a:cxn ang="0">
                  <a:pos x="1" y="297"/>
                </a:cxn>
                <a:cxn ang="0">
                  <a:pos x="15" y="272"/>
                </a:cxn>
                <a:cxn ang="0">
                  <a:pos x="41" y="242"/>
                </a:cxn>
                <a:cxn ang="0">
                  <a:pos x="78" y="208"/>
                </a:cxn>
                <a:cxn ang="0">
                  <a:pos x="121" y="173"/>
                </a:cxn>
                <a:cxn ang="0">
                  <a:pos x="198" y="114"/>
                </a:cxn>
                <a:cxn ang="0">
                  <a:pos x="242" y="81"/>
                </a:cxn>
                <a:cxn ang="0">
                  <a:pos x="282" y="52"/>
                </a:cxn>
                <a:cxn ang="0">
                  <a:pos x="312" y="28"/>
                </a:cxn>
                <a:cxn ang="0">
                  <a:pos x="330" y="11"/>
                </a:cxn>
                <a:cxn ang="0">
                  <a:pos x="333" y="4"/>
                </a:cxn>
              </a:cxnLst>
              <a:pathLst>
                <a:path w="1332" h="1791">
                  <a:moveTo>
                    <a:pt x="1332" y="19"/>
                  </a:moveTo>
                  <a:lnTo>
                    <a:pt x="1332" y="13"/>
                  </a:lnTo>
                  <a:lnTo>
                    <a:pt x="1328" y="10"/>
                  </a:lnTo>
                  <a:lnTo>
                    <a:pt x="1317" y="4"/>
                  </a:lnTo>
                  <a:lnTo>
                    <a:pt x="1299" y="0"/>
                  </a:lnTo>
                  <a:lnTo>
                    <a:pt x="1275" y="0"/>
                  </a:lnTo>
                  <a:lnTo>
                    <a:pt x="1245" y="2"/>
                  </a:lnTo>
                  <a:lnTo>
                    <a:pt x="1210" y="6"/>
                  </a:lnTo>
                  <a:lnTo>
                    <a:pt x="1169" y="12"/>
                  </a:lnTo>
                  <a:lnTo>
                    <a:pt x="1125" y="19"/>
                  </a:lnTo>
                  <a:lnTo>
                    <a:pt x="1075" y="28"/>
                  </a:lnTo>
                  <a:lnTo>
                    <a:pt x="1023" y="41"/>
                  </a:lnTo>
                  <a:lnTo>
                    <a:pt x="968" y="54"/>
                  </a:lnTo>
                  <a:lnTo>
                    <a:pt x="910" y="69"/>
                  </a:lnTo>
                  <a:lnTo>
                    <a:pt x="851" y="87"/>
                  </a:lnTo>
                  <a:lnTo>
                    <a:pt x="790" y="106"/>
                  </a:lnTo>
                  <a:lnTo>
                    <a:pt x="666" y="147"/>
                  </a:lnTo>
                  <a:lnTo>
                    <a:pt x="542" y="191"/>
                  </a:lnTo>
                  <a:lnTo>
                    <a:pt x="481" y="215"/>
                  </a:lnTo>
                  <a:lnTo>
                    <a:pt x="422" y="241"/>
                  </a:lnTo>
                  <a:lnTo>
                    <a:pt x="365" y="267"/>
                  </a:lnTo>
                  <a:lnTo>
                    <a:pt x="309" y="293"/>
                  </a:lnTo>
                  <a:lnTo>
                    <a:pt x="258" y="320"/>
                  </a:lnTo>
                  <a:lnTo>
                    <a:pt x="209" y="346"/>
                  </a:lnTo>
                  <a:lnTo>
                    <a:pt x="163" y="376"/>
                  </a:lnTo>
                  <a:lnTo>
                    <a:pt x="123" y="404"/>
                  </a:lnTo>
                  <a:lnTo>
                    <a:pt x="87" y="431"/>
                  </a:lnTo>
                  <a:lnTo>
                    <a:pt x="58" y="459"/>
                  </a:lnTo>
                  <a:lnTo>
                    <a:pt x="34" y="489"/>
                  </a:lnTo>
                  <a:lnTo>
                    <a:pt x="15" y="516"/>
                  </a:lnTo>
                  <a:lnTo>
                    <a:pt x="4" y="544"/>
                  </a:lnTo>
                  <a:lnTo>
                    <a:pt x="2" y="559"/>
                  </a:lnTo>
                  <a:lnTo>
                    <a:pt x="0" y="572"/>
                  </a:lnTo>
                  <a:lnTo>
                    <a:pt x="2" y="587"/>
                  </a:lnTo>
                  <a:lnTo>
                    <a:pt x="4" y="602"/>
                  </a:lnTo>
                  <a:lnTo>
                    <a:pt x="15" y="633"/>
                  </a:lnTo>
                  <a:lnTo>
                    <a:pt x="34" y="666"/>
                  </a:lnTo>
                  <a:lnTo>
                    <a:pt x="58" y="703"/>
                  </a:lnTo>
                  <a:lnTo>
                    <a:pt x="87" y="742"/>
                  </a:lnTo>
                  <a:lnTo>
                    <a:pt x="123" y="783"/>
                  </a:lnTo>
                  <a:lnTo>
                    <a:pt x="163" y="823"/>
                  </a:lnTo>
                  <a:lnTo>
                    <a:pt x="209" y="868"/>
                  </a:lnTo>
                  <a:lnTo>
                    <a:pt x="258" y="912"/>
                  </a:lnTo>
                  <a:lnTo>
                    <a:pt x="309" y="958"/>
                  </a:lnTo>
                  <a:lnTo>
                    <a:pt x="365" y="1005"/>
                  </a:lnTo>
                  <a:lnTo>
                    <a:pt x="422" y="1053"/>
                  </a:lnTo>
                  <a:lnTo>
                    <a:pt x="481" y="1099"/>
                  </a:lnTo>
                  <a:lnTo>
                    <a:pt x="542" y="1147"/>
                  </a:lnTo>
                  <a:lnTo>
                    <a:pt x="666" y="1241"/>
                  </a:lnTo>
                  <a:lnTo>
                    <a:pt x="790" y="1334"/>
                  </a:lnTo>
                  <a:lnTo>
                    <a:pt x="851" y="1378"/>
                  </a:lnTo>
                  <a:lnTo>
                    <a:pt x="910" y="1423"/>
                  </a:lnTo>
                  <a:lnTo>
                    <a:pt x="968" y="1465"/>
                  </a:lnTo>
                  <a:lnTo>
                    <a:pt x="1023" y="1506"/>
                  </a:lnTo>
                  <a:lnTo>
                    <a:pt x="1075" y="1545"/>
                  </a:lnTo>
                  <a:lnTo>
                    <a:pt x="1125" y="1580"/>
                  </a:lnTo>
                  <a:lnTo>
                    <a:pt x="1169" y="1615"/>
                  </a:lnTo>
                  <a:lnTo>
                    <a:pt x="1210" y="1646"/>
                  </a:lnTo>
                  <a:lnTo>
                    <a:pt x="1245" y="1676"/>
                  </a:lnTo>
                  <a:lnTo>
                    <a:pt x="1275" y="1702"/>
                  </a:lnTo>
                  <a:lnTo>
                    <a:pt x="1299" y="1724"/>
                  </a:lnTo>
                  <a:lnTo>
                    <a:pt x="1317" y="1745"/>
                  </a:lnTo>
                  <a:lnTo>
                    <a:pt x="1328" y="1761"/>
                  </a:lnTo>
                  <a:lnTo>
                    <a:pt x="1332" y="1767"/>
                  </a:lnTo>
                  <a:lnTo>
                    <a:pt x="1332" y="1772"/>
                  </a:lnTo>
                  <a:lnTo>
                    <a:pt x="1332" y="1778"/>
                  </a:lnTo>
                  <a:lnTo>
                    <a:pt x="1328" y="1781"/>
                  </a:lnTo>
                  <a:lnTo>
                    <a:pt x="1317" y="1787"/>
                  </a:lnTo>
                  <a:lnTo>
                    <a:pt x="1299" y="1791"/>
                  </a:lnTo>
                  <a:lnTo>
                    <a:pt x="1275" y="1791"/>
                  </a:lnTo>
                  <a:lnTo>
                    <a:pt x="1245" y="1789"/>
                  </a:lnTo>
                  <a:lnTo>
                    <a:pt x="1210" y="1785"/>
                  </a:lnTo>
                  <a:lnTo>
                    <a:pt x="1169" y="1780"/>
                  </a:lnTo>
                  <a:lnTo>
                    <a:pt x="1125" y="1772"/>
                  </a:lnTo>
                  <a:lnTo>
                    <a:pt x="1075" y="1761"/>
                  </a:lnTo>
                  <a:lnTo>
                    <a:pt x="1023" y="1750"/>
                  </a:lnTo>
                  <a:lnTo>
                    <a:pt x="968" y="1737"/>
                  </a:lnTo>
                  <a:lnTo>
                    <a:pt x="910" y="1720"/>
                  </a:lnTo>
                  <a:lnTo>
                    <a:pt x="851" y="1704"/>
                  </a:lnTo>
                  <a:lnTo>
                    <a:pt x="790" y="1685"/>
                  </a:lnTo>
                  <a:lnTo>
                    <a:pt x="666" y="1645"/>
                  </a:lnTo>
                  <a:lnTo>
                    <a:pt x="542" y="1600"/>
                  </a:lnTo>
                  <a:lnTo>
                    <a:pt x="481" y="1574"/>
                  </a:lnTo>
                  <a:lnTo>
                    <a:pt x="422" y="1550"/>
                  </a:lnTo>
                  <a:lnTo>
                    <a:pt x="365" y="1524"/>
                  </a:lnTo>
                  <a:lnTo>
                    <a:pt x="309" y="1499"/>
                  </a:lnTo>
                  <a:lnTo>
                    <a:pt x="258" y="1471"/>
                  </a:lnTo>
                  <a:lnTo>
                    <a:pt x="209" y="1443"/>
                  </a:lnTo>
                  <a:lnTo>
                    <a:pt x="163" y="1415"/>
                  </a:lnTo>
                  <a:lnTo>
                    <a:pt x="123" y="1388"/>
                  </a:lnTo>
                  <a:lnTo>
                    <a:pt x="87" y="1360"/>
                  </a:lnTo>
                  <a:lnTo>
                    <a:pt x="58" y="1330"/>
                  </a:lnTo>
                  <a:lnTo>
                    <a:pt x="34" y="1302"/>
                  </a:lnTo>
                  <a:lnTo>
                    <a:pt x="15" y="1275"/>
                  </a:lnTo>
                  <a:lnTo>
                    <a:pt x="4" y="1247"/>
                  </a:lnTo>
                  <a:lnTo>
                    <a:pt x="2" y="1232"/>
                  </a:lnTo>
                  <a:lnTo>
                    <a:pt x="0" y="1219"/>
                  </a:lnTo>
                  <a:lnTo>
                    <a:pt x="2" y="1204"/>
                  </a:lnTo>
                  <a:lnTo>
                    <a:pt x="4" y="1190"/>
                  </a:lnTo>
                  <a:lnTo>
                    <a:pt x="15" y="1158"/>
                  </a:lnTo>
                  <a:lnTo>
                    <a:pt x="34" y="1125"/>
                  </a:lnTo>
                  <a:lnTo>
                    <a:pt x="58" y="1088"/>
                  </a:lnTo>
                  <a:lnTo>
                    <a:pt x="87" y="1049"/>
                  </a:lnTo>
                  <a:lnTo>
                    <a:pt x="123" y="1008"/>
                  </a:lnTo>
                  <a:lnTo>
                    <a:pt x="163" y="968"/>
                  </a:lnTo>
                  <a:lnTo>
                    <a:pt x="209" y="923"/>
                  </a:lnTo>
                  <a:lnTo>
                    <a:pt x="258" y="879"/>
                  </a:lnTo>
                  <a:lnTo>
                    <a:pt x="309" y="833"/>
                  </a:lnTo>
                  <a:lnTo>
                    <a:pt x="365" y="786"/>
                  </a:lnTo>
                  <a:lnTo>
                    <a:pt x="422" y="740"/>
                  </a:lnTo>
                  <a:lnTo>
                    <a:pt x="481" y="692"/>
                  </a:lnTo>
                  <a:lnTo>
                    <a:pt x="542" y="644"/>
                  </a:lnTo>
                  <a:lnTo>
                    <a:pt x="666" y="550"/>
                  </a:lnTo>
                  <a:lnTo>
                    <a:pt x="790" y="457"/>
                  </a:lnTo>
                  <a:lnTo>
                    <a:pt x="851" y="413"/>
                  </a:lnTo>
                  <a:lnTo>
                    <a:pt x="910" y="369"/>
                  </a:lnTo>
                  <a:lnTo>
                    <a:pt x="968" y="326"/>
                  </a:lnTo>
                  <a:lnTo>
                    <a:pt x="1023" y="285"/>
                  </a:lnTo>
                  <a:lnTo>
                    <a:pt x="1075" y="246"/>
                  </a:lnTo>
                  <a:lnTo>
                    <a:pt x="1125" y="211"/>
                  </a:lnTo>
                  <a:lnTo>
                    <a:pt x="1169" y="176"/>
                  </a:lnTo>
                  <a:lnTo>
                    <a:pt x="1210" y="145"/>
                  </a:lnTo>
                  <a:lnTo>
                    <a:pt x="1245" y="115"/>
                  </a:lnTo>
                  <a:lnTo>
                    <a:pt x="1275" y="89"/>
                  </a:lnTo>
                  <a:lnTo>
                    <a:pt x="1299" y="67"/>
                  </a:lnTo>
                  <a:lnTo>
                    <a:pt x="1317" y="47"/>
                  </a:lnTo>
                  <a:lnTo>
                    <a:pt x="1328" y="32"/>
                  </a:lnTo>
                  <a:lnTo>
                    <a:pt x="1332" y="25"/>
                  </a:lnTo>
                  <a:lnTo>
                    <a:pt x="1332" y="19"/>
                  </a:lnTo>
                  <a:close/>
                </a:path>
              </a:pathLst>
            </a:custGeom>
            <a:noFill/>
            <a:ln w="17463" cap="flat" cmpd="sng">
              <a:solidFill>
                <a:srgbClr val="3333CC"/>
              </a:solidFill>
              <a:prstDash val="solid"/>
              <a:round/>
              <a:headEnd type="none" w="med" len="med"/>
              <a:tailEnd type="none" w="med" len="med"/>
            </a:ln>
          </p:spPr>
          <p:txBody>
            <a:bodyPr/>
            <a:p>
              <a:endParaRPr lang="zh-CN" altLang="en-US"/>
            </a:p>
          </p:txBody>
        </p:sp>
        <p:sp>
          <p:nvSpPr>
            <p:cNvPr id="79276" name="Freeform 428"/>
            <p:cNvSpPr/>
            <p:nvPr/>
          </p:nvSpPr>
          <p:spPr>
            <a:xfrm>
              <a:off x="2849" y="429"/>
              <a:ext cx="679" cy="926"/>
            </a:xfrm>
            <a:custGeom>
              <a:avLst/>
              <a:gdLst/>
              <a:ahLst/>
              <a:cxnLst>
                <a:cxn ang="0">
                  <a:pos x="135" y="3"/>
                </a:cxn>
                <a:cxn ang="0">
                  <a:pos x="93" y="16"/>
                </a:cxn>
                <a:cxn ang="0">
                  <a:pos x="51" y="37"/>
                </a:cxn>
                <a:cxn ang="0">
                  <a:pos x="23" y="59"/>
                </a:cxn>
                <a:cxn ang="0">
                  <a:pos x="10" y="74"/>
                </a:cxn>
                <a:cxn ang="0">
                  <a:pos x="4" y="90"/>
                </a:cxn>
                <a:cxn ang="0">
                  <a:pos x="3" y="106"/>
                </a:cxn>
                <a:cxn ang="0">
                  <a:pos x="10" y="123"/>
                </a:cxn>
                <a:cxn ang="0">
                  <a:pos x="29" y="142"/>
                </a:cxn>
                <a:cxn ang="0">
                  <a:pos x="56" y="164"/>
                </a:cxn>
                <a:cxn ang="0">
                  <a:pos x="90" y="187"/>
                </a:cxn>
                <a:cxn ang="0">
                  <a:pos x="144" y="220"/>
                </a:cxn>
                <a:cxn ang="0">
                  <a:pos x="227" y="271"/>
                </a:cxn>
                <a:cxn ang="0">
                  <a:pos x="266" y="295"/>
                </a:cxn>
                <a:cxn ang="0">
                  <a:pos x="298" y="317"/>
                </a:cxn>
                <a:cxn ang="0">
                  <a:pos x="322" y="338"/>
                </a:cxn>
                <a:cxn ang="0">
                  <a:pos x="336" y="356"/>
                </a:cxn>
                <a:cxn ang="0">
                  <a:pos x="340" y="372"/>
                </a:cxn>
                <a:cxn ang="0">
                  <a:pos x="336" y="387"/>
                </a:cxn>
                <a:cxn ang="0">
                  <a:pos x="326" y="402"/>
                </a:cxn>
                <a:cxn ang="0">
                  <a:pos x="312" y="415"/>
                </a:cxn>
                <a:cxn ang="0">
                  <a:pos x="272" y="438"/>
                </a:cxn>
                <a:cxn ang="0">
                  <a:pos x="227" y="455"/>
                </a:cxn>
                <a:cxn ang="0">
                  <a:pos x="186" y="463"/>
                </a:cxn>
                <a:cxn ang="0">
                  <a:pos x="163" y="463"/>
                </a:cxn>
                <a:cxn ang="0">
                  <a:pos x="121" y="454"/>
                </a:cxn>
                <a:cxn ang="0">
                  <a:pos x="73" y="437"/>
                </a:cxn>
                <a:cxn ang="0">
                  <a:pos x="31" y="414"/>
                </a:cxn>
                <a:cxn ang="0">
                  <a:pos x="16" y="400"/>
                </a:cxn>
                <a:cxn ang="0">
                  <a:pos x="4" y="386"/>
                </a:cxn>
                <a:cxn ang="0">
                  <a:pos x="0" y="370"/>
                </a:cxn>
                <a:cxn ang="0">
                  <a:pos x="4" y="354"/>
                </a:cxn>
                <a:cxn ang="0">
                  <a:pos x="17" y="336"/>
                </a:cxn>
                <a:cxn ang="0">
                  <a:pos x="42" y="314"/>
                </a:cxn>
                <a:cxn ang="0">
                  <a:pos x="75" y="291"/>
                </a:cxn>
                <a:cxn ang="0">
                  <a:pos x="114" y="267"/>
                </a:cxn>
                <a:cxn ang="0">
                  <a:pos x="199" y="215"/>
                </a:cxn>
                <a:cxn ang="0">
                  <a:pos x="253" y="182"/>
                </a:cxn>
                <a:cxn ang="0">
                  <a:pos x="288" y="158"/>
                </a:cxn>
                <a:cxn ang="0">
                  <a:pos x="315" y="136"/>
                </a:cxn>
                <a:cxn ang="0">
                  <a:pos x="333" y="117"/>
                </a:cxn>
                <a:cxn ang="0">
                  <a:pos x="339" y="100"/>
                </a:cxn>
                <a:cxn ang="0">
                  <a:pos x="336" y="84"/>
                </a:cxn>
                <a:cxn ang="0">
                  <a:pos x="327" y="69"/>
                </a:cxn>
                <a:cxn ang="0">
                  <a:pos x="312" y="54"/>
                </a:cxn>
                <a:cxn ang="0">
                  <a:pos x="278" y="32"/>
                </a:cxn>
                <a:cxn ang="0">
                  <a:pos x="230" y="13"/>
                </a:cxn>
                <a:cxn ang="0">
                  <a:pos x="183" y="2"/>
                </a:cxn>
                <a:cxn ang="0">
                  <a:pos x="158" y="0"/>
                </a:cxn>
              </a:cxnLst>
              <a:pathLst>
                <a:path w="1357" h="1852">
                  <a:moveTo>
                    <a:pt x="632" y="0"/>
                  </a:moveTo>
                  <a:lnTo>
                    <a:pt x="588" y="4"/>
                  </a:lnTo>
                  <a:lnTo>
                    <a:pt x="538" y="12"/>
                  </a:lnTo>
                  <a:lnTo>
                    <a:pt x="484" y="25"/>
                  </a:lnTo>
                  <a:lnTo>
                    <a:pt x="429" y="41"/>
                  </a:lnTo>
                  <a:lnTo>
                    <a:pt x="370" y="63"/>
                  </a:lnTo>
                  <a:lnTo>
                    <a:pt x="312" y="87"/>
                  </a:lnTo>
                  <a:lnTo>
                    <a:pt x="257" y="115"/>
                  </a:lnTo>
                  <a:lnTo>
                    <a:pt x="201" y="147"/>
                  </a:lnTo>
                  <a:lnTo>
                    <a:pt x="151" y="180"/>
                  </a:lnTo>
                  <a:lnTo>
                    <a:pt x="107" y="217"/>
                  </a:lnTo>
                  <a:lnTo>
                    <a:pt x="89" y="235"/>
                  </a:lnTo>
                  <a:lnTo>
                    <a:pt x="70" y="254"/>
                  </a:lnTo>
                  <a:lnTo>
                    <a:pt x="53" y="274"/>
                  </a:lnTo>
                  <a:lnTo>
                    <a:pt x="40" y="295"/>
                  </a:lnTo>
                  <a:lnTo>
                    <a:pt x="28" y="315"/>
                  </a:lnTo>
                  <a:lnTo>
                    <a:pt x="18" y="335"/>
                  </a:lnTo>
                  <a:lnTo>
                    <a:pt x="13" y="357"/>
                  </a:lnTo>
                  <a:lnTo>
                    <a:pt x="9" y="380"/>
                  </a:lnTo>
                  <a:lnTo>
                    <a:pt x="9" y="400"/>
                  </a:lnTo>
                  <a:lnTo>
                    <a:pt x="11" y="422"/>
                  </a:lnTo>
                  <a:lnTo>
                    <a:pt x="16" y="444"/>
                  </a:lnTo>
                  <a:lnTo>
                    <a:pt x="26" y="467"/>
                  </a:lnTo>
                  <a:lnTo>
                    <a:pt x="40" y="489"/>
                  </a:lnTo>
                  <a:lnTo>
                    <a:pt x="59" y="515"/>
                  </a:lnTo>
                  <a:lnTo>
                    <a:pt x="83" y="539"/>
                  </a:lnTo>
                  <a:lnTo>
                    <a:pt x="113" y="566"/>
                  </a:lnTo>
                  <a:lnTo>
                    <a:pt x="144" y="594"/>
                  </a:lnTo>
                  <a:lnTo>
                    <a:pt x="181" y="622"/>
                  </a:lnTo>
                  <a:lnTo>
                    <a:pt x="222" y="653"/>
                  </a:lnTo>
                  <a:lnTo>
                    <a:pt x="266" y="683"/>
                  </a:lnTo>
                  <a:lnTo>
                    <a:pt x="312" y="714"/>
                  </a:lnTo>
                  <a:lnTo>
                    <a:pt x="360" y="746"/>
                  </a:lnTo>
                  <a:lnTo>
                    <a:pt x="412" y="779"/>
                  </a:lnTo>
                  <a:lnTo>
                    <a:pt x="466" y="812"/>
                  </a:lnTo>
                  <a:lnTo>
                    <a:pt x="575" y="879"/>
                  </a:lnTo>
                  <a:lnTo>
                    <a:pt x="688" y="946"/>
                  </a:lnTo>
                  <a:lnTo>
                    <a:pt x="799" y="1014"/>
                  </a:lnTo>
                  <a:lnTo>
                    <a:pt x="908" y="1081"/>
                  </a:lnTo>
                  <a:lnTo>
                    <a:pt x="962" y="1112"/>
                  </a:lnTo>
                  <a:lnTo>
                    <a:pt x="1012" y="1145"/>
                  </a:lnTo>
                  <a:lnTo>
                    <a:pt x="1061" y="1177"/>
                  </a:lnTo>
                  <a:lnTo>
                    <a:pt x="1106" y="1208"/>
                  </a:lnTo>
                  <a:lnTo>
                    <a:pt x="1150" y="1238"/>
                  </a:lnTo>
                  <a:lnTo>
                    <a:pt x="1191" y="1267"/>
                  </a:lnTo>
                  <a:lnTo>
                    <a:pt x="1226" y="1295"/>
                  </a:lnTo>
                  <a:lnTo>
                    <a:pt x="1259" y="1323"/>
                  </a:lnTo>
                  <a:lnTo>
                    <a:pt x="1287" y="1349"/>
                  </a:lnTo>
                  <a:lnTo>
                    <a:pt x="1311" y="1375"/>
                  </a:lnTo>
                  <a:lnTo>
                    <a:pt x="1330" y="1399"/>
                  </a:lnTo>
                  <a:lnTo>
                    <a:pt x="1343" y="1421"/>
                  </a:lnTo>
                  <a:lnTo>
                    <a:pt x="1352" y="1443"/>
                  </a:lnTo>
                  <a:lnTo>
                    <a:pt x="1356" y="1463"/>
                  </a:lnTo>
                  <a:lnTo>
                    <a:pt x="1357" y="1486"/>
                  </a:lnTo>
                  <a:lnTo>
                    <a:pt x="1356" y="1506"/>
                  </a:lnTo>
                  <a:lnTo>
                    <a:pt x="1352" y="1526"/>
                  </a:lnTo>
                  <a:lnTo>
                    <a:pt x="1343" y="1547"/>
                  </a:lnTo>
                  <a:lnTo>
                    <a:pt x="1333" y="1567"/>
                  </a:lnTo>
                  <a:lnTo>
                    <a:pt x="1320" y="1585"/>
                  </a:lnTo>
                  <a:lnTo>
                    <a:pt x="1304" y="1606"/>
                  </a:lnTo>
                  <a:lnTo>
                    <a:pt x="1287" y="1624"/>
                  </a:lnTo>
                  <a:lnTo>
                    <a:pt x="1267" y="1641"/>
                  </a:lnTo>
                  <a:lnTo>
                    <a:pt x="1246" y="1659"/>
                  </a:lnTo>
                  <a:lnTo>
                    <a:pt x="1198" y="1693"/>
                  </a:lnTo>
                  <a:lnTo>
                    <a:pt x="1145" y="1724"/>
                  </a:lnTo>
                  <a:lnTo>
                    <a:pt x="1087" y="1752"/>
                  </a:lnTo>
                  <a:lnTo>
                    <a:pt x="1028" y="1778"/>
                  </a:lnTo>
                  <a:lnTo>
                    <a:pt x="967" y="1800"/>
                  </a:lnTo>
                  <a:lnTo>
                    <a:pt x="908" y="1819"/>
                  </a:lnTo>
                  <a:lnTo>
                    <a:pt x="849" y="1833"/>
                  </a:lnTo>
                  <a:lnTo>
                    <a:pt x="793" y="1843"/>
                  </a:lnTo>
                  <a:lnTo>
                    <a:pt x="741" y="1850"/>
                  </a:lnTo>
                  <a:lnTo>
                    <a:pt x="697" y="1852"/>
                  </a:lnTo>
                  <a:lnTo>
                    <a:pt x="675" y="1852"/>
                  </a:lnTo>
                  <a:lnTo>
                    <a:pt x="651" y="1850"/>
                  </a:lnTo>
                  <a:lnTo>
                    <a:pt x="599" y="1843"/>
                  </a:lnTo>
                  <a:lnTo>
                    <a:pt x="542" y="1831"/>
                  </a:lnTo>
                  <a:lnTo>
                    <a:pt x="481" y="1815"/>
                  </a:lnTo>
                  <a:lnTo>
                    <a:pt x="418" y="1796"/>
                  </a:lnTo>
                  <a:lnTo>
                    <a:pt x="355" y="1774"/>
                  </a:lnTo>
                  <a:lnTo>
                    <a:pt x="292" y="1748"/>
                  </a:lnTo>
                  <a:lnTo>
                    <a:pt x="231" y="1720"/>
                  </a:lnTo>
                  <a:lnTo>
                    <a:pt x="175" y="1689"/>
                  </a:lnTo>
                  <a:lnTo>
                    <a:pt x="124" y="1656"/>
                  </a:lnTo>
                  <a:lnTo>
                    <a:pt x="100" y="1637"/>
                  </a:lnTo>
                  <a:lnTo>
                    <a:pt x="79" y="1619"/>
                  </a:lnTo>
                  <a:lnTo>
                    <a:pt x="61" y="1600"/>
                  </a:lnTo>
                  <a:lnTo>
                    <a:pt x="44" y="1582"/>
                  </a:lnTo>
                  <a:lnTo>
                    <a:pt x="29" y="1561"/>
                  </a:lnTo>
                  <a:lnTo>
                    <a:pt x="16" y="1541"/>
                  </a:lnTo>
                  <a:lnTo>
                    <a:pt x="9" y="1521"/>
                  </a:lnTo>
                  <a:lnTo>
                    <a:pt x="2" y="1500"/>
                  </a:lnTo>
                  <a:lnTo>
                    <a:pt x="0" y="1478"/>
                  </a:lnTo>
                  <a:lnTo>
                    <a:pt x="0" y="1458"/>
                  </a:lnTo>
                  <a:lnTo>
                    <a:pt x="5" y="1436"/>
                  </a:lnTo>
                  <a:lnTo>
                    <a:pt x="13" y="1413"/>
                  </a:lnTo>
                  <a:lnTo>
                    <a:pt x="26" y="1391"/>
                  </a:lnTo>
                  <a:lnTo>
                    <a:pt x="44" y="1367"/>
                  </a:lnTo>
                  <a:lnTo>
                    <a:pt x="68" y="1341"/>
                  </a:lnTo>
                  <a:lnTo>
                    <a:pt x="96" y="1314"/>
                  </a:lnTo>
                  <a:lnTo>
                    <a:pt x="129" y="1286"/>
                  </a:lnTo>
                  <a:lnTo>
                    <a:pt x="166" y="1256"/>
                  </a:lnTo>
                  <a:lnTo>
                    <a:pt x="207" y="1227"/>
                  </a:lnTo>
                  <a:lnTo>
                    <a:pt x="251" y="1195"/>
                  </a:lnTo>
                  <a:lnTo>
                    <a:pt x="298" y="1164"/>
                  </a:lnTo>
                  <a:lnTo>
                    <a:pt x="348" y="1132"/>
                  </a:lnTo>
                  <a:lnTo>
                    <a:pt x="399" y="1099"/>
                  </a:lnTo>
                  <a:lnTo>
                    <a:pt x="453" y="1066"/>
                  </a:lnTo>
                  <a:lnTo>
                    <a:pt x="564" y="997"/>
                  </a:lnTo>
                  <a:lnTo>
                    <a:pt x="679" y="929"/>
                  </a:lnTo>
                  <a:lnTo>
                    <a:pt x="793" y="860"/>
                  </a:lnTo>
                  <a:lnTo>
                    <a:pt x="904" y="792"/>
                  </a:lnTo>
                  <a:lnTo>
                    <a:pt x="958" y="759"/>
                  </a:lnTo>
                  <a:lnTo>
                    <a:pt x="1010" y="725"/>
                  </a:lnTo>
                  <a:lnTo>
                    <a:pt x="1060" y="694"/>
                  </a:lnTo>
                  <a:lnTo>
                    <a:pt x="1106" y="663"/>
                  </a:lnTo>
                  <a:lnTo>
                    <a:pt x="1150" y="631"/>
                  </a:lnTo>
                  <a:lnTo>
                    <a:pt x="1191" y="602"/>
                  </a:lnTo>
                  <a:lnTo>
                    <a:pt x="1228" y="572"/>
                  </a:lnTo>
                  <a:lnTo>
                    <a:pt x="1259" y="544"/>
                  </a:lnTo>
                  <a:lnTo>
                    <a:pt x="1289" y="516"/>
                  </a:lnTo>
                  <a:lnTo>
                    <a:pt x="1311" y="491"/>
                  </a:lnTo>
                  <a:lnTo>
                    <a:pt x="1330" y="467"/>
                  </a:lnTo>
                  <a:lnTo>
                    <a:pt x="1343" y="444"/>
                  </a:lnTo>
                  <a:lnTo>
                    <a:pt x="1350" y="422"/>
                  </a:lnTo>
                  <a:lnTo>
                    <a:pt x="1354" y="400"/>
                  </a:lnTo>
                  <a:lnTo>
                    <a:pt x="1354" y="380"/>
                  </a:lnTo>
                  <a:lnTo>
                    <a:pt x="1352" y="357"/>
                  </a:lnTo>
                  <a:lnTo>
                    <a:pt x="1344" y="335"/>
                  </a:lnTo>
                  <a:lnTo>
                    <a:pt x="1335" y="315"/>
                  </a:lnTo>
                  <a:lnTo>
                    <a:pt x="1322" y="295"/>
                  </a:lnTo>
                  <a:lnTo>
                    <a:pt x="1307" y="274"/>
                  </a:lnTo>
                  <a:lnTo>
                    <a:pt x="1289" y="254"/>
                  </a:lnTo>
                  <a:lnTo>
                    <a:pt x="1269" y="234"/>
                  </a:lnTo>
                  <a:lnTo>
                    <a:pt x="1246" y="215"/>
                  </a:lnTo>
                  <a:lnTo>
                    <a:pt x="1222" y="197"/>
                  </a:lnTo>
                  <a:lnTo>
                    <a:pt x="1169" y="161"/>
                  </a:lnTo>
                  <a:lnTo>
                    <a:pt x="1110" y="128"/>
                  </a:lnTo>
                  <a:lnTo>
                    <a:pt x="1047" y="99"/>
                  </a:lnTo>
                  <a:lnTo>
                    <a:pt x="982" y="73"/>
                  </a:lnTo>
                  <a:lnTo>
                    <a:pt x="917" y="50"/>
                  </a:lnTo>
                  <a:lnTo>
                    <a:pt x="852" y="30"/>
                  </a:lnTo>
                  <a:lnTo>
                    <a:pt x="790" y="15"/>
                  </a:lnTo>
                  <a:lnTo>
                    <a:pt x="730" y="6"/>
                  </a:lnTo>
                  <a:lnTo>
                    <a:pt x="679" y="0"/>
                  </a:lnTo>
                  <a:lnTo>
                    <a:pt x="655" y="0"/>
                  </a:lnTo>
                  <a:lnTo>
                    <a:pt x="632" y="0"/>
                  </a:lnTo>
                  <a:close/>
                </a:path>
              </a:pathLst>
            </a:custGeom>
            <a:noFill/>
            <a:ln w="17463" cap="flat" cmpd="sng">
              <a:solidFill>
                <a:srgbClr val="3333CC"/>
              </a:solidFill>
              <a:prstDash val="solid"/>
              <a:round/>
              <a:headEnd type="none" w="med" len="med"/>
              <a:tailEnd type="none" w="med" len="med"/>
            </a:ln>
          </p:spPr>
          <p:txBody>
            <a:bodyPr/>
            <a:p>
              <a:endParaRPr lang="zh-CN" altLang="en-US"/>
            </a:p>
          </p:txBody>
        </p:sp>
        <p:sp>
          <p:nvSpPr>
            <p:cNvPr id="79277" name="Freeform 429"/>
            <p:cNvSpPr/>
            <p:nvPr/>
          </p:nvSpPr>
          <p:spPr>
            <a:xfrm>
              <a:off x="3787" y="454"/>
              <a:ext cx="666" cy="895"/>
            </a:xfrm>
            <a:custGeom>
              <a:avLst/>
              <a:gdLst/>
              <a:ahLst/>
              <a:cxnLst>
                <a:cxn ang="0">
                  <a:pos x="1" y="2"/>
                </a:cxn>
                <a:cxn ang="0">
                  <a:pos x="15" y="0"/>
                </a:cxn>
                <a:cxn ang="0">
                  <a:pos x="41" y="3"/>
                </a:cxn>
                <a:cxn ang="0">
                  <a:pos x="78" y="10"/>
                </a:cxn>
                <a:cxn ang="0">
                  <a:pos x="121" y="21"/>
                </a:cxn>
                <a:cxn ang="0">
                  <a:pos x="198" y="47"/>
                </a:cxn>
                <a:cxn ang="0">
                  <a:pos x="242" y="66"/>
                </a:cxn>
                <a:cxn ang="0">
                  <a:pos x="282" y="86"/>
                </a:cxn>
                <a:cxn ang="0">
                  <a:pos x="312" y="107"/>
                </a:cxn>
                <a:cxn ang="0">
                  <a:pos x="330" y="129"/>
                </a:cxn>
                <a:cxn ang="0">
                  <a:pos x="333" y="143"/>
                </a:cxn>
                <a:cxn ang="0">
                  <a:pos x="330" y="158"/>
                </a:cxn>
                <a:cxn ang="0">
                  <a:pos x="312" y="185"/>
                </a:cxn>
                <a:cxn ang="0">
                  <a:pos x="282" y="217"/>
                </a:cxn>
                <a:cxn ang="0">
                  <a:pos x="242" y="251"/>
                </a:cxn>
                <a:cxn ang="0">
                  <a:pos x="198" y="286"/>
                </a:cxn>
                <a:cxn ang="0">
                  <a:pos x="121" y="344"/>
                </a:cxn>
                <a:cxn ang="0">
                  <a:pos x="78" y="376"/>
                </a:cxn>
                <a:cxn ang="0">
                  <a:pos x="41" y="403"/>
                </a:cxn>
                <a:cxn ang="0">
                  <a:pos x="15" y="425"/>
                </a:cxn>
                <a:cxn ang="0">
                  <a:pos x="1" y="440"/>
                </a:cxn>
                <a:cxn ang="0">
                  <a:pos x="1" y="444"/>
                </a:cxn>
                <a:cxn ang="0">
                  <a:pos x="9" y="447"/>
                </a:cxn>
                <a:cxn ang="0">
                  <a:pos x="31" y="446"/>
                </a:cxn>
                <a:cxn ang="0">
                  <a:pos x="65" y="440"/>
                </a:cxn>
                <a:cxn ang="0">
                  <a:pos x="106" y="430"/>
                </a:cxn>
                <a:cxn ang="0">
                  <a:pos x="167" y="411"/>
                </a:cxn>
                <a:cxn ang="0">
                  <a:pos x="228" y="387"/>
                </a:cxn>
                <a:cxn ang="0">
                  <a:pos x="269" y="367"/>
                </a:cxn>
                <a:cxn ang="0">
                  <a:pos x="303" y="347"/>
                </a:cxn>
                <a:cxn ang="0">
                  <a:pos x="325" y="325"/>
                </a:cxn>
                <a:cxn ang="0">
                  <a:pos x="333" y="308"/>
                </a:cxn>
                <a:cxn ang="0">
                  <a:pos x="332" y="297"/>
                </a:cxn>
                <a:cxn ang="0">
                  <a:pos x="319" y="272"/>
                </a:cxn>
                <a:cxn ang="0">
                  <a:pos x="293" y="242"/>
                </a:cxn>
                <a:cxn ang="0">
                  <a:pos x="256" y="208"/>
                </a:cxn>
                <a:cxn ang="0">
                  <a:pos x="213" y="173"/>
                </a:cxn>
                <a:cxn ang="0">
                  <a:pos x="136" y="114"/>
                </a:cxn>
                <a:cxn ang="0">
                  <a:pos x="92" y="81"/>
                </a:cxn>
                <a:cxn ang="0">
                  <a:pos x="53" y="52"/>
                </a:cxn>
                <a:cxn ang="0">
                  <a:pos x="22" y="28"/>
                </a:cxn>
                <a:cxn ang="0">
                  <a:pos x="4" y="11"/>
                </a:cxn>
                <a:cxn ang="0">
                  <a:pos x="0" y="4"/>
                </a:cxn>
              </a:cxnLst>
              <a:pathLst>
                <a:path w="1332" h="1791">
                  <a:moveTo>
                    <a:pt x="0" y="19"/>
                  </a:moveTo>
                  <a:lnTo>
                    <a:pt x="2" y="13"/>
                  </a:lnTo>
                  <a:lnTo>
                    <a:pt x="4" y="10"/>
                  </a:lnTo>
                  <a:lnTo>
                    <a:pt x="15" y="4"/>
                  </a:lnTo>
                  <a:lnTo>
                    <a:pt x="34" y="0"/>
                  </a:lnTo>
                  <a:lnTo>
                    <a:pt x="58" y="0"/>
                  </a:lnTo>
                  <a:lnTo>
                    <a:pt x="87" y="2"/>
                  </a:lnTo>
                  <a:lnTo>
                    <a:pt x="122" y="6"/>
                  </a:lnTo>
                  <a:lnTo>
                    <a:pt x="163" y="12"/>
                  </a:lnTo>
                  <a:lnTo>
                    <a:pt x="209" y="19"/>
                  </a:lnTo>
                  <a:lnTo>
                    <a:pt x="257" y="28"/>
                  </a:lnTo>
                  <a:lnTo>
                    <a:pt x="309" y="41"/>
                  </a:lnTo>
                  <a:lnTo>
                    <a:pt x="365" y="54"/>
                  </a:lnTo>
                  <a:lnTo>
                    <a:pt x="422" y="69"/>
                  </a:lnTo>
                  <a:lnTo>
                    <a:pt x="481" y="87"/>
                  </a:lnTo>
                  <a:lnTo>
                    <a:pt x="542" y="106"/>
                  </a:lnTo>
                  <a:lnTo>
                    <a:pt x="666" y="147"/>
                  </a:lnTo>
                  <a:lnTo>
                    <a:pt x="790" y="191"/>
                  </a:lnTo>
                  <a:lnTo>
                    <a:pt x="851" y="215"/>
                  </a:lnTo>
                  <a:lnTo>
                    <a:pt x="910" y="241"/>
                  </a:lnTo>
                  <a:lnTo>
                    <a:pt x="968" y="267"/>
                  </a:lnTo>
                  <a:lnTo>
                    <a:pt x="1023" y="293"/>
                  </a:lnTo>
                  <a:lnTo>
                    <a:pt x="1075" y="320"/>
                  </a:lnTo>
                  <a:lnTo>
                    <a:pt x="1125" y="346"/>
                  </a:lnTo>
                  <a:lnTo>
                    <a:pt x="1169" y="376"/>
                  </a:lnTo>
                  <a:lnTo>
                    <a:pt x="1210" y="404"/>
                  </a:lnTo>
                  <a:lnTo>
                    <a:pt x="1245" y="431"/>
                  </a:lnTo>
                  <a:lnTo>
                    <a:pt x="1275" y="459"/>
                  </a:lnTo>
                  <a:lnTo>
                    <a:pt x="1299" y="489"/>
                  </a:lnTo>
                  <a:lnTo>
                    <a:pt x="1317" y="516"/>
                  </a:lnTo>
                  <a:lnTo>
                    <a:pt x="1328" y="544"/>
                  </a:lnTo>
                  <a:lnTo>
                    <a:pt x="1332" y="559"/>
                  </a:lnTo>
                  <a:lnTo>
                    <a:pt x="1332" y="572"/>
                  </a:lnTo>
                  <a:lnTo>
                    <a:pt x="1332" y="587"/>
                  </a:lnTo>
                  <a:lnTo>
                    <a:pt x="1328" y="602"/>
                  </a:lnTo>
                  <a:lnTo>
                    <a:pt x="1317" y="633"/>
                  </a:lnTo>
                  <a:lnTo>
                    <a:pt x="1299" y="666"/>
                  </a:lnTo>
                  <a:lnTo>
                    <a:pt x="1275" y="703"/>
                  </a:lnTo>
                  <a:lnTo>
                    <a:pt x="1245" y="742"/>
                  </a:lnTo>
                  <a:lnTo>
                    <a:pt x="1210" y="783"/>
                  </a:lnTo>
                  <a:lnTo>
                    <a:pt x="1169" y="823"/>
                  </a:lnTo>
                  <a:lnTo>
                    <a:pt x="1125" y="868"/>
                  </a:lnTo>
                  <a:lnTo>
                    <a:pt x="1075" y="912"/>
                  </a:lnTo>
                  <a:lnTo>
                    <a:pt x="1023" y="958"/>
                  </a:lnTo>
                  <a:lnTo>
                    <a:pt x="968" y="1005"/>
                  </a:lnTo>
                  <a:lnTo>
                    <a:pt x="910" y="1053"/>
                  </a:lnTo>
                  <a:lnTo>
                    <a:pt x="851" y="1099"/>
                  </a:lnTo>
                  <a:lnTo>
                    <a:pt x="790" y="1147"/>
                  </a:lnTo>
                  <a:lnTo>
                    <a:pt x="666" y="1241"/>
                  </a:lnTo>
                  <a:lnTo>
                    <a:pt x="542" y="1334"/>
                  </a:lnTo>
                  <a:lnTo>
                    <a:pt x="481" y="1378"/>
                  </a:lnTo>
                  <a:lnTo>
                    <a:pt x="422" y="1423"/>
                  </a:lnTo>
                  <a:lnTo>
                    <a:pt x="365" y="1465"/>
                  </a:lnTo>
                  <a:lnTo>
                    <a:pt x="309" y="1506"/>
                  </a:lnTo>
                  <a:lnTo>
                    <a:pt x="257" y="1545"/>
                  </a:lnTo>
                  <a:lnTo>
                    <a:pt x="209" y="1580"/>
                  </a:lnTo>
                  <a:lnTo>
                    <a:pt x="163" y="1615"/>
                  </a:lnTo>
                  <a:lnTo>
                    <a:pt x="122" y="1646"/>
                  </a:lnTo>
                  <a:lnTo>
                    <a:pt x="87" y="1676"/>
                  </a:lnTo>
                  <a:lnTo>
                    <a:pt x="58" y="1702"/>
                  </a:lnTo>
                  <a:lnTo>
                    <a:pt x="34" y="1724"/>
                  </a:lnTo>
                  <a:lnTo>
                    <a:pt x="15" y="1744"/>
                  </a:lnTo>
                  <a:lnTo>
                    <a:pt x="4" y="1761"/>
                  </a:lnTo>
                  <a:lnTo>
                    <a:pt x="2" y="1767"/>
                  </a:lnTo>
                  <a:lnTo>
                    <a:pt x="0" y="1772"/>
                  </a:lnTo>
                  <a:lnTo>
                    <a:pt x="2" y="1778"/>
                  </a:lnTo>
                  <a:lnTo>
                    <a:pt x="4" y="1781"/>
                  </a:lnTo>
                  <a:lnTo>
                    <a:pt x="15" y="1787"/>
                  </a:lnTo>
                  <a:lnTo>
                    <a:pt x="34" y="1791"/>
                  </a:lnTo>
                  <a:lnTo>
                    <a:pt x="58" y="1791"/>
                  </a:lnTo>
                  <a:lnTo>
                    <a:pt x="87" y="1789"/>
                  </a:lnTo>
                  <a:lnTo>
                    <a:pt x="122" y="1785"/>
                  </a:lnTo>
                  <a:lnTo>
                    <a:pt x="163" y="1780"/>
                  </a:lnTo>
                  <a:lnTo>
                    <a:pt x="209" y="1772"/>
                  </a:lnTo>
                  <a:lnTo>
                    <a:pt x="257" y="1761"/>
                  </a:lnTo>
                  <a:lnTo>
                    <a:pt x="309" y="1750"/>
                  </a:lnTo>
                  <a:lnTo>
                    <a:pt x="365" y="1737"/>
                  </a:lnTo>
                  <a:lnTo>
                    <a:pt x="422" y="1720"/>
                  </a:lnTo>
                  <a:lnTo>
                    <a:pt x="481" y="1704"/>
                  </a:lnTo>
                  <a:lnTo>
                    <a:pt x="542" y="1685"/>
                  </a:lnTo>
                  <a:lnTo>
                    <a:pt x="666" y="1645"/>
                  </a:lnTo>
                  <a:lnTo>
                    <a:pt x="790" y="1600"/>
                  </a:lnTo>
                  <a:lnTo>
                    <a:pt x="851" y="1574"/>
                  </a:lnTo>
                  <a:lnTo>
                    <a:pt x="910" y="1550"/>
                  </a:lnTo>
                  <a:lnTo>
                    <a:pt x="968" y="1524"/>
                  </a:lnTo>
                  <a:lnTo>
                    <a:pt x="1023" y="1498"/>
                  </a:lnTo>
                  <a:lnTo>
                    <a:pt x="1075" y="1471"/>
                  </a:lnTo>
                  <a:lnTo>
                    <a:pt x="1125" y="1443"/>
                  </a:lnTo>
                  <a:lnTo>
                    <a:pt x="1169" y="1415"/>
                  </a:lnTo>
                  <a:lnTo>
                    <a:pt x="1210" y="1388"/>
                  </a:lnTo>
                  <a:lnTo>
                    <a:pt x="1245" y="1360"/>
                  </a:lnTo>
                  <a:lnTo>
                    <a:pt x="1275" y="1330"/>
                  </a:lnTo>
                  <a:lnTo>
                    <a:pt x="1299" y="1302"/>
                  </a:lnTo>
                  <a:lnTo>
                    <a:pt x="1317" y="1275"/>
                  </a:lnTo>
                  <a:lnTo>
                    <a:pt x="1328" y="1247"/>
                  </a:lnTo>
                  <a:lnTo>
                    <a:pt x="1332" y="1232"/>
                  </a:lnTo>
                  <a:lnTo>
                    <a:pt x="1332" y="1219"/>
                  </a:lnTo>
                  <a:lnTo>
                    <a:pt x="1332" y="1204"/>
                  </a:lnTo>
                  <a:lnTo>
                    <a:pt x="1328" y="1190"/>
                  </a:lnTo>
                  <a:lnTo>
                    <a:pt x="1317" y="1158"/>
                  </a:lnTo>
                  <a:lnTo>
                    <a:pt x="1299" y="1125"/>
                  </a:lnTo>
                  <a:lnTo>
                    <a:pt x="1275" y="1088"/>
                  </a:lnTo>
                  <a:lnTo>
                    <a:pt x="1245" y="1049"/>
                  </a:lnTo>
                  <a:lnTo>
                    <a:pt x="1210" y="1008"/>
                  </a:lnTo>
                  <a:lnTo>
                    <a:pt x="1169" y="968"/>
                  </a:lnTo>
                  <a:lnTo>
                    <a:pt x="1125" y="923"/>
                  </a:lnTo>
                  <a:lnTo>
                    <a:pt x="1075" y="879"/>
                  </a:lnTo>
                  <a:lnTo>
                    <a:pt x="1023" y="833"/>
                  </a:lnTo>
                  <a:lnTo>
                    <a:pt x="968" y="786"/>
                  </a:lnTo>
                  <a:lnTo>
                    <a:pt x="910" y="740"/>
                  </a:lnTo>
                  <a:lnTo>
                    <a:pt x="851" y="692"/>
                  </a:lnTo>
                  <a:lnTo>
                    <a:pt x="790" y="644"/>
                  </a:lnTo>
                  <a:lnTo>
                    <a:pt x="666" y="550"/>
                  </a:lnTo>
                  <a:lnTo>
                    <a:pt x="542" y="457"/>
                  </a:lnTo>
                  <a:lnTo>
                    <a:pt x="481" y="413"/>
                  </a:lnTo>
                  <a:lnTo>
                    <a:pt x="422" y="368"/>
                  </a:lnTo>
                  <a:lnTo>
                    <a:pt x="365" y="326"/>
                  </a:lnTo>
                  <a:lnTo>
                    <a:pt x="309" y="285"/>
                  </a:lnTo>
                  <a:lnTo>
                    <a:pt x="257" y="246"/>
                  </a:lnTo>
                  <a:lnTo>
                    <a:pt x="209" y="211"/>
                  </a:lnTo>
                  <a:lnTo>
                    <a:pt x="163" y="176"/>
                  </a:lnTo>
                  <a:lnTo>
                    <a:pt x="122" y="145"/>
                  </a:lnTo>
                  <a:lnTo>
                    <a:pt x="87" y="115"/>
                  </a:lnTo>
                  <a:lnTo>
                    <a:pt x="58" y="89"/>
                  </a:lnTo>
                  <a:lnTo>
                    <a:pt x="34" y="67"/>
                  </a:lnTo>
                  <a:lnTo>
                    <a:pt x="15" y="47"/>
                  </a:lnTo>
                  <a:lnTo>
                    <a:pt x="4" y="32"/>
                  </a:lnTo>
                  <a:lnTo>
                    <a:pt x="2" y="24"/>
                  </a:lnTo>
                  <a:lnTo>
                    <a:pt x="0" y="19"/>
                  </a:lnTo>
                  <a:close/>
                </a:path>
              </a:pathLst>
            </a:custGeom>
            <a:noFill/>
            <a:ln w="17463" cap="flat" cmpd="sng">
              <a:solidFill>
                <a:srgbClr val="3333CC"/>
              </a:solidFill>
              <a:prstDash val="solid"/>
              <a:round/>
              <a:headEnd type="none" w="med" len="med"/>
              <a:tailEnd type="none" w="med" len="med"/>
            </a:ln>
          </p:spPr>
          <p:txBody>
            <a:bodyPr/>
            <a:p>
              <a:endParaRPr lang="zh-CN" altLang="en-US"/>
            </a:p>
          </p:txBody>
        </p:sp>
        <p:grpSp>
          <p:nvGrpSpPr>
            <p:cNvPr id="79278" name="Group 430"/>
            <p:cNvGrpSpPr/>
            <p:nvPr/>
          </p:nvGrpSpPr>
          <p:grpSpPr>
            <a:xfrm>
              <a:off x="4096" y="513"/>
              <a:ext cx="187" cy="80"/>
              <a:chOff x="3940" y="525"/>
              <a:chExt cx="187" cy="80"/>
            </a:xfrm>
          </p:grpSpPr>
          <p:sp>
            <p:nvSpPr>
              <p:cNvPr id="79279" name="Freeform 431"/>
              <p:cNvSpPr/>
              <p:nvPr/>
            </p:nvSpPr>
            <p:spPr>
              <a:xfrm>
                <a:off x="3940" y="525"/>
                <a:ext cx="123" cy="58"/>
              </a:xfrm>
              <a:custGeom>
                <a:avLst/>
                <a:gdLst/>
                <a:ahLst/>
                <a:cxnLst>
                  <a:cxn ang="0">
                    <a:pos x="3" y="0"/>
                  </a:cxn>
                  <a:cxn ang="0">
                    <a:pos x="0" y="5"/>
                  </a:cxn>
                  <a:cxn ang="0">
                    <a:pos x="60" y="30"/>
                  </a:cxn>
                  <a:cxn ang="0">
                    <a:pos x="62" y="24"/>
                  </a:cxn>
                  <a:cxn ang="0">
                    <a:pos x="3" y="0"/>
                  </a:cxn>
                </a:cxnLst>
                <a:pathLst>
                  <a:path w="246" h="114">
                    <a:moveTo>
                      <a:pt x="9" y="0"/>
                    </a:moveTo>
                    <a:lnTo>
                      <a:pt x="0" y="20"/>
                    </a:lnTo>
                    <a:lnTo>
                      <a:pt x="237" y="114"/>
                    </a:lnTo>
                    <a:lnTo>
                      <a:pt x="246" y="94"/>
                    </a:lnTo>
                    <a:lnTo>
                      <a:pt x="9" y="0"/>
                    </a:lnTo>
                    <a:close/>
                  </a:path>
                </a:pathLst>
              </a:custGeom>
              <a:solidFill>
                <a:srgbClr val="FF3300"/>
              </a:solidFill>
              <a:ln w="9525">
                <a:noFill/>
              </a:ln>
            </p:spPr>
            <p:txBody>
              <a:bodyPr/>
              <a:p>
                <a:endParaRPr lang="zh-CN" altLang="en-US"/>
              </a:p>
            </p:txBody>
          </p:sp>
          <p:sp>
            <p:nvSpPr>
              <p:cNvPr id="79280" name="Freeform 432"/>
              <p:cNvSpPr/>
              <p:nvPr/>
            </p:nvSpPr>
            <p:spPr>
              <a:xfrm>
                <a:off x="4013" y="532"/>
                <a:ext cx="114" cy="73"/>
              </a:xfrm>
              <a:custGeom>
                <a:avLst/>
                <a:gdLst/>
                <a:ahLst/>
                <a:cxnLst>
                  <a:cxn ang="0">
                    <a:pos x="0" y="33"/>
                  </a:cxn>
                  <a:cxn ang="0">
                    <a:pos x="57" y="37"/>
                  </a:cxn>
                  <a:cxn ang="0">
                    <a:pos x="14" y="0"/>
                  </a:cxn>
                  <a:cxn ang="0">
                    <a:pos x="23" y="23"/>
                  </a:cxn>
                  <a:cxn ang="0">
                    <a:pos x="0" y="33"/>
                  </a:cxn>
                </a:cxnLst>
                <a:pathLst>
                  <a:path w="228" h="146">
                    <a:moveTo>
                      <a:pt x="0" y="131"/>
                    </a:moveTo>
                    <a:lnTo>
                      <a:pt x="228" y="146"/>
                    </a:lnTo>
                    <a:lnTo>
                      <a:pt x="54" y="0"/>
                    </a:lnTo>
                    <a:lnTo>
                      <a:pt x="91" y="90"/>
                    </a:lnTo>
                    <a:lnTo>
                      <a:pt x="0" y="131"/>
                    </a:lnTo>
                    <a:close/>
                  </a:path>
                </a:pathLst>
              </a:custGeom>
              <a:solidFill>
                <a:srgbClr val="FF3300"/>
              </a:solidFill>
              <a:ln w="9525">
                <a:noFill/>
              </a:ln>
            </p:spPr>
            <p:txBody>
              <a:bodyPr/>
              <a:p>
                <a:endParaRPr lang="zh-CN" altLang="en-US"/>
              </a:p>
            </p:txBody>
          </p:sp>
        </p:grpSp>
        <p:grpSp>
          <p:nvGrpSpPr>
            <p:cNvPr id="79281" name="Group 433"/>
            <p:cNvGrpSpPr/>
            <p:nvPr/>
          </p:nvGrpSpPr>
          <p:grpSpPr>
            <a:xfrm>
              <a:off x="2145" y="507"/>
              <a:ext cx="187" cy="79"/>
              <a:chOff x="1989" y="519"/>
              <a:chExt cx="187" cy="79"/>
            </a:xfrm>
          </p:grpSpPr>
          <p:sp>
            <p:nvSpPr>
              <p:cNvPr id="79282" name="Freeform 434"/>
              <p:cNvSpPr/>
              <p:nvPr/>
            </p:nvSpPr>
            <p:spPr>
              <a:xfrm>
                <a:off x="2053" y="519"/>
                <a:ext cx="123" cy="57"/>
              </a:xfrm>
              <a:custGeom>
                <a:avLst/>
                <a:gdLst/>
                <a:ahLst/>
                <a:cxnLst>
                  <a:cxn ang="0">
                    <a:pos x="62" y="5"/>
                  </a:cxn>
                  <a:cxn ang="0">
                    <a:pos x="60" y="0"/>
                  </a:cxn>
                  <a:cxn ang="0">
                    <a:pos x="0" y="23"/>
                  </a:cxn>
                  <a:cxn ang="0">
                    <a:pos x="3" y="28"/>
                  </a:cxn>
                  <a:cxn ang="0">
                    <a:pos x="62" y="5"/>
                  </a:cxn>
                </a:cxnLst>
                <a:pathLst>
                  <a:path w="246" h="115">
                    <a:moveTo>
                      <a:pt x="246" y="20"/>
                    </a:moveTo>
                    <a:lnTo>
                      <a:pt x="237" y="0"/>
                    </a:lnTo>
                    <a:lnTo>
                      <a:pt x="0" y="94"/>
                    </a:lnTo>
                    <a:lnTo>
                      <a:pt x="9" y="115"/>
                    </a:lnTo>
                    <a:lnTo>
                      <a:pt x="246" y="20"/>
                    </a:lnTo>
                    <a:close/>
                  </a:path>
                </a:pathLst>
              </a:custGeom>
              <a:solidFill>
                <a:srgbClr val="FF3300"/>
              </a:solidFill>
              <a:ln w="9525">
                <a:noFill/>
              </a:ln>
            </p:spPr>
            <p:txBody>
              <a:bodyPr/>
              <a:p>
                <a:endParaRPr lang="zh-CN" altLang="en-US"/>
              </a:p>
            </p:txBody>
          </p:sp>
          <p:sp>
            <p:nvSpPr>
              <p:cNvPr id="79283" name="Freeform 435"/>
              <p:cNvSpPr/>
              <p:nvPr/>
            </p:nvSpPr>
            <p:spPr>
              <a:xfrm>
                <a:off x="1989" y="524"/>
                <a:ext cx="113" cy="74"/>
              </a:xfrm>
              <a:custGeom>
                <a:avLst/>
                <a:gdLst/>
                <a:ahLst/>
                <a:cxnLst>
                  <a:cxn ang="0">
                    <a:pos x="43" y="0"/>
                  </a:cxn>
                  <a:cxn ang="0">
                    <a:pos x="0" y="37"/>
                  </a:cxn>
                  <a:cxn ang="0">
                    <a:pos x="56" y="33"/>
                  </a:cxn>
                  <a:cxn ang="0">
                    <a:pos x="34" y="23"/>
                  </a:cxn>
                  <a:cxn ang="0">
                    <a:pos x="43" y="0"/>
                  </a:cxn>
                </a:cxnLst>
                <a:pathLst>
                  <a:path w="228" h="148">
                    <a:moveTo>
                      <a:pt x="174" y="0"/>
                    </a:moveTo>
                    <a:lnTo>
                      <a:pt x="0" y="148"/>
                    </a:lnTo>
                    <a:lnTo>
                      <a:pt x="228" y="131"/>
                    </a:lnTo>
                    <a:lnTo>
                      <a:pt x="137" y="92"/>
                    </a:lnTo>
                    <a:lnTo>
                      <a:pt x="174" y="0"/>
                    </a:lnTo>
                    <a:close/>
                  </a:path>
                </a:pathLst>
              </a:custGeom>
              <a:solidFill>
                <a:srgbClr val="FF3300"/>
              </a:solidFill>
              <a:ln w="9525">
                <a:noFill/>
              </a:ln>
            </p:spPr>
            <p:txBody>
              <a:bodyPr/>
              <a:p>
                <a:endParaRPr lang="zh-CN" altLang="en-US"/>
              </a:p>
            </p:txBody>
          </p:sp>
        </p:grpSp>
        <p:sp>
          <p:nvSpPr>
            <p:cNvPr id="79284" name="Freeform 436"/>
            <p:cNvSpPr/>
            <p:nvPr/>
          </p:nvSpPr>
          <p:spPr>
            <a:xfrm>
              <a:off x="4717" y="425"/>
              <a:ext cx="674" cy="942"/>
            </a:xfrm>
            <a:custGeom>
              <a:avLst/>
              <a:gdLst/>
              <a:ahLst/>
              <a:cxnLst>
                <a:cxn ang="0">
                  <a:pos x="0" y="5"/>
                </a:cxn>
                <a:cxn ang="0">
                  <a:pos x="62" y="36"/>
                </a:cxn>
                <a:cxn ang="0">
                  <a:pos x="122" y="67"/>
                </a:cxn>
                <a:cxn ang="0">
                  <a:pos x="179" y="98"/>
                </a:cxn>
                <a:cxn ang="0">
                  <a:pos x="217" y="121"/>
                </a:cxn>
                <a:cxn ang="0">
                  <a:pos x="230" y="126"/>
                </a:cxn>
                <a:cxn ang="0">
                  <a:pos x="239" y="136"/>
                </a:cxn>
                <a:cxn ang="0">
                  <a:pos x="261" y="151"/>
                </a:cxn>
                <a:cxn ang="0">
                  <a:pos x="280" y="167"/>
                </a:cxn>
                <a:cxn ang="0">
                  <a:pos x="296" y="181"/>
                </a:cxn>
                <a:cxn ang="0">
                  <a:pos x="310" y="197"/>
                </a:cxn>
                <a:cxn ang="0">
                  <a:pos x="321" y="211"/>
                </a:cxn>
                <a:cxn ang="0">
                  <a:pos x="328" y="226"/>
                </a:cxn>
                <a:cxn ang="0">
                  <a:pos x="327" y="224"/>
                </a:cxn>
                <a:cxn ang="0">
                  <a:pos x="331" y="239"/>
                </a:cxn>
                <a:cxn ang="0">
                  <a:pos x="331" y="254"/>
                </a:cxn>
                <a:cxn ang="0">
                  <a:pos x="327" y="268"/>
                </a:cxn>
                <a:cxn ang="0">
                  <a:pos x="328" y="266"/>
                </a:cxn>
                <a:cxn ang="0">
                  <a:pos x="321" y="280"/>
                </a:cxn>
                <a:cxn ang="0">
                  <a:pos x="310" y="294"/>
                </a:cxn>
                <a:cxn ang="0">
                  <a:pos x="296" y="309"/>
                </a:cxn>
                <a:cxn ang="0">
                  <a:pos x="280" y="322"/>
                </a:cxn>
                <a:cxn ang="0">
                  <a:pos x="261" y="336"/>
                </a:cxn>
                <a:cxn ang="0">
                  <a:pos x="252" y="346"/>
                </a:cxn>
                <a:cxn ang="0">
                  <a:pos x="240" y="350"/>
                </a:cxn>
                <a:cxn ang="0">
                  <a:pos x="217" y="364"/>
                </a:cxn>
                <a:cxn ang="0">
                  <a:pos x="179" y="384"/>
                </a:cxn>
                <a:cxn ang="0">
                  <a:pos x="122" y="411"/>
                </a:cxn>
                <a:cxn ang="0">
                  <a:pos x="62" y="438"/>
                </a:cxn>
                <a:cxn ang="0">
                  <a:pos x="0" y="466"/>
                </a:cxn>
                <a:cxn ang="0">
                  <a:pos x="34" y="457"/>
                </a:cxn>
                <a:cxn ang="0">
                  <a:pos x="95" y="430"/>
                </a:cxn>
                <a:cxn ang="0">
                  <a:pos x="153" y="403"/>
                </a:cxn>
                <a:cxn ang="0">
                  <a:pos x="207" y="376"/>
                </a:cxn>
                <a:cxn ang="0">
                  <a:pos x="232" y="362"/>
                </a:cxn>
                <a:cxn ang="0">
                  <a:pos x="254" y="348"/>
                </a:cxn>
                <a:cxn ang="0">
                  <a:pos x="265" y="340"/>
                </a:cxn>
                <a:cxn ang="0">
                  <a:pos x="284" y="327"/>
                </a:cxn>
                <a:cxn ang="0">
                  <a:pos x="300" y="313"/>
                </a:cxn>
                <a:cxn ang="0">
                  <a:pos x="314" y="298"/>
                </a:cxn>
                <a:cxn ang="0">
                  <a:pos x="325" y="284"/>
                </a:cxn>
                <a:cxn ang="0">
                  <a:pos x="332" y="270"/>
                </a:cxn>
                <a:cxn ang="0">
                  <a:pos x="333" y="268"/>
                </a:cxn>
                <a:cxn ang="0">
                  <a:pos x="337" y="254"/>
                </a:cxn>
                <a:cxn ang="0">
                  <a:pos x="337" y="239"/>
                </a:cxn>
                <a:cxn ang="0">
                  <a:pos x="333" y="224"/>
                </a:cxn>
                <a:cxn ang="0">
                  <a:pos x="329" y="215"/>
                </a:cxn>
                <a:cxn ang="0">
                  <a:pos x="320" y="200"/>
                </a:cxn>
                <a:cxn ang="0">
                  <a:pos x="308" y="185"/>
                </a:cxn>
                <a:cxn ang="0">
                  <a:pos x="293" y="170"/>
                </a:cxn>
                <a:cxn ang="0">
                  <a:pos x="275" y="155"/>
                </a:cxn>
                <a:cxn ang="0">
                  <a:pos x="255" y="139"/>
                </a:cxn>
                <a:cxn ang="0">
                  <a:pos x="232" y="124"/>
                </a:cxn>
                <a:cxn ang="0">
                  <a:pos x="220" y="116"/>
                </a:cxn>
                <a:cxn ang="0">
                  <a:pos x="181" y="93"/>
                </a:cxn>
                <a:cxn ang="0">
                  <a:pos x="125" y="62"/>
                </a:cxn>
                <a:cxn ang="0">
                  <a:pos x="65" y="31"/>
                </a:cxn>
                <a:cxn ang="0">
                  <a:pos x="3" y="0"/>
                </a:cxn>
              </a:cxnLst>
              <a:pathLst>
                <a:path w="1347" h="1885">
                  <a:moveTo>
                    <a:pt x="9" y="0"/>
                  </a:moveTo>
                  <a:lnTo>
                    <a:pt x="0" y="21"/>
                  </a:lnTo>
                  <a:lnTo>
                    <a:pt x="124" y="82"/>
                  </a:lnTo>
                  <a:lnTo>
                    <a:pt x="248" y="145"/>
                  </a:lnTo>
                  <a:lnTo>
                    <a:pt x="370" y="207"/>
                  </a:lnTo>
                  <a:lnTo>
                    <a:pt x="488" y="268"/>
                  </a:lnTo>
                  <a:lnTo>
                    <a:pt x="603" y="331"/>
                  </a:lnTo>
                  <a:lnTo>
                    <a:pt x="714" y="392"/>
                  </a:lnTo>
                  <a:lnTo>
                    <a:pt x="818" y="455"/>
                  </a:lnTo>
                  <a:lnTo>
                    <a:pt x="867" y="485"/>
                  </a:lnTo>
                  <a:lnTo>
                    <a:pt x="916" y="516"/>
                  </a:lnTo>
                  <a:lnTo>
                    <a:pt x="919" y="507"/>
                  </a:lnTo>
                  <a:lnTo>
                    <a:pt x="912" y="514"/>
                  </a:lnTo>
                  <a:lnTo>
                    <a:pt x="956" y="546"/>
                  </a:lnTo>
                  <a:lnTo>
                    <a:pt x="1001" y="575"/>
                  </a:lnTo>
                  <a:lnTo>
                    <a:pt x="1041" y="607"/>
                  </a:lnTo>
                  <a:lnTo>
                    <a:pt x="1082" y="636"/>
                  </a:lnTo>
                  <a:lnTo>
                    <a:pt x="1119" y="668"/>
                  </a:lnTo>
                  <a:lnTo>
                    <a:pt x="1152" y="697"/>
                  </a:lnTo>
                  <a:lnTo>
                    <a:pt x="1184" y="727"/>
                  </a:lnTo>
                  <a:lnTo>
                    <a:pt x="1213" y="757"/>
                  </a:lnTo>
                  <a:lnTo>
                    <a:pt x="1239" y="788"/>
                  </a:lnTo>
                  <a:lnTo>
                    <a:pt x="1261" y="818"/>
                  </a:lnTo>
                  <a:lnTo>
                    <a:pt x="1282" y="847"/>
                  </a:lnTo>
                  <a:lnTo>
                    <a:pt x="1297" y="877"/>
                  </a:lnTo>
                  <a:lnTo>
                    <a:pt x="1310" y="906"/>
                  </a:lnTo>
                  <a:lnTo>
                    <a:pt x="1319" y="897"/>
                  </a:lnTo>
                  <a:lnTo>
                    <a:pt x="1308" y="897"/>
                  </a:lnTo>
                  <a:lnTo>
                    <a:pt x="1317" y="927"/>
                  </a:lnTo>
                  <a:lnTo>
                    <a:pt x="1322" y="956"/>
                  </a:lnTo>
                  <a:lnTo>
                    <a:pt x="1324" y="986"/>
                  </a:lnTo>
                  <a:lnTo>
                    <a:pt x="1322" y="1016"/>
                  </a:lnTo>
                  <a:lnTo>
                    <a:pt x="1317" y="1043"/>
                  </a:lnTo>
                  <a:lnTo>
                    <a:pt x="1308" y="1073"/>
                  </a:lnTo>
                  <a:lnTo>
                    <a:pt x="1319" y="1073"/>
                  </a:lnTo>
                  <a:lnTo>
                    <a:pt x="1310" y="1064"/>
                  </a:lnTo>
                  <a:lnTo>
                    <a:pt x="1297" y="1093"/>
                  </a:lnTo>
                  <a:lnTo>
                    <a:pt x="1282" y="1121"/>
                  </a:lnTo>
                  <a:lnTo>
                    <a:pt x="1261" y="1151"/>
                  </a:lnTo>
                  <a:lnTo>
                    <a:pt x="1239" y="1178"/>
                  </a:lnTo>
                  <a:lnTo>
                    <a:pt x="1213" y="1206"/>
                  </a:lnTo>
                  <a:lnTo>
                    <a:pt x="1184" y="1236"/>
                  </a:lnTo>
                  <a:lnTo>
                    <a:pt x="1152" y="1263"/>
                  </a:lnTo>
                  <a:lnTo>
                    <a:pt x="1119" y="1291"/>
                  </a:lnTo>
                  <a:lnTo>
                    <a:pt x="1082" y="1319"/>
                  </a:lnTo>
                  <a:lnTo>
                    <a:pt x="1041" y="1347"/>
                  </a:lnTo>
                  <a:lnTo>
                    <a:pt x="1001" y="1374"/>
                  </a:lnTo>
                  <a:lnTo>
                    <a:pt x="1008" y="1384"/>
                  </a:lnTo>
                  <a:lnTo>
                    <a:pt x="1004" y="1373"/>
                  </a:lnTo>
                  <a:lnTo>
                    <a:pt x="960" y="1400"/>
                  </a:lnTo>
                  <a:lnTo>
                    <a:pt x="916" y="1428"/>
                  </a:lnTo>
                  <a:lnTo>
                    <a:pt x="867" y="1456"/>
                  </a:lnTo>
                  <a:lnTo>
                    <a:pt x="818" y="1484"/>
                  </a:lnTo>
                  <a:lnTo>
                    <a:pt x="714" y="1537"/>
                  </a:lnTo>
                  <a:lnTo>
                    <a:pt x="603" y="1593"/>
                  </a:lnTo>
                  <a:lnTo>
                    <a:pt x="488" y="1646"/>
                  </a:lnTo>
                  <a:lnTo>
                    <a:pt x="370" y="1702"/>
                  </a:lnTo>
                  <a:lnTo>
                    <a:pt x="248" y="1755"/>
                  </a:lnTo>
                  <a:lnTo>
                    <a:pt x="124" y="1809"/>
                  </a:lnTo>
                  <a:lnTo>
                    <a:pt x="0" y="1864"/>
                  </a:lnTo>
                  <a:lnTo>
                    <a:pt x="9" y="1885"/>
                  </a:lnTo>
                  <a:lnTo>
                    <a:pt x="133" y="1829"/>
                  </a:lnTo>
                  <a:lnTo>
                    <a:pt x="257" y="1776"/>
                  </a:lnTo>
                  <a:lnTo>
                    <a:pt x="379" y="1722"/>
                  </a:lnTo>
                  <a:lnTo>
                    <a:pt x="498" y="1667"/>
                  </a:lnTo>
                  <a:lnTo>
                    <a:pt x="612" y="1613"/>
                  </a:lnTo>
                  <a:lnTo>
                    <a:pt x="723" y="1557"/>
                  </a:lnTo>
                  <a:lnTo>
                    <a:pt x="827" y="1504"/>
                  </a:lnTo>
                  <a:lnTo>
                    <a:pt x="877" y="1476"/>
                  </a:lnTo>
                  <a:lnTo>
                    <a:pt x="925" y="1448"/>
                  </a:lnTo>
                  <a:lnTo>
                    <a:pt x="969" y="1421"/>
                  </a:lnTo>
                  <a:lnTo>
                    <a:pt x="1014" y="1393"/>
                  </a:lnTo>
                  <a:lnTo>
                    <a:pt x="1017" y="1391"/>
                  </a:lnTo>
                  <a:lnTo>
                    <a:pt x="1058" y="1363"/>
                  </a:lnTo>
                  <a:lnTo>
                    <a:pt x="1099" y="1336"/>
                  </a:lnTo>
                  <a:lnTo>
                    <a:pt x="1136" y="1308"/>
                  </a:lnTo>
                  <a:lnTo>
                    <a:pt x="1169" y="1280"/>
                  </a:lnTo>
                  <a:lnTo>
                    <a:pt x="1200" y="1252"/>
                  </a:lnTo>
                  <a:lnTo>
                    <a:pt x="1230" y="1223"/>
                  </a:lnTo>
                  <a:lnTo>
                    <a:pt x="1256" y="1195"/>
                  </a:lnTo>
                  <a:lnTo>
                    <a:pt x="1278" y="1167"/>
                  </a:lnTo>
                  <a:lnTo>
                    <a:pt x="1298" y="1138"/>
                  </a:lnTo>
                  <a:lnTo>
                    <a:pt x="1313" y="1110"/>
                  </a:lnTo>
                  <a:lnTo>
                    <a:pt x="1326" y="1080"/>
                  </a:lnTo>
                  <a:lnTo>
                    <a:pt x="1330" y="1073"/>
                  </a:lnTo>
                  <a:lnTo>
                    <a:pt x="1339" y="1043"/>
                  </a:lnTo>
                  <a:lnTo>
                    <a:pt x="1345" y="1016"/>
                  </a:lnTo>
                  <a:lnTo>
                    <a:pt x="1347" y="986"/>
                  </a:lnTo>
                  <a:lnTo>
                    <a:pt x="1345" y="956"/>
                  </a:lnTo>
                  <a:lnTo>
                    <a:pt x="1339" y="927"/>
                  </a:lnTo>
                  <a:lnTo>
                    <a:pt x="1330" y="897"/>
                  </a:lnTo>
                  <a:lnTo>
                    <a:pt x="1326" y="890"/>
                  </a:lnTo>
                  <a:lnTo>
                    <a:pt x="1313" y="860"/>
                  </a:lnTo>
                  <a:lnTo>
                    <a:pt x="1298" y="831"/>
                  </a:lnTo>
                  <a:lnTo>
                    <a:pt x="1278" y="801"/>
                  </a:lnTo>
                  <a:lnTo>
                    <a:pt x="1256" y="771"/>
                  </a:lnTo>
                  <a:lnTo>
                    <a:pt x="1230" y="740"/>
                  </a:lnTo>
                  <a:lnTo>
                    <a:pt x="1200" y="710"/>
                  </a:lnTo>
                  <a:lnTo>
                    <a:pt x="1169" y="681"/>
                  </a:lnTo>
                  <a:lnTo>
                    <a:pt x="1136" y="651"/>
                  </a:lnTo>
                  <a:lnTo>
                    <a:pt x="1099" y="620"/>
                  </a:lnTo>
                  <a:lnTo>
                    <a:pt x="1058" y="590"/>
                  </a:lnTo>
                  <a:lnTo>
                    <a:pt x="1017" y="559"/>
                  </a:lnTo>
                  <a:lnTo>
                    <a:pt x="973" y="529"/>
                  </a:lnTo>
                  <a:lnTo>
                    <a:pt x="928" y="498"/>
                  </a:lnTo>
                  <a:lnTo>
                    <a:pt x="925" y="496"/>
                  </a:lnTo>
                  <a:lnTo>
                    <a:pt x="877" y="464"/>
                  </a:lnTo>
                  <a:lnTo>
                    <a:pt x="827" y="435"/>
                  </a:lnTo>
                  <a:lnTo>
                    <a:pt x="723" y="372"/>
                  </a:lnTo>
                  <a:lnTo>
                    <a:pt x="612" y="311"/>
                  </a:lnTo>
                  <a:lnTo>
                    <a:pt x="498" y="248"/>
                  </a:lnTo>
                  <a:lnTo>
                    <a:pt x="379" y="187"/>
                  </a:lnTo>
                  <a:lnTo>
                    <a:pt x="257" y="124"/>
                  </a:lnTo>
                  <a:lnTo>
                    <a:pt x="133" y="61"/>
                  </a:lnTo>
                  <a:lnTo>
                    <a:pt x="9" y="0"/>
                  </a:lnTo>
                  <a:close/>
                </a:path>
              </a:pathLst>
            </a:custGeom>
            <a:solidFill>
              <a:srgbClr val="3333CC"/>
            </a:solidFill>
            <a:ln w="9525">
              <a:noFill/>
            </a:ln>
          </p:spPr>
          <p:txBody>
            <a:bodyPr/>
            <a:p>
              <a:endParaRPr lang="zh-CN" altLang="en-US"/>
            </a:p>
          </p:txBody>
        </p:sp>
        <p:grpSp>
          <p:nvGrpSpPr>
            <p:cNvPr id="79285" name="Group 437"/>
            <p:cNvGrpSpPr/>
            <p:nvPr/>
          </p:nvGrpSpPr>
          <p:grpSpPr>
            <a:xfrm>
              <a:off x="3297" y="513"/>
              <a:ext cx="185" cy="183"/>
              <a:chOff x="3141" y="525"/>
              <a:chExt cx="185" cy="183"/>
            </a:xfrm>
          </p:grpSpPr>
          <p:sp>
            <p:nvSpPr>
              <p:cNvPr id="79286" name="Freeform 438"/>
              <p:cNvSpPr/>
              <p:nvPr/>
            </p:nvSpPr>
            <p:spPr>
              <a:xfrm>
                <a:off x="3141" y="525"/>
                <a:ext cx="185" cy="159"/>
              </a:xfrm>
              <a:custGeom>
                <a:avLst/>
                <a:gdLst/>
                <a:ahLst/>
                <a:cxnLst>
                  <a:cxn ang="0">
                    <a:pos x="2" y="0"/>
                  </a:cxn>
                  <a:cxn ang="0">
                    <a:pos x="0" y="5"/>
                  </a:cxn>
                  <a:cxn ang="0">
                    <a:pos x="16" y="11"/>
                  </a:cxn>
                  <a:cxn ang="0">
                    <a:pos x="31" y="17"/>
                  </a:cxn>
                  <a:cxn ang="0">
                    <a:pos x="46" y="22"/>
                  </a:cxn>
                  <a:cxn ang="0">
                    <a:pos x="59" y="28"/>
                  </a:cxn>
                  <a:cxn ang="0">
                    <a:pos x="65" y="30"/>
                  </a:cxn>
                  <a:cxn ang="0">
                    <a:pos x="71" y="33"/>
                  </a:cxn>
                  <a:cxn ang="0">
                    <a:pos x="75" y="36"/>
                  </a:cxn>
                  <a:cxn ang="0">
                    <a:pos x="79" y="39"/>
                  </a:cxn>
                  <a:cxn ang="0">
                    <a:pos x="81" y="36"/>
                  </a:cxn>
                  <a:cxn ang="0">
                    <a:pos x="79" y="38"/>
                  </a:cxn>
                  <a:cxn ang="0">
                    <a:pos x="82" y="41"/>
                  </a:cxn>
                  <a:cxn ang="0">
                    <a:pos x="85" y="44"/>
                  </a:cxn>
                  <a:cxn ang="0">
                    <a:pos x="87" y="47"/>
                  </a:cxn>
                  <a:cxn ang="0">
                    <a:pos x="89" y="44"/>
                  </a:cxn>
                  <a:cxn ang="0">
                    <a:pos x="86" y="44"/>
                  </a:cxn>
                  <a:cxn ang="0">
                    <a:pos x="88" y="48"/>
                  </a:cxn>
                  <a:cxn ang="0">
                    <a:pos x="87" y="51"/>
                  </a:cxn>
                  <a:cxn ang="0">
                    <a:pos x="86" y="55"/>
                  </a:cxn>
                  <a:cxn ang="0">
                    <a:pos x="89" y="55"/>
                  </a:cxn>
                  <a:cxn ang="0">
                    <a:pos x="87" y="52"/>
                  </a:cxn>
                  <a:cxn ang="0">
                    <a:pos x="84" y="56"/>
                  </a:cxn>
                  <a:cxn ang="0">
                    <a:pos x="80" y="60"/>
                  </a:cxn>
                  <a:cxn ang="0">
                    <a:pos x="75" y="64"/>
                  </a:cxn>
                  <a:cxn ang="0">
                    <a:pos x="77" y="66"/>
                  </a:cxn>
                  <a:cxn ang="0">
                    <a:pos x="76" y="63"/>
                  </a:cxn>
                  <a:cxn ang="0">
                    <a:pos x="70" y="67"/>
                  </a:cxn>
                  <a:cxn ang="0">
                    <a:pos x="63" y="71"/>
                  </a:cxn>
                  <a:cxn ang="0">
                    <a:pos x="55" y="75"/>
                  </a:cxn>
                  <a:cxn ang="0">
                    <a:pos x="58" y="80"/>
                  </a:cxn>
                  <a:cxn ang="0">
                    <a:pos x="65" y="76"/>
                  </a:cxn>
                  <a:cxn ang="0">
                    <a:pos x="72" y="72"/>
                  </a:cxn>
                  <a:cxn ang="0">
                    <a:pos x="78" y="69"/>
                  </a:cxn>
                  <a:cxn ang="0">
                    <a:pos x="79" y="68"/>
                  </a:cxn>
                  <a:cxn ang="0">
                    <a:pos x="84" y="64"/>
                  </a:cxn>
                  <a:cxn ang="0">
                    <a:pos x="88" y="60"/>
                  </a:cxn>
                  <a:cxn ang="0">
                    <a:pos x="91" y="57"/>
                  </a:cxn>
                  <a:cxn ang="0">
                    <a:pos x="91" y="55"/>
                  </a:cxn>
                  <a:cxn ang="0">
                    <a:pos x="91" y="55"/>
                  </a:cxn>
                  <a:cxn ang="0">
                    <a:pos x="93" y="51"/>
                  </a:cxn>
                  <a:cxn ang="0">
                    <a:pos x="93" y="47"/>
                  </a:cxn>
                  <a:cxn ang="0">
                    <a:pos x="92" y="44"/>
                  </a:cxn>
                  <a:cxn ang="0">
                    <a:pos x="91" y="43"/>
                  </a:cxn>
                  <a:cxn ang="0">
                    <a:pos x="89" y="40"/>
                  </a:cxn>
                  <a:cxn ang="0">
                    <a:pos x="86" y="37"/>
                  </a:cxn>
                  <a:cxn ang="0">
                    <a:pos x="83" y="34"/>
                  </a:cxn>
                  <a:cxn ang="0">
                    <a:pos x="82" y="34"/>
                  </a:cxn>
                  <a:cxn ang="0">
                    <a:pos x="78" y="31"/>
                  </a:cxn>
                  <a:cxn ang="0">
                    <a:pos x="73" y="28"/>
                  </a:cxn>
                  <a:cxn ang="0">
                    <a:pos x="67" y="25"/>
                  </a:cxn>
                  <a:cxn ang="0">
                    <a:pos x="61" y="23"/>
                  </a:cxn>
                  <a:cxn ang="0">
                    <a:pos x="48" y="17"/>
                  </a:cxn>
                  <a:cxn ang="0">
                    <a:pos x="34" y="11"/>
                  </a:cxn>
                  <a:cxn ang="0">
                    <a:pos x="18" y="6"/>
                  </a:cxn>
                  <a:cxn ang="0">
                    <a:pos x="2" y="0"/>
                  </a:cxn>
                </a:cxnLst>
                <a:pathLst>
                  <a:path w="370" h="316">
                    <a:moveTo>
                      <a:pt x="7" y="0"/>
                    </a:moveTo>
                    <a:lnTo>
                      <a:pt x="0" y="20"/>
                    </a:lnTo>
                    <a:lnTo>
                      <a:pt x="63" y="42"/>
                    </a:lnTo>
                    <a:lnTo>
                      <a:pt x="124" y="65"/>
                    </a:lnTo>
                    <a:lnTo>
                      <a:pt x="183" y="87"/>
                    </a:lnTo>
                    <a:lnTo>
                      <a:pt x="235" y="109"/>
                    </a:lnTo>
                    <a:lnTo>
                      <a:pt x="259" y="120"/>
                    </a:lnTo>
                    <a:lnTo>
                      <a:pt x="281" y="131"/>
                    </a:lnTo>
                    <a:lnTo>
                      <a:pt x="300" y="142"/>
                    </a:lnTo>
                    <a:lnTo>
                      <a:pt x="316" y="153"/>
                    </a:lnTo>
                    <a:lnTo>
                      <a:pt x="322" y="142"/>
                    </a:lnTo>
                    <a:lnTo>
                      <a:pt x="313" y="151"/>
                    </a:lnTo>
                    <a:lnTo>
                      <a:pt x="327" y="163"/>
                    </a:lnTo>
                    <a:lnTo>
                      <a:pt x="338" y="174"/>
                    </a:lnTo>
                    <a:lnTo>
                      <a:pt x="346" y="185"/>
                    </a:lnTo>
                    <a:lnTo>
                      <a:pt x="355" y="175"/>
                    </a:lnTo>
                    <a:lnTo>
                      <a:pt x="344" y="175"/>
                    </a:lnTo>
                    <a:lnTo>
                      <a:pt x="350" y="190"/>
                    </a:lnTo>
                    <a:lnTo>
                      <a:pt x="348" y="201"/>
                    </a:lnTo>
                    <a:lnTo>
                      <a:pt x="342" y="216"/>
                    </a:lnTo>
                    <a:lnTo>
                      <a:pt x="353" y="216"/>
                    </a:lnTo>
                    <a:lnTo>
                      <a:pt x="346" y="207"/>
                    </a:lnTo>
                    <a:lnTo>
                      <a:pt x="333" y="222"/>
                    </a:lnTo>
                    <a:lnTo>
                      <a:pt x="318" y="238"/>
                    </a:lnTo>
                    <a:lnTo>
                      <a:pt x="298" y="253"/>
                    </a:lnTo>
                    <a:lnTo>
                      <a:pt x="305" y="261"/>
                    </a:lnTo>
                    <a:lnTo>
                      <a:pt x="301" y="251"/>
                    </a:lnTo>
                    <a:lnTo>
                      <a:pt x="277" y="266"/>
                    </a:lnTo>
                    <a:lnTo>
                      <a:pt x="250" y="281"/>
                    </a:lnTo>
                    <a:lnTo>
                      <a:pt x="220" y="296"/>
                    </a:lnTo>
                    <a:lnTo>
                      <a:pt x="229" y="316"/>
                    </a:lnTo>
                    <a:lnTo>
                      <a:pt x="259" y="301"/>
                    </a:lnTo>
                    <a:lnTo>
                      <a:pt x="287" y="286"/>
                    </a:lnTo>
                    <a:lnTo>
                      <a:pt x="311" y="272"/>
                    </a:lnTo>
                    <a:lnTo>
                      <a:pt x="314" y="270"/>
                    </a:lnTo>
                    <a:lnTo>
                      <a:pt x="335" y="255"/>
                    </a:lnTo>
                    <a:lnTo>
                      <a:pt x="350" y="238"/>
                    </a:lnTo>
                    <a:lnTo>
                      <a:pt x="363" y="224"/>
                    </a:lnTo>
                    <a:lnTo>
                      <a:pt x="364" y="216"/>
                    </a:lnTo>
                    <a:lnTo>
                      <a:pt x="370" y="201"/>
                    </a:lnTo>
                    <a:lnTo>
                      <a:pt x="370" y="185"/>
                    </a:lnTo>
                    <a:lnTo>
                      <a:pt x="366" y="175"/>
                    </a:lnTo>
                    <a:lnTo>
                      <a:pt x="363" y="168"/>
                    </a:lnTo>
                    <a:lnTo>
                      <a:pt x="355" y="157"/>
                    </a:lnTo>
                    <a:lnTo>
                      <a:pt x="344" y="146"/>
                    </a:lnTo>
                    <a:lnTo>
                      <a:pt x="329" y="135"/>
                    </a:lnTo>
                    <a:lnTo>
                      <a:pt x="326" y="133"/>
                    </a:lnTo>
                    <a:lnTo>
                      <a:pt x="309" y="122"/>
                    </a:lnTo>
                    <a:lnTo>
                      <a:pt x="290" y="111"/>
                    </a:lnTo>
                    <a:lnTo>
                      <a:pt x="268" y="100"/>
                    </a:lnTo>
                    <a:lnTo>
                      <a:pt x="244" y="89"/>
                    </a:lnTo>
                    <a:lnTo>
                      <a:pt x="192" y="66"/>
                    </a:lnTo>
                    <a:lnTo>
                      <a:pt x="133" y="44"/>
                    </a:lnTo>
                    <a:lnTo>
                      <a:pt x="72" y="22"/>
                    </a:lnTo>
                    <a:lnTo>
                      <a:pt x="7" y="0"/>
                    </a:lnTo>
                    <a:close/>
                  </a:path>
                </a:pathLst>
              </a:custGeom>
              <a:solidFill>
                <a:srgbClr val="FF3300"/>
              </a:solidFill>
              <a:ln w="9525">
                <a:noFill/>
              </a:ln>
            </p:spPr>
            <p:txBody>
              <a:bodyPr/>
              <a:p>
                <a:endParaRPr lang="zh-CN" altLang="en-US"/>
              </a:p>
            </p:txBody>
          </p:sp>
          <p:sp>
            <p:nvSpPr>
              <p:cNvPr id="79287" name="Freeform 439"/>
              <p:cNvSpPr/>
              <p:nvPr/>
            </p:nvSpPr>
            <p:spPr>
              <a:xfrm>
                <a:off x="3187" y="631"/>
                <a:ext cx="113" cy="77"/>
              </a:xfrm>
              <a:custGeom>
                <a:avLst/>
                <a:gdLst/>
                <a:ahLst/>
                <a:cxnLst>
                  <a:cxn ang="0">
                    <a:pos x="43" y="0"/>
                  </a:cxn>
                  <a:cxn ang="0">
                    <a:pos x="0" y="39"/>
                  </a:cxn>
                  <a:cxn ang="0">
                    <a:pos x="57" y="33"/>
                  </a:cxn>
                  <a:cxn ang="0">
                    <a:pos x="34" y="24"/>
                  </a:cxn>
                  <a:cxn ang="0">
                    <a:pos x="43" y="0"/>
                  </a:cxn>
                </a:cxnLst>
                <a:pathLst>
                  <a:path w="226" h="153">
                    <a:moveTo>
                      <a:pt x="169" y="0"/>
                    </a:moveTo>
                    <a:lnTo>
                      <a:pt x="0" y="153"/>
                    </a:lnTo>
                    <a:lnTo>
                      <a:pt x="226" y="129"/>
                    </a:lnTo>
                    <a:lnTo>
                      <a:pt x="135" y="94"/>
                    </a:lnTo>
                    <a:lnTo>
                      <a:pt x="169" y="0"/>
                    </a:lnTo>
                    <a:close/>
                  </a:path>
                </a:pathLst>
              </a:custGeom>
              <a:solidFill>
                <a:srgbClr val="FF3300"/>
              </a:solidFill>
              <a:ln w="9525">
                <a:noFill/>
              </a:ln>
            </p:spPr>
            <p:txBody>
              <a:bodyPr/>
              <a:p>
                <a:endParaRPr lang="zh-CN" altLang="en-US"/>
              </a:p>
            </p:txBody>
          </p:sp>
        </p:grpSp>
        <p:sp>
          <p:nvSpPr>
            <p:cNvPr id="79288" name="Freeform 440"/>
            <p:cNvSpPr/>
            <p:nvPr/>
          </p:nvSpPr>
          <p:spPr>
            <a:xfrm>
              <a:off x="1918" y="1534"/>
              <a:ext cx="672" cy="884"/>
            </a:xfrm>
            <a:custGeom>
              <a:avLst/>
              <a:gdLst/>
              <a:ahLst/>
              <a:cxnLst>
                <a:cxn ang="0">
                  <a:pos x="5" y="29"/>
                </a:cxn>
                <a:cxn ang="0">
                  <a:pos x="2" y="20"/>
                </a:cxn>
                <a:cxn ang="0">
                  <a:pos x="10" y="11"/>
                </a:cxn>
                <a:cxn ang="0">
                  <a:pos x="40" y="2"/>
                </a:cxn>
                <a:cxn ang="0">
                  <a:pos x="81" y="1"/>
                </a:cxn>
                <a:cxn ang="0">
                  <a:pos x="113" y="5"/>
                </a:cxn>
                <a:cxn ang="0">
                  <a:pos x="145" y="11"/>
                </a:cxn>
                <a:cxn ang="0">
                  <a:pos x="224" y="29"/>
                </a:cxn>
                <a:cxn ang="0">
                  <a:pos x="283" y="48"/>
                </a:cxn>
                <a:cxn ang="0">
                  <a:pos x="313" y="62"/>
                </a:cxn>
                <a:cxn ang="0">
                  <a:pos x="332" y="76"/>
                </a:cxn>
                <a:cxn ang="0">
                  <a:pos x="335" y="91"/>
                </a:cxn>
                <a:cxn ang="0">
                  <a:pos x="316" y="108"/>
                </a:cxn>
                <a:cxn ang="0">
                  <a:pos x="276" y="126"/>
                </a:cxn>
                <a:cxn ang="0">
                  <a:pos x="223" y="145"/>
                </a:cxn>
                <a:cxn ang="0">
                  <a:pos x="118" y="180"/>
                </a:cxn>
                <a:cxn ang="0">
                  <a:pos x="64" y="201"/>
                </a:cxn>
                <a:cxn ang="0">
                  <a:pos x="23" y="221"/>
                </a:cxn>
                <a:cxn ang="0">
                  <a:pos x="3" y="242"/>
                </a:cxn>
                <a:cxn ang="0">
                  <a:pos x="9" y="262"/>
                </a:cxn>
                <a:cxn ang="0">
                  <a:pos x="38" y="284"/>
                </a:cxn>
                <a:cxn ang="0">
                  <a:pos x="83" y="306"/>
                </a:cxn>
                <a:cxn ang="0">
                  <a:pos x="153" y="335"/>
                </a:cxn>
                <a:cxn ang="0">
                  <a:pos x="238" y="366"/>
                </a:cxn>
                <a:cxn ang="0">
                  <a:pos x="286" y="385"/>
                </a:cxn>
                <a:cxn ang="0">
                  <a:pos x="319" y="401"/>
                </a:cxn>
                <a:cxn ang="0">
                  <a:pos x="332" y="413"/>
                </a:cxn>
                <a:cxn ang="0">
                  <a:pos x="332" y="423"/>
                </a:cxn>
                <a:cxn ang="0">
                  <a:pos x="322" y="431"/>
                </a:cxn>
                <a:cxn ang="0">
                  <a:pos x="293" y="439"/>
                </a:cxn>
                <a:cxn ang="0">
                  <a:pos x="242" y="442"/>
                </a:cxn>
                <a:cxn ang="0">
                  <a:pos x="194" y="438"/>
                </a:cxn>
                <a:cxn ang="0">
                  <a:pos x="169" y="432"/>
                </a:cxn>
                <a:cxn ang="0">
                  <a:pos x="104" y="411"/>
                </a:cxn>
                <a:cxn ang="0">
                  <a:pos x="38" y="384"/>
                </a:cxn>
                <a:cxn ang="0">
                  <a:pos x="14" y="368"/>
                </a:cxn>
                <a:cxn ang="0">
                  <a:pos x="1" y="352"/>
                </a:cxn>
                <a:cxn ang="0">
                  <a:pos x="2" y="335"/>
                </a:cxn>
                <a:cxn ang="0">
                  <a:pos x="23" y="318"/>
                </a:cxn>
                <a:cxn ang="0">
                  <a:pos x="63" y="300"/>
                </a:cxn>
                <a:cxn ang="0">
                  <a:pos x="117" y="280"/>
                </a:cxn>
                <a:cxn ang="0">
                  <a:pos x="221" y="245"/>
                </a:cxn>
                <a:cxn ang="0">
                  <a:pos x="274" y="225"/>
                </a:cxn>
                <a:cxn ang="0">
                  <a:pos x="314" y="204"/>
                </a:cxn>
                <a:cxn ang="0">
                  <a:pos x="334" y="185"/>
                </a:cxn>
                <a:cxn ang="0">
                  <a:pos x="328" y="166"/>
                </a:cxn>
                <a:cxn ang="0">
                  <a:pos x="301" y="146"/>
                </a:cxn>
                <a:cxn ang="0">
                  <a:pos x="257" y="126"/>
                </a:cxn>
                <a:cxn ang="0">
                  <a:pos x="189" y="101"/>
                </a:cxn>
                <a:cxn ang="0">
                  <a:pos x="105" y="74"/>
                </a:cxn>
                <a:cxn ang="0">
                  <a:pos x="57" y="57"/>
                </a:cxn>
                <a:cxn ang="0">
                  <a:pos x="23" y="43"/>
                </a:cxn>
              </a:cxnLst>
              <a:pathLst>
                <a:path w="1345" h="1768">
                  <a:moveTo>
                    <a:pt x="54" y="148"/>
                  </a:moveTo>
                  <a:lnTo>
                    <a:pt x="41" y="136"/>
                  </a:lnTo>
                  <a:lnTo>
                    <a:pt x="30" y="125"/>
                  </a:lnTo>
                  <a:lnTo>
                    <a:pt x="22" y="116"/>
                  </a:lnTo>
                  <a:lnTo>
                    <a:pt x="15" y="107"/>
                  </a:lnTo>
                  <a:lnTo>
                    <a:pt x="11" y="98"/>
                  </a:lnTo>
                  <a:lnTo>
                    <a:pt x="11" y="88"/>
                  </a:lnTo>
                  <a:lnTo>
                    <a:pt x="11" y="79"/>
                  </a:lnTo>
                  <a:lnTo>
                    <a:pt x="13" y="72"/>
                  </a:lnTo>
                  <a:lnTo>
                    <a:pt x="19" y="64"/>
                  </a:lnTo>
                  <a:lnTo>
                    <a:pt x="24" y="57"/>
                  </a:lnTo>
                  <a:lnTo>
                    <a:pt x="41" y="42"/>
                  </a:lnTo>
                  <a:lnTo>
                    <a:pt x="65" y="31"/>
                  </a:lnTo>
                  <a:lnTo>
                    <a:pt x="93" y="22"/>
                  </a:lnTo>
                  <a:lnTo>
                    <a:pt x="126" y="14"/>
                  </a:lnTo>
                  <a:lnTo>
                    <a:pt x="161" y="7"/>
                  </a:lnTo>
                  <a:lnTo>
                    <a:pt x="200" y="3"/>
                  </a:lnTo>
                  <a:lnTo>
                    <a:pt x="241" y="1"/>
                  </a:lnTo>
                  <a:lnTo>
                    <a:pt x="283" y="0"/>
                  </a:lnTo>
                  <a:lnTo>
                    <a:pt x="326" y="1"/>
                  </a:lnTo>
                  <a:lnTo>
                    <a:pt x="368" y="5"/>
                  </a:lnTo>
                  <a:lnTo>
                    <a:pt x="409" y="11"/>
                  </a:lnTo>
                  <a:lnTo>
                    <a:pt x="431" y="14"/>
                  </a:lnTo>
                  <a:lnTo>
                    <a:pt x="455" y="18"/>
                  </a:lnTo>
                  <a:lnTo>
                    <a:pt x="483" y="24"/>
                  </a:lnTo>
                  <a:lnTo>
                    <a:pt x="513" y="29"/>
                  </a:lnTo>
                  <a:lnTo>
                    <a:pt x="546" y="35"/>
                  </a:lnTo>
                  <a:lnTo>
                    <a:pt x="581" y="42"/>
                  </a:lnTo>
                  <a:lnTo>
                    <a:pt x="655" y="59"/>
                  </a:lnTo>
                  <a:lnTo>
                    <a:pt x="735" y="75"/>
                  </a:lnTo>
                  <a:lnTo>
                    <a:pt x="816" y="96"/>
                  </a:lnTo>
                  <a:lnTo>
                    <a:pt x="899" y="116"/>
                  </a:lnTo>
                  <a:lnTo>
                    <a:pt x="981" y="140"/>
                  </a:lnTo>
                  <a:lnTo>
                    <a:pt x="1058" y="164"/>
                  </a:lnTo>
                  <a:lnTo>
                    <a:pt x="1097" y="177"/>
                  </a:lnTo>
                  <a:lnTo>
                    <a:pt x="1132" y="190"/>
                  </a:lnTo>
                  <a:lnTo>
                    <a:pt x="1165" y="203"/>
                  </a:lnTo>
                  <a:lnTo>
                    <a:pt x="1197" y="218"/>
                  </a:lnTo>
                  <a:lnTo>
                    <a:pt x="1227" y="231"/>
                  </a:lnTo>
                  <a:lnTo>
                    <a:pt x="1254" y="246"/>
                  </a:lnTo>
                  <a:lnTo>
                    <a:pt x="1278" y="259"/>
                  </a:lnTo>
                  <a:lnTo>
                    <a:pt x="1299" y="273"/>
                  </a:lnTo>
                  <a:lnTo>
                    <a:pt x="1315" y="288"/>
                  </a:lnTo>
                  <a:lnTo>
                    <a:pt x="1328" y="303"/>
                  </a:lnTo>
                  <a:lnTo>
                    <a:pt x="1339" y="318"/>
                  </a:lnTo>
                  <a:lnTo>
                    <a:pt x="1345" y="334"/>
                  </a:lnTo>
                  <a:lnTo>
                    <a:pt x="1345" y="349"/>
                  </a:lnTo>
                  <a:lnTo>
                    <a:pt x="1341" y="364"/>
                  </a:lnTo>
                  <a:lnTo>
                    <a:pt x="1332" y="379"/>
                  </a:lnTo>
                  <a:lnTo>
                    <a:pt x="1315" y="395"/>
                  </a:lnTo>
                  <a:lnTo>
                    <a:pt x="1293" y="412"/>
                  </a:lnTo>
                  <a:lnTo>
                    <a:pt x="1265" y="429"/>
                  </a:lnTo>
                  <a:lnTo>
                    <a:pt x="1232" y="445"/>
                  </a:lnTo>
                  <a:lnTo>
                    <a:pt x="1193" y="464"/>
                  </a:lnTo>
                  <a:lnTo>
                    <a:pt x="1153" y="482"/>
                  </a:lnTo>
                  <a:lnTo>
                    <a:pt x="1106" y="501"/>
                  </a:lnTo>
                  <a:lnTo>
                    <a:pt x="1056" y="519"/>
                  </a:lnTo>
                  <a:lnTo>
                    <a:pt x="1003" y="538"/>
                  </a:lnTo>
                  <a:lnTo>
                    <a:pt x="949" y="556"/>
                  </a:lnTo>
                  <a:lnTo>
                    <a:pt x="892" y="577"/>
                  </a:lnTo>
                  <a:lnTo>
                    <a:pt x="773" y="615"/>
                  </a:lnTo>
                  <a:lnTo>
                    <a:pt x="651" y="656"/>
                  </a:lnTo>
                  <a:lnTo>
                    <a:pt x="531" y="697"/>
                  </a:lnTo>
                  <a:lnTo>
                    <a:pt x="472" y="719"/>
                  </a:lnTo>
                  <a:lnTo>
                    <a:pt x="415" y="739"/>
                  </a:lnTo>
                  <a:lnTo>
                    <a:pt x="359" y="760"/>
                  </a:lnTo>
                  <a:lnTo>
                    <a:pt x="307" y="780"/>
                  </a:lnTo>
                  <a:lnTo>
                    <a:pt x="257" y="802"/>
                  </a:lnTo>
                  <a:lnTo>
                    <a:pt x="209" y="823"/>
                  </a:lnTo>
                  <a:lnTo>
                    <a:pt x="167" y="843"/>
                  </a:lnTo>
                  <a:lnTo>
                    <a:pt x="128" y="863"/>
                  </a:lnTo>
                  <a:lnTo>
                    <a:pt x="95" y="884"/>
                  </a:lnTo>
                  <a:lnTo>
                    <a:pt x="65" y="904"/>
                  </a:lnTo>
                  <a:lnTo>
                    <a:pt x="41" y="924"/>
                  </a:lnTo>
                  <a:lnTo>
                    <a:pt x="24" y="945"/>
                  </a:lnTo>
                  <a:lnTo>
                    <a:pt x="13" y="965"/>
                  </a:lnTo>
                  <a:lnTo>
                    <a:pt x="9" y="985"/>
                  </a:lnTo>
                  <a:lnTo>
                    <a:pt x="13" y="1006"/>
                  </a:lnTo>
                  <a:lnTo>
                    <a:pt x="22" y="1026"/>
                  </a:lnTo>
                  <a:lnTo>
                    <a:pt x="37" y="1046"/>
                  </a:lnTo>
                  <a:lnTo>
                    <a:pt x="59" y="1069"/>
                  </a:lnTo>
                  <a:lnTo>
                    <a:pt x="85" y="1091"/>
                  </a:lnTo>
                  <a:lnTo>
                    <a:pt x="117" y="1111"/>
                  </a:lnTo>
                  <a:lnTo>
                    <a:pt x="154" y="1135"/>
                  </a:lnTo>
                  <a:lnTo>
                    <a:pt x="194" y="1157"/>
                  </a:lnTo>
                  <a:lnTo>
                    <a:pt x="237" y="1180"/>
                  </a:lnTo>
                  <a:lnTo>
                    <a:pt x="285" y="1202"/>
                  </a:lnTo>
                  <a:lnTo>
                    <a:pt x="335" y="1224"/>
                  </a:lnTo>
                  <a:lnTo>
                    <a:pt x="387" y="1248"/>
                  </a:lnTo>
                  <a:lnTo>
                    <a:pt x="440" y="1270"/>
                  </a:lnTo>
                  <a:lnTo>
                    <a:pt x="498" y="1292"/>
                  </a:lnTo>
                  <a:lnTo>
                    <a:pt x="612" y="1337"/>
                  </a:lnTo>
                  <a:lnTo>
                    <a:pt x="729" y="1381"/>
                  </a:lnTo>
                  <a:lnTo>
                    <a:pt x="844" y="1424"/>
                  </a:lnTo>
                  <a:lnTo>
                    <a:pt x="899" y="1444"/>
                  </a:lnTo>
                  <a:lnTo>
                    <a:pt x="955" y="1464"/>
                  </a:lnTo>
                  <a:lnTo>
                    <a:pt x="1006" y="1483"/>
                  </a:lnTo>
                  <a:lnTo>
                    <a:pt x="1055" y="1503"/>
                  </a:lnTo>
                  <a:lnTo>
                    <a:pt x="1103" y="1522"/>
                  </a:lnTo>
                  <a:lnTo>
                    <a:pt x="1145" y="1538"/>
                  </a:lnTo>
                  <a:lnTo>
                    <a:pt x="1186" y="1555"/>
                  </a:lnTo>
                  <a:lnTo>
                    <a:pt x="1221" y="1572"/>
                  </a:lnTo>
                  <a:lnTo>
                    <a:pt x="1252" y="1586"/>
                  </a:lnTo>
                  <a:lnTo>
                    <a:pt x="1278" y="1601"/>
                  </a:lnTo>
                  <a:lnTo>
                    <a:pt x="1299" y="1614"/>
                  </a:lnTo>
                  <a:lnTo>
                    <a:pt x="1313" y="1627"/>
                  </a:lnTo>
                  <a:lnTo>
                    <a:pt x="1325" y="1638"/>
                  </a:lnTo>
                  <a:lnTo>
                    <a:pt x="1330" y="1649"/>
                  </a:lnTo>
                  <a:lnTo>
                    <a:pt x="1336" y="1660"/>
                  </a:lnTo>
                  <a:lnTo>
                    <a:pt x="1336" y="1672"/>
                  </a:lnTo>
                  <a:lnTo>
                    <a:pt x="1334" y="1681"/>
                  </a:lnTo>
                  <a:lnTo>
                    <a:pt x="1330" y="1690"/>
                  </a:lnTo>
                  <a:lnTo>
                    <a:pt x="1323" y="1699"/>
                  </a:lnTo>
                  <a:lnTo>
                    <a:pt x="1313" y="1707"/>
                  </a:lnTo>
                  <a:lnTo>
                    <a:pt x="1302" y="1714"/>
                  </a:lnTo>
                  <a:lnTo>
                    <a:pt x="1289" y="1721"/>
                  </a:lnTo>
                  <a:lnTo>
                    <a:pt x="1275" y="1729"/>
                  </a:lnTo>
                  <a:lnTo>
                    <a:pt x="1258" y="1734"/>
                  </a:lnTo>
                  <a:lnTo>
                    <a:pt x="1219" y="1745"/>
                  </a:lnTo>
                  <a:lnTo>
                    <a:pt x="1175" y="1755"/>
                  </a:lnTo>
                  <a:lnTo>
                    <a:pt x="1127" y="1760"/>
                  </a:lnTo>
                  <a:lnTo>
                    <a:pt x="1077" y="1766"/>
                  </a:lnTo>
                  <a:lnTo>
                    <a:pt x="1025" y="1768"/>
                  </a:lnTo>
                  <a:lnTo>
                    <a:pt x="971" y="1768"/>
                  </a:lnTo>
                  <a:lnTo>
                    <a:pt x="919" y="1768"/>
                  </a:lnTo>
                  <a:lnTo>
                    <a:pt x="870" y="1762"/>
                  </a:lnTo>
                  <a:lnTo>
                    <a:pt x="821" y="1757"/>
                  </a:lnTo>
                  <a:lnTo>
                    <a:pt x="779" y="1749"/>
                  </a:lnTo>
                  <a:lnTo>
                    <a:pt x="757" y="1744"/>
                  </a:lnTo>
                  <a:lnTo>
                    <a:pt x="735" y="1738"/>
                  </a:lnTo>
                  <a:lnTo>
                    <a:pt x="709" y="1733"/>
                  </a:lnTo>
                  <a:lnTo>
                    <a:pt x="679" y="1725"/>
                  </a:lnTo>
                  <a:lnTo>
                    <a:pt x="620" y="1708"/>
                  </a:lnTo>
                  <a:lnTo>
                    <a:pt x="555" y="1690"/>
                  </a:lnTo>
                  <a:lnTo>
                    <a:pt x="485" y="1668"/>
                  </a:lnTo>
                  <a:lnTo>
                    <a:pt x="416" y="1644"/>
                  </a:lnTo>
                  <a:lnTo>
                    <a:pt x="346" y="1618"/>
                  </a:lnTo>
                  <a:lnTo>
                    <a:pt x="278" y="1592"/>
                  </a:lnTo>
                  <a:lnTo>
                    <a:pt x="213" y="1562"/>
                  </a:lnTo>
                  <a:lnTo>
                    <a:pt x="154" y="1533"/>
                  </a:lnTo>
                  <a:lnTo>
                    <a:pt x="128" y="1518"/>
                  </a:lnTo>
                  <a:lnTo>
                    <a:pt x="102" y="1501"/>
                  </a:lnTo>
                  <a:lnTo>
                    <a:pt x="80" y="1487"/>
                  </a:lnTo>
                  <a:lnTo>
                    <a:pt x="59" y="1470"/>
                  </a:lnTo>
                  <a:lnTo>
                    <a:pt x="41" y="1453"/>
                  </a:lnTo>
                  <a:lnTo>
                    <a:pt x="26" y="1438"/>
                  </a:lnTo>
                  <a:lnTo>
                    <a:pt x="15" y="1422"/>
                  </a:lnTo>
                  <a:lnTo>
                    <a:pt x="6" y="1405"/>
                  </a:lnTo>
                  <a:lnTo>
                    <a:pt x="2" y="1389"/>
                  </a:lnTo>
                  <a:lnTo>
                    <a:pt x="0" y="1374"/>
                  </a:lnTo>
                  <a:lnTo>
                    <a:pt x="2" y="1357"/>
                  </a:lnTo>
                  <a:lnTo>
                    <a:pt x="9" y="1340"/>
                  </a:lnTo>
                  <a:lnTo>
                    <a:pt x="22" y="1324"/>
                  </a:lnTo>
                  <a:lnTo>
                    <a:pt x="39" y="1307"/>
                  </a:lnTo>
                  <a:lnTo>
                    <a:pt x="65" y="1291"/>
                  </a:lnTo>
                  <a:lnTo>
                    <a:pt x="93" y="1272"/>
                  </a:lnTo>
                  <a:lnTo>
                    <a:pt x="128" y="1255"/>
                  </a:lnTo>
                  <a:lnTo>
                    <a:pt x="167" y="1237"/>
                  </a:lnTo>
                  <a:lnTo>
                    <a:pt x="209" y="1218"/>
                  </a:lnTo>
                  <a:lnTo>
                    <a:pt x="255" y="1198"/>
                  </a:lnTo>
                  <a:lnTo>
                    <a:pt x="305" y="1180"/>
                  </a:lnTo>
                  <a:lnTo>
                    <a:pt x="359" y="1159"/>
                  </a:lnTo>
                  <a:lnTo>
                    <a:pt x="413" y="1141"/>
                  </a:lnTo>
                  <a:lnTo>
                    <a:pt x="470" y="1120"/>
                  </a:lnTo>
                  <a:lnTo>
                    <a:pt x="588" y="1080"/>
                  </a:lnTo>
                  <a:lnTo>
                    <a:pt x="709" y="1039"/>
                  </a:lnTo>
                  <a:lnTo>
                    <a:pt x="827" y="998"/>
                  </a:lnTo>
                  <a:lnTo>
                    <a:pt x="884" y="978"/>
                  </a:lnTo>
                  <a:lnTo>
                    <a:pt x="942" y="958"/>
                  </a:lnTo>
                  <a:lnTo>
                    <a:pt x="995" y="937"/>
                  </a:lnTo>
                  <a:lnTo>
                    <a:pt x="1049" y="917"/>
                  </a:lnTo>
                  <a:lnTo>
                    <a:pt x="1097" y="897"/>
                  </a:lnTo>
                  <a:lnTo>
                    <a:pt x="1143" y="876"/>
                  </a:lnTo>
                  <a:lnTo>
                    <a:pt x="1186" y="856"/>
                  </a:lnTo>
                  <a:lnTo>
                    <a:pt x="1223" y="836"/>
                  </a:lnTo>
                  <a:lnTo>
                    <a:pt x="1258" y="815"/>
                  </a:lnTo>
                  <a:lnTo>
                    <a:pt x="1286" y="795"/>
                  </a:lnTo>
                  <a:lnTo>
                    <a:pt x="1310" y="776"/>
                  </a:lnTo>
                  <a:lnTo>
                    <a:pt x="1326" y="756"/>
                  </a:lnTo>
                  <a:lnTo>
                    <a:pt x="1337" y="738"/>
                  </a:lnTo>
                  <a:lnTo>
                    <a:pt x="1341" y="719"/>
                  </a:lnTo>
                  <a:lnTo>
                    <a:pt x="1339" y="701"/>
                  </a:lnTo>
                  <a:lnTo>
                    <a:pt x="1330" y="682"/>
                  </a:lnTo>
                  <a:lnTo>
                    <a:pt x="1315" y="662"/>
                  </a:lnTo>
                  <a:lnTo>
                    <a:pt x="1295" y="643"/>
                  </a:lnTo>
                  <a:lnTo>
                    <a:pt x="1269" y="623"/>
                  </a:lnTo>
                  <a:lnTo>
                    <a:pt x="1238" y="603"/>
                  </a:lnTo>
                  <a:lnTo>
                    <a:pt x="1204" y="582"/>
                  </a:lnTo>
                  <a:lnTo>
                    <a:pt x="1165" y="564"/>
                  </a:lnTo>
                  <a:lnTo>
                    <a:pt x="1123" y="543"/>
                  </a:lnTo>
                  <a:lnTo>
                    <a:pt x="1077" y="523"/>
                  </a:lnTo>
                  <a:lnTo>
                    <a:pt x="1029" y="503"/>
                  </a:lnTo>
                  <a:lnTo>
                    <a:pt x="979" y="482"/>
                  </a:lnTo>
                  <a:lnTo>
                    <a:pt x="925" y="462"/>
                  </a:lnTo>
                  <a:lnTo>
                    <a:pt x="871" y="443"/>
                  </a:lnTo>
                  <a:lnTo>
                    <a:pt x="759" y="403"/>
                  </a:lnTo>
                  <a:lnTo>
                    <a:pt x="644" y="366"/>
                  </a:lnTo>
                  <a:lnTo>
                    <a:pt x="531" y="329"/>
                  </a:lnTo>
                  <a:lnTo>
                    <a:pt x="476" y="310"/>
                  </a:lnTo>
                  <a:lnTo>
                    <a:pt x="422" y="294"/>
                  </a:lnTo>
                  <a:lnTo>
                    <a:pt x="372" y="275"/>
                  </a:lnTo>
                  <a:lnTo>
                    <a:pt x="322" y="259"/>
                  </a:lnTo>
                  <a:lnTo>
                    <a:pt x="274" y="244"/>
                  </a:lnTo>
                  <a:lnTo>
                    <a:pt x="231" y="227"/>
                  </a:lnTo>
                  <a:lnTo>
                    <a:pt x="191" y="212"/>
                  </a:lnTo>
                  <a:lnTo>
                    <a:pt x="154" y="197"/>
                  </a:lnTo>
                  <a:lnTo>
                    <a:pt x="122" y="185"/>
                  </a:lnTo>
                  <a:lnTo>
                    <a:pt x="95" y="172"/>
                  </a:lnTo>
                  <a:lnTo>
                    <a:pt x="71" y="159"/>
                  </a:lnTo>
                  <a:lnTo>
                    <a:pt x="54" y="148"/>
                  </a:lnTo>
                  <a:close/>
                </a:path>
              </a:pathLst>
            </a:custGeom>
            <a:noFill/>
            <a:ln w="17463" cap="flat" cmpd="sng">
              <a:solidFill>
                <a:srgbClr val="3333CC"/>
              </a:solidFill>
              <a:prstDash val="solid"/>
              <a:round/>
              <a:headEnd type="none" w="med" len="med"/>
              <a:tailEnd type="none" w="med" len="med"/>
            </a:ln>
          </p:spPr>
          <p:txBody>
            <a:bodyPr/>
            <a:p>
              <a:endParaRPr lang="zh-CN" altLang="en-US"/>
            </a:p>
          </p:txBody>
        </p:sp>
        <p:sp>
          <p:nvSpPr>
            <p:cNvPr id="79289" name="Freeform 441"/>
            <p:cNvSpPr/>
            <p:nvPr/>
          </p:nvSpPr>
          <p:spPr>
            <a:xfrm>
              <a:off x="3787" y="1532"/>
              <a:ext cx="672" cy="884"/>
            </a:xfrm>
            <a:custGeom>
              <a:avLst/>
              <a:gdLst/>
              <a:ahLst/>
              <a:cxnLst>
                <a:cxn ang="0">
                  <a:pos x="330" y="30"/>
                </a:cxn>
                <a:cxn ang="0">
                  <a:pos x="333" y="20"/>
                </a:cxn>
                <a:cxn ang="0">
                  <a:pos x="326" y="11"/>
                </a:cxn>
                <a:cxn ang="0">
                  <a:pos x="296" y="2"/>
                </a:cxn>
                <a:cxn ang="0">
                  <a:pos x="254" y="1"/>
                </a:cxn>
                <a:cxn ang="0">
                  <a:pos x="222" y="5"/>
                </a:cxn>
                <a:cxn ang="0">
                  <a:pos x="191" y="11"/>
                </a:cxn>
                <a:cxn ang="0">
                  <a:pos x="111" y="30"/>
                </a:cxn>
                <a:cxn ang="0">
                  <a:pos x="53" y="48"/>
                </a:cxn>
                <a:cxn ang="0">
                  <a:pos x="22" y="62"/>
                </a:cxn>
                <a:cxn ang="0">
                  <a:pos x="4" y="76"/>
                </a:cxn>
                <a:cxn ang="0">
                  <a:pos x="1" y="91"/>
                </a:cxn>
                <a:cxn ang="0">
                  <a:pos x="20" y="108"/>
                </a:cxn>
                <a:cxn ang="0">
                  <a:pos x="59" y="126"/>
                </a:cxn>
                <a:cxn ang="0">
                  <a:pos x="113" y="145"/>
                </a:cxn>
                <a:cxn ang="0">
                  <a:pos x="218" y="180"/>
                </a:cxn>
                <a:cxn ang="0">
                  <a:pos x="272" y="201"/>
                </a:cxn>
                <a:cxn ang="0">
                  <a:pos x="312" y="221"/>
                </a:cxn>
                <a:cxn ang="0">
                  <a:pos x="333" y="242"/>
                </a:cxn>
                <a:cxn ang="0">
                  <a:pos x="327" y="262"/>
                </a:cxn>
                <a:cxn ang="0">
                  <a:pos x="297" y="284"/>
                </a:cxn>
                <a:cxn ang="0">
                  <a:pos x="252" y="306"/>
                </a:cxn>
                <a:cxn ang="0">
                  <a:pos x="183" y="335"/>
                </a:cxn>
                <a:cxn ang="0">
                  <a:pos x="98" y="367"/>
                </a:cxn>
                <a:cxn ang="0">
                  <a:pos x="50" y="385"/>
                </a:cxn>
                <a:cxn ang="0">
                  <a:pos x="16" y="401"/>
                </a:cxn>
                <a:cxn ang="0">
                  <a:pos x="3" y="413"/>
                </a:cxn>
                <a:cxn ang="0">
                  <a:pos x="3" y="423"/>
                </a:cxn>
                <a:cxn ang="0">
                  <a:pos x="14" y="431"/>
                </a:cxn>
                <a:cxn ang="0">
                  <a:pos x="42" y="439"/>
                </a:cxn>
                <a:cxn ang="0">
                  <a:pos x="93" y="442"/>
                </a:cxn>
                <a:cxn ang="0">
                  <a:pos x="141" y="438"/>
                </a:cxn>
                <a:cxn ang="0">
                  <a:pos x="166" y="432"/>
                </a:cxn>
                <a:cxn ang="0">
                  <a:pos x="232" y="411"/>
                </a:cxn>
                <a:cxn ang="0">
                  <a:pos x="297" y="384"/>
                </a:cxn>
                <a:cxn ang="0">
                  <a:pos x="321" y="368"/>
                </a:cxn>
                <a:cxn ang="0">
                  <a:pos x="334" y="352"/>
                </a:cxn>
                <a:cxn ang="0">
                  <a:pos x="334" y="336"/>
                </a:cxn>
                <a:cxn ang="0">
                  <a:pos x="313" y="318"/>
                </a:cxn>
                <a:cxn ang="0">
                  <a:pos x="272" y="300"/>
                </a:cxn>
                <a:cxn ang="0">
                  <a:pos x="218" y="281"/>
                </a:cxn>
                <a:cxn ang="0">
                  <a:pos x="115" y="245"/>
                </a:cxn>
                <a:cxn ang="0">
                  <a:pos x="62" y="225"/>
                </a:cxn>
                <a:cxn ang="0">
                  <a:pos x="21" y="204"/>
                </a:cxn>
                <a:cxn ang="0">
                  <a:pos x="2" y="185"/>
                </a:cxn>
                <a:cxn ang="0">
                  <a:pos x="7" y="166"/>
                </a:cxn>
                <a:cxn ang="0">
                  <a:pos x="35" y="146"/>
                </a:cxn>
                <a:cxn ang="0">
                  <a:pos x="79" y="126"/>
                </a:cxn>
                <a:cxn ang="0">
                  <a:pos x="146" y="101"/>
                </a:cxn>
                <a:cxn ang="0">
                  <a:pos x="230" y="74"/>
                </a:cxn>
                <a:cxn ang="0">
                  <a:pos x="278" y="57"/>
                </a:cxn>
                <a:cxn ang="0">
                  <a:pos x="312" y="43"/>
                </a:cxn>
              </a:cxnLst>
              <a:pathLst>
                <a:path w="1345" h="1768">
                  <a:moveTo>
                    <a:pt x="1291" y="148"/>
                  </a:moveTo>
                  <a:lnTo>
                    <a:pt x="1304" y="137"/>
                  </a:lnTo>
                  <a:lnTo>
                    <a:pt x="1315" y="126"/>
                  </a:lnTo>
                  <a:lnTo>
                    <a:pt x="1323" y="117"/>
                  </a:lnTo>
                  <a:lnTo>
                    <a:pt x="1330" y="107"/>
                  </a:lnTo>
                  <a:lnTo>
                    <a:pt x="1334" y="98"/>
                  </a:lnTo>
                  <a:lnTo>
                    <a:pt x="1334" y="89"/>
                  </a:lnTo>
                  <a:lnTo>
                    <a:pt x="1334" y="80"/>
                  </a:lnTo>
                  <a:lnTo>
                    <a:pt x="1332" y="72"/>
                  </a:lnTo>
                  <a:lnTo>
                    <a:pt x="1326" y="65"/>
                  </a:lnTo>
                  <a:lnTo>
                    <a:pt x="1321" y="57"/>
                  </a:lnTo>
                  <a:lnTo>
                    <a:pt x="1304" y="43"/>
                  </a:lnTo>
                  <a:lnTo>
                    <a:pt x="1280" y="31"/>
                  </a:lnTo>
                  <a:lnTo>
                    <a:pt x="1252" y="22"/>
                  </a:lnTo>
                  <a:lnTo>
                    <a:pt x="1219" y="15"/>
                  </a:lnTo>
                  <a:lnTo>
                    <a:pt x="1184" y="7"/>
                  </a:lnTo>
                  <a:lnTo>
                    <a:pt x="1145" y="4"/>
                  </a:lnTo>
                  <a:lnTo>
                    <a:pt x="1105" y="2"/>
                  </a:lnTo>
                  <a:lnTo>
                    <a:pt x="1062" y="0"/>
                  </a:lnTo>
                  <a:lnTo>
                    <a:pt x="1019" y="2"/>
                  </a:lnTo>
                  <a:lnTo>
                    <a:pt x="977" y="6"/>
                  </a:lnTo>
                  <a:lnTo>
                    <a:pt x="936" y="11"/>
                  </a:lnTo>
                  <a:lnTo>
                    <a:pt x="914" y="15"/>
                  </a:lnTo>
                  <a:lnTo>
                    <a:pt x="890" y="19"/>
                  </a:lnTo>
                  <a:lnTo>
                    <a:pt x="862" y="24"/>
                  </a:lnTo>
                  <a:lnTo>
                    <a:pt x="833" y="30"/>
                  </a:lnTo>
                  <a:lnTo>
                    <a:pt x="799" y="35"/>
                  </a:lnTo>
                  <a:lnTo>
                    <a:pt x="764" y="43"/>
                  </a:lnTo>
                  <a:lnTo>
                    <a:pt x="690" y="59"/>
                  </a:lnTo>
                  <a:lnTo>
                    <a:pt x="611" y="76"/>
                  </a:lnTo>
                  <a:lnTo>
                    <a:pt x="529" y="96"/>
                  </a:lnTo>
                  <a:lnTo>
                    <a:pt x="446" y="117"/>
                  </a:lnTo>
                  <a:lnTo>
                    <a:pt x="365" y="141"/>
                  </a:lnTo>
                  <a:lnTo>
                    <a:pt x="287" y="165"/>
                  </a:lnTo>
                  <a:lnTo>
                    <a:pt x="248" y="178"/>
                  </a:lnTo>
                  <a:lnTo>
                    <a:pt x="213" y="191"/>
                  </a:lnTo>
                  <a:lnTo>
                    <a:pt x="180" y="203"/>
                  </a:lnTo>
                  <a:lnTo>
                    <a:pt x="148" y="218"/>
                  </a:lnTo>
                  <a:lnTo>
                    <a:pt x="119" y="231"/>
                  </a:lnTo>
                  <a:lnTo>
                    <a:pt x="91" y="246"/>
                  </a:lnTo>
                  <a:lnTo>
                    <a:pt x="67" y="259"/>
                  </a:lnTo>
                  <a:lnTo>
                    <a:pt x="47" y="274"/>
                  </a:lnTo>
                  <a:lnTo>
                    <a:pt x="30" y="289"/>
                  </a:lnTo>
                  <a:lnTo>
                    <a:pt x="17" y="303"/>
                  </a:lnTo>
                  <a:lnTo>
                    <a:pt x="6" y="318"/>
                  </a:lnTo>
                  <a:lnTo>
                    <a:pt x="0" y="335"/>
                  </a:lnTo>
                  <a:lnTo>
                    <a:pt x="0" y="350"/>
                  </a:lnTo>
                  <a:lnTo>
                    <a:pt x="4" y="364"/>
                  </a:lnTo>
                  <a:lnTo>
                    <a:pt x="13" y="379"/>
                  </a:lnTo>
                  <a:lnTo>
                    <a:pt x="30" y="396"/>
                  </a:lnTo>
                  <a:lnTo>
                    <a:pt x="52" y="412"/>
                  </a:lnTo>
                  <a:lnTo>
                    <a:pt x="80" y="429"/>
                  </a:lnTo>
                  <a:lnTo>
                    <a:pt x="113" y="446"/>
                  </a:lnTo>
                  <a:lnTo>
                    <a:pt x="152" y="464"/>
                  </a:lnTo>
                  <a:lnTo>
                    <a:pt x="194" y="483"/>
                  </a:lnTo>
                  <a:lnTo>
                    <a:pt x="239" y="501"/>
                  </a:lnTo>
                  <a:lnTo>
                    <a:pt x="289" y="520"/>
                  </a:lnTo>
                  <a:lnTo>
                    <a:pt x="342" y="538"/>
                  </a:lnTo>
                  <a:lnTo>
                    <a:pt x="396" y="557"/>
                  </a:lnTo>
                  <a:lnTo>
                    <a:pt x="453" y="577"/>
                  </a:lnTo>
                  <a:lnTo>
                    <a:pt x="572" y="616"/>
                  </a:lnTo>
                  <a:lnTo>
                    <a:pt x="694" y="657"/>
                  </a:lnTo>
                  <a:lnTo>
                    <a:pt x="814" y="697"/>
                  </a:lnTo>
                  <a:lnTo>
                    <a:pt x="873" y="719"/>
                  </a:lnTo>
                  <a:lnTo>
                    <a:pt x="931" y="740"/>
                  </a:lnTo>
                  <a:lnTo>
                    <a:pt x="986" y="760"/>
                  </a:lnTo>
                  <a:lnTo>
                    <a:pt x="1038" y="781"/>
                  </a:lnTo>
                  <a:lnTo>
                    <a:pt x="1088" y="803"/>
                  </a:lnTo>
                  <a:lnTo>
                    <a:pt x="1136" y="823"/>
                  </a:lnTo>
                  <a:lnTo>
                    <a:pt x="1178" y="843"/>
                  </a:lnTo>
                  <a:lnTo>
                    <a:pt x="1217" y="864"/>
                  </a:lnTo>
                  <a:lnTo>
                    <a:pt x="1251" y="884"/>
                  </a:lnTo>
                  <a:lnTo>
                    <a:pt x="1280" y="904"/>
                  </a:lnTo>
                  <a:lnTo>
                    <a:pt x="1304" y="925"/>
                  </a:lnTo>
                  <a:lnTo>
                    <a:pt x="1321" y="945"/>
                  </a:lnTo>
                  <a:lnTo>
                    <a:pt x="1332" y="965"/>
                  </a:lnTo>
                  <a:lnTo>
                    <a:pt x="1336" y="986"/>
                  </a:lnTo>
                  <a:lnTo>
                    <a:pt x="1332" y="1006"/>
                  </a:lnTo>
                  <a:lnTo>
                    <a:pt x="1323" y="1026"/>
                  </a:lnTo>
                  <a:lnTo>
                    <a:pt x="1308" y="1047"/>
                  </a:lnTo>
                  <a:lnTo>
                    <a:pt x="1286" y="1069"/>
                  </a:lnTo>
                  <a:lnTo>
                    <a:pt x="1260" y="1091"/>
                  </a:lnTo>
                  <a:lnTo>
                    <a:pt x="1228" y="1112"/>
                  </a:lnTo>
                  <a:lnTo>
                    <a:pt x="1191" y="1136"/>
                  </a:lnTo>
                  <a:lnTo>
                    <a:pt x="1151" y="1158"/>
                  </a:lnTo>
                  <a:lnTo>
                    <a:pt x="1108" y="1180"/>
                  </a:lnTo>
                  <a:lnTo>
                    <a:pt x="1060" y="1202"/>
                  </a:lnTo>
                  <a:lnTo>
                    <a:pt x="1010" y="1224"/>
                  </a:lnTo>
                  <a:lnTo>
                    <a:pt x="958" y="1248"/>
                  </a:lnTo>
                  <a:lnTo>
                    <a:pt x="905" y="1271"/>
                  </a:lnTo>
                  <a:lnTo>
                    <a:pt x="847" y="1293"/>
                  </a:lnTo>
                  <a:lnTo>
                    <a:pt x="733" y="1337"/>
                  </a:lnTo>
                  <a:lnTo>
                    <a:pt x="616" y="1382"/>
                  </a:lnTo>
                  <a:lnTo>
                    <a:pt x="502" y="1424"/>
                  </a:lnTo>
                  <a:lnTo>
                    <a:pt x="446" y="1444"/>
                  </a:lnTo>
                  <a:lnTo>
                    <a:pt x="392" y="1465"/>
                  </a:lnTo>
                  <a:lnTo>
                    <a:pt x="339" y="1483"/>
                  </a:lnTo>
                  <a:lnTo>
                    <a:pt x="291" y="1504"/>
                  </a:lnTo>
                  <a:lnTo>
                    <a:pt x="243" y="1522"/>
                  </a:lnTo>
                  <a:lnTo>
                    <a:pt x="200" y="1539"/>
                  </a:lnTo>
                  <a:lnTo>
                    <a:pt x="159" y="1555"/>
                  </a:lnTo>
                  <a:lnTo>
                    <a:pt x="124" y="1572"/>
                  </a:lnTo>
                  <a:lnTo>
                    <a:pt x="93" y="1587"/>
                  </a:lnTo>
                  <a:lnTo>
                    <a:pt x="67" y="1602"/>
                  </a:lnTo>
                  <a:lnTo>
                    <a:pt x="47" y="1615"/>
                  </a:lnTo>
                  <a:lnTo>
                    <a:pt x="32" y="1628"/>
                  </a:lnTo>
                  <a:lnTo>
                    <a:pt x="21" y="1639"/>
                  </a:lnTo>
                  <a:lnTo>
                    <a:pt x="15" y="1650"/>
                  </a:lnTo>
                  <a:lnTo>
                    <a:pt x="10" y="1661"/>
                  </a:lnTo>
                  <a:lnTo>
                    <a:pt x="10" y="1672"/>
                  </a:lnTo>
                  <a:lnTo>
                    <a:pt x="11" y="1681"/>
                  </a:lnTo>
                  <a:lnTo>
                    <a:pt x="15" y="1690"/>
                  </a:lnTo>
                  <a:lnTo>
                    <a:pt x="22" y="1700"/>
                  </a:lnTo>
                  <a:lnTo>
                    <a:pt x="32" y="1707"/>
                  </a:lnTo>
                  <a:lnTo>
                    <a:pt x="43" y="1714"/>
                  </a:lnTo>
                  <a:lnTo>
                    <a:pt x="56" y="1722"/>
                  </a:lnTo>
                  <a:lnTo>
                    <a:pt x="71" y="1729"/>
                  </a:lnTo>
                  <a:lnTo>
                    <a:pt x="87" y="1735"/>
                  </a:lnTo>
                  <a:lnTo>
                    <a:pt x="126" y="1746"/>
                  </a:lnTo>
                  <a:lnTo>
                    <a:pt x="170" y="1755"/>
                  </a:lnTo>
                  <a:lnTo>
                    <a:pt x="219" y="1761"/>
                  </a:lnTo>
                  <a:lnTo>
                    <a:pt x="268" y="1766"/>
                  </a:lnTo>
                  <a:lnTo>
                    <a:pt x="320" y="1768"/>
                  </a:lnTo>
                  <a:lnTo>
                    <a:pt x="374" y="1768"/>
                  </a:lnTo>
                  <a:lnTo>
                    <a:pt x="426" y="1768"/>
                  </a:lnTo>
                  <a:lnTo>
                    <a:pt x="476" y="1763"/>
                  </a:lnTo>
                  <a:lnTo>
                    <a:pt x="524" y="1757"/>
                  </a:lnTo>
                  <a:lnTo>
                    <a:pt x="566" y="1750"/>
                  </a:lnTo>
                  <a:lnTo>
                    <a:pt x="588" y="1744"/>
                  </a:lnTo>
                  <a:lnTo>
                    <a:pt x="613" y="1739"/>
                  </a:lnTo>
                  <a:lnTo>
                    <a:pt x="638" y="1733"/>
                  </a:lnTo>
                  <a:lnTo>
                    <a:pt x="666" y="1726"/>
                  </a:lnTo>
                  <a:lnTo>
                    <a:pt x="725" y="1709"/>
                  </a:lnTo>
                  <a:lnTo>
                    <a:pt x="792" y="1690"/>
                  </a:lnTo>
                  <a:lnTo>
                    <a:pt x="860" y="1668"/>
                  </a:lnTo>
                  <a:lnTo>
                    <a:pt x="931" y="1644"/>
                  </a:lnTo>
                  <a:lnTo>
                    <a:pt x="999" y="1618"/>
                  </a:lnTo>
                  <a:lnTo>
                    <a:pt x="1068" y="1592"/>
                  </a:lnTo>
                  <a:lnTo>
                    <a:pt x="1132" y="1563"/>
                  </a:lnTo>
                  <a:lnTo>
                    <a:pt x="1191" y="1533"/>
                  </a:lnTo>
                  <a:lnTo>
                    <a:pt x="1217" y="1518"/>
                  </a:lnTo>
                  <a:lnTo>
                    <a:pt x="1243" y="1502"/>
                  </a:lnTo>
                  <a:lnTo>
                    <a:pt x="1265" y="1487"/>
                  </a:lnTo>
                  <a:lnTo>
                    <a:pt x="1286" y="1470"/>
                  </a:lnTo>
                  <a:lnTo>
                    <a:pt x="1304" y="1454"/>
                  </a:lnTo>
                  <a:lnTo>
                    <a:pt x="1319" y="1439"/>
                  </a:lnTo>
                  <a:lnTo>
                    <a:pt x="1330" y="1422"/>
                  </a:lnTo>
                  <a:lnTo>
                    <a:pt x="1339" y="1406"/>
                  </a:lnTo>
                  <a:lnTo>
                    <a:pt x="1343" y="1389"/>
                  </a:lnTo>
                  <a:lnTo>
                    <a:pt x="1345" y="1374"/>
                  </a:lnTo>
                  <a:lnTo>
                    <a:pt x="1343" y="1358"/>
                  </a:lnTo>
                  <a:lnTo>
                    <a:pt x="1336" y="1341"/>
                  </a:lnTo>
                  <a:lnTo>
                    <a:pt x="1323" y="1324"/>
                  </a:lnTo>
                  <a:lnTo>
                    <a:pt x="1306" y="1308"/>
                  </a:lnTo>
                  <a:lnTo>
                    <a:pt x="1282" y="1291"/>
                  </a:lnTo>
                  <a:lnTo>
                    <a:pt x="1252" y="1272"/>
                  </a:lnTo>
                  <a:lnTo>
                    <a:pt x="1217" y="1256"/>
                  </a:lnTo>
                  <a:lnTo>
                    <a:pt x="1178" y="1237"/>
                  </a:lnTo>
                  <a:lnTo>
                    <a:pt x="1136" y="1219"/>
                  </a:lnTo>
                  <a:lnTo>
                    <a:pt x="1090" y="1198"/>
                  </a:lnTo>
                  <a:lnTo>
                    <a:pt x="1040" y="1180"/>
                  </a:lnTo>
                  <a:lnTo>
                    <a:pt x="986" y="1160"/>
                  </a:lnTo>
                  <a:lnTo>
                    <a:pt x="932" y="1141"/>
                  </a:lnTo>
                  <a:lnTo>
                    <a:pt x="875" y="1121"/>
                  </a:lnTo>
                  <a:lnTo>
                    <a:pt x="757" y="1080"/>
                  </a:lnTo>
                  <a:lnTo>
                    <a:pt x="637" y="1039"/>
                  </a:lnTo>
                  <a:lnTo>
                    <a:pt x="518" y="999"/>
                  </a:lnTo>
                  <a:lnTo>
                    <a:pt x="461" y="978"/>
                  </a:lnTo>
                  <a:lnTo>
                    <a:pt x="403" y="958"/>
                  </a:lnTo>
                  <a:lnTo>
                    <a:pt x="350" y="938"/>
                  </a:lnTo>
                  <a:lnTo>
                    <a:pt x="298" y="917"/>
                  </a:lnTo>
                  <a:lnTo>
                    <a:pt x="248" y="897"/>
                  </a:lnTo>
                  <a:lnTo>
                    <a:pt x="202" y="877"/>
                  </a:lnTo>
                  <a:lnTo>
                    <a:pt x="159" y="856"/>
                  </a:lnTo>
                  <a:lnTo>
                    <a:pt x="122" y="836"/>
                  </a:lnTo>
                  <a:lnTo>
                    <a:pt x="87" y="816"/>
                  </a:lnTo>
                  <a:lnTo>
                    <a:pt x="59" y="795"/>
                  </a:lnTo>
                  <a:lnTo>
                    <a:pt x="37" y="777"/>
                  </a:lnTo>
                  <a:lnTo>
                    <a:pt x="19" y="756"/>
                  </a:lnTo>
                  <a:lnTo>
                    <a:pt x="8" y="738"/>
                  </a:lnTo>
                  <a:lnTo>
                    <a:pt x="4" y="719"/>
                  </a:lnTo>
                  <a:lnTo>
                    <a:pt x="6" y="701"/>
                  </a:lnTo>
                  <a:lnTo>
                    <a:pt x="15" y="682"/>
                  </a:lnTo>
                  <a:lnTo>
                    <a:pt x="30" y="662"/>
                  </a:lnTo>
                  <a:lnTo>
                    <a:pt x="50" y="644"/>
                  </a:lnTo>
                  <a:lnTo>
                    <a:pt x="76" y="623"/>
                  </a:lnTo>
                  <a:lnTo>
                    <a:pt x="108" y="603"/>
                  </a:lnTo>
                  <a:lnTo>
                    <a:pt x="141" y="583"/>
                  </a:lnTo>
                  <a:lnTo>
                    <a:pt x="180" y="564"/>
                  </a:lnTo>
                  <a:lnTo>
                    <a:pt x="222" y="544"/>
                  </a:lnTo>
                  <a:lnTo>
                    <a:pt x="268" y="523"/>
                  </a:lnTo>
                  <a:lnTo>
                    <a:pt x="317" y="503"/>
                  </a:lnTo>
                  <a:lnTo>
                    <a:pt x="367" y="483"/>
                  </a:lnTo>
                  <a:lnTo>
                    <a:pt x="420" y="462"/>
                  </a:lnTo>
                  <a:lnTo>
                    <a:pt x="474" y="444"/>
                  </a:lnTo>
                  <a:lnTo>
                    <a:pt x="587" y="403"/>
                  </a:lnTo>
                  <a:lnTo>
                    <a:pt x="701" y="366"/>
                  </a:lnTo>
                  <a:lnTo>
                    <a:pt x="814" y="329"/>
                  </a:lnTo>
                  <a:lnTo>
                    <a:pt x="870" y="311"/>
                  </a:lnTo>
                  <a:lnTo>
                    <a:pt x="923" y="294"/>
                  </a:lnTo>
                  <a:lnTo>
                    <a:pt x="975" y="276"/>
                  </a:lnTo>
                  <a:lnTo>
                    <a:pt x="1023" y="259"/>
                  </a:lnTo>
                  <a:lnTo>
                    <a:pt x="1071" y="244"/>
                  </a:lnTo>
                  <a:lnTo>
                    <a:pt x="1114" y="228"/>
                  </a:lnTo>
                  <a:lnTo>
                    <a:pt x="1154" y="213"/>
                  </a:lnTo>
                  <a:lnTo>
                    <a:pt x="1191" y="198"/>
                  </a:lnTo>
                  <a:lnTo>
                    <a:pt x="1223" y="185"/>
                  </a:lnTo>
                  <a:lnTo>
                    <a:pt x="1251" y="172"/>
                  </a:lnTo>
                  <a:lnTo>
                    <a:pt x="1275" y="159"/>
                  </a:lnTo>
                  <a:lnTo>
                    <a:pt x="1291" y="148"/>
                  </a:lnTo>
                  <a:close/>
                </a:path>
              </a:pathLst>
            </a:custGeom>
            <a:noFill/>
            <a:ln w="17463" cap="flat" cmpd="sng">
              <a:solidFill>
                <a:srgbClr val="3333CC"/>
              </a:solidFill>
              <a:prstDash val="solid"/>
              <a:round/>
              <a:headEnd type="none" w="med" len="med"/>
              <a:tailEnd type="none" w="med" len="med"/>
            </a:ln>
          </p:spPr>
          <p:txBody>
            <a:bodyPr/>
            <a:p>
              <a:endParaRPr lang="zh-CN" altLang="en-US"/>
            </a:p>
          </p:txBody>
        </p:sp>
        <p:sp>
          <p:nvSpPr>
            <p:cNvPr id="79290" name="Freeform 442"/>
            <p:cNvSpPr/>
            <p:nvPr/>
          </p:nvSpPr>
          <p:spPr>
            <a:xfrm>
              <a:off x="2848" y="1506"/>
              <a:ext cx="680" cy="924"/>
            </a:xfrm>
            <a:custGeom>
              <a:avLst/>
              <a:gdLst/>
              <a:ahLst/>
              <a:cxnLst>
                <a:cxn ang="0">
                  <a:pos x="131" y="3"/>
                </a:cxn>
                <a:cxn ang="0">
                  <a:pos x="73" y="16"/>
                </a:cxn>
                <a:cxn ang="0">
                  <a:pos x="29" y="34"/>
                </a:cxn>
                <a:cxn ang="0">
                  <a:pos x="13" y="47"/>
                </a:cxn>
                <a:cxn ang="0">
                  <a:pos x="7" y="61"/>
                </a:cxn>
                <a:cxn ang="0">
                  <a:pos x="14" y="75"/>
                </a:cxn>
                <a:cxn ang="0">
                  <a:pos x="41" y="92"/>
                </a:cxn>
                <a:cxn ang="0">
                  <a:pos x="85" y="111"/>
                </a:cxn>
                <a:cxn ang="0">
                  <a:pos x="153" y="137"/>
                </a:cxn>
                <a:cxn ang="0">
                  <a:pos x="238" y="171"/>
                </a:cxn>
                <a:cxn ang="0">
                  <a:pos x="287" y="193"/>
                </a:cxn>
                <a:cxn ang="0">
                  <a:pos x="320" y="215"/>
                </a:cxn>
                <a:cxn ang="0">
                  <a:pos x="333" y="236"/>
                </a:cxn>
                <a:cxn ang="0">
                  <a:pos x="319" y="257"/>
                </a:cxn>
                <a:cxn ang="0">
                  <a:pos x="285" y="278"/>
                </a:cxn>
                <a:cxn ang="0">
                  <a:pos x="235" y="299"/>
                </a:cxn>
                <a:cxn ang="0">
                  <a:pos x="148" y="331"/>
                </a:cxn>
                <a:cxn ang="0">
                  <a:pos x="79" y="355"/>
                </a:cxn>
                <a:cxn ang="0">
                  <a:pos x="34" y="373"/>
                </a:cxn>
                <a:cxn ang="0">
                  <a:pos x="7" y="390"/>
                </a:cxn>
                <a:cxn ang="0">
                  <a:pos x="0" y="404"/>
                </a:cxn>
                <a:cxn ang="0">
                  <a:pos x="8" y="417"/>
                </a:cxn>
                <a:cxn ang="0">
                  <a:pos x="26" y="429"/>
                </a:cxn>
                <a:cxn ang="0">
                  <a:pos x="74" y="446"/>
                </a:cxn>
                <a:cxn ang="0">
                  <a:pos x="136" y="459"/>
                </a:cxn>
                <a:cxn ang="0">
                  <a:pos x="175" y="462"/>
                </a:cxn>
                <a:cxn ang="0">
                  <a:pos x="228" y="456"/>
                </a:cxn>
                <a:cxn ang="0">
                  <a:pos x="287" y="442"/>
                </a:cxn>
                <a:cxn ang="0">
                  <a:pos x="323" y="426"/>
                </a:cxn>
                <a:cxn ang="0">
                  <a:pos x="337" y="414"/>
                </a:cxn>
                <a:cxn ang="0">
                  <a:pos x="340" y="400"/>
                </a:cxn>
                <a:cxn ang="0">
                  <a:pos x="328" y="386"/>
                </a:cxn>
                <a:cxn ang="0">
                  <a:pos x="296" y="369"/>
                </a:cxn>
                <a:cxn ang="0">
                  <a:pos x="248" y="351"/>
                </a:cxn>
                <a:cxn ang="0">
                  <a:pos x="161" y="321"/>
                </a:cxn>
                <a:cxn ang="0">
                  <a:pos x="91" y="294"/>
                </a:cxn>
                <a:cxn ang="0">
                  <a:pos x="44" y="273"/>
                </a:cxn>
                <a:cxn ang="0">
                  <a:pos x="15" y="251"/>
                </a:cxn>
                <a:cxn ang="0">
                  <a:pos x="8" y="231"/>
                </a:cxn>
                <a:cxn ang="0">
                  <a:pos x="27" y="209"/>
                </a:cxn>
                <a:cxn ang="0">
                  <a:pos x="66" y="186"/>
                </a:cxn>
                <a:cxn ang="0">
                  <a:pos x="118" y="162"/>
                </a:cxn>
                <a:cxn ang="0">
                  <a:pos x="220" y="121"/>
                </a:cxn>
                <a:cxn ang="0">
                  <a:pos x="273" y="100"/>
                </a:cxn>
                <a:cxn ang="0">
                  <a:pos x="314" y="81"/>
                </a:cxn>
                <a:cxn ang="0">
                  <a:pos x="336" y="64"/>
                </a:cxn>
                <a:cxn ang="0">
                  <a:pos x="339" y="51"/>
                </a:cxn>
                <a:cxn ang="0">
                  <a:pos x="329" y="38"/>
                </a:cxn>
                <a:cxn ang="0">
                  <a:pos x="309" y="27"/>
                </a:cxn>
                <a:cxn ang="0">
                  <a:pos x="252" y="9"/>
                </a:cxn>
                <a:cxn ang="0">
                  <a:pos x="192" y="1"/>
                </a:cxn>
              </a:cxnLst>
              <a:pathLst>
                <a:path w="1359" h="1850">
                  <a:moveTo>
                    <a:pt x="671" y="0"/>
                  </a:moveTo>
                  <a:lnTo>
                    <a:pt x="627" y="2"/>
                  </a:lnTo>
                  <a:lnTo>
                    <a:pt x="577" y="8"/>
                  </a:lnTo>
                  <a:lnTo>
                    <a:pt x="523" y="15"/>
                  </a:lnTo>
                  <a:lnTo>
                    <a:pt x="466" y="24"/>
                  </a:lnTo>
                  <a:lnTo>
                    <a:pt x="407" y="37"/>
                  </a:lnTo>
                  <a:lnTo>
                    <a:pt x="348" y="52"/>
                  </a:lnTo>
                  <a:lnTo>
                    <a:pt x="290" y="67"/>
                  </a:lnTo>
                  <a:lnTo>
                    <a:pt x="235" y="85"/>
                  </a:lnTo>
                  <a:lnTo>
                    <a:pt x="181" y="106"/>
                  </a:lnTo>
                  <a:lnTo>
                    <a:pt x="135" y="128"/>
                  </a:lnTo>
                  <a:lnTo>
                    <a:pt x="115" y="139"/>
                  </a:lnTo>
                  <a:lnTo>
                    <a:pt x="94" y="152"/>
                  </a:lnTo>
                  <a:lnTo>
                    <a:pt x="78" y="163"/>
                  </a:lnTo>
                  <a:lnTo>
                    <a:pt x="63" y="176"/>
                  </a:lnTo>
                  <a:lnTo>
                    <a:pt x="50" y="189"/>
                  </a:lnTo>
                  <a:lnTo>
                    <a:pt x="41" y="202"/>
                  </a:lnTo>
                  <a:lnTo>
                    <a:pt x="31" y="217"/>
                  </a:lnTo>
                  <a:lnTo>
                    <a:pt x="28" y="230"/>
                  </a:lnTo>
                  <a:lnTo>
                    <a:pt x="26" y="244"/>
                  </a:lnTo>
                  <a:lnTo>
                    <a:pt x="28" y="257"/>
                  </a:lnTo>
                  <a:lnTo>
                    <a:pt x="31" y="272"/>
                  </a:lnTo>
                  <a:lnTo>
                    <a:pt x="41" y="287"/>
                  </a:lnTo>
                  <a:lnTo>
                    <a:pt x="54" y="302"/>
                  </a:lnTo>
                  <a:lnTo>
                    <a:pt x="74" y="318"/>
                  </a:lnTo>
                  <a:lnTo>
                    <a:pt x="98" y="335"/>
                  </a:lnTo>
                  <a:lnTo>
                    <a:pt x="128" y="352"/>
                  </a:lnTo>
                  <a:lnTo>
                    <a:pt x="163" y="370"/>
                  </a:lnTo>
                  <a:lnTo>
                    <a:pt x="200" y="389"/>
                  </a:lnTo>
                  <a:lnTo>
                    <a:pt x="242" y="407"/>
                  </a:lnTo>
                  <a:lnTo>
                    <a:pt x="288" y="426"/>
                  </a:lnTo>
                  <a:lnTo>
                    <a:pt x="337" y="446"/>
                  </a:lnTo>
                  <a:lnTo>
                    <a:pt x="388" y="466"/>
                  </a:lnTo>
                  <a:lnTo>
                    <a:pt x="442" y="487"/>
                  </a:lnTo>
                  <a:lnTo>
                    <a:pt x="497" y="507"/>
                  </a:lnTo>
                  <a:lnTo>
                    <a:pt x="612" y="551"/>
                  </a:lnTo>
                  <a:lnTo>
                    <a:pt x="727" y="594"/>
                  </a:lnTo>
                  <a:lnTo>
                    <a:pt x="842" y="640"/>
                  </a:lnTo>
                  <a:lnTo>
                    <a:pt x="899" y="662"/>
                  </a:lnTo>
                  <a:lnTo>
                    <a:pt x="952" y="685"/>
                  </a:lnTo>
                  <a:lnTo>
                    <a:pt x="1004" y="707"/>
                  </a:lnTo>
                  <a:lnTo>
                    <a:pt x="1054" y="729"/>
                  </a:lnTo>
                  <a:lnTo>
                    <a:pt x="1102" y="751"/>
                  </a:lnTo>
                  <a:lnTo>
                    <a:pt x="1145" y="773"/>
                  </a:lnTo>
                  <a:lnTo>
                    <a:pt x="1186" y="796"/>
                  </a:lnTo>
                  <a:lnTo>
                    <a:pt x="1223" y="818"/>
                  </a:lnTo>
                  <a:lnTo>
                    <a:pt x="1254" y="840"/>
                  </a:lnTo>
                  <a:lnTo>
                    <a:pt x="1280" y="862"/>
                  </a:lnTo>
                  <a:lnTo>
                    <a:pt x="1302" y="882"/>
                  </a:lnTo>
                  <a:lnTo>
                    <a:pt x="1317" y="905"/>
                  </a:lnTo>
                  <a:lnTo>
                    <a:pt x="1326" y="925"/>
                  </a:lnTo>
                  <a:lnTo>
                    <a:pt x="1330" y="945"/>
                  </a:lnTo>
                  <a:lnTo>
                    <a:pt x="1326" y="966"/>
                  </a:lnTo>
                  <a:lnTo>
                    <a:pt x="1315" y="986"/>
                  </a:lnTo>
                  <a:lnTo>
                    <a:pt x="1298" y="1006"/>
                  </a:lnTo>
                  <a:lnTo>
                    <a:pt x="1276" y="1029"/>
                  </a:lnTo>
                  <a:lnTo>
                    <a:pt x="1248" y="1049"/>
                  </a:lnTo>
                  <a:lnTo>
                    <a:pt x="1215" y="1071"/>
                  </a:lnTo>
                  <a:lnTo>
                    <a:pt x="1178" y="1091"/>
                  </a:lnTo>
                  <a:lnTo>
                    <a:pt x="1137" y="1114"/>
                  </a:lnTo>
                  <a:lnTo>
                    <a:pt x="1093" y="1134"/>
                  </a:lnTo>
                  <a:lnTo>
                    <a:pt x="1043" y="1156"/>
                  </a:lnTo>
                  <a:lnTo>
                    <a:pt x="993" y="1178"/>
                  </a:lnTo>
                  <a:lnTo>
                    <a:pt x="940" y="1199"/>
                  </a:lnTo>
                  <a:lnTo>
                    <a:pt x="884" y="1221"/>
                  </a:lnTo>
                  <a:lnTo>
                    <a:pt x="827" y="1241"/>
                  </a:lnTo>
                  <a:lnTo>
                    <a:pt x="710" y="1284"/>
                  </a:lnTo>
                  <a:lnTo>
                    <a:pt x="592" y="1326"/>
                  </a:lnTo>
                  <a:lnTo>
                    <a:pt x="475" y="1367"/>
                  </a:lnTo>
                  <a:lnTo>
                    <a:pt x="418" y="1386"/>
                  </a:lnTo>
                  <a:lnTo>
                    <a:pt x="364" y="1406"/>
                  </a:lnTo>
                  <a:lnTo>
                    <a:pt x="313" y="1424"/>
                  </a:lnTo>
                  <a:lnTo>
                    <a:pt x="263" y="1443"/>
                  </a:lnTo>
                  <a:lnTo>
                    <a:pt x="216" y="1461"/>
                  </a:lnTo>
                  <a:lnTo>
                    <a:pt x="174" y="1480"/>
                  </a:lnTo>
                  <a:lnTo>
                    <a:pt x="135" y="1496"/>
                  </a:lnTo>
                  <a:lnTo>
                    <a:pt x="100" y="1515"/>
                  </a:lnTo>
                  <a:lnTo>
                    <a:pt x="70" y="1530"/>
                  </a:lnTo>
                  <a:lnTo>
                    <a:pt x="44" y="1546"/>
                  </a:lnTo>
                  <a:lnTo>
                    <a:pt x="26" y="1561"/>
                  </a:lnTo>
                  <a:lnTo>
                    <a:pt x="13" y="1576"/>
                  </a:lnTo>
                  <a:lnTo>
                    <a:pt x="5" y="1591"/>
                  </a:lnTo>
                  <a:lnTo>
                    <a:pt x="0" y="1604"/>
                  </a:lnTo>
                  <a:lnTo>
                    <a:pt x="0" y="1619"/>
                  </a:lnTo>
                  <a:lnTo>
                    <a:pt x="4" y="1631"/>
                  </a:lnTo>
                  <a:lnTo>
                    <a:pt x="9" y="1644"/>
                  </a:lnTo>
                  <a:lnTo>
                    <a:pt x="18" y="1657"/>
                  </a:lnTo>
                  <a:lnTo>
                    <a:pt x="30" y="1670"/>
                  </a:lnTo>
                  <a:lnTo>
                    <a:pt x="44" y="1683"/>
                  </a:lnTo>
                  <a:lnTo>
                    <a:pt x="61" y="1694"/>
                  </a:lnTo>
                  <a:lnTo>
                    <a:pt x="81" y="1707"/>
                  </a:lnTo>
                  <a:lnTo>
                    <a:pt x="102" y="1718"/>
                  </a:lnTo>
                  <a:lnTo>
                    <a:pt x="126" y="1730"/>
                  </a:lnTo>
                  <a:lnTo>
                    <a:pt x="176" y="1750"/>
                  </a:lnTo>
                  <a:lnTo>
                    <a:pt x="233" y="1770"/>
                  </a:lnTo>
                  <a:lnTo>
                    <a:pt x="294" y="1787"/>
                  </a:lnTo>
                  <a:lnTo>
                    <a:pt x="357" y="1803"/>
                  </a:lnTo>
                  <a:lnTo>
                    <a:pt x="420" y="1816"/>
                  </a:lnTo>
                  <a:lnTo>
                    <a:pt x="483" y="1828"/>
                  </a:lnTo>
                  <a:lnTo>
                    <a:pt x="544" y="1837"/>
                  </a:lnTo>
                  <a:lnTo>
                    <a:pt x="601" y="1844"/>
                  </a:lnTo>
                  <a:lnTo>
                    <a:pt x="653" y="1848"/>
                  </a:lnTo>
                  <a:lnTo>
                    <a:pt x="677" y="1850"/>
                  </a:lnTo>
                  <a:lnTo>
                    <a:pt x="699" y="1850"/>
                  </a:lnTo>
                  <a:lnTo>
                    <a:pt x="743" y="1848"/>
                  </a:lnTo>
                  <a:lnTo>
                    <a:pt x="795" y="1844"/>
                  </a:lnTo>
                  <a:lnTo>
                    <a:pt x="851" y="1837"/>
                  </a:lnTo>
                  <a:lnTo>
                    <a:pt x="910" y="1828"/>
                  </a:lnTo>
                  <a:lnTo>
                    <a:pt x="969" y="1816"/>
                  </a:lnTo>
                  <a:lnTo>
                    <a:pt x="1030" y="1803"/>
                  </a:lnTo>
                  <a:lnTo>
                    <a:pt x="1091" y="1787"/>
                  </a:lnTo>
                  <a:lnTo>
                    <a:pt x="1147" y="1770"/>
                  </a:lnTo>
                  <a:lnTo>
                    <a:pt x="1200" y="1750"/>
                  </a:lnTo>
                  <a:lnTo>
                    <a:pt x="1248" y="1730"/>
                  </a:lnTo>
                  <a:lnTo>
                    <a:pt x="1271" y="1718"/>
                  </a:lnTo>
                  <a:lnTo>
                    <a:pt x="1289" y="1707"/>
                  </a:lnTo>
                  <a:lnTo>
                    <a:pt x="1308" y="1694"/>
                  </a:lnTo>
                  <a:lnTo>
                    <a:pt x="1322" y="1683"/>
                  </a:lnTo>
                  <a:lnTo>
                    <a:pt x="1335" y="1670"/>
                  </a:lnTo>
                  <a:lnTo>
                    <a:pt x="1346" y="1657"/>
                  </a:lnTo>
                  <a:lnTo>
                    <a:pt x="1354" y="1644"/>
                  </a:lnTo>
                  <a:lnTo>
                    <a:pt x="1358" y="1631"/>
                  </a:lnTo>
                  <a:lnTo>
                    <a:pt x="1359" y="1619"/>
                  </a:lnTo>
                  <a:lnTo>
                    <a:pt x="1358" y="1604"/>
                  </a:lnTo>
                  <a:lnTo>
                    <a:pt x="1354" y="1591"/>
                  </a:lnTo>
                  <a:lnTo>
                    <a:pt x="1345" y="1576"/>
                  </a:lnTo>
                  <a:lnTo>
                    <a:pt x="1332" y="1561"/>
                  </a:lnTo>
                  <a:lnTo>
                    <a:pt x="1311" y="1546"/>
                  </a:lnTo>
                  <a:lnTo>
                    <a:pt x="1285" y="1532"/>
                  </a:lnTo>
                  <a:lnTo>
                    <a:pt x="1256" y="1515"/>
                  </a:lnTo>
                  <a:lnTo>
                    <a:pt x="1221" y="1498"/>
                  </a:lnTo>
                  <a:lnTo>
                    <a:pt x="1182" y="1480"/>
                  </a:lnTo>
                  <a:lnTo>
                    <a:pt x="1137" y="1463"/>
                  </a:lnTo>
                  <a:lnTo>
                    <a:pt x="1091" y="1445"/>
                  </a:lnTo>
                  <a:lnTo>
                    <a:pt x="1041" y="1426"/>
                  </a:lnTo>
                  <a:lnTo>
                    <a:pt x="989" y="1408"/>
                  </a:lnTo>
                  <a:lnTo>
                    <a:pt x="934" y="1387"/>
                  </a:lnTo>
                  <a:lnTo>
                    <a:pt x="878" y="1367"/>
                  </a:lnTo>
                  <a:lnTo>
                    <a:pt x="762" y="1328"/>
                  </a:lnTo>
                  <a:lnTo>
                    <a:pt x="644" y="1286"/>
                  </a:lnTo>
                  <a:lnTo>
                    <a:pt x="527" y="1245"/>
                  </a:lnTo>
                  <a:lnTo>
                    <a:pt x="470" y="1223"/>
                  </a:lnTo>
                  <a:lnTo>
                    <a:pt x="414" y="1202"/>
                  </a:lnTo>
                  <a:lnTo>
                    <a:pt x="361" y="1180"/>
                  </a:lnTo>
                  <a:lnTo>
                    <a:pt x="311" y="1158"/>
                  </a:lnTo>
                  <a:lnTo>
                    <a:pt x="263" y="1138"/>
                  </a:lnTo>
                  <a:lnTo>
                    <a:pt x="218" y="1115"/>
                  </a:lnTo>
                  <a:lnTo>
                    <a:pt x="176" y="1093"/>
                  </a:lnTo>
                  <a:lnTo>
                    <a:pt x="141" y="1073"/>
                  </a:lnTo>
                  <a:lnTo>
                    <a:pt x="107" y="1051"/>
                  </a:lnTo>
                  <a:lnTo>
                    <a:pt x="79" y="1029"/>
                  </a:lnTo>
                  <a:lnTo>
                    <a:pt x="57" y="1008"/>
                  </a:lnTo>
                  <a:lnTo>
                    <a:pt x="41" y="988"/>
                  </a:lnTo>
                  <a:lnTo>
                    <a:pt x="31" y="966"/>
                  </a:lnTo>
                  <a:lnTo>
                    <a:pt x="28" y="945"/>
                  </a:lnTo>
                  <a:lnTo>
                    <a:pt x="31" y="925"/>
                  </a:lnTo>
                  <a:lnTo>
                    <a:pt x="41" y="903"/>
                  </a:lnTo>
                  <a:lnTo>
                    <a:pt x="57" y="881"/>
                  </a:lnTo>
                  <a:lnTo>
                    <a:pt x="79" y="858"/>
                  </a:lnTo>
                  <a:lnTo>
                    <a:pt x="107" y="836"/>
                  </a:lnTo>
                  <a:lnTo>
                    <a:pt x="141" y="814"/>
                  </a:lnTo>
                  <a:lnTo>
                    <a:pt x="177" y="790"/>
                  </a:lnTo>
                  <a:lnTo>
                    <a:pt x="218" y="768"/>
                  </a:lnTo>
                  <a:lnTo>
                    <a:pt x="263" y="744"/>
                  </a:lnTo>
                  <a:lnTo>
                    <a:pt x="311" y="720"/>
                  </a:lnTo>
                  <a:lnTo>
                    <a:pt x="362" y="698"/>
                  </a:lnTo>
                  <a:lnTo>
                    <a:pt x="416" y="673"/>
                  </a:lnTo>
                  <a:lnTo>
                    <a:pt x="472" y="649"/>
                  </a:lnTo>
                  <a:lnTo>
                    <a:pt x="527" y="625"/>
                  </a:lnTo>
                  <a:lnTo>
                    <a:pt x="645" y="579"/>
                  </a:lnTo>
                  <a:lnTo>
                    <a:pt x="764" y="533"/>
                  </a:lnTo>
                  <a:lnTo>
                    <a:pt x="880" y="487"/>
                  </a:lnTo>
                  <a:lnTo>
                    <a:pt x="936" y="464"/>
                  </a:lnTo>
                  <a:lnTo>
                    <a:pt x="989" y="444"/>
                  </a:lnTo>
                  <a:lnTo>
                    <a:pt x="1043" y="422"/>
                  </a:lnTo>
                  <a:lnTo>
                    <a:pt x="1091" y="402"/>
                  </a:lnTo>
                  <a:lnTo>
                    <a:pt x="1139" y="381"/>
                  </a:lnTo>
                  <a:lnTo>
                    <a:pt x="1182" y="363"/>
                  </a:lnTo>
                  <a:lnTo>
                    <a:pt x="1221" y="342"/>
                  </a:lnTo>
                  <a:lnTo>
                    <a:pt x="1256" y="324"/>
                  </a:lnTo>
                  <a:lnTo>
                    <a:pt x="1285" y="307"/>
                  </a:lnTo>
                  <a:lnTo>
                    <a:pt x="1309" y="291"/>
                  </a:lnTo>
                  <a:lnTo>
                    <a:pt x="1330" y="274"/>
                  </a:lnTo>
                  <a:lnTo>
                    <a:pt x="1343" y="259"/>
                  </a:lnTo>
                  <a:lnTo>
                    <a:pt x="1350" y="244"/>
                  </a:lnTo>
                  <a:lnTo>
                    <a:pt x="1356" y="230"/>
                  </a:lnTo>
                  <a:lnTo>
                    <a:pt x="1356" y="217"/>
                  </a:lnTo>
                  <a:lnTo>
                    <a:pt x="1354" y="204"/>
                  </a:lnTo>
                  <a:lnTo>
                    <a:pt x="1348" y="189"/>
                  </a:lnTo>
                  <a:lnTo>
                    <a:pt x="1339" y="176"/>
                  </a:lnTo>
                  <a:lnTo>
                    <a:pt x="1328" y="165"/>
                  </a:lnTo>
                  <a:lnTo>
                    <a:pt x="1313" y="152"/>
                  </a:lnTo>
                  <a:lnTo>
                    <a:pt x="1297" y="141"/>
                  </a:lnTo>
                  <a:lnTo>
                    <a:pt x="1278" y="128"/>
                  </a:lnTo>
                  <a:lnTo>
                    <a:pt x="1258" y="119"/>
                  </a:lnTo>
                  <a:lnTo>
                    <a:pt x="1235" y="108"/>
                  </a:lnTo>
                  <a:lnTo>
                    <a:pt x="1184" y="87"/>
                  </a:lnTo>
                  <a:lnTo>
                    <a:pt x="1128" y="69"/>
                  </a:lnTo>
                  <a:lnTo>
                    <a:pt x="1069" y="54"/>
                  </a:lnTo>
                  <a:lnTo>
                    <a:pt x="1008" y="39"/>
                  </a:lnTo>
                  <a:lnTo>
                    <a:pt x="945" y="26"/>
                  </a:lnTo>
                  <a:lnTo>
                    <a:pt x="882" y="17"/>
                  </a:lnTo>
                  <a:lnTo>
                    <a:pt x="823" y="10"/>
                  </a:lnTo>
                  <a:lnTo>
                    <a:pt x="768" y="4"/>
                  </a:lnTo>
                  <a:lnTo>
                    <a:pt x="716" y="0"/>
                  </a:lnTo>
                  <a:lnTo>
                    <a:pt x="694" y="0"/>
                  </a:lnTo>
                  <a:lnTo>
                    <a:pt x="671" y="0"/>
                  </a:lnTo>
                  <a:close/>
                </a:path>
              </a:pathLst>
            </a:custGeom>
            <a:noFill/>
            <a:ln w="17463" cap="flat" cmpd="sng">
              <a:solidFill>
                <a:srgbClr val="3333CC"/>
              </a:solidFill>
              <a:prstDash val="solid"/>
              <a:round/>
              <a:headEnd type="none" w="med" len="med"/>
              <a:tailEnd type="none" w="med" len="med"/>
            </a:ln>
          </p:spPr>
          <p:txBody>
            <a:bodyPr/>
            <a:p>
              <a:endParaRPr lang="zh-CN" altLang="en-US"/>
            </a:p>
          </p:txBody>
        </p:sp>
        <p:sp>
          <p:nvSpPr>
            <p:cNvPr id="79291" name="Freeform 443"/>
            <p:cNvSpPr/>
            <p:nvPr/>
          </p:nvSpPr>
          <p:spPr>
            <a:xfrm>
              <a:off x="985" y="2600"/>
              <a:ext cx="682" cy="942"/>
            </a:xfrm>
            <a:custGeom>
              <a:avLst/>
              <a:gdLst/>
              <a:ahLst/>
              <a:cxnLst>
                <a:cxn ang="0">
                  <a:pos x="86" y="75"/>
                </a:cxn>
                <a:cxn ang="0">
                  <a:pos x="191" y="168"/>
                </a:cxn>
                <a:cxn ang="0">
                  <a:pos x="257" y="231"/>
                </a:cxn>
                <a:cxn ang="0">
                  <a:pos x="292" y="270"/>
                </a:cxn>
                <a:cxn ang="0">
                  <a:pos x="318" y="306"/>
                </a:cxn>
                <a:cxn ang="0">
                  <a:pos x="333" y="327"/>
                </a:cxn>
                <a:cxn ang="0">
                  <a:pos x="335" y="349"/>
                </a:cxn>
                <a:cxn ang="0">
                  <a:pos x="331" y="376"/>
                </a:cxn>
                <a:cxn ang="0">
                  <a:pos x="324" y="387"/>
                </a:cxn>
                <a:cxn ang="0">
                  <a:pos x="303" y="410"/>
                </a:cxn>
                <a:cxn ang="0">
                  <a:pos x="276" y="429"/>
                </a:cxn>
                <a:cxn ang="0">
                  <a:pos x="211" y="456"/>
                </a:cxn>
                <a:cxn ang="0">
                  <a:pos x="182" y="463"/>
                </a:cxn>
                <a:cxn ang="0">
                  <a:pos x="147" y="464"/>
                </a:cxn>
                <a:cxn ang="0">
                  <a:pos x="122" y="458"/>
                </a:cxn>
                <a:cxn ang="0">
                  <a:pos x="65" y="431"/>
                </a:cxn>
                <a:cxn ang="0">
                  <a:pos x="40" y="411"/>
                </a:cxn>
                <a:cxn ang="0">
                  <a:pos x="16" y="382"/>
                </a:cxn>
                <a:cxn ang="0">
                  <a:pos x="10" y="371"/>
                </a:cxn>
                <a:cxn ang="0">
                  <a:pos x="5" y="344"/>
                </a:cxn>
                <a:cxn ang="0">
                  <a:pos x="13" y="315"/>
                </a:cxn>
                <a:cxn ang="0">
                  <a:pos x="22" y="300"/>
                </a:cxn>
                <a:cxn ang="0">
                  <a:pos x="53" y="261"/>
                </a:cxn>
                <a:cxn ang="0">
                  <a:pos x="96" y="218"/>
                </a:cxn>
                <a:cxn ang="0">
                  <a:pos x="185" y="137"/>
                </a:cxn>
                <a:cxn ang="0">
                  <a:pos x="273" y="61"/>
                </a:cxn>
                <a:cxn ang="0">
                  <a:pos x="314" y="26"/>
                </a:cxn>
                <a:cxn ang="0">
                  <a:pos x="334" y="0"/>
                </a:cxn>
                <a:cxn ang="0">
                  <a:pos x="301" y="30"/>
                </a:cxn>
                <a:cxn ang="0">
                  <a:pos x="257" y="67"/>
                </a:cxn>
                <a:cxn ang="0">
                  <a:pos x="155" y="156"/>
                </a:cxn>
                <a:cxn ang="0">
                  <a:pos x="80" y="225"/>
                </a:cxn>
                <a:cxn ang="0">
                  <a:pos x="40" y="268"/>
                </a:cxn>
                <a:cxn ang="0">
                  <a:pos x="12" y="305"/>
                </a:cxn>
                <a:cxn ang="0">
                  <a:pos x="4" y="321"/>
                </a:cxn>
                <a:cxn ang="0">
                  <a:pos x="0" y="351"/>
                </a:cxn>
                <a:cxn ang="0">
                  <a:pos x="5" y="373"/>
                </a:cxn>
                <a:cxn ang="0">
                  <a:pos x="20" y="398"/>
                </a:cxn>
                <a:cxn ang="0">
                  <a:pos x="62" y="435"/>
                </a:cxn>
                <a:cxn ang="0">
                  <a:pos x="106" y="458"/>
                </a:cxn>
                <a:cxn ang="0">
                  <a:pos x="147" y="470"/>
                </a:cxn>
                <a:cxn ang="0">
                  <a:pos x="182" y="469"/>
                </a:cxn>
                <a:cxn ang="0">
                  <a:pos x="229" y="456"/>
                </a:cxn>
                <a:cxn ang="0">
                  <a:pos x="293" y="425"/>
                </a:cxn>
                <a:cxn ang="0">
                  <a:pos x="319" y="403"/>
                </a:cxn>
                <a:cxn ang="0">
                  <a:pos x="335" y="378"/>
                </a:cxn>
                <a:cxn ang="0">
                  <a:pos x="340" y="363"/>
                </a:cxn>
                <a:cxn ang="0">
                  <a:pos x="338" y="334"/>
                </a:cxn>
                <a:cxn ang="0">
                  <a:pos x="327" y="310"/>
                </a:cxn>
                <a:cxn ang="0">
                  <a:pos x="303" y="275"/>
                </a:cxn>
                <a:cxn ang="0">
                  <a:pos x="271" y="237"/>
                </a:cxn>
                <a:cxn ang="0">
                  <a:pos x="219" y="185"/>
                </a:cxn>
                <a:cxn ang="0">
                  <a:pos x="118" y="95"/>
                </a:cxn>
              </a:cxnLst>
              <a:pathLst>
                <a:path w="1365" h="1885">
                  <a:moveTo>
                    <a:pt x="18" y="0"/>
                  </a:moveTo>
                  <a:lnTo>
                    <a:pt x="6" y="19"/>
                  </a:lnTo>
                  <a:lnTo>
                    <a:pt x="231" y="209"/>
                  </a:lnTo>
                  <a:lnTo>
                    <a:pt x="344" y="303"/>
                  </a:lnTo>
                  <a:lnTo>
                    <a:pt x="455" y="398"/>
                  </a:lnTo>
                  <a:lnTo>
                    <a:pt x="562" y="490"/>
                  </a:lnTo>
                  <a:lnTo>
                    <a:pt x="666" y="581"/>
                  </a:lnTo>
                  <a:lnTo>
                    <a:pt x="766" y="672"/>
                  </a:lnTo>
                  <a:lnTo>
                    <a:pt x="860" y="758"/>
                  </a:lnTo>
                  <a:lnTo>
                    <a:pt x="949" y="844"/>
                  </a:lnTo>
                  <a:lnTo>
                    <a:pt x="990" y="886"/>
                  </a:lnTo>
                  <a:lnTo>
                    <a:pt x="1030" y="927"/>
                  </a:lnTo>
                  <a:lnTo>
                    <a:pt x="1067" y="966"/>
                  </a:lnTo>
                  <a:lnTo>
                    <a:pt x="1104" y="1006"/>
                  </a:lnTo>
                  <a:lnTo>
                    <a:pt x="1137" y="1045"/>
                  </a:lnTo>
                  <a:lnTo>
                    <a:pt x="1169" y="1082"/>
                  </a:lnTo>
                  <a:lnTo>
                    <a:pt x="1199" y="1119"/>
                  </a:lnTo>
                  <a:lnTo>
                    <a:pt x="1226" y="1154"/>
                  </a:lnTo>
                  <a:lnTo>
                    <a:pt x="1250" y="1189"/>
                  </a:lnTo>
                  <a:lnTo>
                    <a:pt x="1273" y="1225"/>
                  </a:lnTo>
                  <a:lnTo>
                    <a:pt x="1293" y="1258"/>
                  </a:lnTo>
                  <a:lnTo>
                    <a:pt x="1309" y="1289"/>
                  </a:lnTo>
                  <a:lnTo>
                    <a:pt x="1322" y="1319"/>
                  </a:lnTo>
                  <a:lnTo>
                    <a:pt x="1332" y="1311"/>
                  </a:lnTo>
                  <a:lnTo>
                    <a:pt x="1321" y="1311"/>
                  </a:lnTo>
                  <a:lnTo>
                    <a:pt x="1334" y="1345"/>
                  </a:lnTo>
                  <a:lnTo>
                    <a:pt x="1339" y="1371"/>
                  </a:lnTo>
                  <a:lnTo>
                    <a:pt x="1343" y="1398"/>
                  </a:lnTo>
                  <a:lnTo>
                    <a:pt x="1343" y="1426"/>
                  </a:lnTo>
                  <a:lnTo>
                    <a:pt x="1339" y="1454"/>
                  </a:lnTo>
                  <a:lnTo>
                    <a:pt x="1334" y="1480"/>
                  </a:lnTo>
                  <a:lnTo>
                    <a:pt x="1324" y="1506"/>
                  </a:lnTo>
                  <a:lnTo>
                    <a:pt x="1335" y="1506"/>
                  </a:lnTo>
                  <a:lnTo>
                    <a:pt x="1326" y="1498"/>
                  </a:lnTo>
                  <a:lnTo>
                    <a:pt x="1313" y="1524"/>
                  </a:lnTo>
                  <a:lnTo>
                    <a:pt x="1298" y="1548"/>
                  </a:lnTo>
                  <a:lnTo>
                    <a:pt x="1280" y="1572"/>
                  </a:lnTo>
                  <a:lnTo>
                    <a:pt x="1260" y="1596"/>
                  </a:lnTo>
                  <a:lnTo>
                    <a:pt x="1237" y="1618"/>
                  </a:lnTo>
                  <a:lnTo>
                    <a:pt x="1213" y="1641"/>
                  </a:lnTo>
                  <a:lnTo>
                    <a:pt x="1160" y="1681"/>
                  </a:lnTo>
                  <a:lnTo>
                    <a:pt x="1167" y="1689"/>
                  </a:lnTo>
                  <a:lnTo>
                    <a:pt x="1163" y="1679"/>
                  </a:lnTo>
                  <a:lnTo>
                    <a:pt x="1104" y="1716"/>
                  </a:lnTo>
                  <a:lnTo>
                    <a:pt x="1041" y="1750"/>
                  </a:lnTo>
                  <a:lnTo>
                    <a:pt x="977" y="1779"/>
                  </a:lnTo>
                  <a:lnTo>
                    <a:pt x="910" y="1805"/>
                  </a:lnTo>
                  <a:lnTo>
                    <a:pt x="845" y="1827"/>
                  </a:lnTo>
                  <a:lnTo>
                    <a:pt x="784" y="1844"/>
                  </a:lnTo>
                  <a:lnTo>
                    <a:pt x="788" y="1853"/>
                  </a:lnTo>
                  <a:lnTo>
                    <a:pt x="788" y="1842"/>
                  </a:lnTo>
                  <a:lnTo>
                    <a:pt x="731" y="1855"/>
                  </a:lnTo>
                  <a:lnTo>
                    <a:pt x="677" y="1861"/>
                  </a:lnTo>
                  <a:lnTo>
                    <a:pt x="655" y="1863"/>
                  </a:lnTo>
                  <a:lnTo>
                    <a:pt x="633" y="1863"/>
                  </a:lnTo>
                  <a:lnTo>
                    <a:pt x="588" y="1859"/>
                  </a:lnTo>
                  <a:lnTo>
                    <a:pt x="538" y="1848"/>
                  </a:lnTo>
                  <a:lnTo>
                    <a:pt x="538" y="1859"/>
                  </a:lnTo>
                  <a:lnTo>
                    <a:pt x="544" y="1850"/>
                  </a:lnTo>
                  <a:lnTo>
                    <a:pt x="490" y="1833"/>
                  </a:lnTo>
                  <a:lnTo>
                    <a:pt x="435" y="1813"/>
                  </a:lnTo>
                  <a:lnTo>
                    <a:pt x="377" y="1789"/>
                  </a:lnTo>
                  <a:lnTo>
                    <a:pt x="318" y="1757"/>
                  </a:lnTo>
                  <a:lnTo>
                    <a:pt x="263" y="1724"/>
                  </a:lnTo>
                  <a:lnTo>
                    <a:pt x="257" y="1735"/>
                  </a:lnTo>
                  <a:lnTo>
                    <a:pt x="266" y="1726"/>
                  </a:lnTo>
                  <a:lnTo>
                    <a:pt x="213" y="1689"/>
                  </a:lnTo>
                  <a:lnTo>
                    <a:pt x="163" y="1646"/>
                  </a:lnTo>
                  <a:lnTo>
                    <a:pt x="118" y="1602"/>
                  </a:lnTo>
                  <a:lnTo>
                    <a:pt x="98" y="1578"/>
                  </a:lnTo>
                  <a:lnTo>
                    <a:pt x="80" y="1554"/>
                  </a:lnTo>
                  <a:lnTo>
                    <a:pt x="65" y="1530"/>
                  </a:lnTo>
                  <a:lnTo>
                    <a:pt x="50" y="1504"/>
                  </a:lnTo>
                  <a:lnTo>
                    <a:pt x="39" y="1478"/>
                  </a:lnTo>
                  <a:lnTo>
                    <a:pt x="30" y="1485"/>
                  </a:lnTo>
                  <a:lnTo>
                    <a:pt x="41" y="1485"/>
                  </a:lnTo>
                  <a:lnTo>
                    <a:pt x="31" y="1459"/>
                  </a:lnTo>
                  <a:lnTo>
                    <a:pt x="26" y="1433"/>
                  </a:lnTo>
                  <a:lnTo>
                    <a:pt x="22" y="1406"/>
                  </a:lnTo>
                  <a:lnTo>
                    <a:pt x="22" y="1378"/>
                  </a:lnTo>
                  <a:lnTo>
                    <a:pt x="24" y="1348"/>
                  </a:lnTo>
                  <a:lnTo>
                    <a:pt x="30" y="1321"/>
                  </a:lnTo>
                  <a:lnTo>
                    <a:pt x="37" y="1295"/>
                  </a:lnTo>
                  <a:lnTo>
                    <a:pt x="52" y="1261"/>
                  </a:lnTo>
                  <a:lnTo>
                    <a:pt x="41" y="1261"/>
                  </a:lnTo>
                  <a:lnTo>
                    <a:pt x="50" y="1269"/>
                  </a:lnTo>
                  <a:lnTo>
                    <a:pt x="67" y="1237"/>
                  </a:lnTo>
                  <a:lnTo>
                    <a:pt x="89" y="1202"/>
                  </a:lnTo>
                  <a:lnTo>
                    <a:pt x="115" y="1165"/>
                  </a:lnTo>
                  <a:lnTo>
                    <a:pt x="144" y="1128"/>
                  </a:lnTo>
                  <a:lnTo>
                    <a:pt x="178" y="1090"/>
                  </a:lnTo>
                  <a:lnTo>
                    <a:pt x="215" y="1047"/>
                  </a:lnTo>
                  <a:lnTo>
                    <a:pt x="253" y="1006"/>
                  </a:lnTo>
                  <a:lnTo>
                    <a:pt x="294" y="962"/>
                  </a:lnTo>
                  <a:lnTo>
                    <a:pt x="338" y="918"/>
                  </a:lnTo>
                  <a:lnTo>
                    <a:pt x="385" y="873"/>
                  </a:lnTo>
                  <a:lnTo>
                    <a:pt x="433" y="827"/>
                  </a:lnTo>
                  <a:lnTo>
                    <a:pt x="531" y="734"/>
                  </a:lnTo>
                  <a:lnTo>
                    <a:pt x="636" y="642"/>
                  </a:lnTo>
                  <a:lnTo>
                    <a:pt x="742" y="549"/>
                  </a:lnTo>
                  <a:lnTo>
                    <a:pt x="845" y="459"/>
                  </a:lnTo>
                  <a:lnTo>
                    <a:pt x="949" y="370"/>
                  </a:lnTo>
                  <a:lnTo>
                    <a:pt x="1047" y="287"/>
                  </a:lnTo>
                  <a:lnTo>
                    <a:pt x="1093" y="246"/>
                  </a:lnTo>
                  <a:lnTo>
                    <a:pt x="1137" y="209"/>
                  </a:lnTo>
                  <a:lnTo>
                    <a:pt x="1180" y="172"/>
                  </a:lnTo>
                  <a:lnTo>
                    <a:pt x="1221" y="137"/>
                  </a:lnTo>
                  <a:lnTo>
                    <a:pt x="1258" y="104"/>
                  </a:lnTo>
                  <a:lnTo>
                    <a:pt x="1293" y="72"/>
                  </a:lnTo>
                  <a:lnTo>
                    <a:pt x="1324" y="45"/>
                  </a:lnTo>
                  <a:lnTo>
                    <a:pt x="1350" y="19"/>
                  </a:lnTo>
                  <a:lnTo>
                    <a:pt x="1337" y="2"/>
                  </a:lnTo>
                  <a:lnTo>
                    <a:pt x="1308" y="28"/>
                  </a:lnTo>
                  <a:lnTo>
                    <a:pt x="1276" y="56"/>
                  </a:lnTo>
                  <a:lnTo>
                    <a:pt x="1241" y="87"/>
                  </a:lnTo>
                  <a:lnTo>
                    <a:pt x="1204" y="120"/>
                  </a:lnTo>
                  <a:lnTo>
                    <a:pt x="1163" y="156"/>
                  </a:lnTo>
                  <a:lnTo>
                    <a:pt x="1121" y="193"/>
                  </a:lnTo>
                  <a:lnTo>
                    <a:pt x="1076" y="230"/>
                  </a:lnTo>
                  <a:lnTo>
                    <a:pt x="1030" y="270"/>
                  </a:lnTo>
                  <a:lnTo>
                    <a:pt x="932" y="353"/>
                  </a:lnTo>
                  <a:lnTo>
                    <a:pt x="829" y="442"/>
                  </a:lnTo>
                  <a:lnTo>
                    <a:pt x="725" y="533"/>
                  </a:lnTo>
                  <a:lnTo>
                    <a:pt x="620" y="625"/>
                  </a:lnTo>
                  <a:lnTo>
                    <a:pt x="514" y="718"/>
                  </a:lnTo>
                  <a:lnTo>
                    <a:pt x="416" y="810"/>
                  </a:lnTo>
                  <a:lnTo>
                    <a:pt x="368" y="856"/>
                  </a:lnTo>
                  <a:lnTo>
                    <a:pt x="322" y="901"/>
                  </a:lnTo>
                  <a:lnTo>
                    <a:pt x="277" y="945"/>
                  </a:lnTo>
                  <a:lnTo>
                    <a:pt x="237" y="990"/>
                  </a:lnTo>
                  <a:lnTo>
                    <a:pt x="198" y="1030"/>
                  </a:lnTo>
                  <a:lnTo>
                    <a:pt x="161" y="1073"/>
                  </a:lnTo>
                  <a:lnTo>
                    <a:pt x="128" y="1112"/>
                  </a:lnTo>
                  <a:lnTo>
                    <a:pt x="98" y="1149"/>
                  </a:lnTo>
                  <a:lnTo>
                    <a:pt x="72" y="1186"/>
                  </a:lnTo>
                  <a:lnTo>
                    <a:pt x="50" y="1221"/>
                  </a:lnTo>
                  <a:lnTo>
                    <a:pt x="33" y="1252"/>
                  </a:lnTo>
                  <a:lnTo>
                    <a:pt x="30" y="1261"/>
                  </a:lnTo>
                  <a:lnTo>
                    <a:pt x="18" y="1287"/>
                  </a:lnTo>
                  <a:lnTo>
                    <a:pt x="7" y="1321"/>
                  </a:lnTo>
                  <a:lnTo>
                    <a:pt x="2" y="1348"/>
                  </a:lnTo>
                  <a:lnTo>
                    <a:pt x="0" y="1378"/>
                  </a:lnTo>
                  <a:lnTo>
                    <a:pt x="0" y="1406"/>
                  </a:lnTo>
                  <a:lnTo>
                    <a:pt x="4" y="1433"/>
                  </a:lnTo>
                  <a:lnTo>
                    <a:pt x="9" y="1459"/>
                  </a:lnTo>
                  <a:lnTo>
                    <a:pt x="18" y="1485"/>
                  </a:lnTo>
                  <a:lnTo>
                    <a:pt x="22" y="1495"/>
                  </a:lnTo>
                  <a:lnTo>
                    <a:pt x="33" y="1520"/>
                  </a:lnTo>
                  <a:lnTo>
                    <a:pt x="48" y="1546"/>
                  </a:lnTo>
                  <a:lnTo>
                    <a:pt x="63" y="1570"/>
                  </a:lnTo>
                  <a:lnTo>
                    <a:pt x="81" y="1594"/>
                  </a:lnTo>
                  <a:lnTo>
                    <a:pt x="102" y="1618"/>
                  </a:lnTo>
                  <a:lnTo>
                    <a:pt x="146" y="1663"/>
                  </a:lnTo>
                  <a:lnTo>
                    <a:pt x="196" y="1705"/>
                  </a:lnTo>
                  <a:lnTo>
                    <a:pt x="250" y="1742"/>
                  </a:lnTo>
                  <a:lnTo>
                    <a:pt x="253" y="1744"/>
                  </a:lnTo>
                  <a:lnTo>
                    <a:pt x="309" y="1777"/>
                  </a:lnTo>
                  <a:lnTo>
                    <a:pt x="368" y="1809"/>
                  </a:lnTo>
                  <a:lnTo>
                    <a:pt x="425" y="1833"/>
                  </a:lnTo>
                  <a:lnTo>
                    <a:pt x="481" y="1853"/>
                  </a:lnTo>
                  <a:lnTo>
                    <a:pt x="535" y="1870"/>
                  </a:lnTo>
                  <a:lnTo>
                    <a:pt x="538" y="1870"/>
                  </a:lnTo>
                  <a:lnTo>
                    <a:pt x="588" y="1881"/>
                  </a:lnTo>
                  <a:lnTo>
                    <a:pt x="633" y="1885"/>
                  </a:lnTo>
                  <a:lnTo>
                    <a:pt x="655" y="1885"/>
                  </a:lnTo>
                  <a:lnTo>
                    <a:pt x="677" y="1883"/>
                  </a:lnTo>
                  <a:lnTo>
                    <a:pt x="731" y="1877"/>
                  </a:lnTo>
                  <a:lnTo>
                    <a:pt x="788" y="1864"/>
                  </a:lnTo>
                  <a:lnTo>
                    <a:pt x="793" y="1864"/>
                  </a:lnTo>
                  <a:lnTo>
                    <a:pt x="854" y="1848"/>
                  </a:lnTo>
                  <a:lnTo>
                    <a:pt x="919" y="1826"/>
                  </a:lnTo>
                  <a:lnTo>
                    <a:pt x="986" y="1800"/>
                  </a:lnTo>
                  <a:lnTo>
                    <a:pt x="1051" y="1770"/>
                  </a:lnTo>
                  <a:lnTo>
                    <a:pt x="1113" y="1737"/>
                  </a:lnTo>
                  <a:lnTo>
                    <a:pt x="1173" y="1700"/>
                  </a:lnTo>
                  <a:lnTo>
                    <a:pt x="1176" y="1698"/>
                  </a:lnTo>
                  <a:lnTo>
                    <a:pt x="1230" y="1657"/>
                  </a:lnTo>
                  <a:lnTo>
                    <a:pt x="1254" y="1635"/>
                  </a:lnTo>
                  <a:lnTo>
                    <a:pt x="1276" y="1613"/>
                  </a:lnTo>
                  <a:lnTo>
                    <a:pt x="1297" y="1589"/>
                  </a:lnTo>
                  <a:lnTo>
                    <a:pt x="1315" y="1565"/>
                  </a:lnTo>
                  <a:lnTo>
                    <a:pt x="1330" y="1541"/>
                  </a:lnTo>
                  <a:lnTo>
                    <a:pt x="1343" y="1515"/>
                  </a:lnTo>
                  <a:lnTo>
                    <a:pt x="1346" y="1506"/>
                  </a:lnTo>
                  <a:lnTo>
                    <a:pt x="1356" y="1480"/>
                  </a:lnTo>
                  <a:lnTo>
                    <a:pt x="1361" y="1454"/>
                  </a:lnTo>
                  <a:lnTo>
                    <a:pt x="1365" y="1426"/>
                  </a:lnTo>
                  <a:lnTo>
                    <a:pt x="1365" y="1398"/>
                  </a:lnTo>
                  <a:lnTo>
                    <a:pt x="1361" y="1371"/>
                  </a:lnTo>
                  <a:lnTo>
                    <a:pt x="1354" y="1337"/>
                  </a:lnTo>
                  <a:lnTo>
                    <a:pt x="1343" y="1311"/>
                  </a:lnTo>
                  <a:lnTo>
                    <a:pt x="1339" y="1302"/>
                  </a:lnTo>
                  <a:lnTo>
                    <a:pt x="1326" y="1273"/>
                  </a:lnTo>
                  <a:lnTo>
                    <a:pt x="1309" y="1241"/>
                  </a:lnTo>
                  <a:lnTo>
                    <a:pt x="1289" y="1208"/>
                  </a:lnTo>
                  <a:lnTo>
                    <a:pt x="1267" y="1173"/>
                  </a:lnTo>
                  <a:lnTo>
                    <a:pt x="1243" y="1138"/>
                  </a:lnTo>
                  <a:lnTo>
                    <a:pt x="1215" y="1102"/>
                  </a:lnTo>
                  <a:lnTo>
                    <a:pt x="1186" y="1065"/>
                  </a:lnTo>
                  <a:lnTo>
                    <a:pt x="1154" y="1028"/>
                  </a:lnTo>
                  <a:lnTo>
                    <a:pt x="1121" y="990"/>
                  </a:lnTo>
                  <a:lnTo>
                    <a:pt x="1084" y="949"/>
                  </a:lnTo>
                  <a:lnTo>
                    <a:pt x="1047" y="910"/>
                  </a:lnTo>
                  <a:lnTo>
                    <a:pt x="1006" y="869"/>
                  </a:lnTo>
                  <a:lnTo>
                    <a:pt x="965" y="827"/>
                  </a:lnTo>
                  <a:lnTo>
                    <a:pt x="877" y="742"/>
                  </a:lnTo>
                  <a:lnTo>
                    <a:pt x="782" y="655"/>
                  </a:lnTo>
                  <a:lnTo>
                    <a:pt x="682" y="564"/>
                  </a:lnTo>
                  <a:lnTo>
                    <a:pt x="579" y="474"/>
                  </a:lnTo>
                  <a:lnTo>
                    <a:pt x="472" y="381"/>
                  </a:lnTo>
                  <a:lnTo>
                    <a:pt x="361" y="287"/>
                  </a:lnTo>
                  <a:lnTo>
                    <a:pt x="248" y="193"/>
                  </a:lnTo>
                  <a:lnTo>
                    <a:pt x="18" y="0"/>
                  </a:lnTo>
                  <a:close/>
                </a:path>
              </a:pathLst>
            </a:custGeom>
            <a:solidFill>
              <a:srgbClr val="3333CC"/>
            </a:solidFill>
            <a:ln w="9525">
              <a:noFill/>
            </a:ln>
          </p:spPr>
          <p:txBody>
            <a:bodyPr/>
            <a:p>
              <a:endParaRPr lang="zh-CN" altLang="en-US"/>
            </a:p>
          </p:txBody>
        </p:sp>
        <p:sp>
          <p:nvSpPr>
            <p:cNvPr id="79292" name="Freeform 444"/>
            <p:cNvSpPr/>
            <p:nvPr/>
          </p:nvSpPr>
          <p:spPr>
            <a:xfrm>
              <a:off x="3783" y="2616"/>
              <a:ext cx="669" cy="917"/>
            </a:xfrm>
            <a:custGeom>
              <a:avLst/>
              <a:gdLst/>
              <a:ahLst/>
              <a:cxnLst>
                <a:cxn ang="0">
                  <a:pos x="222" y="426"/>
                </a:cxn>
                <a:cxn ang="0">
                  <a:pos x="181" y="400"/>
                </a:cxn>
                <a:cxn ang="0">
                  <a:pos x="104" y="344"/>
                </a:cxn>
                <a:cxn ang="0">
                  <a:pos x="50" y="298"/>
                </a:cxn>
                <a:cxn ang="0">
                  <a:pos x="23" y="266"/>
                </a:cxn>
                <a:cxn ang="0">
                  <a:pos x="8" y="236"/>
                </a:cxn>
                <a:cxn ang="0">
                  <a:pos x="7" y="209"/>
                </a:cxn>
                <a:cxn ang="0">
                  <a:pos x="20" y="177"/>
                </a:cxn>
                <a:cxn ang="0">
                  <a:pos x="44" y="144"/>
                </a:cxn>
                <a:cxn ang="0">
                  <a:pos x="94" y="94"/>
                </a:cxn>
                <a:cxn ang="0">
                  <a:pos x="167" y="37"/>
                </a:cxn>
                <a:cxn ang="0">
                  <a:pos x="207" y="13"/>
                </a:cxn>
                <a:cxn ang="0">
                  <a:pos x="235" y="2"/>
                </a:cxn>
                <a:cxn ang="0">
                  <a:pos x="279" y="5"/>
                </a:cxn>
                <a:cxn ang="0">
                  <a:pos x="317" y="29"/>
                </a:cxn>
                <a:cxn ang="0">
                  <a:pos x="333" y="56"/>
                </a:cxn>
                <a:cxn ang="0">
                  <a:pos x="335" y="78"/>
                </a:cxn>
                <a:cxn ang="0">
                  <a:pos x="327" y="101"/>
                </a:cxn>
                <a:cxn ang="0">
                  <a:pos x="307" y="129"/>
                </a:cxn>
                <a:cxn ang="0">
                  <a:pos x="273" y="164"/>
                </a:cxn>
                <a:cxn ang="0">
                  <a:pos x="207" y="225"/>
                </a:cxn>
                <a:cxn ang="0">
                  <a:pos x="112" y="307"/>
                </a:cxn>
                <a:cxn ang="0">
                  <a:pos x="71" y="344"/>
                </a:cxn>
                <a:cxn ang="0">
                  <a:pos x="40" y="375"/>
                </a:cxn>
                <a:cxn ang="0">
                  <a:pos x="15" y="407"/>
                </a:cxn>
                <a:cxn ang="0">
                  <a:pos x="4" y="439"/>
                </a:cxn>
                <a:cxn ang="0">
                  <a:pos x="12" y="456"/>
                </a:cxn>
                <a:cxn ang="0">
                  <a:pos x="36" y="456"/>
                </a:cxn>
                <a:cxn ang="0">
                  <a:pos x="66" y="443"/>
                </a:cxn>
                <a:cxn ang="0">
                  <a:pos x="98" y="424"/>
                </a:cxn>
                <a:cxn ang="0">
                  <a:pos x="162" y="385"/>
                </a:cxn>
                <a:cxn ang="0">
                  <a:pos x="254" y="320"/>
                </a:cxn>
                <a:cxn ang="0">
                  <a:pos x="292" y="285"/>
                </a:cxn>
                <a:cxn ang="0">
                  <a:pos x="319" y="252"/>
                </a:cxn>
                <a:cxn ang="0">
                  <a:pos x="331" y="222"/>
                </a:cxn>
                <a:cxn ang="0">
                  <a:pos x="324" y="192"/>
                </a:cxn>
                <a:cxn ang="0">
                  <a:pos x="304" y="160"/>
                </a:cxn>
                <a:cxn ang="0">
                  <a:pos x="272" y="126"/>
                </a:cxn>
                <a:cxn ang="0">
                  <a:pos x="192" y="62"/>
                </a:cxn>
                <a:cxn ang="0">
                  <a:pos x="125" y="20"/>
                </a:cxn>
                <a:cxn ang="0">
                  <a:pos x="97" y="7"/>
                </a:cxn>
                <a:cxn ang="0">
                  <a:pos x="71" y="1"/>
                </a:cxn>
                <a:cxn ang="0">
                  <a:pos x="33" y="14"/>
                </a:cxn>
                <a:cxn ang="0">
                  <a:pos x="6" y="47"/>
                </a:cxn>
                <a:cxn ang="0">
                  <a:pos x="1" y="80"/>
                </a:cxn>
                <a:cxn ang="0">
                  <a:pos x="6" y="105"/>
                </a:cxn>
                <a:cxn ang="0">
                  <a:pos x="22" y="132"/>
                </a:cxn>
                <a:cxn ang="0">
                  <a:pos x="52" y="167"/>
                </a:cxn>
                <a:cxn ang="0">
                  <a:pos x="94" y="208"/>
                </a:cxn>
                <a:cxn ang="0">
                  <a:pos x="194" y="298"/>
                </a:cxn>
                <a:cxn ang="0">
                  <a:pos x="264" y="361"/>
                </a:cxn>
                <a:cxn ang="0">
                  <a:pos x="300" y="395"/>
                </a:cxn>
                <a:cxn ang="0">
                  <a:pos x="323" y="421"/>
                </a:cxn>
                <a:cxn ang="0">
                  <a:pos x="333" y="437"/>
                </a:cxn>
                <a:cxn ang="0">
                  <a:pos x="334" y="449"/>
                </a:cxn>
                <a:cxn ang="0">
                  <a:pos x="316" y="456"/>
                </a:cxn>
                <a:cxn ang="0">
                  <a:pos x="281" y="450"/>
                </a:cxn>
              </a:cxnLst>
              <a:pathLst>
                <a:path w="1337" h="1833">
                  <a:moveTo>
                    <a:pt x="958" y="1748"/>
                  </a:moveTo>
                  <a:lnTo>
                    <a:pt x="938" y="1735"/>
                  </a:lnTo>
                  <a:lnTo>
                    <a:pt x="914" y="1720"/>
                  </a:lnTo>
                  <a:lnTo>
                    <a:pt x="886" y="1704"/>
                  </a:lnTo>
                  <a:lnTo>
                    <a:pt x="858" y="1685"/>
                  </a:lnTo>
                  <a:lnTo>
                    <a:pt x="827" y="1665"/>
                  </a:lnTo>
                  <a:lnTo>
                    <a:pt x="793" y="1645"/>
                  </a:lnTo>
                  <a:lnTo>
                    <a:pt x="723" y="1598"/>
                  </a:lnTo>
                  <a:lnTo>
                    <a:pt x="649" y="1548"/>
                  </a:lnTo>
                  <a:lnTo>
                    <a:pt x="571" y="1493"/>
                  </a:lnTo>
                  <a:lnTo>
                    <a:pt x="492" y="1436"/>
                  </a:lnTo>
                  <a:lnTo>
                    <a:pt x="414" y="1376"/>
                  </a:lnTo>
                  <a:lnTo>
                    <a:pt x="338" y="1315"/>
                  </a:lnTo>
                  <a:lnTo>
                    <a:pt x="266" y="1253"/>
                  </a:lnTo>
                  <a:lnTo>
                    <a:pt x="231" y="1221"/>
                  </a:lnTo>
                  <a:lnTo>
                    <a:pt x="200" y="1190"/>
                  </a:lnTo>
                  <a:lnTo>
                    <a:pt x="170" y="1156"/>
                  </a:lnTo>
                  <a:lnTo>
                    <a:pt x="140" y="1125"/>
                  </a:lnTo>
                  <a:lnTo>
                    <a:pt x="115" y="1093"/>
                  </a:lnTo>
                  <a:lnTo>
                    <a:pt x="92" y="1064"/>
                  </a:lnTo>
                  <a:lnTo>
                    <a:pt x="72" y="1032"/>
                  </a:lnTo>
                  <a:lnTo>
                    <a:pt x="55" y="1003"/>
                  </a:lnTo>
                  <a:lnTo>
                    <a:pt x="41" y="973"/>
                  </a:lnTo>
                  <a:lnTo>
                    <a:pt x="29" y="944"/>
                  </a:lnTo>
                  <a:lnTo>
                    <a:pt x="24" y="916"/>
                  </a:lnTo>
                  <a:lnTo>
                    <a:pt x="20" y="888"/>
                  </a:lnTo>
                  <a:lnTo>
                    <a:pt x="22" y="860"/>
                  </a:lnTo>
                  <a:lnTo>
                    <a:pt x="26" y="833"/>
                  </a:lnTo>
                  <a:lnTo>
                    <a:pt x="35" y="801"/>
                  </a:lnTo>
                  <a:lnTo>
                    <a:pt x="46" y="772"/>
                  </a:lnTo>
                  <a:lnTo>
                    <a:pt x="61" y="740"/>
                  </a:lnTo>
                  <a:lnTo>
                    <a:pt x="79" y="707"/>
                  </a:lnTo>
                  <a:lnTo>
                    <a:pt x="100" y="676"/>
                  </a:lnTo>
                  <a:lnTo>
                    <a:pt x="124" y="642"/>
                  </a:lnTo>
                  <a:lnTo>
                    <a:pt x="148" y="609"/>
                  </a:lnTo>
                  <a:lnTo>
                    <a:pt x="176" y="576"/>
                  </a:lnTo>
                  <a:lnTo>
                    <a:pt x="205" y="541"/>
                  </a:lnTo>
                  <a:lnTo>
                    <a:pt x="237" y="507"/>
                  </a:lnTo>
                  <a:lnTo>
                    <a:pt x="303" y="441"/>
                  </a:lnTo>
                  <a:lnTo>
                    <a:pt x="375" y="376"/>
                  </a:lnTo>
                  <a:lnTo>
                    <a:pt x="447" y="311"/>
                  </a:lnTo>
                  <a:lnTo>
                    <a:pt x="523" y="252"/>
                  </a:lnTo>
                  <a:lnTo>
                    <a:pt x="597" y="197"/>
                  </a:lnTo>
                  <a:lnTo>
                    <a:pt x="668" y="147"/>
                  </a:lnTo>
                  <a:lnTo>
                    <a:pt x="736" y="102"/>
                  </a:lnTo>
                  <a:lnTo>
                    <a:pt x="767" y="84"/>
                  </a:lnTo>
                  <a:lnTo>
                    <a:pt x="797" y="67"/>
                  </a:lnTo>
                  <a:lnTo>
                    <a:pt x="825" y="50"/>
                  </a:lnTo>
                  <a:lnTo>
                    <a:pt x="853" y="37"/>
                  </a:lnTo>
                  <a:lnTo>
                    <a:pt x="875" y="26"/>
                  </a:lnTo>
                  <a:lnTo>
                    <a:pt x="897" y="17"/>
                  </a:lnTo>
                  <a:lnTo>
                    <a:pt x="938" y="6"/>
                  </a:lnTo>
                  <a:lnTo>
                    <a:pt x="982" y="0"/>
                  </a:lnTo>
                  <a:lnTo>
                    <a:pt x="1026" y="0"/>
                  </a:lnTo>
                  <a:lnTo>
                    <a:pt x="1071" y="8"/>
                  </a:lnTo>
                  <a:lnTo>
                    <a:pt x="1113" y="19"/>
                  </a:lnTo>
                  <a:lnTo>
                    <a:pt x="1156" y="36"/>
                  </a:lnTo>
                  <a:lnTo>
                    <a:pt x="1195" y="58"/>
                  </a:lnTo>
                  <a:lnTo>
                    <a:pt x="1232" y="84"/>
                  </a:lnTo>
                  <a:lnTo>
                    <a:pt x="1265" y="113"/>
                  </a:lnTo>
                  <a:lnTo>
                    <a:pt x="1293" y="147"/>
                  </a:lnTo>
                  <a:lnTo>
                    <a:pt x="1313" y="184"/>
                  </a:lnTo>
                  <a:lnTo>
                    <a:pt x="1322" y="202"/>
                  </a:lnTo>
                  <a:lnTo>
                    <a:pt x="1330" y="222"/>
                  </a:lnTo>
                  <a:lnTo>
                    <a:pt x="1333" y="243"/>
                  </a:lnTo>
                  <a:lnTo>
                    <a:pt x="1337" y="265"/>
                  </a:lnTo>
                  <a:lnTo>
                    <a:pt x="1337" y="287"/>
                  </a:lnTo>
                  <a:lnTo>
                    <a:pt x="1337" y="309"/>
                  </a:lnTo>
                  <a:lnTo>
                    <a:pt x="1333" y="332"/>
                  </a:lnTo>
                  <a:lnTo>
                    <a:pt x="1328" y="354"/>
                  </a:lnTo>
                  <a:lnTo>
                    <a:pt x="1319" y="378"/>
                  </a:lnTo>
                  <a:lnTo>
                    <a:pt x="1308" y="402"/>
                  </a:lnTo>
                  <a:lnTo>
                    <a:pt x="1293" y="428"/>
                  </a:lnTo>
                  <a:lnTo>
                    <a:pt x="1274" y="454"/>
                  </a:lnTo>
                  <a:lnTo>
                    <a:pt x="1252" y="483"/>
                  </a:lnTo>
                  <a:lnTo>
                    <a:pt x="1226" y="515"/>
                  </a:lnTo>
                  <a:lnTo>
                    <a:pt x="1197" y="548"/>
                  </a:lnTo>
                  <a:lnTo>
                    <a:pt x="1165" y="583"/>
                  </a:lnTo>
                  <a:lnTo>
                    <a:pt x="1128" y="618"/>
                  </a:lnTo>
                  <a:lnTo>
                    <a:pt x="1091" y="655"/>
                  </a:lnTo>
                  <a:lnTo>
                    <a:pt x="1050" y="694"/>
                  </a:lnTo>
                  <a:lnTo>
                    <a:pt x="1010" y="733"/>
                  </a:lnTo>
                  <a:lnTo>
                    <a:pt x="921" y="814"/>
                  </a:lnTo>
                  <a:lnTo>
                    <a:pt x="827" y="897"/>
                  </a:lnTo>
                  <a:lnTo>
                    <a:pt x="730" y="983"/>
                  </a:lnTo>
                  <a:lnTo>
                    <a:pt x="632" y="1066"/>
                  </a:lnTo>
                  <a:lnTo>
                    <a:pt x="536" y="1149"/>
                  </a:lnTo>
                  <a:lnTo>
                    <a:pt x="446" y="1228"/>
                  </a:lnTo>
                  <a:lnTo>
                    <a:pt x="401" y="1267"/>
                  </a:lnTo>
                  <a:lnTo>
                    <a:pt x="359" y="1304"/>
                  </a:lnTo>
                  <a:lnTo>
                    <a:pt x="318" y="1341"/>
                  </a:lnTo>
                  <a:lnTo>
                    <a:pt x="281" y="1375"/>
                  </a:lnTo>
                  <a:lnTo>
                    <a:pt x="246" y="1408"/>
                  </a:lnTo>
                  <a:lnTo>
                    <a:pt x="213" y="1439"/>
                  </a:lnTo>
                  <a:lnTo>
                    <a:pt x="183" y="1469"/>
                  </a:lnTo>
                  <a:lnTo>
                    <a:pt x="157" y="1497"/>
                  </a:lnTo>
                  <a:lnTo>
                    <a:pt x="133" y="1523"/>
                  </a:lnTo>
                  <a:lnTo>
                    <a:pt x="115" y="1545"/>
                  </a:lnTo>
                  <a:lnTo>
                    <a:pt x="83" y="1587"/>
                  </a:lnTo>
                  <a:lnTo>
                    <a:pt x="59" y="1626"/>
                  </a:lnTo>
                  <a:lnTo>
                    <a:pt x="39" y="1663"/>
                  </a:lnTo>
                  <a:lnTo>
                    <a:pt x="26" y="1696"/>
                  </a:lnTo>
                  <a:lnTo>
                    <a:pt x="17" y="1726"/>
                  </a:lnTo>
                  <a:lnTo>
                    <a:pt x="13" y="1754"/>
                  </a:lnTo>
                  <a:lnTo>
                    <a:pt x="15" y="1778"/>
                  </a:lnTo>
                  <a:lnTo>
                    <a:pt x="20" y="1796"/>
                  </a:lnTo>
                  <a:lnTo>
                    <a:pt x="31" y="1811"/>
                  </a:lnTo>
                  <a:lnTo>
                    <a:pt x="46" y="1824"/>
                  </a:lnTo>
                  <a:lnTo>
                    <a:pt x="65" y="1830"/>
                  </a:lnTo>
                  <a:lnTo>
                    <a:pt x="89" y="1833"/>
                  </a:lnTo>
                  <a:lnTo>
                    <a:pt x="115" y="1830"/>
                  </a:lnTo>
                  <a:lnTo>
                    <a:pt x="144" y="1822"/>
                  </a:lnTo>
                  <a:lnTo>
                    <a:pt x="177" y="1811"/>
                  </a:lnTo>
                  <a:lnTo>
                    <a:pt x="214" y="1793"/>
                  </a:lnTo>
                  <a:lnTo>
                    <a:pt x="235" y="1781"/>
                  </a:lnTo>
                  <a:lnTo>
                    <a:pt x="261" y="1769"/>
                  </a:lnTo>
                  <a:lnTo>
                    <a:pt x="288" y="1752"/>
                  </a:lnTo>
                  <a:lnTo>
                    <a:pt x="320" y="1735"/>
                  </a:lnTo>
                  <a:lnTo>
                    <a:pt x="353" y="1715"/>
                  </a:lnTo>
                  <a:lnTo>
                    <a:pt x="390" y="1695"/>
                  </a:lnTo>
                  <a:lnTo>
                    <a:pt x="429" y="1671"/>
                  </a:lnTo>
                  <a:lnTo>
                    <a:pt x="470" y="1646"/>
                  </a:lnTo>
                  <a:lnTo>
                    <a:pt x="557" y="1595"/>
                  </a:lnTo>
                  <a:lnTo>
                    <a:pt x="647" y="1537"/>
                  </a:lnTo>
                  <a:lnTo>
                    <a:pt x="742" y="1474"/>
                  </a:lnTo>
                  <a:lnTo>
                    <a:pt x="836" y="1410"/>
                  </a:lnTo>
                  <a:lnTo>
                    <a:pt x="927" y="1343"/>
                  </a:lnTo>
                  <a:lnTo>
                    <a:pt x="1015" y="1277"/>
                  </a:lnTo>
                  <a:lnTo>
                    <a:pt x="1056" y="1241"/>
                  </a:lnTo>
                  <a:lnTo>
                    <a:pt x="1095" y="1206"/>
                  </a:lnTo>
                  <a:lnTo>
                    <a:pt x="1132" y="1173"/>
                  </a:lnTo>
                  <a:lnTo>
                    <a:pt x="1167" y="1140"/>
                  </a:lnTo>
                  <a:lnTo>
                    <a:pt x="1200" y="1105"/>
                  </a:lnTo>
                  <a:lnTo>
                    <a:pt x="1228" y="1073"/>
                  </a:lnTo>
                  <a:lnTo>
                    <a:pt x="1254" y="1040"/>
                  </a:lnTo>
                  <a:lnTo>
                    <a:pt x="1276" y="1008"/>
                  </a:lnTo>
                  <a:lnTo>
                    <a:pt x="1295" y="977"/>
                  </a:lnTo>
                  <a:lnTo>
                    <a:pt x="1308" y="946"/>
                  </a:lnTo>
                  <a:lnTo>
                    <a:pt x="1317" y="916"/>
                  </a:lnTo>
                  <a:lnTo>
                    <a:pt x="1322" y="888"/>
                  </a:lnTo>
                  <a:lnTo>
                    <a:pt x="1322" y="860"/>
                  </a:lnTo>
                  <a:lnTo>
                    <a:pt x="1319" y="831"/>
                  </a:lnTo>
                  <a:lnTo>
                    <a:pt x="1309" y="799"/>
                  </a:lnTo>
                  <a:lnTo>
                    <a:pt x="1296" y="768"/>
                  </a:lnTo>
                  <a:lnTo>
                    <a:pt x="1280" y="737"/>
                  </a:lnTo>
                  <a:lnTo>
                    <a:pt x="1261" y="703"/>
                  </a:lnTo>
                  <a:lnTo>
                    <a:pt x="1237" y="670"/>
                  </a:lnTo>
                  <a:lnTo>
                    <a:pt x="1213" y="637"/>
                  </a:lnTo>
                  <a:lnTo>
                    <a:pt x="1184" y="603"/>
                  </a:lnTo>
                  <a:lnTo>
                    <a:pt x="1154" y="570"/>
                  </a:lnTo>
                  <a:lnTo>
                    <a:pt x="1121" y="535"/>
                  </a:lnTo>
                  <a:lnTo>
                    <a:pt x="1086" y="502"/>
                  </a:lnTo>
                  <a:lnTo>
                    <a:pt x="1010" y="433"/>
                  </a:lnTo>
                  <a:lnTo>
                    <a:pt x="932" y="369"/>
                  </a:lnTo>
                  <a:lnTo>
                    <a:pt x="849" y="306"/>
                  </a:lnTo>
                  <a:lnTo>
                    <a:pt x="766" y="246"/>
                  </a:lnTo>
                  <a:lnTo>
                    <a:pt x="684" y="191"/>
                  </a:lnTo>
                  <a:lnTo>
                    <a:pt x="605" y="141"/>
                  </a:lnTo>
                  <a:lnTo>
                    <a:pt x="533" y="98"/>
                  </a:lnTo>
                  <a:lnTo>
                    <a:pt x="497" y="80"/>
                  </a:lnTo>
                  <a:lnTo>
                    <a:pt x="466" y="63"/>
                  </a:lnTo>
                  <a:lnTo>
                    <a:pt x="436" y="49"/>
                  </a:lnTo>
                  <a:lnTo>
                    <a:pt x="409" y="36"/>
                  </a:lnTo>
                  <a:lnTo>
                    <a:pt x="385" y="25"/>
                  </a:lnTo>
                  <a:lnTo>
                    <a:pt x="362" y="17"/>
                  </a:lnTo>
                  <a:lnTo>
                    <a:pt x="342" y="12"/>
                  </a:lnTo>
                  <a:lnTo>
                    <a:pt x="322" y="8"/>
                  </a:lnTo>
                  <a:lnTo>
                    <a:pt x="281" y="4"/>
                  </a:lnTo>
                  <a:lnTo>
                    <a:pt x="240" y="10"/>
                  </a:lnTo>
                  <a:lnTo>
                    <a:pt x="201" y="19"/>
                  </a:lnTo>
                  <a:lnTo>
                    <a:pt x="165" y="36"/>
                  </a:lnTo>
                  <a:lnTo>
                    <a:pt x="129" y="56"/>
                  </a:lnTo>
                  <a:lnTo>
                    <a:pt x="96" y="82"/>
                  </a:lnTo>
                  <a:lnTo>
                    <a:pt x="66" y="113"/>
                  </a:lnTo>
                  <a:lnTo>
                    <a:pt x="42" y="148"/>
                  </a:lnTo>
                  <a:lnTo>
                    <a:pt x="24" y="187"/>
                  </a:lnTo>
                  <a:lnTo>
                    <a:pt x="9" y="228"/>
                  </a:lnTo>
                  <a:lnTo>
                    <a:pt x="2" y="272"/>
                  </a:lnTo>
                  <a:lnTo>
                    <a:pt x="0" y="296"/>
                  </a:lnTo>
                  <a:lnTo>
                    <a:pt x="2" y="319"/>
                  </a:lnTo>
                  <a:lnTo>
                    <a:pt x="4" y="344"/>
                  </a:lnTo>
                  <a:lnTo>
                    <a:pt x="9" y="369"/>
                  </a:lnTo>
                  <a:lnTo>
                    <a:pt x="15" y="393"/>
                  </a:lnTo>
                  <a:lnTo>
                    <a:pt x="24" y="418"/>
                  </a:lnTo>
                  <a:lnTo>
                    <a:pt x="35" y="444"/>
                  </a:lnTo>
                  <a:lnTo>
                    <a:pt x="48" y="470"/>
                  </a:lnTo>
                  <a:lnTo>
                    <a:pt x="65" y="498"/>
                  </a:lnTo>
                  <a:lnTo>
                    <a:pt x="87" y="528"/>
                  </a:lnTo>
                  <a:lnTo>
                    <a:pt x="111" y="559"/>
                  </a:lnTo>
                  <a:lnTo>
                    <a:pt x="140" y="594"/>
                  </a:lnTo>
                  <a:lnTo>
                    <a:pt x="172" y="629"/>
                  </a:lnTo>
                  <a:lnTo>
                    <a:pt x="207" y="666"/>
                  </a:lnTo>
                  <a:lnTo>
                    <a:pt x="246" y="707"/>
                  </a:lnTo>
                  <a:lnTo>
                    <a:pt x="287" y="746"/>
                  </a:lnTo>
                  <a:lnTo>
                    <a:pt x="329" y="788"/>
                  </a:lnTo>
                  <a:lnTo>
                    <a:pt x="375" y="831"/>
                  </a:lnTo>
                  <a:lnTo>
                    <a:pt x="470" y="920"/>
                  </a:lnTo>
                  <a:lnTo>
                    <a:pt x="570" y="1010"/>
                  </a:lnTo>
                  <a:lnTo>
                    <a:pt x="671" y="1101"/>
                  </a:lnTo>
                  <a:lnTo>
                    <a:pt x="773" y="1190"/>
                  </a:lnTo>
                  <a:lnTo>
                    <a:pt x="873" y="1278"/>
                  </a:lnTo>
                  <a:lnTo>
                    <a:pt x="967" y="1362"/>
                  </a:lnTo>
                  <a:lnTo>
                    <a:pt x="1012" y="1402"/>
                  </a:lnTo>
                  <a:lnTo>
                    <a:pt x="1054" y="1441"/>
                  </a:lnTo>
                  <a:lnTo>
                    <a:pt x="1095" y="1478"/>
                  </a:lnTo>
                  <a:lnTo>
                    <a:pt x="1134" y="1515"/>
                  </a:lnTo>
                  <a:lnTo>
                    <a:pt x="1169" y="1548"/>
                  </a:lnTo>
                  <a:lnTo>
                    <a:pt x="1200" y="1580"/>
                  </a:lnTo>
                  <a:lnTo>
                    <a:pt x="1228" y="1609"/>
                  </a:lnTo>
                  <a:lnTo>
                    <a:pt x="1254" y="1635"/>
                  </a:lnTo>
                  <a:lnTo>
                    <a:pt x="1274" y="1659"/>
                  </a:lnTo>
                  <a:lnTo>
                    <a:pt x="1291" y="1682"/>
                  </a:lnTo>
                  <a:lnTo>
                    <a:pt x="1304" y="1700"/>
                  </a:lnTo>
                  <a:lnTo>
                    <a:pt x="1315" y="1719"/>
                  </a:lnTo>
                  <a:lnTo>
                    <a:pt x="1322" y="1733"/>
                  </a:lnTo>
                  <a:lnTo>
                    <a:pt x="1330" y="1748"/>
                  </a:lnTo>
                  <a:lnTo>
                    <a:pt x="1333" y="1761"/>
                  </a:lnTo>
                  <a:lnTo>
                    <a:pt x="1335" y="1774"/>
                  </a:lnTo>
                  <a:lnTo>
                    <a:pt x="1335" y="1783"/>
                  </a:lnTo>
                  <a:lnTo>
                    <a:pt x="1333" y="1793"/>
                  </a:lnTo>
                  <a:lnTo>
                    <a:pt x="1324" y="1807"/>
                  </a:lnTo>
                  <a:lnTo>
                    <a:pt x="1309" y="1817"/>
                  </a:lnTo>
                  <a:lnTo>
                    <a:pt x="1287" y="1822"/>
                  </a:lnTo>
                  <a:lnTo>
                    <a:pt x="1261" y="1824"/>
                  </a:lnTo>
                  <a:lnTo>
                    <a:pt x="1232" y="1822"/>
                  </a:lnTo>
                  <a:lnTo>
                    <a:pt x="1198" y="1817"/>
                  </a:lnTo>
                  <a:lnTo>
                    <a:pt x="1161" y="1809"/>
                  </a:lnTo>
                  <a:lnTo>
                    <a:pt x="1123" y="1800"/>
                  </a:lnTo>
                  <a:lnTo>
                    <a:pt x="1039" y="1776"/>
                  </a:lnTo>
                  <a:lnTo>
                    <a:pt x="958" y="1748"/>
                  </a:lnTo>
                  <a:close/>
                </a:path>
              </a:pathLst>
            </a:custGeom>
            <a:noFill/>
            <a:ln w="17463" cap="flat" cmpd="sng">
              <a:solidFill>
                <a:srgbClr val="0000FF"/>
              </a:solidFill>
              <a:prstDash val="solid"/>
              <a:round/>
              <a:headEnd type="none" w="med" len="med"/>
              <a:tailEnd type="none" w="med" len="med"/>
            </a:ln>
          </p:spPr>
          <p:txBody>
            <a:bodyPr/>
            <a:p>
              <a:endParaRPr lang="zh-CN" altLang="en-US"/>
            </a:p>
          </p:txBody>
        </p:sp>
        <p:sp>
          <p:nvSpPr>
            <p:cNvPr id="79293" name="Freeform 445"/>
            <p:cNvSpPr/>
            <p:nvPr/>
          </p:nvSpPr>
          <p:spPr>
            <a:xfrm>
              <a:off x="4714" y="2602"/>
              <a:ext cx="682" cy="943"/>
            </a:xfrm>
            <a:custGeom>
              <a:avLst/>
              <a:gdLst/>
              <a:ahLst/>
              <a:cxnLst>
                <a:cxn ang="0">
                  <a:pos x="90" y="400"/>
                </a:cxn>
                <a:cxn ang="0">
                  <a:pos x="195" y="308"/>
                </a:cxn>
                <a:cxn ang="0">
                  <a:pos x="261" y="244"/>
                </a:cxn>
                <a:cxn ang="0">
                  <a:pos x="296" y="205"/>
                </a:cxn>
                <a:cxn ang="0">
                  <a:pos x="322" y="170"/>
                </a:cxn>
                <a:cxn ang="0">
                  <a:pos x="335" y="144"/>
                </a:cxn>
                <a:cxn ang="0">
                  <a:pos x="341" y="115"/>
                </a:cxn>
                <a:cxn ang="0">
                  <a:pos x="335" y="93"/>
                </a:cxn>
                <a:cxn ang="0">
                  <a:pos x="319" y="68"/>
                </a:cxn>
                <a:cxn ang="0">
                  <a:pos x="293" y="47"/>
                </a:cxn>
                <a:cxn ang="0">
                  <a:pos x="229" y="15"/>
                </a:cxn>
                <a:cxn ang="0">
                  <a:pos x="182" y="2"/>
                </a:cxn>
                <a:cxn ang="0">
                  <a:pos x="147" y="1"/>
                </a:cxn>
                <a:cxn ang="0">
                  <a:pos x="106" y="13"/>
                </a:cxn>
                <a:cxn ang="0">
                  <a:pos x="62" y="36"/>
                </a:cxn>
                <a:cxn ang="0">
                  <a:pos x="20" y="73"/>
                </a:cxn>
                <a:cxn ang="0">
                  <a:pos x="5" y="98"/>
                </a:cxn>
                <a:cxn ang="0">
                  <a:pos x="0" y="120"/>
                </a:cxn>
                <a:cxn ang="0">
                  <a:pos x="4" y="150"/>
                </a:cxn>
                <a:cxn ang="0">
                  <a:pos x="18" y="175"/>
                </a:cxn>
                <a:cxn ang="0">
                  <a:pos x="49" y="214"/>
                </a:cxn>
                <a:cxn ang="0">
                  <a:pos x="92" y="258"/>
                </a:cxn>
                <a:cxn ang="0">
                  <a:pos x="181" y="339"/>
                </a:cxn>
                <a:cxn ang="0">
                  <a:pos x="269" y="414"/>
                </a:cxn>
                <a:cxn ang="0">
                  <a:pos x="310" y="450"/>
                </a:cxn>
                <a:cxn ang="0">
                  <a:pos x="337" y="468"/>
                </a:cxn>
                <a:cxn ang="0">
                  <a:pos x="305" y="437"/>
                </a:cxn>
                <a:cxn ang="0">
                  <a:pos x="261" y="400"/>
                </a:cxn>
                <a:cxn ang="0">
                  <a:pos x="159" y="311"/>
                </a:cxn>
                <a:cxn ang="0">
                  <a:pos x="84" y="242"/>
                </a:cxn>
                <a:cxn ang="0">
                  <a:pos x="44" y="200"/>
                </a:cxn>
                <a:cxn ang="0">
                  <a:pos x="16" y="162"/>
                </a:cxn>
                <a:cxn ang="0">
                  <a:pos x="9" y="148"/>
                </a:cxn>
                <a:cxn ang="0">
                  <a:pos x="5" y="120"/>
                </a:cxn>
                <a:cxn ang="0">
                  <a:pos x="7" y="100"/>
                </a:cxn>
                <a:cxn ang="0">
                  <a:pos x="19" y="83"/>
                </a:cxn>
                <a:cxn ang="0">
                  <a:pos x="53" y="50"/>
                </a:cxn>
                <a:cxn ang="0">
                  <a:pos x="79" y="32"/>
                </a:cxn>
                <a:cxn ang="0">
                  <a:pos x="135" y="9"/>
                </a:cxn>
                <a:cxn ang="0">
                  <a:pos x="158" y="6"/>
                </a:cxn>
                <a:cxn ang="0">
                  <a:pos x="197" y="11"/>
                </a:cxn>
                <a:cxn ang="0">
                  <a:pos x="227" y="20"/>
                </a:cxn>
                <a:cxn ang="0">
                  <a:pos x="290" y="52"/>
                </a:cxn>
                <a:cxn ang="0">
                  <a:pos x="309" y="67"/>
                </a:cxn>
                <a:cxn ang="0">
                  <a:pos x="328" y="90"/>
                </a:cxn>
                <a:cxn ang="0">
                  <a:pos x="333" y="102"/>
                </a:cxn>
                <a:cxn ang="0">
                  <a:pos x="334" y="129"/>
                </a:cxn>
                <a:cxn ang="0">
                  <a:pos x="330" y="142"/>
                </a:cxn>
                <a:cxn ang="0">
                  <a:pos x="312" y="174"/>
                </a:cxn>
                <a:cxn ang="0">
                  <a:pos x="284" y="211"/>
                </a:cxn>
                <a:cxn ang="0">
                  <a:pos x="247" y="251"/>
                </a:cxn>
                <a:cxn ang="0">
                  <a:pos x="166" y="327"/>
                </a:cxn>
                <a:cxn ang="0">
                  <a:pos x="57" y="419"/>
                </a:cxn>
              </a:cxnLst>
              <a:pathLst>
                <a:path w="1365" h="1884">
                  <a:moveTo>
                    <a:pt x="5" y="1866"/>
                  </a:moveTo>
                  <a:lnTo>
                    <a:pt x="18" y="1884"/>
                  </a:lnTo>
                  <a:lnTo>
                    <a:pt x="247" y="1692"/>
                  </a:lnTo>
                  <a:lnTo>
                    <a:pt x="360" y="1598"/>
                  </a:lnTo>
                  <a:lnTo>
                    <a:pt x="471" y="1503"/>
                  </a:lnTo>
                  <a:lnTo>
                    <a:pt x="579" y="1411"/>
                  </a:lnTo>
                  <a:lnTo>
                    <a:pt x="682" y="1320"/>
                  </a:lnTo>
                  <a:lnTo>
                    <a:pt x="782" y="1230"/>
                  </a:lnTo>
                  <a:lnTo>
                    <a:pt x="876" y="1143"/>
                  </a:lnTo>
                  <a:lnTo>
                    <a:pt x="965" y="1058"/>
                  </a:lnTo>
                  <a:lnTo>
                    <a:pt x="1006" y="1017"/>
                  </a:lnTo>
                  <a:lnTo>
                    <a:pt x="1046" y="974"/>
                  </a:lnTo>
                  <a:lnTo>
                    <a:pt x="1083" y="936"/>
                  </a:lnTo>
                  <a:lnTo>
                    <a:pt x="1120" y="895"/>
                  </a:lnTo>
                  <a:lnTo>
                    <a:pt x="1154" y="858"/>
                  </a:lnTo>
                  <a:lnTo>
                    <a:pt x="1185" y="819"/>
                  </a:lnTo>
                  <a:lnTo>
                    <a:pt x="1215" y="782"/>
                  </a:lnTo>
                  <a:lnTo>
                    <a:pt x="1243" y="747"/>
                  </a:lnTo>
                  <a:lnTo>
                    <a:pt x="1267" y="712"/>
                  </a:lnTo>
                  <a:lnTo>
                    <a:pt x="1289" y="677"/>
                  </a:lnTo>
                  <a:lnTo>
                    <a:pt x="1309" y="645"/>
                  </a:lnTo>
                  <a:lnTo>
                    <a:pt x="1326" y="612"/>
                  </a:lnTo>
                  <a:lnTo>
                    <a:pt x="1339" y="582"/>
                  </a:lnTo>
                  <a:lnTo>
                    <a:pt x="1342" y="573"/>
                  </a:lnTo>
                  <a:lnTo>
                    <a:pt x="1354" y="547"/>
                  </a:lnTo>
                  <a:lnTo>
                    <a:pt x="1361" y="514"/>
                  </a:lnTo>
                  <a:lnTo>
                    <a:pt x="1365" y="486"/>
                  </a:lnTo>
                  <a:lnTo>
                    <a:pt x="1365" y="458"/>
                  </a:lnTo>
                  <a:lnTo>
                    <a:pt x="1361" y="431"/>
                  </a:lnTo>
                  <a:lnTo>
                    <a:pt x="1355" y="405"/>
                  </a:lnTo>
                  <a:lnTo>
                    <a:pt x="1346" y="379"/>
                  </a:lnTo>
                  <a:lnTo>
                    <a:pt x="1342" y="370"/>
                  </a:lnTo>
                  <a:lnTo>
                    <a:pt x="1329" y="344"/>
                  </a:lnTo>
                  <a:lnTo>
                    <a:pt x="1315" y="320"/>
                  </a:lnTo>
                  <a:lnTo>
                    <a:pt x="1296" y="296"/>
                  </a:lnTo>
                  <a:lnTo>
                    <a:pt x="1276" y="272"/>
                  </a:lnTo>
                  <a:lnTo>
                    <a:pt x="1254" y="249"/>
                  </a:lnTo>
                  <a:lnTo>
                    <a:pt x="1230" y="229"/>
                  </a:lnTo>
                  <a:lnTo>
                    <a:pt x="1176" y="187"/>
                  </a:lnTo>
                  <a:lnTo>
                    <a:pt x="1172" y="185"/>
                  </a:lnTo>
                  <a:lnTo>
                    <a:pt x="1113" y="148"/>
                  </a:lnTo>
                  <a:lnTo>
                    <a:pt x="1050" y="114"/>
                  </a:lnTo>
                  <a:lnTo>
                    <a:pt x="985" y="85"/>
                  </a:lnTo>
                  <a:lnTo>
                    <a:pt x="919" y="59"/>
                  </a:lnTo>
                  <a:lnTo>
                    <a:pt x="854" y="37"/>
                  </a:lnTo>
                  <a:lnTo>
                    <a:pt x="793" y="20"/>
                  </a:lnTo>
                  <a:lnTo>
                    <a:pt x="788" y="20"/>
                  </a:lnTo>
                  <a:lnTo>
                    <a:pt x="730" y="7"/>
                  </a:lnTo>
                  <a:lnTo>
                    <a:pt x="677" y="2"/>
                  </a:lnTo>
                  <a:lnTo>
                    <a:pt x="654" y="0"/>
                  </a:lnTo>
                  <a:lnTo>
                    <a:pt x="632" y="0"/>
                  </a:lnTo>
                  <a:lnTo>
                    <a:pt x="588" y="3"/>
                  </a:lnTo>
                  <a:lnTo>
                    <a:pt x="538" y="15"/>
                  </a:lnTo>
                  <a:lnTo>
                    <a:pt x="534" y="15"/>
                  </a:lnTo>
                  <a:lnTo>
                    <a:pt x="480" y="31"/>
                  </a:lnTo>
                  <a:lnTo>
                    <a:pt x="425" y="52"/>
                  </a:lnTo>
                  <a:lnTo>
                    <a:pt x="368" y="77"/>
                  </a:lnTo>
                  <a:lnTo>
                    <a:pt x="308" y="107"/>
                  </a:lnTo>
                  <a:lnTo>
                    <a:pt x="253" y="140"/>
                  </a:lnTo>
                  <a:lnTo>
                    <a:pt x="249" y="142"/>
                  </a:lnTo>
                  <a:lnTo>
                    <a:pt x="196" y="181"/>
                  </a:lnTo>
                  <a:lnTo>
                    <a:pt x="146" y="222"/>
                  </a:lnTo>
                  <a:lnTo>
                    <a:pt x="101" y="266"/>
                  </a:lnTo>
                  <a:lnTo>
                    <a:pt x="81" y="290"/>
                  </a:lnTo>
                  <a:lnTo>
                    <a:pt x="62" y="314"/>
                  </a:lnTo>
                  <a:lnTo>
                    <a:pt x="48" y="338"/>
                  </a:lnTo>
                  <a:lnTo>
                    <a:pt x="33" y="364"/>
                  </a:lnTo>
                  <a:lnTo>
                    <a:pt x="22" y="390"/>
                  </a:lnTo>
                  <a:lnTo>
                    <a:pt x="18" y="399"/>
                  </a:lnTo>
                  <a:lnTo>
                    <a:pt x="9" y="425"/>
                  </a:lnTo>
                  <a:lnTo>
                    <a:pt x="3" y="453"/>
                  </a:lnTo>
                  <a:lnTo>
                    <a:pt x="0" y="479"/>
                  </a:lnTo>
                  <a:lnTo>
                    <a:pt x="0" y="508"/>
                  </a:lnTo>
                  <a:lnTo>
                    <a:pt x="1" y="536"/>
                  </a:lnTo>
                  <a:lnTo>
                    <a:pt x="7" y="564"/>
                  </a:lnTo>
                  <a:lnTo>
                    <a:pt x="18" y="597"/>
                  </a:lnTo>
                  <a:lnTo>
                    <a:pt x="29" y="623"/>
                  </a:lnTo>
                  <a:lnTo>
                    <a:pt x="33" y="632"/>
                  </a:lnTo>
                  <a:lnTo>
                    <a:pt x="50" y="664"/>
                  </a:lnTo>
                  <a:lnTo>
                    <a:pt x="72" y="699"/>
                  </a:lnTo>
                  <a:lnTo>
                    <a:pt x="98" y="736"/>
                  </a:lnTo>
                  <a:lnTo>
                    <a:pt x="127" y="773"/>
                  </a:lnTo>
                  <a:lnTo>
                    <a:pt x="161" y="813"/>
                  </a:lnTo>
                  <a:lnTo>
                    <a:pt x="197" y="854"/>
                  </a:lnTo>
                  <a:lnTo>
                    <a:pt x="236" y="895"/>
                  </a:lnTo>
                  <a:lnTo>
                    <a:pt x="277" y="939"/>
                  </a:lnTo>
                  <a:lnTo>
                    <a:pt x="321" y="984"/>
                  </a:lnTo>
                  <a:lnTo>
                    <a:pt x="368" y="1028"/>
                  </a:lnTo>
                  <a:lnTo>
                    <a:pt x="416" y="1074"/>
                  </a:lnTo>
                  <a:lnTo>
                    <a:pt x="514" y="1167"/>
                  </a:lnTo>
                  <a:lnTo>
                    <a:pt x="619" y="1259"/>
                  </a:lnTo>
                  <a:lnTo>
                    <a:pt x="725" y="1352"/>
                  </a:lnTo>
                  <a:lnTo>
                    <a:pt x="828" y="1442"/>
                  </a:lnTo>
                  <a:lnTo>
                    <a:pt x="932" y="1531"/>
                  </a:lnTo>
                  <a:lnTo>
                    <a:pt x="1030" y="1614"/>
                  </a:lnTo>
                  <a:lnTo>
                    <a:pt x="1076" y="1655"/>
                  </a:lnTo>
                  <a:lnTo>
                    <a:pt x="1120" y="1694"/>
                  </a:lnTo>
                  <a:lnTo>
                    <a:pt x="1163" y="1729"/>
                  </a:lnTo>
                  <a:lnTo>
                    <a:pt x="1204" y="1764"/>
                  </a:lnTo>
                  <a:lnTo>
                    <a:pt x="1241" y="1797"/>
                  </a:lnTo>
                  <a:lnTo>
                    <a:pt x="1276" y="1829"/>
                  </a:lnTo>
                  <a:lnTo>
                    <a:pt x="1307" y="1857"/>
                  </a:lnTo>
                  <a:lnTo>
                    <a:pt x="1337" y="1884"/>
                  </a:lnTo>
                  <a:lnTo>
                    <a:pt x="1350" y="1868"/>
                  </a:lnTo>
                  <a:lnTo>
                    <a:pt x="1324" y="1840"/>
                  </a:lnTo>
                  <a:lnTo>
                    <a:pt x="1292" y="1812"/>
                  </a:lnTo>
                  <a:lnTo>
                    <a:pt x="1257" y="1781"/>
                  </a:lnTo>
                  <a:lnTo>
                    <a:pt x="1220" y="1747"/>
                  </a:lnTo>
                  <a:lnTo>
                    <a:pt x="1180" y="1712"/>
                  </a:lnTo>
                  <a:lnTo>
                    <a:pt x="1137" y="1677"/>
                  </a:lnTo>
                  <a:lnTo>
                    <a:pt x="1093" y="1638"/>
                  </a:lnTo>
                  <a:lnTo>
                    <a:pt x="1046" y="1598"/>
                  </a:lnTo>
                  <a:lnTo>
                    <a:pt x="948" y="1514"/>
                  </a:lnTo>
                  <a:lnTo>
                    <a:pt x="845" y="1426"/>
                  </a:lnTo>
                  <a:lnTo>
                    <a:pt x="741" y="1335"/>
                  </a:lnTo>
                  <a:lnTo>
                    <a:pt x="636" y="1243"/>
                  </a:lnTo>
                  <a:lnTo>
                    <a:pt x="530" y="1150"/>
                  </a:lnTo>
                  <a:lnTo>
                    <a:pt x="432" y="1058"/>
                  </a:lnTo>
                  <a:lnTo>
                    <a:pt x="384" y="1011"/>
                  </a:lnTo>
                  <a:lnTo>
                    <a:pt x="338" y="967"/>
                  </a:lnTo>
                  <a:lnTo>
                    <a:pt x="294" y="923"/>
                  </a:lnTo>
                  <a:lnTo>
                    <a:pt x="253" y="878"/>
                  </a:lnTo>
                  <a:lnTo>
                    <a:pt x="214" y="838"/>
                  </a:lnTo>
                  <a:lnTo>
                    <a:pt x="177" y="797"/>
                  </a:lnTo>
                  <a:lnTo>
                    <a:pt x="144" y="756"/>
                  </a:lnTo>
                  <a:lnTo>
                    <a:pt x="114" y="719"/>
                  </a:lnTo>
                  <a:lnTo>
                    <a:pt x="88" y="682"/>
                  </a:lnTo>
                  <a:lnTo>
                    <a:pt x="66" y="647"/>
                  </a:lnTo>
                  <a:lnTo>
                    <a:pt x="50" y="616"/>
                  </a:lnTo>
                  <a:lnTo>
                    <a:pt x="40" y="623"/>
                  </a:lnTo>
                  <a:lnTo>
                    <a:pt x="51" y="623"/>
                  </a:lnTo>
                  <a:lnTo>
                    <a:pt x="37" y="590"/>
                  </a:lnTo>
                  <a:lnTo>
                    <a:pt x="29" y="564"/>
                  </a:lnTo>
                  <a:lnTo>
                    <a:pt x="24" y="536"/>
                  </a:lnTo>
                  <a:lnTo>
                    <a:pt x="22" y="508"/>
                  </a:lnTo>
                  <a:lnTo>
                    <a:pt x="22" y="479"/>
                  </a:lnTo>
                  <a:lnTo>
                    <a:pt x="25" y="453"/>
                  </a:lnTo>
                  <a:lnTo>
                    <a:pt x="31" y="425"/>
                  </a:lnTo>
                  <a:lnTo>
                    <a:pt x="40" y="399"/>
                  </a:lnTo>
                  <a:lnTo>
                    <a:pt x="29" y="399"/>
                  </a:lnTo>
                  <a:lnTo>
                    <a:pt x="38" y="407"/>
                  </a:lnTo>
                  <a:lnTo>
                    <a:pt x="50" y="381"/>
                  </a:lnTo>
                  <a:lnTo>
                    <a:pt x="64" y="355"/>
                  </a:lnTo>
                  <a:lnTo>
                    <a:pt x="79" y="331"/>
                  </a:lnTo>
                  <a:lnTo>
                    <a:pt x="98" y="307"/>
                  </a:lnTo>
                  <a:lnTo>
                    <a:pt x="118" y="283"/>
                  </a:lnTo>
                  <a:lnTo>
                    <a:pt x="162" y="238"/>
                  </a:lnTo>
                  <a:lnTo>
                    <a:pt x="212" y="198"/>
                  </a:lnTo>
                  <a:lnTo>
                    <a:pt x="266" y="159"/>
                  </a:lnTo>
                  <a:lnTo>
                    <a:pt x="257" y="151"/>
                  </a:lnTo>
                  <a:lnTo>
                    <a:pt x="262" y="161"/>
                  </a:lnTo>
                  <a:lnTo>
                    <a:pt x="318" y="127"/>
                  </a:lnTo>
                  <a:lnTo>
                    <a:pt x="377" y="98"/>
                  </a:lnTo>
                  <a:lnTo>
                    <a:pt x="434" y="72"/>
                  </a:lnTo>
                  <a:lnTo>
                    <a:pt x="490" y="52"/>
                  </a:lnTo>
                  <a:lnTo>
                    <a:pt x="543" y="35"/>
                  </a:lnTo>
                  <a:lnTo>
                    <a:pt x="538" y="26"/>
                  </a:lnTo>
                  <a:lnTo>
                    <a:pt x="538" y="37"/>
                  </a:lnTo>
                  <a:lnTo>
                    <a:pt x="588" y="26"/>
                  </a:lnTo>
                  <a:lnTo>
                    <a:pt x="632" y="22"/>
                  </a:lnTo>
                  <a:lnTo>
                    <a:pt x="654" y="22"/>
                  </a:lnTo>
                  <a:lnTo>
                    <a:pt x="677" y="24"/>
                  </a:lnTo>
                  <a:lnTo>
                    <a:pt x="730" y="29"/>
                  </a:lnTo>
                  <a:lnTo>
                    <a:pt x="788" y="42"/>
                  </a:lnTo>
                  <a:lnTo>
                    <a:pt x="788" y="31"/>
                  </a:lnTo>
                  <a:lnTo>
                    <a:pt x="784" y="40"/>
                  </a:lnTo>
                  <a:lnTo>
                    <a:pt x="845" y="57"/>
                  </a:lnTo>
                  <a:lnTo>
                    <a:pt x="910" y="79"/>
                  </a:lnTo>
                  <a:lnTo>
                    <a:pt x="976" y="105"/>
                  </a:lnTo>
                  <a:lnTo>
                    <a:pt x="1041" y="135"/>
                  </a:lnTo>
                  <a:lnTo>
                    <a:pt x="1104" y="168"/>
                  </a:lnTo>
                  <a:lnTo>
                    <a:pt x="1163" y="205"/>
                  </a:lnTo>
                  <a:lnTo>
                    <a:pt x="1167" y="196"/>
                  </a:lnTo>
                  <a:lnTo>
                    <a:pt x="1159" y="203"/>
                  </a:lnTo>
                  <a:lnTo>
                    <a:pt x="1213" y="246"/>
                  </a:lnTo>
                  <a:lnTo>
                    <a:pt x="1237" y="266"/>
                  </a:lnTo>
                  <a:lnTo>
                    <a:pt x="1259" y="288"/>
                  </a:lnTo>
                  <a:lnTo>
                    <a:pt x="1280" y="312"/>
                  </a:lnTo>
                  <a:lnTo>
                    <a:pt x="1298" y="336"/>
                  </a:lnTo>
                  <a:lnTo>
                    <a:pt x="1313" y="360"/>
                  </a:lnTo>
                  <a:lnTo>
                    <a:pt x="1326" y="386"/>
                  </a:lnTo>
                  <a:lnTo>
                    <a:pt x="1335" y="379"/>
                  </a:lnTo>
                  <a:lnTo>
                    <a:pt x="1324" y="379"/>
                  </a:lnTo>
                  <a:lnTo>
                    <a:pt x="1333" y="405"/>
                  </a:lnTo>
                  <a:lnTo>
                    <a:pt x="1339" y="431"/>
                  </a:lnTo>
                  <a:lnTo>
                    <a:pt x="1342" y="458"/>
                  </a:lnTo>
                  <a:lnTo>
                    <a:pt x="1342" y="486"/>
                  </a:lnTo>
                  <a:lnTo>
                    <a:pt x="1339" y="514"/>
                  </a:lnTo>
                  <a:lnTo>
                    <a:pt x="1333" y="540"/>
                  </a:lnTo>
                  <a:lnTo>
                    <a:pt x="1320" y="573"/>
                  </a:lnTo>
                  <a:lnTo>
                    <a:pt x="1331" y="573"/>
                  </a:lnTo>
                  <a:lnTo>
                    <a:pt x="1322" y="566"/>
                  </a:lnTo>
                  <a:lnTo>
                    <a:pt x="1309" y="595"/>
                  </a:lnTo>
                  <a:lnTo>
                    <a:pt x="1292" y="629"/>
                  </a:lnTo>
                  <a:lnTo>
                    <a:pt x="1272" y="660"/>
                  </a:lnTo>
                  <a:lnTo>
                    <a:pt x="1250" y="695"/>
                  </a:lnTo>
                  <a:lnTo>
                    <a:pt x="1226" y="730"/>
                  </a:lnTo>
                  <a:lnTo>
                    <a:pt x="1198" y="765"/>
                  </a:lnTo>
                  <a:lnTo>
                    <a:pt x="1169" y="802"/>
                  </a:lnTo>
                  <a:lnTo>
                    <a:pt x="1137" y="841"/>
                  </a:lnTo>
                  <a:lnTo>
                    <a:pt x="1104" y="878"/>
                  </a:lnTo>
                  <a:lnTo>
                    <a:pt x="1067" y="919"/>
                  </a:lnTo>
                  <a:lnTo>
                    <a:pt x="1030" y="958"/>
                  </a:lnTo>
                  <a:lnTo>
                    <a:pt x="989" y="1000"/>
                  </a:lnTo>
                  <a:lnTo>
                    <a:pt x="948" y="1041"/>
                  </a:lnTo>
                  <a:lnTo>
                    <a:pt x="860" y="1126"/>
                  </a:lnTo>
                  <a:lnTo>
                    <a:pt x="765" y="1213"/>
                  </a:lnTo>
                  <a:lnTo>
                    <a:pt x="665" y="1304"/>
                  </a:lnTo>
                  <a:lnTo>
                    <a:pt x="562" y="1394"/>
                  </a:lnTo>
                  <a:lnTo>
                    <a:pt x="455" y="1487"/>
                  </a:lnTo>
                  <a:lnTo>
                    <a:pt x="344" y="1581"/>
                  </a:lnTo>
                  <a:lnTo>
                    <a:pt x="231" y="1675"/>
                  </a:lnTo>
                  <a:lnTo>
                    <a:pt x="5" y="1866"/>
                  </a:lnTo>
                  <a:close/>
                </a:path>
              </a:pathLst>
            </a:custGeom>
            <a:solidFill>
              <a:srgbClr val="3333CC"/>
            </a:solidFill>
            <a:ln w="9525">
              <a:noFill/>
            </a:ln>
          </p:spPr>
          <p:txBody>
            <a:bodyPr/>
            <a:p>
              <a:endParaRPr lang="zh-CN" altLang="en-US"/>
            </a:p>
          </p:txBody>
        </p:sp>
        <p:sp>
          <p:nvSpPr>
            <p:cNvPr id="79294" name="Text Box 446"/>
            <p:cNvSpPr txBox="1"/>
            <p:nvPr/>
          </p:nvSpPr>
          <p:spPr>
            <a:xfrm>
              <a:off x="120" y="384"/>
              <a:ext cx="912" cy="362"/>
            </a:xfrm>
            <a:prstGeom prst="rect">
              <a:avLst/>
            </a:prstGeom>
            <a:noFill/>
            <a:ln w="9525">
              <a:noFill/>
            </a:ln>
          </p:spPr>
          <p:txBody>
            <a:bodyPr anchor="t" anchorCtr="0">
              <a:spAutoFit/>
            </a:bodyPr>
            <a:p>
              <a:pPr>
                <a:spcBef>
                  <a:spcPct val="50000"/>
                </a:spcBef>
              </a:pPr>
              <a:r>
                <a:rPr lang="en-US" altLang="zh-CN" sz="28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800" b="1" i="1" baseline="-25000" dirty="0">
                  <a:latin typeface="Times New Roman" panose="02020603050405020304" pitchFamily="18" charset="0"/>
                  <a:ea typeface="宋体" panose="02010600030101010101" pitchFamily="2" charset="-122"/>
                  <a:sym typeface="Symbol" panose="05050102010706020507" pitchFamily="18" charset="2"/>
                </a:rPr>
                <a:t>x</a:t>
              </a:r>
              <a:r>
                <a:rPr lang="en-US" altLang="zh-CN" sz="2800" b="1" dirty="0">
                  <a:latin typeface="Times New Roman" panose="02020603050405020304" pitchFamily="18" charset="0"/>
                  <a:ea typeface="宋体" panose="02010600030101010101" pitchFamily="2" charset="-122"/>
                  <a:sym typeface="Symbol" panose="05050102010706020507" pitchFamily="18" charset="2"/>
                </a:rPr>
                <a:t>  </a:t>
              </a:r>
              <a:r>
                <a:rPr lang="en-US" altLang="zh-CN" sz="28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800" b="1" i="1" baseline="-25000" dirty="0">
                  <a:latin typeface="Times New Roman" panose="02020603050405020304" pitchFamily="18" charset="0"/>
                  <a:ea typeface="宋体" panose="02010600030101010101" pitchFamily="2" charset="-122"/>
                  <a:sym typeface="Symbol" panose="05050102010706020507" pitchFamily="18" charset="2"/>
                </a:rPr>
                <a:t>y</a:t>
              </a:r>
              <a:endParaRPr lang="en-US" altLang="zh-CN" sz="2800" b="1" dirty="0">
                <a:latin typeface="Times New Roman" panose="02020603050405020304" pitchFamily="18" charset="0"/>
                <a:ea typeface="宋体" panose="02010600030101010101" pitchFamily="2" charset="-122"/>
              </a:endParaRPr>
            </a:p>
          </p:txBody>
        </p:sp>
        <p:sp>
          <p:nvSpPr>
            <p:cNvPr id="79295" name="Text Box 447"/>
            <p:cNvSpPr txBox="1"/>
            <p:nvPr/>
          </p:nvSpPr>
          <p:spPr>
            <a:xfrm>
              <a:off x="288" y="936"/>
              <a:ext cx="912" cy="362"/>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宋体" panose="02010600030101010101" pitchFamily="2" charset="-122"/>
                  <a:sym typeface="Symbol" panose="05050102010706020507" pitchFamily="18" charset="2"/>
                </a:rPr>
                <a:t>2  1</a:t>
              </a:r>
              <a:endParaRPr lang="en-US" altLang="zh-CN" sz="2800" b="1" dirty="0">
                <a:latin typeface="Times New Roman" panose="02020603050405020304" pitchFamily="18" charset="0"/>
                <a:ea typeface="宋体" panose="02010600030101010101" pitchFamily="2" charset="-122"/>
              </a:endParaRPr>
            </a:p>
          </p:txBody>
        </p:sp>
        <p:sp>
          <p:nvSpPr>
            <p:cNvPr id="79296" name="Text Box 448"/>
            <p:cNvSpPr txBox="1"/>
            <p:nvPr/>
          </p:nvSpPr>
          <p:spPr>
            <a:xfrm>
              <a:off x="313" y="1812"/>
              <a:ext cx="911" cy="362"/>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宋体" panose="02010600030101010101" pitchFamily="2" charset="-122"/>
                  <a:sym typeface="Symbol" panose="05050102010706020507" pitchFamily="18" charset="2"/>
                </a:rPr>
                <a:t>3  1</a:t>
              </a:r>
              <a:endParaRPr lang="en-US" altLang="zh-CN" sz="2800" b="1" dirty="0">
                <a:latin typeface="Times New Roman" panose="02020603050405020304" pitchFamily="18" charset="0"/>
                <a:ea typeface="宋体" panose="02010600030101010101" pitchFamily="2" charset="-122"/>
              </a:endParaRPr>
            </a:p>
          </p:txBody>
        </p:sp>
        <p:sp>
          <p:nvSpPr>
            <p:cNvPr id="79297" name="Text Box 449"/>
            <p:cNvSpPr txBox="1"/>
            <p:nvPr/>
          </p:nvSpPr>
          <p:spPr>
            <a:xfrm>
              <a:off x="336" y="2856"/>
              <a:ext cx="912" cy="362"/>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宋体" panose="02010600030101010101" pitchFamily="2" charset="-122"/>
                  <a:sym typeface="Symbol" panose="05050102010706020507" pitchFamily="18" charset="2"/>
                </a:rPr>
                <a:t>3  2</a:t>
              </a:r>
              <a:endParaRPr lang="en-US" altLang="zh-CN" sz="2800" b="1" dirty="0">
                <a:latin typeface="Times New Roman" panose="02020603050405020304" pitchFamily="18" charset="0"/>
                <a:ea typeface="宋体" panose="02010600030101010101" pitchFamily="2" charset="-122"/>
              </a:endParaRPr>
            </a:p>
          </p:txBody>
        </p:sp>
        <p:sp>
          <p:nvSpPr>
            <p:cNvPr id="79298" name="Text Box 450"/>
            <p:cNvSpPr txBox="1"/>
            <p:nvPr/>
          </p:nvSpPr>
          <p:spPr>
            <a:xfrm>
              <a:off x="216" y="3672"/>
              <a:ext cx="1128" cy="362"/>
            </a:xfrm>
            <a:prstGeom prst="rect">
              <a:avLst/>
            </a:prstGeom>
            <a:noFill/>
            <a:ln w="9525">
              <a:noFill/>
            </a:ln>
          </p:spPr>
          <p:txBody>
            <a:bodyPr anchor="t" anchorCtr="0">
              <a:spAutoFit/>
            </a:bodyPr>
            <a:p>
              <a:pPr>
                <a:spcBef>
                  <a:spcPct val="50000"/>
                </a:spcBef>
              </a:pPr>
              <a:r>
                <a:rPr lang="en-US" altLang="zh-CN" sz="28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800" b="1" i="1" baseline="-25000" dirty="0">
                  <a:latin typeface="Times New Roman" panose="02020603050405020304" pitchFamily="18" charset="0"/>
                  <a:ea typeface="宋体" panose="02010600030101010101" pitchFamily="2" charset="-122"/>
                  <a:sym typeface="Symbol" panose="05050102010706020507" pitchFamily="18" charset="2"/>
                </a:rPr>
                <a:t>x </a:t>
              </a:r>
              <a:r>
                <a:rPr lang="en-US" altLang="zh-CN" sz="2800" b="1" dirty="0">
                  <a:latin typeface="Times New Roman" panose="02020603050405020304" pitchFamily="18" charset="0"/>
                  <a:ea typeface="宋体" panose="02010600030101010101" pitchFamily="2" charset="-122"/>
                  <a:sym typeface="Symbol" panose="05050102010706020507" pitchFamily="18" charset="2"/>
                </a:rPr>
                <a:t>= 0</a:t>
              </a:r>
              <a:r>
                <a:rPr lang="zh-CN" altLang="en-US" sz="2800" b="1" dirty="0">
                  <a:latin typeface="Times New Roman" panose="02020603050405020304" pitchFamily="18" charset="0"/>
                  <a:ea typeface="宋体" panose="02010600030101010101" pitchFamily="2" charset="-122"/>
                  <a:sym typeface="Symbol" panose="05050102010706020507" pitchFamily="18" charset="2"/>
                </a:rPr>
                <a:t>：</a:t>
              </a:r>
              <a:endParaRPr lang="zh-CN" altLang="en-US" sz="2800" b="1" dirty="0">
                <a:latin typeface="Times New Roman" panose="02020603050405020304" pitchFamily="18" charset="0"/>
                <a:ea typeface="宋体" panose="02010600030101010101" pitchFamily="2" charset="-122"/>
                <a:sym typeface="Symbol" panose="05050102010706020507" pitchFamily="18" charset="2"/>
              </a:endParaRPr>
            </a:p>
          </p:txBody>
        </p:sp>
        <p:sp>
          <p:nvSpPr>
            <p:cNvPr id="79299" name="Rectangle 451"/>
            <p:cNvSpPr/>
            <p:nvPr/>
          </p:nvSpPr>
          <p:spPr>
            <a:xfrm>
              <a:off x="1008" y="3660"/>
              <a:ext cx="722" cy="362"/>
            </a:xfrm>
            <a:prstGeom prst="rect">
              <a:avLst/>
            </a:prstGeom>
            <a:noFill/>
            <a:ln w="9525">
              <a:noFill/>
            </a:ln>
          </p:spPr>
          <p:txBody>
            <a:bodyPr wrap="none" anchor="t" anchorCtr="0">
              <a:spAutoFit/>
            </a:bodyPr>
            <a:p>
              <a:pPr>
                <a:spcBef>
                  <a:spcPct val="50000"/>
                </a:spcBef>
              </a:pPr>
              <a:r>
                <a:rPr lang="en-US" altLang="zh-CN" sz="28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800" b="1" i="1" baseline="-25000" dirty="0">
                  <a:latin typeface="Times New Roman" panose="02020603050405020304" pitchFamily="18" charset="0"/>
                  <a:ea typeface="宋体" panose="02010600030101010101" pitchFamily="2" charset="-122"/>
                  <a:sym typeface="Symbol" panose="05050102010706020507" pitchFamily="18" charset="2"/>
                </a:rPr>
                <a:t>y </a:t>
              </a:r>
              <a:r>
                <a:rPr lang="en-US" altLang="zh-CN" sz="2800" b="1" dirty="0">
                  <a:latin typeface="Times New Roman" panose="02020603050405020304" pitchFamily="18" charset="0"/>
                  <a:ea typeface="宋体" panose="02010600030101010101" pitchFamily="2" charset="-122"/>
                  <a:sym typeface="Symbol" panose="05050102010706020507" pitchFamily="18" charset="2"/>
                </a:rPr>
                <a:t>= 0</a:t>
              </a:r>
              <a:endParaRPr lang="en-US" altLang="zh-CN" sz="2800" b="1" dirty="0">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79300" name="Object 452"/>
            <p:cNvGraphicFramePr>
              <a:graphicFrameLocks noChangeAspect="1"/>
            </p:cNvGraphicFramePr>
            <p:nvPr/>
          </p:nvGraphicFramePr>
          <p:xfrm>
            <a:off x="1884" y="3516"/>
            <a:ext cx="720" cy="606"/>
          </p:xfrm>
          <a:graphic>
            <a:graphicData uri="http://schemas.openxmlformats.org/presentationml/2006/ole">
              <mc:AlternateContent xmlns:mc="http://schemas.openxmlformats.org/markup-compatibility/2006">
                <mc:Choice xmlns:v="urn:schemas-microsoft-com:vml" Requires="v">
                  <p:oleObj spid="_x0000_s3372" name="" r:id="rId1" imgW="481965" imgH="405765" progId="Equation.3">
                    <p:embed/>
                  </p:oleObj>
                </mc:Choice>
                <mc:Fallback>
                  <p:oleObj name="" r:id="rId1" imgW="481965" imgH="405765" progId="Equation.3">
                    <p:embed/>
                    <p:pic>
                      <p:nvPicPr>
                        <p:cNvPr id="0" name="图片 3371"/>
                        <p:cNvPicPr/>
                        <p:nvPr/>
                      </p:nvPicPr>
                      <p:blipFill>
                        <a:blip r:embed="rId2"/>
                        <a:stretch>
                          <a:fillRect/>
                        </a:stretch>
                      </p:blipFill>
                      <p:spPr>
                        <a:xfrm>
                          <a:off x="1884" y="3516"/>
                          <a:ext cx="720" cy="606"/>
                        </a:xfrm>
                        <a:prstGeom prst="rect">
                          <a:avLst/>
                        </a:prstGeom>
                        <a:noFill/>
                        <a:ln w="38100">
                          <a:noFill/>
                          <a:miter/>
                        </a:ln>
                      </p:spPr>
                    </p:pic>
                  </p:oleObj>
                </mc:Fallback>
              </mc:AlternateContent>
            </a:graphicData>
          </a:graphic>
        </p:graphicFrame>
        <p:graphicFrame>
          <p:nvGraphicFramePr>
            <p:cNvPr id="79301" name="Object 453"/>
            <p:cNvGraphicFramePr>
              <a:graphicFrameLocks noChangeAspect="1"/>
            </p:cNvGraphicFramePr>
            <p:nvPr/>
          </p:nvGraphicFramePr>
          <p:xfrm>
            <a:off x="2784" y="3516"/>
            <a:ext cx="720" cy="606"/>
          </p:xfrm>
          <a:graphic>
            <a:graphicData uri="http://schemas.openxmlformats.org/presentationml/2006/ole">
              <mc:AlternateContent xmlns:mc="http://schemas.openxmlformats.org/markup-compatibility/2006">
                <mc:Choice xmlns:v="urn:schemas-microsoft-com:vml" Requires="v">
                  <p:oleObj spid="_x0000_s3373" name="" r:id="rId3" imgW="481965" imgH="405765" progId="Equation.3">
                    <p:embed/>
                  </p:oleObj>
                </mc:Choice>
                <mc:Fallback>
                  <p:oleObj name="" r:id="rId3" imgW="481965" imgH="405765" progId="Equation.3">
                    <p:embed/>
                    <p:pic>
                      <p:nvPicPr>
                        <p:cNvPr id="0" name="图片 3372"/>
                        <p:cNvPicPr/>
                        <p:nvPr/>
                      </p:nvPicPr>
                      <p:blipFill>
                        <a:blip r:embed="rId4"/>
                        <a:stretch>
                          <a:fillRect/>
                        </a:stretch>
                      </p:blipFill>
                      <p:spPr>
                        <a:xfrm>
                          <a:off x="2784" y="3516"/>
                          <a:ext cx="720" cy="606"/>
                        </a:xfrm>
                        <a:prstGeom prst="rect">
                          <a:avLst/>
                        </a:prstGeom>
                        <a:noFill/>
                        <a:ln w="38100">
                          <a:noFill/>
                          <a:miter/>
                        </a:ln>
                      </p:spPr>
                    </p:pic>
                  </p:oleObj>
                </mc:Fallback>
              </mc:AlternateContent>
            </a:graphicData>
          </a:graphic>
        </p:graphicFrame>
        <p:graphicFrame>
          <p:nvGraphicFramePr>
            <p:cNvPr id="79302" name="Object 454"/>
            <p:cNvGraphicFramePr>
              <a:graphicFrameLocks noChangeAspect="1"/>
            </p:cNvGraphicFramePr>
            <p:nvPr/>
          </p:nvGraphicFramePr>
          <p:xfrm>
            <a:off x="3716" y="3540"/>
            <a:ext cx="872" cy="606"/>
          </p:xfrm>
          <a:graphic>
            <a:graphicData uri="http://schemas.openxmlformats.org/presentationml/2006/ole">
              <mc:AlternateContent xmlns:mc="http://schemas.openxmlformats.org/markup-compatibility/2006">
                <mc:Choice xmlns:v="urn:schemas-microsoft-com:vml" Requires="v">
                  <p:oleObj spid="_x0000_s3375" name="" r:id="rId5" imgW="583565" imgH="405765" progId="Equation.3">
                    <p:embed/>
                  </p:oleObj>
                </mc:Choice>
                <mc:Fallback>
                  <p:oleObj name="" r:id="rId5" imgW="583565" imgH="405765" progId="Equation.3">
                    <p:embed/>
                    <p:pic>
                      <p:nvPicPr>
                        <p:cNvPr id="0" name="图片 3374"/>
                        <p:cNvPicPr/>
                        <p:nvPr/>
                      </p:nvPicPr>
                      <p:blipFill>
                        <a:blip r:embed="rId6"/>
                        <a:stretch>
                          <a:fillRect/>
                        </a:stretch>
                      </p:blipFill>
                      <p:spPr>
                        <a:xfrm>
                          <a:off x="3716" y="3540"/>
                          <a:ext cx="872" cy="606"/>
                        </a:xfrm>
                        <a:prstGeom prst="rect">
                          <a:avLst/>
                        </a:prstGeom>
                        <a:noFill/>
                        <a:ln w="38100">
                          <a:noFill/>
                          <a:miter/>
                        </a:ln>
                      </p:spPr>
                    </p:pic>
                  </p:oleObj>
                </mc:Fallback>
              </mc:AlternateContent>
            </a:graphicData>
          </a:graphic>
        </p:graphicFrame>
        <p:graphicFrame>
          <p:nvGraphicFramePr>
            <p:cNvPr id="79303" name="Object 455"/>
            <p:cNvGraphicFramePr>
              <a:graphicFrameLocks noChangeAspect="1"/>
            </p:cNvGraphicFramePr>
            <p:nvPr/>
          </p:nvGraphicFramePr>
          <p:xfrm>
            <a:off x="4684" y="3528"/>
            <a:ext cx="720" cy="606"/>
          </p:xfrm>
          <a:graphic>
            <a:graphicData uri="http://schemas.openxmlformats.org/presentationml/2006/ole">
              <mc:AlternateContent xmlns:mc="http://schemas.openxmlformats.org/markup-compatibility/2006">
                <mc:Choice xmlns:v="urn:schemas-microsoft-com:vml" Requires="v">
                  <p:oleObj spid="_x0000_s3374" name="" r:id="rId7" imgW="481965" imgH="405765" progId="Equation.3">
                    <p:embed/>
                  </p:oleObj>
                </mc:Choice>
                <mc:Fallback>
                  <p:oleObj name="" r:id="rId7" imgW="481965" imgH="405765" progId="Equation.3">
                    <p:embed/>
                    <p:pic>
                      <p:nvPicPr>
                        <p:cNvPr id="0" name="图片 3373"/>
                        <p:cNvPicPr/>
                        <p:nvPr/>
                      </p:nvPicPr>
                      <p:blipFill>
                        <a:blip r:embed="rId8"/>
                        <a:stretch>
                          <a:fillRect/>
                        </a:stretch>
                      </p:blipFill>
                      <p:spPr>
                        <a:xfrm>
                          <a:off x="4684" y="3528"/>
                          <a:ext cx="720" cy="606"/>
                        </a:xfrm>
                        <a:prstGeom prst="rect">
                          <a:avLst/>
                        </a:prstGeom>
                        <a:noFill/>
                        <a:ln w="38100">
                          <a:noFill/>
                          <a:miter/>
                        </a:ln>
                      </p:spPr>
                    </p:pic>
                  </p:oleObj>
                </mc:Fallback>
              </mc:AlternateContent>
            </a:graphicData>
          </a:graphic>
        </p:graphicFrame>
        <p:sp>
          <p:nvSpPr>
            <p:cNvPr id="79304" name="Line 456"/>
            <p:cNvSpPr/>
            <p:nvPr/>
          </p:nvSpPr>
          <p:spPr>
            <a:xfrm>
              <a:off x="816" y="912"/>
              <a:ext cx="1008" cy="0"/>
            </a:xfrm>
            <a:prstGeom prst="line">
              <a:avLst/>
            </a:prstGeom>
            <a:ln w="19050" cap="flat" cmpd="sng">
              <a:solidFill>
                <a:schemeClr val="tx1"/>
              </a:solidFill>
              <a:prstDash val="solid"/>
              <a:round/>
              <a:headEnd type="none" w="med" len="med"/>
              <a:tailEnd type="triangle" w="sm" len="lg"/>
            </a:ln>
          </p:spPr>
        </p:sp>
        <p:sp>
          <p:nvSpPr>
            <p:cNvPr id="79305" name="Line 457"/>
            <p:cNvSpPr/>
            <p:nvPr/>
          </p:nvSpPr>
          <p:spPr>
            <a:xfrm flipV="1">
              <a:off x="1332" y="144"/>
              <a:ext cx="0" cy="1296"/>
            </a:xfrm>
            <a:prstGeom prst="line">
              <a:avLst/>
            </a:prstGeom>
            <a:ln w="19050" cap="flat" cmpd="sng">
              <a:solidFill>
                <a:schemeClr val="tx1"/>
              </a:solidFill>
              <a:prstDash val="solid"/>
              <a:round/>
              <a:headEnd type="none" w="med" len="med"/>
              <a:tailEnd type="triangle" w="sm" len="lg"/>
            </a:ln>
          </p:spPr>
        </p:sp>
        <p:sp>
          <p:nvSpPr>
            <p:cNvPr id="79306" name="Text Box 458"/>
            <p:cNvSpPr txBox="1"/>
            <p:nvPr/>
          </p:nvSpPr>
          <p:spPr>
            <a:xfrm>
              <a:off x="1092" y="72"/>
              <a:ext cx="336" cy="319"/>
            </a:xfrm>
            <a:prstGeom prst="rect">
              <a:avLst/>
            </a:prstGeom>
            <a:noFill/>
            <a:ln w="9525">
              <a:noFill/>
            </a:ln>
          </p:spPr>
          <p:txBody>
            <a:bodyPr anchor="t" anchorCtr="0">
              <a:spAutoFit/>
            </a:bodyPr>
            <a:p>
              <a:pPr>
                <a:spcBef>
                  <a:spcPct val="50000"/>
                </a:spcBef>
              </a:pPr>
              <a:r>
                <a:rPr lang="en-US" altLang="en-US" sz="2400" b="1" i="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y</a:t>
              </a:r>
              <a:endParaRPr lang="en-US" altLang="zh-CN" sz="2400" b="1" i="1" dirty="0">
                <a:latin typeface="Times New Roman" panose="02020603050405020304" pitchFamily="18" charset="0"/>
                <a:ea typeface="宋体" panose="02010600030101010101" pitchFamily="2" charset="-122"/>
              </a:endParaRPr>
            </a:p>
          </p:txBody>
        </p:sp>
        <p:sp>
          <p:nvSpPr>
            <p:cNvPr id="79307" name="Text Box 459"/>
            <p:cNvSpPr txBox="1"/>
            <p:nvPr/>
          </p:nvSpPr>
          <p:spPr>
            <a:xfrm>
              <a:off x="1620" y="852"/>
              <a:ext cx="335" cy="319"/>
            </a:xfrm>
            <a:prstGeom prst="rect">
              <a:avLst/>
            </a:prstGeom>
            <a:noFill/>
            <a:ln w="9525">
              <a:noFill/>
            </a:ln>
          </p:spPr>
          <p:txBody>
            <a:bodyPr anchor="t" anchorCtr="0">
              <a:spAutoFit/>
            </a:bodyPr>
            <a:p>
              <a:pPr>
                <a:spcBef>
                  <a:spcPct val="50000"/>
                </a:spcBef>
              </a:pPr>
              <a:r>
                <a:rPr lang="en-US" altLang="en-US" sz="2400" b="1" i="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x</a:t>
              </a:r>
              <a:endParaRPr lang="en-US" altLang="zh-CN" sz="2400" b="1" i="1" dirty="0">
                <a:latin typeface="Times New Roman" panose="02020603050405020304" pitchFamily="18" charset="0"/>
                <a:ea typeface="宋体" panose="02010600030101010101" pitchFamily="2" charset="-122"/>
              </a:endParaRPr>
            </a:p>
          </p:txBody>
        </p:sp>
        <p:sp>
          <p:nvSpPr>
            <p:cNvPr id="79308" name="Text Box 460"/>
            <p:cNvSpPr txBox="1"/>
            <p:nvPr/>
          </p:nvSpPr>
          <p:spPr>
            <a:xfrm>
              <a:off x="1164" y="864"/>
              <a:ext cx="288" cy="319"/>
            </a:xfrm>
            <a:prstGeom prst="rect">
              <a:avLst/>
            </a:prstGeom>
            <a:noFill/>
            <a:ln w="9525">
              <a:noFill/>
            </a:ln>
          </p:spPr>
          <p:txBody>
            <a:bodyPr anchor="t" anchorCtr="0">
              <a:spAutoFit/>
            </a:bodyPr>
            <a:p>
              <a:pPr>
                <a:spcBef>
                  <a:spcPct val="50000"/>
                </a:spcBef>
              </a:pPr>
              <a:r>
                <a:rPr lang="en-US" altLang="zh-CN" sz="2400" b="1" dirty="0">
                  <a:latin typeface="Times New Roman" panose="02020603050405020304" pitchFamily="18" charset="0"/>
                  <a:ea typeface="宋体" panose="02010600030101010101" pitchFamily="2" charset="-122"/>
                </a:rPr>
                <a:t>0</a:t>
              </a:r>
              <a:endParaRPr lang="en-US" altLang="zh-CN" sz="2400" b="1" dirty="0">
                <a:latin typeface="Times New Roman" panose="02020603050405020304" pitchFamily="18" charset="0"/>
                <a:ea typeface="宋体" panose="02010600030101010101" pitchFamily="2" charset="-122"/>
              </a:endParaRPr>
            </a:p>
          </p:txBody>
        </p:sp>
        <p:sp>
          <p:nvSpPr>
            <p:cNvPr id="79309" name="Line 461"/>
            <p:cNvSpPr/>
            <p:nvPr/>
          </p:nvSpPr>
          <p:spPr>
            <a:xfrm flipH="1">
              <a:off x="1392" y="480"/>
              <a:ext cx="144" cy="96"/>
            </a:xfrm>
            <a:prstGeom prst="line">
              <a:avLst/>
            </a:prstGeom>
            <a:ln w="19050" cap="flat" cmpd="sng">
              <a:solidFill>
                <a:srgbClr val="FF3300"/>
              </a:solidFill>
              <a:prstDash val="solid"/>
              <a:round/>
              <a:headEnd type="none" w="med" len="med"/>
              <a:tailEnd type="stealth" w="med" len="lg"/>
            </a:ln>
          </p:spPr>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矩形 2"/>
          <p:cNvSpPr/>
          <p:nvPr/>
        </p:nvSpPr>
        <p:spPr>
          <a:xfrm>
            <a:off x="1042988" y="1844675"/>
            <a:ext cx="6804025" cy="2797175"/>
          </a:xfrm>
          <a:prstGeom prst="rect">
            <a:avLst/>
          </a:prstGeom>
          <a:noFill/>
          <a:ln w="9525">
            <a:noFill/>
          </a:ln>
        </p:spPr>
        <p:txBody>
          <a:bodyPr wrap="square" anchor="t" anchorCtr="0">
            <a:spAutoFit/>
          </a:bodyPr>
          <a:p>
            <a:pPr>
              <a:lnSpc>
                <a:spcPct val="150000"/>
              </a:lnSpc>
            </a:pPr>
            <a:r>
              <a:rPr lang="zh-CN" altLang="en-US" sz="2400" dirty="0">
                <a:solidFill>
                  <a:srgbClr val="254265"/>
                </a:solidFill>
                <a:latin typeface="微软雅黑" panose="020B0503020204020204" charset="-122"/>
                <a:ea typeface="微软雅黑" panose="020B0503020204020204" charset="-122"/>
              </a:rPr>
              <a:t>在</a:t>
            </a:r>
            <a:r>
              <a:rPr lang="zh-CN" altLang="en-US" sz="2400" dirty="0">
                <a:solidFill>
                  <a:srgbClr val="FF0000"/>
                </a:solidFill>
                <a:latin typeface="微软雅黑" panose="020B0503020204020204" charset="-122"/>
                <a:ea typeface="微软雅黑" panose="020B0503020204020204" charset="-122"/>
              </a:rPr>
              <a:t>凹凸不平</a:t>
            </a:r>
            <a:r>
              <a:rPr lang="zh-CN" altLang="en-US" sz="2400" dirty="0">
                <a:solidFill>
                  <a:srgbClr val="254265"/>
                </a:solidFill>
                <a:latin typeface="微软雅黑" panose="020B0503020204020204" charset="-122"/>
                <a:ea typeface="微软雅黑" panose="020B0503020204020204" charset="-122"/>
              </a:rPr>
              <a:t>路面上行使的</a:t>
            </a:r>
            <a:r>
              <a:rPr lang="zh-CN" altLang="en-US" sz="2400" dirty="0">
                <a:latin typeface="微软雅黑" panose="020B0503020204020204" charset="-122"/>
                <a:ea typeface="微软雅黑" panose="020B0503020204020204" charset="-122"/>
              </a:rPr>
              <a:t>汽车</a:t>
            </a:r>
            <a:r>
              <a:rPr lang="zh-CN" altLang="en-US" sz="2400" dirty="0">
                <a:solidFill>
                  <a:srgbClr val="254265"/>
                </a:solidFill>
                <a:latin typeface="微软雅黑" panose="020B0503020204020204" charset="-122"/>
                <a:ea typeface="微软雅黑" panose="020B0503020204020204" charset="-122"/>
              </a:rPr>
              <a:t>中，乘客在连有弹簧的座椅上相对车厢上下振动，车厢下也有弹簧，车厢相对地面也在上下振动，</a:t>
            </a:r>
            <a:r>
              <a:rPr lang="zh-CN" altLang="en-US" sz="2400" dirty="0">
                <a:solidFill>
                  <a:srgbClr val="0070C0"/>
                </a:solidFill>
                <a:latin typeface="微软雅黑" panose="020B0503020204020204" charset="-122"/>
                <a:ea typeface="微软雅黑" panose="020B0503020204020204" charset="-122"/>
              </a:rPr>
              <a:t>乘客</a:t>
            </a:r>
            <a:r>
              <a:rPr lang="zh-CN" altLang="en-US" sz="2400" dirty="0">
                <a:solidFill>
                  <a:srgbClr val="595959"/>
                </a:solidFill>
                <a:latin typeface="微软雅黑" panose="020B0503020204020204" charset="-122"/>
                <a:ea typeface="微软雅黑" panose="020B0503020204020204" charset="-122"/>
              </a:rPr>
              <a:t>实际</a:t>
            </a:r>
            <a:r>
              <a:rPr lang="zh-CN" altLang="en-US" sz="2400" dirty="0">
                <a:solidFill>
                  <a:srgbClr val="0070C0"/>
                </a:solidFill>
                <a:latin typeface="微软雅黑" panose="020B0503020204020204" charset="-122"/>
                <a:ea typeface="微软雅黑" panose="020B0503020204020204" charset="-122"/>
              </a:rPr>
              <a:t>参与</a:t>
            </a:r>
            <a:r>
              <a:rPr lang="zh-CN" altLang="en-US" sz="2400" dirty="0">
                <a:solidFill>
                  <a:srgbClr val="595959"/>
                </a:solidFill>
                <a:latin typeface="微软雅黑" panose="020B0503020204020204" charset="-122"/>
                <a:ea typeface="微软雅黑" panose="020B0503020204020204" charset="-122"/>
              </a:rPr>
              <a:t>了这</a:t>
            </a:r>
            <a:r>
              <a:rPr lang="zh-CN" altLang="en-US" sz="2400" dirty="0">
                <a:solidFill>
                  <a:srgbClr val="0070C0"/>
                </a:solidFill>
                <a:latin typeface="微软雅黑" panose="020B0503020204020204" charset="-122"/>
                <a:ea typeface="微软雅黑" panose="020B0503020204020204" charset="-122"/>
              </a:rPr>
              <a:t>两个分振动</a:t>
            </a:r>
            <a:r>
              <a:rPr lang="zh-CN" altLang="en-US" sz="2400" dirty="0">
                <a:solidFill>
                  <a:srgbClr val="254265"/>
                </a:solidFill>
                <a:latin typeface="微软雅黑" panose="020B0503020204020204" charset="-122"/>
                <a:ea typeface="微软雅黑" panose="020B0503020204020204" charset="-122"/>
              </a:rPr>
              <a:t>。请根据所学知识，</a:t>
            </a:r>
            <a:r>
              <a:rPr lang="zh-CN" altLang="en-US" sz="2400" dirty="0">
                <a:latin typeface="微软雅黑" panose="020B0503020204020204" charset="-122"/>
                <a:ea typeface="微软雅黑" panose="020B0503020204020204" charset="-122"/>
              </a:rPr>
              <a:t>分小组</a:t>
            </a:r>
            <a:r>
              <a:rPr lang="zh-CN" altLang="en-US" sz="2400" dirty="0">
                <a:solidFill>
                  <a:srgbClr val="FF0000"/>
                </a:solidFill>
                <a:latin typeface="微软雅黑" panose="020B0503020204020204" charset="-122"/>
                <a:ea typeface="微软雅黑" panose="020B0503020204020204" charset="-122"/>
              </a:rPr>
              <a:t>探究现代汽车的减震</a:t>
            </a:r>
            <a:r>
              <a:rPr lang="zh-CN" altLang="en-US" sz="2400" dirty="0">
                <a:solidFill>
                  <a:srgbClr val="254265"/>
                </a:solidFill>
                <a:latin typeface="微软雅黑" panose="020B0503020204020204" charset="-122"/>
                <a:ea typeface="微软雅黑" panose="020B0503020204020204" charset="-122"/>
              </a:rPr>
              <a:t>系统。</a:t>
            </a:r>
            <a:endParaRPr lang="zh-CN" altLang="en-US" sz="2400" dirty="0">
              <a:solidFill>
                <a:srgbClr val="254265"/>
              </a:solidFill>
              <a:latin typeface="微软雅黑" panose="020B0503020204020204" charset="-122"/>
              <a:ea typeface="微软雅黑" panose="020B0503020204020204" charset="-122"/>
            </a:endParaRPr>
          </a:p>
        </p:txBody>
      </p:sp>
      <p:sp>
        <p:nvSpPr>
          <p:cNvPr id="79874" name="Text Box 21"/>
          <p:cNvSpPr txBox="1"/>
          <p:nvPr/>
        </p:nvSpPr>
        <p:spPr>
          <a:xfrm>
            <a:off x="2843213" y="1052513"/>
            <a:ext cx="3557587" cy="522287"/>
          </a:xfrm>
          <a:prstGeom prst="rect">
            <a:avLst/>
          </a:prstGeom>
          <a:noFill/>
          <a:ln w="9525">
            <a:noFill/>
          </a:ln>
        </p:spPr>
        <p:txBody>
          <a:bodyPr wrap="square" anchor="t" anchorCtr="0">
            <a:spAutoFit/>
          </a:bodyPr>
          <a:p>
            <a:r>
              <a:rPr lang="zh-CN" altLang="en-US" sz="2800" b="1" dirty="0">
                <a:solidFill>
                  <a:srgbClr val="0070C0"/>
                </a:solidFill>
                <a:latin typeface="微软雅黑" panose="020B0503020204020204" charset="-122"/>
                <a:ea typeface="微软雅黑" panose="020B0503020204020204" charset="-122"/>
              </a:rPr>
              <a:t>课后讨论题</a:t>
            </a:r>
            <a:endParaRPr lang="zh-CN" altLang="en-US" sz="2800" b="1" dirty="0">
              <a:solidFill>
                <a:srgbClr val="0070C0"/>
              </a:solidFill>
              <a:latin typeface="微软雅黑" panose="020B0503020204020204" charset="-122"/>
              <a:ea typeface="微软雅黑" panose="020B050302020402020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txBox="1">
            <a:spLocks noGrp="1"/>
          </p:cNvSpPr>
          <p:nvPr>
            <p:ph type="sldNum" sz="quarter" idx="12"/>
          </p:nvPr>
        </p:nvSpPr>
        <p:spPr>
          <a:ln/>
        </p:spPr>
        <p:txBody>
          <a:bodyPr vert="horz" wrap="square" lIns="91440" tIns="45720" rIns="91440" bIns="45720" numCol="1" rtlCol="0" anchor="ctr" anchorCtr="0" compatLnSpc="1"/>
          <a:lstStyle/>
          <a:p>
            <a:pPr marL="0" marR="0" lvl="0" indent="0" algn="r" defTabSz="914400" rtl="0" eaLnBrk="1" fontAlgn="base" latinLnBrk="0" hangingPunct="1">
              <a:lnSpc>
                <a:spcPct val="100000"/>
              </a:lnSpc>
              <a:spcBef>
                <a:spcPct val="50000"/>
              </a:spcBef>
              <a:spcAft>
                <a:spcPct val="0"/>
              </a:spcAft>
              <a:buClrTx/>
              <a:buSzTx/>
              <a:buFontTx/>
              <a:buNone/>
              <a:defRPr/>
            </a:pPr>
            <a:fld id="{498A36F0-2E76-4B6C-99D4-894F73AA54D8}" type="slidenum">
              <a:rPr kumimoji="0" lang="zh-CN" altLang="en-US" sz="1200" b="0" i="0" u="none" strike="noStrike" kern="1200" cap="none" spc="0" normalizeH="0" baseline="0" noProof="1" dirty="0" smtClean="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1" smtClean="0">
              <a:ln>
                <a:noFill/>
              </a:ln>
              <a:solidFill>
                <a:schemeClr val="tx1">
                  <a:tint val="75000"/>
                </a:schemeClr>
              </a:solidFill>
              <a:effectLst/>
              <a:uLnTx/>
              <a:uFillTx/>
              <a:latin typeface="Times New Roman" panose="02020603050405020304" pitchFamily="18" charset="0"/>
              <a:ea typeface="+mn-ea"/>
              <a:cs typeface="+mn-cs"/>
            </a:endParaRPr>
          </a:p>
        </p:txBody>
      </p:sp>
      <p:sp>
        <p:nvSpPr>
          <p:cNvPr id="237570" name="文本框 237569"/>
          <p:cNvSpPr txBox="1"/>
          <p:nvPr/>
        </p:nvSpPr>
        <p:spPr>
          <a:xfrm>
            <a:off x="898525" y="971550"/>
            <a:ext cx="3960813" cy="452438"/>
          </a:xfrm>
          <a:prstGeom prst="rect">
            <a:avLst/>
          </a:prstGeom>
          <a:noFill/>
          <a:ln w="38100">
            <a:noFill/>
          </a:ln>
        </p:spPr>
        <p:txBody>
          <a:bodyPr lIns="83485" tIns="41742" rIns="83485" bIns="41742" anchor="ctr" anchorCtr="0">
            <a:spAutoFit/>
          </a:bodyPr>
          <a:p>
            <a:pPr defTabSz="835025"/>
            <a:r>
              <a:rPr lang="zh-CN" altLang="en-US" sz="2400" dirty="0">
                <a:solidFill>
                  <a:srgbClr val="FF0000"/>
                </a:solidFill>
                <a:latin typeface="微软雅黑" panose="020B0503020204020204" charset="-122"/>
                <a:ea typeface="微软雅黑" panose="020B0503020204020204" charset="-122"/>
              </a:rPr>
              <a:t>无阻尼自由振动</a:t>
            </a:r>
            <a:endParaRPr lang="zh-CN" altLang="en-US" sz="2400" dirty="0">
              <a:solidFill>
                <a:srgbClr val="FF0000"/>
              </a:solidFill>
              <a:latin typeface="微软雅黑" panose="020B0503020204020204" charset="-122"/>
              <a:ea typeface="微软雅黑" panose="020B0503020204020204" charset="-122"/>
            </a:endParaRPr>
          </a:p>
        </p:txBody>
      </p:sp>
      <p:sp>
        <p:nvSpPr>
          <p:cNvPr id="237571" name="文本框 237570"/>
          <p:cNvSpPr txBox="1"/>
          <p:nvPr/>
        </p:nvSpPr>
        <p:spPr>
          <a:xfrm>
            <a:off x="900113" y="1428750"/>
            <a:ext cx="7416800" cy="758825"/>
          </a:xfrm>
          <a:prstGeom prst="rect">
            <a:avLst/>
          </a:prstGeom>
          <a:noFill/>
          <a:ln w="38100">
            <a:noFill/>
          </a:ln>
        </p:spPr>
        <p:txBody>
          <a:bodyPr lIns="83485" tIns="41742" rIns="83485" bIns="41742" anchor="ctr" anchorCtr="0">
            <a:spAutoFit/>
          </a:bodyPr>
          <a:p>
            <a:pPr defTabSz="835025"/>
            <a:r>
              <a:rPr lang="en-US" altLang="zh-CN" sz="2200" b="1" dirty="0">
                <a:solidFill>
                  <a:srgbClr val="000000"/>
                </a:solidFill>
                <a:latin typeface="楷体_GB2312" pitchFamily="49" charset="-122"/>
                <a:ea typeface="楷体_GB2312" pitchFamily="49" charset="-122"/>
              </a:rPr>
              <a:t>    </a:t>
            </a:r>
            <a:r>
              <a:rPr lang="zh-CN" altLang="en-US" sz="2400" dirty="0">
                <a:solidFill>
                  <a:srgbClr val="000000"/>
                </a:solidFill>
                <a:latin typeface="微软雅黑" panose="020B0503020204020204" charset="-122"/>
                <a:ea typeface="微软雅黑" panose="020B0503020204020204" charset="-122"/>
              </a:rPr>
              <a:t>物体在弹性力或准弹性力作用下产生的简谐运动称无阻尼自由振动。</a:t>
            </a:r>
            <a:endParaRPr lang="zh-CN" altLang="en-US" sz="2200" b="1" dirty="0">
              <a:solidFill>
                <a:srgbClr val="000000"/>
              </a:solidFill>
              <a:latin typeface="楷体_GB2312" pitchFamily="49" charset="-122"/>
              <a:ea typeface="楷体_GB2312" pitchFamily="49" charset="-122"/>
            </a:endParaRPr>
          </a:p>
        </p:txBody>
      </p:sp>
      <p:sp>
        <p:nvSpPr>
          <p:cNvPr id="237572" name="文本框 237571"/>
          <p:cNvSpPr txBox="1"/>
          <p:nvPr/>
        </p:nvSpPr>
        <p:spPr>
          <a:xfrm>
            <a:off x="885825" y="2203450"/>
            <a:ext cx="3095625" cy="420688"/>
          </a:xfrm>
          <a:prstGeom prst="rect">
            <a:avLst/>
          </a:prstGeom>
          <a:noFill/>
          <a:ln w="38100">
            <a:noFill/>
          </a:ln>
        </p:spPr>
        <p:txBody>
          <a:bodyPr lIns="83485" tIns="41742" rIns="83485" bIns="41742" anchor="ctr" anchorCtr="0">
            <a:spAutoFit/>
          </a:bodyPr>
          <a:p>
            <a:pPr defTabSz="835025"/>
            <a:r>
              <a:rPr lang="zh-CN" altLang="en-US" sz="2400" dirty="0">
                <a:solidFill>
                  <a:srgbClr val="FF0000"/>
                </a:solidFill>
                <a:latin typeface="微软雅黑" panose="020B0503020204020204" charset="-122"/>
                <a:ea typeface="微软雅黑" panose="020B0503020204020204" charset="-122"/>
              </a:rPr>
              <a:t>阻尼振动</a:t>
            </a:r>
            <a:endParaRPr lang="zh-CN" altLang="en-US" sz="2400" dirty="0">
              <a:solidFill>
                <a:srgbClr val="FF0000"/>
              </a:solidFill>
              <a:latin typeface="微软雅黑" panose="020B0503020204020204" charset="-122"/>
              <a:ea typeface="微软雅黑" panose="020B0503020204020204" charset="-122"/>
            </a:endParaRPr>
          </a:p>
        </p:txBody>
      </p:sp>
      <p:sp>
        <p:nvSpPr>
          <p:cNvPr id="237573" name="文本框 237572"/>
          <p:cNvSpPr txBox="1"/>
          <p:nvPr/>
        </p:nvSpPr>
        <p:spPr>
          <a:xfrm>
            <a:off x="900113" y="2600325"/>
            <a:ext cx="7200900" cy="758825"/>
          </a:xfrm>
          <a:prstGeom prst="rect">
            <a:avLst/>
          </a:prstGeom>
          <a:noFill/>
          <a:ln w="38100">
            <a:noFill/>
          </a:ln>
        </p:spPr>
        <p:txBody>
          <a:bodyPr lIns="83485" tIns="41742" rIns="83485" bIns="41742" anchor="ctr" anchorCtr="0">
            <a:spAutoFit/>
          </a:bodyPr>
          <a:p>
            <a:pPr defTabSz="835025"/>
            <a:r>
              <a:rPr lang="en-US" altLang="zh-CN" sz="2200" b="1" dirty="0">
                <a:solidFill>
                  <a:srgbClr val="000000"/>
                </a:solidFill>
                <a:latin typeface="楷体_GB2312" pitchFamily="49" charset="-122"/>
                <a:ea typeface="楷体_GB2312" pitchFamily="49" charset="-122"/>
              </a:rPr>
              <a:t>    </a:t>
            </a:r>
            <a:r>
              <a:rPr lang="zh-CN" altLang="en-US" sz="2400" dirty="0">
                <a:solidFill>
                  <a:srgbClr val="000000"/>
                </a:solidFill>
                <a:latin typeface="微软雅黑" panose="020B0503020204020204" charset="-122"/>
                <a:ea typeface="微软雅黑" panose="020B0503020204020204" charset="-122"/>
              </a:rPr>
              <a:t>物体在弹性力（或准弹性力）和阻力作用下产生的运动称阻尼振动。</a:t>
            </a:r>
            <a:endParaRPr lang="zh-CN" altLang="en-US" sz="2400" dirty="0">
              <a:solidFill>
                <a:srgbClr val="000000"/>
              </a:solidFill>
              <a:latin typeface="微软雅黑" panose="020B0503020204020204" charset="-122"/>
              <a:ea typeface="微软雅黑" panose="020B0503020204020204" charset="-122"/>
            </a:endParaRPr>
          </a:p>
        </p:txBody>
      </p:sp>
      <p:sp>
        <p:nvSpPr>
          <p:cNvPr id="237576" name="文本框 237575"/>
          <p:cNvSpPr txBox="1"/>
          <p:nvPr/>
        </p:nvSpPr>
        <p:spPr>
          <a:xfrm>
            <a:off x="900113" y="3365500"/>
            <a:ext cx="3987800" cy="420688"/>
          </a:xfrm>
          <a:prstGeom prst="rect">
            <a:avLst/>
          </a:prstGeom>
          <a:noFill/>
          <a:ln w="38100">
            <a:noFill/>
          </a:ln>
        </p:spPr>
        <p:txBody>
          <a:bodyPr lIns="83485" tIns="41742" rIns="83485" bIns="41742" anchor="ctr" anchorCtr="0">
            <a:spAutoFit/>
          </a:bodyPr>
          <a:p>
            <a:pPr defTabSz="835025"/>
            <a:r>
              <a:rPr lang="zh-CN" altLang="en-US" sz="2400" dirty="0">
                <a:solidFill>
                  <a:srgbClr val="FF0000"/>
                </a:solidFill>
                <a:latin typeface="微软雅黑" panose="020B0503020204020204" charset="-122"/>
                <a:ea typeface="微软雅黑" panose="020B0503020204020204" charset="-122"/>
              </a:rPr>
              <a:t>阻尼振动的种类：</a:t>
            </a:r>
            <a:endParaRPr lang="zh-CN" altLang="en-US" sz="2200" b="1" dirty="0">
              <a:solidFill>
                <a:srgbClr val="FF0000"/>
              </a:solidFill>
              <a:latin typeface="Times New Roman" panose="02020603050405020304" pitchFamily="18" charset="0"/>
              <a:ea typeface="楷体_GB2312" pitchFamily="49" charset="-122"/>
            </a:endParaRPr>
          </a:p>
        </p:txBody>
      </p:sp>
      <p:sp>
        <p:nvSpPr>
          <p:cNvPr id="237577" name="文本框 237576"/>
          <p:cNvSpPr txBox="1"/>
          <p:nvPr/>
        </p:nvSpPr>
        <p:spPr>
          <a:xfrm>
            <a:off x="900113" y="3829050"/>
            <a:ext cx="7370762" cy="758825"/>
          </a:xfrm>
          <a:prstGeom prst="rect">
            <a:avLst/>
          </a:prstGeom>
          <a:noFill/>
          <a:ln w="38100">
            <a:noFill/>
          </a:ln>
        </p:spPr>
        <p:txBody>
          <a:bodyPr lIns="83485" tIns="41742" rIns="83485" bIns="41742" anchor="ctr" anchorCtr="0">
            <a:spAutoFit/>
          </a:bodyPr>
          <a:p>
            <a:pPr defTabSz="835025"/>
            <a:r>
              <a:rPr lang="en-US" altLang="zh-CN" sz="2200" b="1" dirty="0">
                <a:solidFill>
                  <a:srgbClr val="000000"/>
                </a:solidFill>
                <a:latin typeface="楷体_GB2312" pitchFamily="49" charset="-122"/>
                <a:ea typeface="楷体_GB2312" pitchFamily="49" charset="-122"/>
              </a:rPr>
              <a:t>    </a:t>
            </a:r>
            <a:r>
              <a:rPr lang="zh-CN" altLang="en-US" sz="2400" dirty="0">
                <a:solidFill>
                  <a:srgbClr val="000000"/>
                </a:solidFill>
                <a:latin typeface="微软雅黑" panose="020B0503020204020204" charset="-122"/>
                <a:ea typeface="微软雅黑" panose="020B0503020204020204" charset="-122"/>
              </a:rPr>
              <a:t>在阻尼振动中，振动系统所具有的能量将在振动过程中逐渐减少。能量损失的原因通常有两种：</a:t>
            </a:r>
            <a:endParaRPr lang="zh-CN" altLang="en-US" sz="2200" b="1" dirty="0">
              <a:solidFill>
                <a:srgbClr val="000000"/>
              </a:solidFill>
              <a:latin typeface="楷体_GB2312" pitchFamily="49" charset="-122"/>
              <a:ea typeface="楷体_GB2312" pitchFamily="49" charset="-122"/>
            </a:endParaRPr>
          </a:p>
        </p:txBody>
      </p:sp>
      <p:sp>
        <p:nvSpPr>
          <p:cNvPr id="237578" name="文本框 237577"/>
          <p:cNvSpPr txBox="1"/>
          <p:nvPr/>
        </p:nvSpPr>
        <p:spPr>
          <a:xfrm>
            <a:off x="1042988" y="4672013"/>
            <a:ext cx="3097212" cy="1609725"/>
          </a:xfrm>
          <a:prstGeom prst="rect">
            <a:avLst/>
          </a:prstGeom>
          <a:noFill/>
          <a:ln w="3175" cap="flat" cmpd="sng">
            <a:solidFill>
              <a:srgbClr val="0000FF"/>
            </a:solidFill>
            <a:prstDash val="solid"/>
            <a:miter/>
            <a:headEnd type="none" w="med" len="med"/>
            <a:tailEnd type="none" w="med" len="med"/>
          </a:ln>
        </p:spPr>
        <p:txBody>
          <a:bodyPr lIns="83485" tIns="41742" rIns="83485" bIns="41742" anchor="ctr" anchorCtr="0">
            <a:spAutoFit/>
          </a:bodyPr>
          <a:p>
            <a:pPr defTabSz="835025"/>
            <a:r>
              <a:rPr lang="en-US" altLang="zh-CN" sz="2000"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一种是由于介质对振</a:t>
            </a:r>
            <a:endParaRPr lang="zh-CN" altLang="en-US" sz="2000" b="1" dirty="0">
              <a:solidFill>
                <a:srgbClr val="000000"/>
              </a:solidFill>
              <a:latin typeface="楷体_GB2312" pitchFamily="49" charset="-122"/>
              <a:ea typeface="楷体_GB2312" pitchFamily="49" charset="-122"/>
            </a:endParaRPr>
          </a:p>
          <a:p>
            <a:pPr defTabSz="835025"/>
            <a:r>
              <a:rPr lang="zh-CN" altLang="en-US" sz="2000" b="1" dirty="0">
                <a:solidFill>
                  <a:srgbClr val="000000"/>
                </a:solidFill>
                <a:latin typeface="楷体_GB2312" pitchFamily="49" charset="-122"/>
                <a:ea typeface="楷体_GB2312" pitchFamily="49" charset="-122"/>
              </a:rPr>
              <a:t>动物体的摩擦阻力，使振</a:t>
            </a:r>
            <a:endParaRPr lang="zh-CN" altLang="en-US" sz="2000" b="1" dirty="0">
              <a:solidFill>
                <a:srgbClr val="000000"/>
              </a:solidFill>
              <a:latin typeface="楷体_GB2312" pitchFamily="49" charset="-122"/>
              <a:ea typeface="楷体_GB2312" pitchFamily="49" charset="-122"/>
            </a:endParaRPr>
          </a:p>
          <a:p>
            <a:pPr defTabSz="835025"/>
            <a:r>
              <a:rPr lang="zh-CN" altLang="en-US" sz="2000" b="1" dirty="0">
                <a:solidFill>
                  <a:srgbClr val="000000"/>
                </a:solidFill>
                <a:latin typeface="楷体_GB2312" pitchFamily="49" charset="-122"/>
                <a:ea typeface="楷体_GB2312" pitchFamily="49" charset="-122"/>
              </a:rPr>
              <a:t>动系统的能量</a:t>
            </a:r>
            <a:r>
              <a:rPr lang="zh-CN" altLang="en-US" sz="2000" b="1" dirty="0">
                <a:solidFill>
                  <a:srgbClr val="3333FF"/>
                </a:solidFill>
                <a:latin typeface="楷体_GB2312" pitchFamily="49" charset="-122"/>
                <a:ea typeface="楷体_GB2312" pitchFamily="49" charset="-122"/>
              </a:rPr>
              <a:t>逐渐变为热</a:t>
            </a:r>
            <a:endParaRPr lang="zh-CN" altLang="en-US" sz="2000" b="1" dirty="0">
              <a:solidFill>
                <a:srgbClr val="3333FF"/>
              </a:solidFill>
              <a:latin typeface="楷体_GB2312" pitchFamily="49" charset="-122"/>
              <a:ea typeface="楷体_GB2312" pitchFamily="49" charset="-122"/>
            </a:endParaRPr>
          </a:p>
          <a:p>
            <a:pPr defTabSz="835025"/>
            <a:r>
              <a:rPr lang="zh-CN" altLang="en-US" sz="2000" b="1" dirty="0">
                <a:solidFill>
                  <a:srgbClr val="3333FF"/>
                </a:solidFill>
                <a:latin typeface="楷体_GB2312" pitchFamily="49" charset="-122"/>
                <a:ea typeface="楷体_GB2312" pitchFamily="49" charset="-122"/>
              </a:rPr>
              <a:t>运动的能量</a:t>
            </a:r>
            <a:r>
              <a:rPr lang="zh-CN" altLang="en-US" sz="2000" b="1" dirty="0">
                <a:solidFill>
                  <a:srgbClr val="000000"/>
                </a:solidFill>
                <a:latin typeface="楷体_GB2312" pitchFamily="49" charset="-122"/>
                <a:ea typeface="楷体_GB2312" pitchFamily="49" charset="-122"/>
              </a:rPr>
              <a:t>而造成能量损</a:t>
            </a:r>
            <a:endParaRPr lang="zh-CN" altLang="en-US" sz="2000" b="1" dirty="0">
              <a:solidFill>
                <a:srgbClr val="000000"/>
              </a:solidFill>
              <a:latin typeface="楷体_GB2312" pitchFamily="49" charset="-122"/>
              <a:ea typeface="楷体_GB2312" pitchFamily="49" charset="-122"/>
            </a:endParaRPr>
          </a:p>
          <a:p>
            <a:pPr defTabSz="835025"/>
            <a:r>
              <a:rPr lang="zh-CN" altLang="en-US" sz="2000" b="1" dirty="0">
                <a:solidFill>
                  <a:srgbClr val="000000"/>
                </a:solidFill>
                <a:latin typeface="楷体_GB2312" pitchFamily="49" charset="-122"/>
                <a:ea typeface="楷体_GB2312" pitchFamily="49" charset="-122"/>
              </a:rPr>
              <a:t>失。这称</a:t>
            </a:r>
            <a:r>
              <a:rPr lang="zh-CN" altLang="en-US" sz="2000" b="1" dirty="0">
                <a:solidFill>
                  <a:srgbClr val="FF0000"/>
                </a:solidFill>
                <a:latin typeface="楷体_GB2312" pitchFamily="49" charset="-122"/>
                <a:ea typeface="楷体_GB2312" pitchFamily="49" charset="-122"/>
              </a:rPr>
              <a:t>摩擦阻尼</a:t>
            </a:r>
            <a:r>
              <a:rPr lang="zh-CN" altLang="en-US" sz="2000" b="1" dirty="0">
                <a:solidFill>
                  <a:srgbClr val="000000"/>
                </a:solidFill>
                <a:latin typeface="楷体_GB2312" pitchFamily="49" charset="-122"/>
                <a:ea typeface="楷体_GB2312" pitchFamily="49" charset="-122"/>
              </a:rPr>
              <a:t>。</a:t>
            </a:r>
            <a:endParaRPr lang="zh-CN" altLang="en-US" sz="2000" b="1" dirty="0">
              <a:solidFill>
                <a:srgbClr val="000000"/>
              </a:solidFill>
              <a:latin typeface="楷体_GB2312" pitchFamily="49" charset="-122"/>
              <a:ea typeface="楷体_GB2312" pitchFamily="49" charset="-122"/>
            </a:endParaRPr>
          </a:p>
        </p:txBody>
      </p:sp>
      <p:sp>
        <p:nvSpPr>
          <p:cNvPr id="237579" name="文本框 237578"/>
          <p:cNvSpPr txBox="1"/>
          <p:nvPr/>
        </p:nvSpPr>
        <p:spPr>
          <a:xfrm>
            <a:off x="4284663" y="4668838"/>
            <a:ext cx="3743325" cy="1609725"/>
          </a:xfrm>
          <a:prstGeom prst="rect">
            <a:avLst/>
          </a:prstGeom>
          <a:noFill/>
          <a:ln w="3175" cap="flat" cmpd="sng">
            <a:solidFill>
              <a:srgbClr val="0000FF"/>
            </a:solidFill>
            <a:prstDash val="solid"/>
            <a:miter/>
            <a:headEnd type="none" w="med" len="med"/>
            <a:tailEnd type="none" w="med" len="med"/>
          </a:ln>
        </p:spPr>
        <p:txBody>
          <a:bodyPr lIns="83485" tIns="41742" rIns="83485" bIns="41742" anchor="ctr" anchorCtr="0">
            <a:spAutoFit/>
          </a:bodyPr>
          <a:p>
            <a:pPr defTabSz="835025"/>
            <a:r>
              <a:rPr lang="en-US" altLang="zh-CN" sz="2000"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另一种是由于振动物体引起邻近质点振动，使振动系统的能量逐渐向四周辐射出去，</a:t>
            </a:r>
            <a:r>
              <a:rPr lang="zh-CN" altLang="en-US" sz="2000" b="1" dirty="0">
                <a:solidFill>
                  <a:srgbClr val="3333FF"/>
                </a:solidFill>
                <a:latin typeface="楷体_GB2312" pitchFamily="49" charset="-122"/>
                <a:ea typeface="楷体_GB2312" pitchFamily="49" charset="-122"/>
              </a:rPr>
              <a:t>转变为波动的能量</a:t>
            </a:r>
            <a:r>
              <a:rPr lang="zh-CN" altLang="en-US" sz="2000" b="1" dirty="0">
                <a:solidFill>
                  <a:srgbClr val="000000"/>
                </a:solidFill>
                <a:latin typeface="楷体_GB2312" pitchFamily="49" charset="-122"/>
                <a:ea typeface="楷体_GB2312" pitchFamily="49" charset="-122"/>
              </a:rPr>
              <a:t>，而造成系统能量损失。这称</a:t>
            </a:r>
            <a:r>
              <a:rPr lang="zh-CN" altLang="en-US" sz="2000" b="1" dirty="0">
                <a:solidFill>
                  <a:srgbClr val="FF0000"/>
                </a:solidFill>
                <a:latin typeface="楷体_GB2312" pitchFamily="49" charset="-122"/>
                <a:ea typeface="楷体_GB2312" pitchFamily="49" charset="-122"/>
              </a:rPr>
              <a:t>辐射阻尼</a:t>
            </a:r>
            <a:r>
              <a:rPr lang="zh-CN" altLang="en-US" sz="2000" b="1" dirty="0">
                <a:solidFill>
                  <a:srgbClr val="000000"/>
                </a:solidFill>
                <a:latin typeface="楷体_GB2312" pitchFamily="49" charset="-122"/>
                <a:ea typeface="楷体_GB2312" pitchFamily="49" charset="-122"/>
              </a:rPr>
              <a:t>。</a:t>
            </a:r>
            <a:endParaRPr lang="zh-CN" altLang="en-US" sz="2000" b="1" dirty="0">
              <a:solidFill>
                <a:srgbClr val="000000"/>
              </a:solidFill>
              <a:latin typeface="楷体_GB2312" pitchFamily="49" charset="-122"/>
              <a:ea typeface="楷体_GB2312" pitchFamily="49" charset="-122"/>
            </a:endParaRPr>
          </a:p>
        </p:txBody>
      </p:sp>
      <p:grpSp>
        <p:nvGrpSpPr>
          <p:cNvPr id="81930" name="组合 6"/>
          <p:cNvGrpSpPr/>
          <p:nvPr/>
        </p:nvGrpSpPr>
        <p:grpSpPr>
          <a:xfrm>
            <a:off x="42863" y="222250"/>
            <a:ext cx="9004300" cy="600075"/>
            <a:chOff x="418" y="1961"/>
            <a:chExt cx="14180" cy="944"/>
          </a:xfrm>
        </p:grpSpPr>
        <p:sp>
          <p:nvSpPr>
            <p:cNvPr id="9" name="任意多边形 13"/>
            <p:cNvSpPr/>
            <p:nvPr/>
          </p:nvSpPr>
          <p:spPr>
            <a:xfrm>
              <a:off x="680" y="2036"/>
              <a:ext cx="13918" cy="837"/>
            </a:xfrm>
            <a:custGeom>
              <a:avLst/>
              <a:gdLst>
                <a:gd name="connsiteX0" fmla="*/ 104775 w 5032666"/>
                <a:gd name="connsiteY0" fmla="*/ 0 h 419100"/>
                <a:gd name="connsiteX1" fmla="*/ 150742 w 5032666"/>
                <a:gd name="connsiteY1" fmla="*/ 0 h 419100"/>
                <a:gd name="connsiteX2" fmla="*/ 161478 w 5032666"/>
                <a:gd name="connsiteY2" fmla="*/ 0 h 419100"/>
                <a:gd name="connsiteX3" fmla="*/ 200025 w 5032666"/>
                <a:gd name="connsiteY3" fmla="*/ 0 h 419100"/>
                <a:gd name="connsiteX4" fmla="*/ 207445 w 5032666"/>
                <a:gd name="connsiteY4" fmla="*/ 0 h 419100"/>
                <a:gd name="connsiteX5" fmla="*/ 225133 w 5032666"/>
                <a:gd name="connsiteY5" fmla="*/ 0 h 419100"/>
                <a:gd name="connsiteX6" fmla="*/ 256728 w 5032666"/>
                <a:gd name="connsiteY6" fmla="*/ 0 h 419100"/>
                <a:gd name="connsiteX7" fmla="*/ 271100 w 5032666"/>
                <a:gd name="connsiteY7" fmla="*/ 0 h 419100"/>
                <a:gd name="connsiteX8" fmla="*/ 281836 w 5032666"/>
                <a:gd name="connsiteY8" fmla="*/ 0 h 419100"/>
                <a:gd name="connsiteX9" fmla="*/ 314326 w 5032666"/>
                <a:gd name="connsiteY9" fmla="*/ 0 h 419100"/>
                <a:gd name="connsiteX10" fmla="*/ 320383 w 5032666"/>
                <a:gd name="connsiteY10" fmla="*/ 0 h 419100"/>
                <a:gd name="connsiteX11" fmla="*/ 327803 w 5032666"/>
                <a:gd name="connsiteY11" fmla="*/ 0 h 419100"/>
                <a:gd name="connsiteX12" fmla="*/ 360293 w 5032666"/>
                <a:gd name="connsiteY12" fmla="*/ 0 h 419100"/>
                <a:gd name="connsiteX13" fmla="*/ 371029 w 5032666"/>
                <a:gd name="connsiteY13" fmla="*/ 0 h 419100"/>
                <a:gd name="connsiteX14" fmla="*/ 377086 w 5032666"/>
                <a:gd name="connsiteY14" fmla="*/ 0 h 419100"/>
                <a:gd name="connsiteX15" fmla="*/ 409576 w 5032666"/>
                <a:gd name="connsiteY15" fmla="*/ 0 h 419100"/>
                <a:gd name="connsiteX16" fmla="*/ 416996 w 5032666"/>
                <a:gd name="connsiteY16" fmla="*/ 0 h 419100"/>
                <a:gd name="connsiteX17" fmla="*/ 434684 w 5032666"/>
                <a:gd name="connsiteY17" fmla="*/ 0 h 419100"/>
                <a:gd name="connsiteX18" fmla="*/ 466279 w 5032666"/>
                <a:gd name="connsiteY18" fmla="*/ 0 h 419100"/>
                <a:gd name="connsiteX19" fmla="*/ 480651 w 5032666"/>
                <a:gd name="connsiteY19" fmla="*/ 0 h 419100"/>
                <a:gd name="connsiteX20" fmla="*/ 491387 w 5032666"/>
                <a:gd name="connsiteY20" fmla="*/ 0 h 419100"/>
                <a:gd name="connsiteX21" fmla="*/ 529934 w 5032666"/>
                <a:gd name="connsiteY21" fmla="*/ 0 h 419100"/>
                <a:gd name="connsiteX22" fmla="*/ 537354 w 5032666"/>
                <a:gd name="connsiteY22" fmla="*/ 0 h 419100"/>
                <a:gd name="connsiteX23" fmla="*/ 561975 w 5032666"/>
                <a:gd name="connsiteY23" fmla="*/ 0 h 419100"/>
                <a:gd name="connsiteX24" fmla="*/ 586637 w 5032666"/>
                <a:gd name="connsiteY24" fmla="*/ 0 h 419100"/>
                <a:gd name="connsiteX25" fmla="*/ 607942 w 5032666"/>
                <a:gd name="connsiteY25" fmla="*/ 0 h 419100"/>
                <a:gd name="connsiteX26" fmla="*/ 618678 w 5032666"/>
                <a:gd name="connsiteY26" fmla="*/ 0 h 419100"/>
                <a:gd name="connsiteX27" fmla="*/ 657225 w 5032666"/>
                <a:gd name="connsiteY27" fmla="*/ 0 h 419100"/>
                <a:gd name="connsiteX28" fmla="*/ 664645 w 5032666"/>
                <a:gd name="connsiteY28" fmla="*/ 0 h 419100"/>
                <a:gd name="connsiteX29" fmla="*/ 682333 w 5032666"/>
                <a:gd name="connsiteY29" fmla="*/ 0 h 419100"/>
                <a:gd name="connsiteX30" fmla="*/ 713928 w 5032666"/>
                <a:gd name="connsiteY30" fmla="*/ 0 h 419100"/>
                <a:gd name="connsiteX31" fmla="*/ 728300 w 5032666"/>
                <a:gd name="connsiteY31" fmla="*/ 0 h 419100"/>
                <a:gd name="connsiteX32" fmla="*/ 739036 w 5032666"/>
                <a:gd name="connsiteY32" fmla="*/ 0 h 419100"/>
                <a:gd name="connsiteX33" fmla="*/ 750329 w 5032666"/>
                <a:gd name="connsiteY33" fmla="*/ 0 h 419100"/>
                <a:gd name="connsiteX34" fmla="*/ 771526 w 5032666"/>
                <a:gd name="connsiteY34" fmla="*/ 0 h 419100"/>
                <a:gd name="connsiteX35" fmla="*/ 777583 w 5032666"/>
                <a:gd name="connsiteY35" fmla="*/ 0 h 419100"/>
                <a:gd name="connsiteX36" fmla="*/ 785003 w 5032666"/>
                <a:gd name="connsiteY36" fmla="*/ 0 h 419100"/>
                <a:gd name="connsiteX37" fmla="*/ 796296 w 5032666"/>
                <a:gd name="connsiteY37" fmla="*/ 0 h 419100"/>
                <a:gd name="connsiteX38" fmla="*/ 807032 w 5032666"/>
                <a:gd name="connsiteY38" fmla="*/ 0 h 419100"/>
                <a:gd name="connsiteX39" fmla="*/ 817493 w 5032666"/>
                <a:gd name="connsiteY39" fmla="*/ 0 h 419100"/>
                <a:gd name="connsiteX40" fmla="*/ 828229 w 5032666"/>
                <a:gd name="connsiteY40" fmla="*/ 0 h 419100"/>
                <a:gd name="connsiteX41" fmla="*/ 834286 w 5032666"/>
                <a:gd name="connsiteY41" fmla="*/ 0 h 419100"/>
                <a:gd name="connsiteX42" fmla="*/ 845579 w 5032666"/>
                <a:gd name="connsiteY42" fmla="*/ 0 h 419100"/>
                <a:gd name="connsiteX43" fmla="*/ 852999 w 5032666"/>
                <a:gd name="connsiteY43" fmla="*/ 0 h 419100"/>
                <a:gd name="connsiteX44" fmla="*/ 866776 w 5032666"/>
                <a:gd name="connsiteY44" fmla="*/ 0 h 419100"/>
                <a:gd name="connsiteX45" fmla="*/ 870687 w 5032666"/>
                <a:gd name="connsiteY45" fmla="*/ 0 h 419100"/>
                <a:gd name="connsiteX46" fmla="*/ 874196 w 5032666"/>
                <a:gd name="connsiteY46" fmla="*/ 0 h 419100"/>
                <a:gd name="connsiteX47" fmla="*/ 891884 w 5032666"/>
                <a:gd name="connsiteY47" fmla="*/ 0 h 419100"/>
                <a:gd name="connsiteX48" fmla="*/ 902282 w 5032666"/>
                <a:gd name="connsiteY48" fmla="*/ 0 h 419100"/>
                <a:gd name="connsiteX49" fmla="*/ 916654 w 5032666"/>
                <a:gd name="connsiteY49" fmla="*/ 0 h 419100"/>
                <a:gd name="connsiteX50" fmla="*/ 923479 w 5032666"/>
                <a:gd name="connsiteY50" fmla="*/ 0 h 419100"/>
                <a:gd name="connsiteX51" fmla="*/ 927390 w 5032666"/>
                <a:gd name="connsiteY51" fmla="*/ 0 h 419100"/>
                <a:gd name="connsiteX52" fmla="*/ 937851 w 5032666"/>
                <a:gd name="connsiteY52" fmla="*/ 0 h 419100"/>
                <a:gd name="connsiteX53" fmla="*/ 948587 w 5032666"/>
                <a:gd name="connsiteY53" fmla="*/ 0 h 419100"/>
                <a:gd name="connsiteX54" fmla="*/ 959880 w 5032666"/>
                <a:gd name="connsiteY54" fmla="*/ 0 h 419100"/>
                <a:gd name="connsiteX55" fmla="*/ 965937 w 5032666"/>
                <a:gd name="connsiteY55" fmla="*/ 0 h 419100"/>
                <a:gd name="connsiteX56" fmla="*/ 973357 w 5032666"/>
                <a:gd name="connsiteY56" fmla="*/ 0 h 419100"/>
                <a:gd name="connsiteX57" fmla="*/ 987134 w 5032666"/>
                <a:gd name="connsiteY57" fmla="*/ 0 h 419100"/>
                <a:gd name="connsiteX58" fmla="*/ 994554 w 5032666"/>
                <a:gd name="connsiteY58" fmla="*/ 0 h 419100"/>
                <a:gd name="connsiteX59" fmla="*/ 1005847 w 5032666"/>
                <a:gd name="connsiteY59" fmla="*/ 0 h 419100"/>
                <a:gd name="connsiteX60" fmla="*/ 1016583 w 5032666"/>
                <a:gd name="connsiteY60" fmla="*/ 0 h 419100"/>
                <a:gd name="connsiteX61" fmla="*/ 1022640 w 5032666"/>
                <a:gd name="connsiteY61" fmla="*/ 0 h 419100"/>
                <a:gd name="connsiteX62" fmla="*/ 1043837 w 5032666"/>
                <a:gd name="connsiteY62" fmla="*/ 0 h 419100"/>
                <a:gd name="connsiteX63" fmla="*/ 1055130 w 5032666"/>
                <a:gd name="connsiteY63" fmla="*/ 0 h 419100"/>
                <a:gd name="connsiteX64" fmla="*/ 1062550 w 5032666"/>
                <a:gd name="connsiteY64" fmla="*/ 0 h 419100"/>
                <a:gd name="connsiteX65" fmla="*/ 1080238 w 5032666"/>
                <a:gd name="connsiteY65" fmla="*/ 0 h 419100"/>
                <a:gd name="connsiteX66" fmla="*/ 1111833 w 5032666"/>
                <a:gd name="connsiteY66" fmla="*/ 0 h 419100"/>
                <a:gd name="connsiteX67" fmla="*/ 1126205 w 5032666"/>
                <a:gd name="connsiteY67" fmla="*/ 0 h 419100"/>
                <a:gd name="connsiteX68" fmla="*/ 1136941 w 5032666"/>
                <a:gd name="connsiteY68" fmla="*/ 0 h 419100"/>
                <a:gd name="connsiteX69" fmla="*/ 1175488 w 5032666"/>
                <a:gd name="connsiteY69" fmla="*/ 0 h 419100"/>
                <a:gd name="connsiteX70" fmla="*/ 1182908 w 5032666"/>
                <a:gd name="connsiteY70" fmla="*/ 0 h 419100"/>
                <a:gd name="connsiteX71" fmla="*/ 1207529 w 5032666"/>
                <a:gd name="connsiteY71" fmla="*/ 0 h 419100"/>
                <a:gd name="connsiteX72" fmla="*/ 1232191 w 5032666"/>
                <a:gd name="connsiteY72" fmla="*/ 0 h 419100"/>
                <a:gd name="connsiteX73" fmla="*/ 1253496 w 5032666"/>
                <a:gd name="connsiteY73" fmla="*/ 0 h 419100"/>
                <a:gd name="connsiteX74" fmla="*/ 1264232 w 5032666"/>
                <a:gd name="connsiteY74" fmla="*/ 0 h 419100"/>
                <a:gd name="connsiteX75" fmla="*/ 1302779 w 5032666"/>
                <a:gd name="connsiteY75" fmla="*/ 0 h 419100"/>
                <a:gd name="connsiteX76" fmla="*/ 1310199 w 5032666"/>
                <a:gd name="connsiteY76" fmla="*/ 0 h 419100"/>
                <a:gd name="connsiteX77" fmla="*/ 1327887 w 5032666"/>
                <a:gd name="connsiteY77" fmla="*/ 0 h 419100"/>
                <a:gd name="connsiteX78" fmla="*/ 1359482 w 5032666"/>
                <a:gd name="connsiteY78" fmla="*/ 0 h 419100"/>
                <a:gd name="connsiteX79" fmla="*/ 1373854 w 5032666"/>
                <a:gd name="connsiteY79" fmla="*/ 0 h 419100"/>
                <a:gd name="connsiteX80" fmla="*/ 1384590 w 5032666"/>
                <a:gd name="connsiteY80" fmla="*/ 0 h 419100"/>
                <a:gd name="connsiteX81" fmla="*/ 1417080 w 5032666"/>
                <a:gd name="connsiteY81" fmla="*/ 0 h 419100"/>
                <a:gd name="connsiteX82" fmla="*/ 1423137 w 5032666"/>
                <a:gd name="connsiteY82" fmla="*/ 0 h 419100"/>
                <a:gd name="connsiteX83" fmla="*/ 1430557 w 5032666"/>
                <a:gd name="connsiteY83" fmla="*/ 0 h 419100"/>
                <a:gd name="connsiteX84" fmla="*/ 1463047 w 5032666"/>
                <a:gd name="connsiteY84" fmla="*/ 0 h 419100"/>
                <a:gd name="connsiteX85" fmla="*/ 1473783 w 5032666"/>
                <a:gd name="connsiteY85" fmla="*/ 0 h 419100"/>
                <a:gd name="connsiteX86" fmla="*/ 1479840 w 5032666"/>
                <a:gd name="connsiteY86" fmla="*/ 0 h 419100"/>
                <a:gd name="connsiteX87" fmla="*/ 1495425 w 5032666"/>
                <a:gd name="connsiteY87" fmla="*/ 0 h 419100"/>
                <a:gd name="connsiteX88" fmla="*/ 1512330 w 5032666"/>
                <a:gd name="connsiteY88" fmla="*/ 0 h 419100"/>
                <a:gd name="connsiteX89" fmla="*/ 1519750 w 5032666"/>
                <a:gd name="connsiteY89" fmla="*/ 0 h 419100"/>
                <a:gd name="connsiteX90" fmla="*/ 1537438 w 5032666"/>
                <a:gd name="connsiteY90" fmla="*/ 0 h 419100"/>
                <a:gd name="connsiteX91" fmla="*/ 1541392 w 5032666"/>
                <a:gd name="connsiteY91" fmla="*/ 0 h 419100"/>
                <a:gd name="connsiteX92" fmla="*/ 1552128 w 5032666"/>
                <a:gd name="connsiteY92" fmla="*/ 0 h 419100"/>
                <a:gd name="connsiteX93" fmla="*/ 1569033 w 5032666"/>
                <a:gd name="connsiteY93" fmla="*/ 0 h 419100"/>
                <a:gd name="connsiteX94" fmla="*/ 1583405 w 5032666"/>
                <a:gd name="connsiteY94" fmla="*/ 0 h 419100"/>
                <a:gd name="connsiteX95" fmla="*/ 1590675 w 5032666"/>
                <a:gd name="connsiteY95" fmla="*/ 0 h 419100"/>
                <a:gd name="connsiteX96" fmla="*/ 1594141 w 5032666"/>
                <a:gd name="connsiteY96" fmla="*/ 0 h 419100"/>
                <a:gd name="connsiteX97" fmla="*/ 1598095 w 5032666"/>
                <a:gd name="connsiteY97" fmla="*/ 0 h 419100"/>
                <a:gd name="connsiteX98" fmla="*/ 1615783 w 5032666"/>
                <a:gd name="connsiteY98" fmla="*/ 0 h 419100"/>
                <a:gd name="connsiteX99" fmla="*/ 1632688 w 5032666"/>
                <a:gd name="connsiteY99" fmla="*/ 0 h 419100"/>
                <a:gd name="connsiteX100" fmla="*/ 1640108 w 5032666"/>
                <a:gd name="connsiteY100" fmla="*/ 0 h 419100"/>
                <a:gd name="connsiteX101" fmla="*/ 1647378 w 5032666"/>
                <a:gd name="connsiteY101" fmla="*/ 0 h 419100"/>
                <a:gd name="connsiteX102" fmla="*/ 1661750 w 5032666"/>
                <a:gd name="connsiteY102" fmla="*/ 0 h 419100"/>
                <a:gd name="connsiteX103" fmla="*/ 1672486 w 5032666"/>
                <a:gd name="connsiteY103" fmla="*/ 0 h 419100"/>
                <a:gd name="connsiteX104" fmla="*/ 1689391 w 5032666"/>
                <a:gd name="connsiteY104" fmla="*/ 0 h 419100"/>
                <a:gd name="connsiteX105" fmla="*/ 1704976 w 5032666"/>
                <a:gd name="connsiteY105" fmla="*/ 0 h 419100"/>
                <a:gd name="connsiteX106" fmla="*/ 1711033 w 5032666"/>
                <a:gd name="connsiteY106" fmla="*/ 0 h 419100"/>
                <a:gd name="connsiteX107" fmla="*/ 1718453 w 5032666"/>
                <a:gd name="connsiteY107" fmla="*/ 0 h 419100"/>
                <a:gd name="connsiteX108" fmla="*/ 1750943 w 5032666"/>
                <a:gd name="connsiteY108" fmla="*/ 0 h 419100"/>
                <a:gd name="connsiteX109" fmla="*/ 1761679 w 5032666"/>
                <a:gd name="connsiteY109" fmla="*/ 0 h 419100"/>
                <a:gd name="connsiteX110" fmla="*/ 1767736 w 5032666"/>
                <a:gd name="connsiteY110" fmla="*/ 0 h 419100"/>
                <a:gd name="connsiteX111" fmla="*/ 1800226 w 5032666"/>
                <a:gd name="connsiteY111" fmla="*/ 0 h 419100"/>
                <a:gd name="connsiteX112" fmla="*/ 1807646 w 5032666"/>
                <a:gd name="connsiteY112" fmla="*/ 0 h 419100"/>
                <a:gd name="connsiteX113" fmla="*/ 1825334 w 5032666"/>
                <a:gd name="connsiteY113" fmla="*/ 0 h 419100"/>
                <a:gd name="connsiteX114" fmla="*/ 1856929 w 5032666"/>
                <a:gd name="connsiteY114" fmla="*/ 0 h 419100"/>
                <a:gd name="connsiteX115" fmla="*/ 1871301 w 5032666"/>
                <a:gd name="connsiteY115" fmla="*/ 0 h 419100"/>
                <a:gd name="connsiteX116" fmla="*/ 1882037 w 5032666"/>
                <a:gd name="connsiteY116" fmla="*/ 0 h 419100"/>
                <a:gd name="connsiteX117" fmla="*/ 1920584 w 5032666"/>
                <a:gd name="connsiteY117" fmla="*/ 0 h 419100"/>
                <a:gd name="connsiteX118" fmla="*/ 1928004 w 5032666"/>
                <a:gd name="connsiteY118" fmla="*/ 0 h 419100"/>
                <a:gd name="connsiteX119" fmla="*/ 1952625 w 5032666"/>
                <a:gd name="connsiteY119" fmla="*/ 0 h 419100"/>
                <a:gd name="connsiteX120" fmla="*/ 1977287 w 5032666"/>
                <a:gd name="connsiteY120" fmla="*/ 0 h 419100"/>
                <a:gd name="connsiteX121" fmla="*/ 1998592 w 5032666"/>
                <a:gd name="connsiteY121" fmla="*/ 0 h 419100"/>
                <a:gd name="connsiteX122" fmla="*/ 2009328 w 5032666"/>
                <a:gd name="connsiteY122" fmla="*/ 0 h 419100"/>
                <a:gd name="connsiteX123" fmla="*/ 2047875 w 5032666"/>
                <a:gd name="connsiteY123" fmla="*/ 0 h 419100"/>
                <a:gd name="connsiteX124" fmla="*/ 2055295 w 5032666"/>
                <a:gd name="connsiteY124" fmla="*/ 0 h 419100"/>
                <a:gd name="connsiteX125" fmla="*/ 2057400 w 5032666"/>
                <a:gd name="connsiteY125" fmla="*/ 0 h 419100"/>
                <a:gd name="connsiteX126" fmla="*/ 2072983 w 5032666"/>
                <a:gd name="connsiteY126" fmla="*/ 0 h 419100"/>
                <a:gd name="connsiteX127" fmla="*/ 2103367 w 5032666"/>
                <a:gd name="connsiteY127" fmla="*/ 0 h 419100"/>
                <a:gd name="connsiteX128" fmla="*/ 2104578 w 5032666"/>
                <a:gd name="connsiteY128" fmla="*/ 0 h 419100"/>
                <a:gd name="connsiteX129" fmla="*/ 2114103 w 5032666"/>
                <a:gd name="connsiteY129" fmla="*/ 0 h 419100"/>
                <a:gd name="connsiteX130" fmla="*/ 2118950 w 5032666"/>
                <a:gd name="connsiteY130" fmla="*/ 0 h 419100"/>
                <a:gd name="connsiteX131" fmla="*/ 2129686 w 5032666"/>
                <a:gd name="connsiteY131" fmla="*/ 0 h 419100"/>
                <a:gd name="connsiteX132" fmla="*/ 2140979 w 5032666"/>
                <a:gd name="connsiteY132" fmla="*/ 0 h 419100"/>
                <a:gd name="connsiteX133" fmla="*/ 2152650 w 5032666"/>
                <a:gd name="connsiteY133" fmla="*/ 0 h 419100"/>
                <a:gd name="connsiteX134" fmla="*/ 2160070 w 5032666"/>
                <a:gd name="connsiteY134" fmla="*/ 0 h 419100"/>
                <a:gd name="connsiteX135" fmla="*/ 2162176 w 5032666"/>
                <a:gd name="connsiteY135" fmla="*/ 0 h 419100"/>
                <a:gd name="connsiteX136" fmla="*/ 2168233 w 5032666"/>
                <a:gd name="connsiteY136" fmla="*/ 0 h 419100"/>
                <a:gd name="connsiteX137" fmla="*/ 2175653 w 5032666"/>
                <a:gd name="connsiteY137" fmla="*/ 0 h 419100"/>
                <a:gd name="connsiteX138" fmla="*/ 2177758 w 5032666"/>
                <a:gd name="connsiteY138" fmla="*/ 0 h 419100"/>
                <a:gd name="connsiteX139" fmla="*/ 2186946 w 5032666"/>
                <a:gd name="connsiteY139" fmla="*/ 0 h 419100"/>
                <a:gd name="connsiteX140" fmla="*/ 2197682 w 5032666"/>
                <a:gd name="connsiteY140" fmla="*/ 0 h 419100"/>
                <a:gd name="connsiteX141" fmla="*/ 2208143 w 5032666"/>
                <a:gd name="connsiteY141" fmla="*/ 0 h 419100"/>
                <a:gd name="connsiteX142" fmla="*/ 2209353 w 5032666"/>
                <a:gd name="connsiteY142" fmla="*/ 0 h 419100"/>
                <a:gd name="connsiteX143" fmla="*/ 2218879 w 5032666"/>
                <a:gd name="connsiteY143" fmla="*/ 0 h 419100"/>
                <a:gd name="connsiteX144" fmla="*/ 2223725 w 5032666"/>
                <a:gd name="connsiteY144" fmla="*/ 0 h 419100"/>
                <a:gd name="connsiteX145" fmla="*/ 2224936 w 5032666"/>
                <a:gd name="connsiteY145" fmla="*/ 0 h 419100"/>
                <a:gd name="connsiteX146" fmla="*/ 2234461 w 5032666"/>
                <a:gd name="connsiteY146" fmla="*/ 0 h 419100"/>
                <a:gd name="connsiteX147" fmla="*/ 2236229 w 5032666"/>
                <a:gd name="connsiteY147" fmla="*/ 0 h 419100"/>
                <a:gd name="connsiteX148" fmla="*/ 2243649 w 5032666"/>
                <a:gd name="connsiteY148" fmla="*/ 0 h 419100"/>
                <a:gd name="connsiteX149" fmla="*/ 2257426 w 5032666"/>
                <a:gd name="connsiteY149" fmla="*/ 0 h 419100"/>
                <a:gd name="connsiteX150" fmla="*/ 2261337 w 5032666"/>
                <a:gd name="connsiteY150" fmla="*/ 0 h 419100"/>
                <a:gd name="connsiteX151" fmla="*/ 2264846 w 5032666"/>
                <a:gd name="connsiteY151" fmla="*/ 0 h 419100"/>
                <a:gd name="connsiteX152" fmla="*/ 2266951 w 5032666"/>
                <a:gd name="connsiteY152" fmla="*/ 0 h 419100"/>
                <a:gd name="connsiteX153" fmla="*/ 2273008 w 5032666"/>
                <a:gd name="connsiteY153" fmla="*/ 0 h 419100"/>
                <a:gd name="connsiteX154" fmla="*/ 2280428 w 5032666"/>
                <a:gd name="connsiteY154" fmla="*/ 0 h 419100"/>
                <a:gd name="connsiteX155" fmla="*/ 2282534 w 5032666"/>
                <a:gd name="connsiteY155" fmla="*/ 0 h 419100"/>
                <a:gd name="connsiteX156" fmla="*/ 2292932 w 5032666"/>
                <a:gd name="connsiteY156" fmla="*/ 0 h 419100"/>
                <a:gd name="connsiteX157" fmla="*/ 2307304 w 5032666"/>
                <a:gd name="connsiteY157" fmla="*/ 0 h 419100"/>
                <a:gd name="connsiteX158" fmla="*/ 2312918 w 5032666"/>
                <a:gd name="connsiteY158" fmla="*/ 0 h 419100"/>
                <a:gd name="connsiteX159" fmla="*/ 2314129 w 5032666"/>
                <a:gd name="connsiteY159" fmla="*/ 0 h 419100"/>
                <a:gd name="connsiteX160" fmla="*/ 2318040 w 5032666"/>
                <a:gd name="connsiteY160" fmla="*/ 0 h 419100"/>
                <a:gd name="connsiteX161" fmla="*/ 2323654 w 5032666"/>
                <a:gd name="connsiteY161" fmla="*/ 0 h 419100"/>
                <a:gd name="connsiteX162" fmla="*/ 2328501 w 5032666"/>
                <a:gd name="connsiteY162" fmla="*/ 0 h 419100"/>
                <a:gd name="connsiteX163" fmla="*/ 2329711 w 5032666"/>
                <a:gd name="connsiteY163" fmla="*/ 0 h 419100"/>
                <a:gd name="connsiteX164" fmla="*/ 2339237 w 5032666"/>
                <a:gd name="connsiteY164" fmla="*/ 0 h 419100"/>
                <a:gd name="connsiteX165" fmla="*/ 2350530 w 5032666"/>
                <a:gd name="connsiteY165" fmla="*/ 0 h 419100"/>
                <a:gd name="connsiteX166" fmla="*/ 2356587 w 5032666"/>
                <a:gd name="connsiteY166" fmla="*/ 0 h 419100"/>
                <a:gd name="connsiteX167" fmla="*/ 2362201 w 5032666"/>
                <a:gd name="connsiteY167" fmla="*/ 0 h 419100"/>
                <a:gd name="connsiteX168" fmla="*/ 2364007 w 5032666"/>
                <a:gd name="connsiteY168" fmla="*/ 0 h 419100"/>
                <a:gd name="connsiteX169" fmla="*/ 2369621 w 5032666"/>
                <a:gd name="connsiteY169" fmla="*/ 0 h 419100"/>
                <a:gd name="connsiteX170" fmla="*/ 2377784 w 5032666"/>
                <a:gd name="connsiteY170" fmla="*/ 0 h 419100"/>
                <a:gd name="connsiteX171" fmla="*/ 2385204 w 5032666"/>
                <a:gd name="connsiteY171" fmla="*/ 0 h 419100"/>
                <a:gd name="connsiteX172" fmla="*/ 2387309 w 5032666"/>
                <a:gd name="connsiteY172" fmla="*/ 0 h 419100"/>
                <a:gd name="connsiteX173" fmla="*/ 2396497 w 5032666"/>
                <a:gd name="connsiteY173" fmla="*/ 0 h 419100"/>
                <a:gd name="connsiteX174" fmla="*/ 2407233 w 5032666"/>
                <a:gd name="connsiteY174" fmla="*/ 0 h 419100"/>
                <a:gd name="connsiteX175" fmla="*/ 2413290 w 5032666"/>
                <a:gd name="connsiteY175" fmla="*/ 0 h 419100"/>
                <a:gd name="connsiteX176" fmla="*/ 2418904 w 5032666"/>
                <a:gd name="connsiteY176" fmla="*/ 0 h 419100"/>
                <a:gd name="connsiteX177" fmla="*/ 2433276 w 5032666"/>
                <a:gd name="connsiteY177" fmla="*/ 0 h 419100"/>
                <a:gd name="connsiteX178" fmla="*/ 2434487 w 5032666"/>
                <a:gd name="connsiteY178" fmla="*/ 0 h 419100"/>
                <a:gd name="connsiteX179" fmla="*/ 2444012 w 5032666"/>
                <a:gd name="connsiteY179" fmla="*/ 0 h 419100"/>
                <a:gd name="connsiteX180" fmla="*/ 2445780 w 5032666"/>
                <a:gd name="connsiteY180" fmla="*/ 0 h 419100"/>
                <a:gd name="connsiteX181" fmla="*/ 2453200 w 5032666"/>
                <a:gd name="connsiteY181" fmla="*/ 0 h 419100"/>
                <a:gd name="connsiteX182" fmla="*/ 2470888 w 5032666"/>
                <a:gd name="connsiteY182" fmla="*/ 0 h 419100"/>
                <a:gd name="connsiteX183" fmla="*/ 2482559 w 5032666"/>
                <a:gd name="connsiteY183" fmla="*/ 0 h 419100"/>
                <a:gd name="connsiteX184" fmla="*/ 2489979 w 5032666"/>
                <a:gd name="connsiteY184" fmla="*/ 0 h 419100"/>
                <a:gd name="connsiteX185" fmla="*/ 2502483 w 5032666"/>
                <a:gd name="connsiteY185" fmla="*/ 0 h 419100"/>
                <a:gd name="connsiteX186" fmla="*/ 2514600 w 5032666"/>
                <a:gd name="connsiteY186" fmla="*/ 0 h 419100"/>
                <a:gd name="connsiteX187" fmla="*/ 2516855 w 5032666"/>
                <a:gd name="connsiteY187" fmla="*/ 0 h 419100"/>
                <a:gd name="connsiteX188" fmla="*/ 2527591 w 5032666"/>
                <a:gd name="connsiteY188" fmla="*/ 0 h 419100"/>
                <a:gd name="connsiteX189" fmla="*/ 2539262 w 5032666"/>
                <a:gd name="connsiteY189" fmla="*/ 0 h 419100"/>
                <a:gd name="connsiteX190" fmla="*/ 2560567 w 5032666"/>
                <a:gd name="connsiteY190" fmla="*/ 0 h 419100"/>
                <a:gd name="connsiteX191" fmla="*/ 2566138 w 5032666"/>
                <a:gd name="connsiteY191" fmla="*/ 0 h 419100"/>
                <a:gd name="connsiteX192" fmla="*/ 2571303 w 5032666"/>
                <a:gd name="connsiteY192" fmla="*/ 0 h 419100"/>
                <a:gd name="connsiteX193" fmla="*/ 2573558 w 5032666"/>
                <a:gd name="connsiteY193" fmla="*/ 0 h 419100"/>
                <a:gd name="connsiteX194" fmla="*/ 2598179 w 5032666"/>
                <a:gd name="connsiteY194" fmla="*/ 0 h 419100"/>
                <a:gd name="connsiteX195" fmla="*/ 2609850 w 5032666"/>
                <a:gd name="connsiteY195" fmla="*/ 0 h 419100"/>
                <a:gd name="connsiteX196" fmla="*/ 2617270 w 5032666"/>
                <a:gd name="connsiteY196" fmla="*/ 0 h 419100"/>
                <a:gd name="connsiteX197" fmla="*/ 2622841 w 5032666"/>
                <a:gd name="connsiteY197" fmla="*/ 0 h 419100"/>
                <a:gd name="connsiteX198" fmla="*/ 2634958 w 5032666"/>
                <a:gd name="connsiteY198" fmla="*/ 0 h 419100"/>
                <a:gd name="connsiteX199" fmla="*/ 2644146 w 5032666"/>
                <a:gd name="connsiteY199" fmla="*/ 0 h 419100"/>
                <a:gd name="connsiteX200" fmla="*/ 2654882 w 5032666"/>
                <a:gd name="connsiteY200" fmla="*/ 0 h 419100"/>
                <a:gd name="connsiteX201" fmla="*/ 2666553 w 5032666"/>
                <a:gd name="connsiteY201" fmla="*/ 0 h 419100"/>
                <a:gd name="connsiteX202" fmla="*/ 2680925 w 5032666"/>
                <a:gd name="connsiteY202" fmla="*/ 0 h 419100"/>
                <a:gd name="connsiteX203" fmla="*/ 2691661 w 5032666"/>
                <a:gd name="connsiteY203" fmla="*/ 0 h 419100"/>
                <a:gd name="connsiteX204" fmla="*/ 2693429 w 5032666"/>
                <a:gd name="connsiteY204" fmla="*/ 0 h 419100"/>
                <a:gd name="connsiteX205" fmla="*/ 2700849 w 5032666"/>
                <a:gd name="connsiteY205" fmla="*/ 0 h 419100"/>
                <a:gd name="connsiteX206" fmla="*/ 2702954 w 5032666"/>
                <a:gd name="connsiteY206" fmla="*/ 0 h 419100"/>
                <a:gd name="connsiteX207" fmla="*/ 2718537 w 5032666"/>
                <a:gd name="connsiteY207" fmla="*/ 0 h 419100"/>
                <a:gd name="connsiteX208" fmla="*/ 2724151 w 5032666"/>
                <a:gd name="connsiteY208" fmla="*/ 0 h 419100"/>
                <a:gd name="connsiteX209" fmla="*/ 2730208 w 5032666"/>
                <a:gd name="connsiteY209" fmla="*/ 0 h 419100"/>
                <a:gd name="connsiteX210" fmla="*/ 2737628 w 5032666"/>
                <a:gd name="connsiteY210" fmla="*/ 0 h 419100"/>
                <a:gd name="connsiteX211" fmla="*/ 2748921 w 5032666"/>
                <a:gd name="connsiteY211" fmla="*/ 0 h 419100"/>
                <a:gd name="connsiteX212" fmla="*/ 2750132 w 5032666"/>
                <a:gd name="connsiteY212" fmla="*/ 0 h 419100"/>
                <a:gd name="connsiteX213" fmla="*/ 2759657 w 5032666"/>
                <a:gd name="connsiteY213" fmla="*/ 0 h 419100"/>
                <a:gd name="connsiteX214" fmla="*/ 2764504 w 5032666"/>
                <a:gd name="connsiteY214" fmla="*/ 0 h 419100"/>
                <a:gd name="connsiteX215" fmla="*/ 2770118 w 5032666"/>
                <a:gd name="connsiteY215" fmla="*/ 0 h 419100"/>
                <a:gd name="connsiteX216" fmla="*/ 2775240 w 5032666"/>
                <a:gd name="connsiteY216" fmla="*/ 0 h 419100"/>
                <a:gd name="connsiteX217" fmla="*/ 2780854 w 5032666"/>
                <a:gd name="connsiteY217" fmla="*/ 0 h 419100"/>
                <a:gd name="connsiteX218" fmla="*/ 2786911 w 5032666"/>
                <a:gd name="connsiteY218" fmla="*/ 0 h 419100"/>
                <a:gd name="connsiteX219" fmla="*/ 2798204 w 5032666"/>
                <a:gd name="connsiteY219" fmla="*/ 0 h 419100"/>
                <a:gd name="connsiteX220" fmla="*/ 2805624 w 5032666"/>
                <a:gd name="connsiteY220" fmla="*/ 0 h 419100"/>
                <a:gd name="connsiteX221" fmla="*/ 2807730 w 5032666"/>
                <a:gd name="connsiteY221" fmla="*/ 0 h 419100"/>
                <a:gd name="connsiteX222" fmla="*/ 2813787 w 5032666"/>
                <a:gd name="connsiteY222" fmla="*/ 0 h 419100"/>
                <a:gd name="connsiteX223" fmla="*/ 2819401 w 5032666"/>
                <a:gd name="connsiteY223" fmla="*/ 0 h 419100"/>
                <a:gd name="connsiteX224" fmla="*/ 2821207 w 5032666"/>
                <a:gd name="connsiteY224" fmla="*/ 0 h 419100"/>
                <a:gd name="connsiteX225" fmla="*/ 2823312 w 5032666"/>
                <a:gd name="connsiteY225" fmla="*/ 0 h 419100"/>
                <a:gd name="connsiteX226" fmla="*/ 2826821 w 5032666"/>
                <a:gd name="connsiteY226" fmla="*/ 0 h 419100"/>
                <a:gd name="connsiteX227" fmla="*/ 2844509 w 5032666"/>
                <a:gd name="connsiteY227" fmla="*/ 0 h 419100"/>
                <a:gd name="connsiteX228" fmla="*/ 2853697 w 5032666"/>
                <a:gd name="connsiteY228" fmla="*/ 0 h 419100"/>
                <a:gd name="connsiteX229" fmla="*/ 2854907 w 5032666"/>
                <a:gd name="connsiteY229" fmla="*/ 0 h 419100"/>
                <a:gd name="connsiteX230" fmla="*/ 2864433 w 5032666"/>
                <a:gd name="connsiteY230" fmla="*/ 0 h 419100"/>
                <a:gd name="connsiteX231" fmla="*/ 2869279 w 5032666"/>
                <a:gd name="connsiteY231" fmla="*/ 0 h 419100"/>
                <a:gd name="connsiteX232" fmla="*/ 2870490 w 5032666"/>
                <a:gd name="connsiteY232" fmla="*/ 0 h 419100"/>
                <a:gd name="connsiteX233" fmla="*/ 2876104 w 5032666"/>
                <a:gd name="connsiteY233" fmla="*/ 0 h 419100"/>
                <a:gd name="connsiteX234" fmla="*/ 2880015 w 5032666"/>
                <a:gd name="connsiteY234" fmla="*/ 0 h 419100"/>
                <a:gd name="connsiteX235" fmla="*/ 2890476 w 5032666"/>
                <a:gd name="connsiteY235" fmla="*/ 0 h 419100"/>
                <a:gd name="connsiteX236" fmla="*/ 2901212 w 5032666"/>
                <a:gd name="connsiteY236" fmla="*/ 0 h 419100"/>
                <a:gd name="connsiteX237" fmla="*/ 2902980 w 5032666"/>
                <a:gd name="connsiteY237" fmla="*/ 0 h 419100"/>
                <a:gd name="connsiteX238" fmla="*/ 2910400 w 5032666"/>
                <a:gd name="connsiteY238" fmla="*/ 0 h 419100"/>
                <a:gd name="connsiteX239" fmla="*/ 2912505 w 5032666"/>
                <a:gd name="connsiteY239" fmla="*/ 0 h 419100"/>
                <a:gd name="connsiteX240" fmla="*/ 2918562 w 5032666"/>
                <a:gd name="connsiteY240" fmla="*/ 0 h 419100"/>
                <a:gd name="connsiteX241" fmla="*/ 2925982 w 5032666"/>
                <a:gd name="connsiteY241" fmla="*/ 0 h 419100"/>
                <a:gd name="connsiteX242" fmla="*/ 2928088 w 5032666"/>
                <a:gd name="connsiteY242" fmla="*/ 0 h 419100"/>
                <a:gd name="connsiteX243" fmla="*/ 2939759 w 5032666"/>
                <a:gd name="connsiteY243" fmla="*/ 0 h 419100"/>
                <a:gd name="connsiteX244" fmla="*/ 2947179 w 5032666"/>
                <a:gd name="connsiteY244" fmla="*/ 0 h 419100"/>
                <a:gd name="connsiteX245" fmla="*/ 2958472 w 5032666"/>
                <a:gd name="connsiteY245" fmla="*/ 0 h 419100"/>
                <a:gd name="connsiteX246" fmla="*/ 2959683 w 5032666"/>
                <a:gd name="connsiteY246" fmla="*/ 0 h 419100"/>
                <a:gd name="connsiteX247" fmla="*/ 2969208 w 5032666"/>
                <a:gd name="connsiteY247" fmla="*/ 0 h 419100"/>
                <a:gd name="connsiteX248" fmla="*/ 2974055 w 5032666"/>
                <a:gd name="connsiteY248" fmla="*/ 0 h 419100"/>
                <a:gd name="connsiteX249" fmla="*/ 2975265 w 5032666"/>
                <a:gd name="connsiteY249" fmla="*/ 0 h 419100"/>
                <a:gd name="connsiteX250" fmla="*/ 2984791 w 5032666"/>
                <a:gd name="connsiteY250" fmla="*/ 0 h 419100"/>
                <a:gd name="connsiteX251" fmla="*/ 2996462 w 5032666"/>
                <a:gd name="connsiteY251" fmla="*/ 0 h 419100"/>
                <a:gd name="connsiteX252" fmla="*/ 3007755 w 5032666"/>
                <a:gd name="connsiteY252" fmla="*/ 0 h 419100"/>
                <a:gd name="connsiteX253" fmla="*/ 3015175 w 5032666"/>
                <a:gd name="connsiteY253" fmla="*/ 0 h 419100"/>
                <a:gd name="connsiteX254" fmla="*/ 3023338 w 5032666"/>
                <a:gd name="connsiteY254" fmla="*/ 0 h 419100"/>
                <a:gd name="connsiteX255" fmla="*/ 3030758 w 5032666"/>
                <a:gd name="connsiteY255" fmla="*/ 0 h 419100"/>
                <a:gd name="connsiteX256" fmla="*/ 3032863 w 5032666"/>
                <a:gd name="connsiteY256" fmla="*/ 0 h 419100"/>
                <a:gd name="connsiteX257" fmla="*/ 3064458 w 5032666"/>
                <a:gd name="connsiteY257" fmla="*/ 0 h 419100"/>
                <a:gd name="connsiteX258" fmla="*/ 3078830 w 5032666"/>
                <a:gd name="connsiteY258" fmla="*/ 0 h 419100"/>
                <a:gd name="connsiteX259" fmla="*/ 3080041 w 5032666"/>
                <a:gd name="connsiteY259" fmla="*/ 0 h 419100"/>
                <a:gd name="connsiteX260" fmla="*/ 3089566 w 5032666"/>
                <a:gd name="connsiteY260" fmla="*/ 0 h 419100"/>
                <a:gd name="connsiteX261" fmla="*/ 3128113 w 5032666"/>
                <a:gd name="connsiteY261" fmla="*/ 0 h 419100"/>
                <a:gd name="connsiteX262" fmla="*/ 3135533 w 5032666"/>
                <a:gd name="connsiteY262" fmla="*/ 0 h 419100"/>
                <a:gd name="connsiteX263" fmla="*/ 3160154 w 5032666"/>
                <a:gd name="connsiteY263" fmla="*/ 0 h 419100"/>
                <a:gd name="connsiteX264" fmla="*/ 3184816 w 5032666"/>
                <a:gd name="connsiteY264" fmla="*/ 0 h 419100"/>
                <a:gd name="connsiteX265" fmla="*/ 3206121 w 5032666"/>
                <a:gd name="connsiteY265" fmla="*/ 0 h 419100"/>
                <a:gd name="connsiteX266" fmla="*/ 3216857 w 5032666"/>
                <a:gd name="connsiteY266" fmla="*/ 0 h 419100"/>
                <a:gd name="connsiteX267" fmla="*/ 3255404 w 5032666"/>
                <a:gd name="connsiteY267" fmla="*/ 0 h 419100"/>
                <a:gd name="connsiteX268" fmla="*/ 3262824 w 5032666"/>
                <a:gd name="connsiteY268" fmla="*/ 0 h 419100"/>
                <a:gd name="connsiteX269" fmla="*/ 3280512 w 5032666"/>
                <a:gd name="connsiteY269" fmla="*/ 0 h 419100"/>
                <a:gd name="connsiteX270" fmla="*/ 3312107 w 5032666"/>
                <a:gd name="connsiteY270" fmla="*/ 0 h 419100"/>
                <a:gd name="connsiteX271" fmla="*/ 3326479 w 5032666"/>
                <a:gd name="connsiteY271" fmla="*/ 0 h 419100"/>
                <a:gd name="connsiteX272" fmla="*/ 3337215 w 5032666"/>
                <a:gd name="connsiteY272" fmla="*/ 0 h 419100"/>
                <a:gd name="connsiteX273" fmla="*/ 3369705 w 5032666"/>
                <a:gd name="connsiteY273" fmla="*/ 0 h 419100"/>
                <a:gd name="connsiteX274" fmla="*/ 3375762 w 5032666"/>
                <a:gd name="connsiteY274" fmla="*/ 0 h 419100"/>
                <a:gd name="connsiteX275" fmla="*/ 3383182 w 5032666"/>
                <a:gd name="connsiteY275" fmla="*/ 0 h 419100"/>
                <a:gd name="connsiteX276" fmla="*/ 3415672 w 5032666"/>
                <a:gd name="connsiteY276" fmla="*/ 0 h 419100"/>
                <a:gd name="connsiteX277" fmla="*/ 3426408 w 5032666"/>
                <a:gd name="connsiteY277" fmla="*/ 0 h 419100"/>
                <a:gd name="connsiteX278" fmla="*/ 3432465 w 5032666"/>
                <a:gd name="connsiteY278" fmla="*/ 0 h 419100"/>
                <a:gd name="connsiteX279" fmla="*/ 3448050 w 5032666"/>
                <a:gd name="connsiteY279" fmla="*/ 0 h 419100"/>
                <a:gd name="connsiteX280" fmla="*/ 3464955 w 5032666"/>
                <a:gd name="connsiteY280" fmla="*/ 0 h 419100"/>
                <a:gd name="connsiteX281" fmla="*/ 3472375 w 5032666"/>
                <a:gd name="connsiteY281" fmla="*/ 0 h 419100"/>
                <a:gd name="connsiteX282" fmla="*/ 3490063 w 5032666"/>
                <a:gd name="connsiteY282" fmla="*/ 0 h 419100"/>
                <a:gd name="connsiteX283" fmla="*/ 3494017 w 5032666"/>
                <a:gd name="connsiteY283" fmla="*/ 0 h 419100"/>
                <a:gd name="connsiteX284" fmla="*/ 3504753 w 5032666"/>
                <a:gd name="connsiteY284" fmla="*/ 0 h 419100"/>
                <a:gd name="connsiteX285" fmla="*/ 3521658 w 5032666"/>
                <a:gd name="connsiteY285" fmla="*/ 0 h 419100"/>
                <a:gd name="connsiteX286" fmla="*/ 3536030 w 5032666"/>
                <a:gd name="connsiteY286" fmla="*/ 0 h 419100"/>
                <a:gd name="connsiteX287" fmla="*/ 3543300 w 5032666"/>
                <a:gd name="connsiteY287" fmla="*/ 0 h 419100"/>
                <a:gd name="connsiteX288" fmla="*/ 3546766 w 5032666"/>
                <a:gd name="connsiteY288" fmla="*/ 0 h 419100"/>
                <a:gd name="connsiteX289" fmla="*/ 3550720 w 5032666"/>
                <a:gd name="connsiteY289" fmla="*/ 0 h 419100"/>
                <a:gd name="connsiteX290" fmla="*/ 3568408 w 5032666"/>
                <a:gd name="connsiteY290" fmla="*/ 0 h 419100"/>
                <a:gd name="connsiteX291" fmla="*/ 3585313 w 5032666"/>
                <a:gd name="connsiteY291" fmla="*/ 0 h 419100"/>
                <a:gd name="connsiteX292" fmla="*/ 3592733 w 5032666"/>
                <a:gd name="connsiteY292" fmla="*/ 0 h 419100"/>
                <a:gd name="connsiteX293" fmla="*/ 3600003 w 5032666"/>
                <a:gd name="connsiteY293" fmla="*/ 0 h 419100"/>
                <a:gd name="connsiteX294" fmla="*/ 3614375 w 5032666"/>
                <a:gd name="connsiteY294" fmla="*/ 0 h 419100"/>
                <a:gd name="connsiteX295" fmla="*/ 3625111 w 5032666"/>
                <a:gd name="connsiteY295" fmla="*/ 0 h 419100"/>
                <a:gd name="connsiteX296" fmla="*/ 3642016 w 5032666"/>
                <a:gd name="connsiteY296" fmla="*/ 0 h 419100"/>
                <a:gd name="connsiteX297" fmla="*/ 3657601 w 5032666"/>
                <a:gd name="connsiteY297" fmla="*/ 0 h 419100"/>
                <a:gd name="connsiteX298" fmla="*/ 3663658 w 5032666"/>
                <a:gd name="connsiteY298" fmla="*/ 0 h 419100"/>
                <a:gd name="connsiteX299" fmla="*/ 3671078 w 5032666"/>
                <a:gd name="connsiteY299" fmla="*/ 0 h 419100"/>
                <a:gd name="connsiteX300" fmla="*/ 3703568 w 5032666"/>
                <a:gd name="connsiteY300" fmla="*/ 0 h 419100"/>
                <a:gd name="connsiteX301" fmla="*/ 3714304 w 5032666"/>
                <a:gd name="connsiteY301" fmla="*/ 0 h 419100"/>
                <a:gd name="connsiteX302" fmla="*/ 3720361 w 5032666"/>
                <a:gd name="connsiteY302" fmla="*/ 0 h 419100"/>
                <a:gd name="connsiteX303" fmla="*/ 3752851 w 5032666"/>
                <a:gd name="connsiteY303" fmla="*/ 0 h 419100"/>
                <a:gd name="connsiteX304" fmla="*/ 3760271 w 5032666"/>
                <a:gd name="connsiteY304" fmla="*/ 0 h 419100"/>
                <a:gd name="connsiteX305" fmla="*/ 3777959 w 5032666"/>
                <a:gd name="connsiteY305" fmla="*/ 0 h 419100"/>
                <a:gd name="connsiteX306" fmla="*/ 3809554 w 5032666"/>
                <a:gd name="connsiteY306" fmla="*/ 0 h 419100"/>
                <a:gd name="connsiteX307" fmla="*/ 3823926 w 5032666"/>
                <a:gd name="connsiteY307" fmla="*/ 0 h 419100"/>
                <a:gd name="connsiteX308" fmla="*/ 3834662 w 5032666"/>
                <a:gd name="connsiteY308" fmla="*/ 0 h 419100"/>
                <a:gd name="connsiteX309" fmla="*/ 3873209 w 5032666"/>
                <a:gd name="connsiteY309" fmla="*/ 0 h 419100"/>
                <a:gd name="connsiteX310" fmla="*/ 3880629 w 5032666"/>
                <a:gd name="connsiteY310" fmla="*/ 0 h 419100"/>
                <a:gd name="connsiteX311" fmla="*/ 3905250 w 5032666"/>
                <a:gd name="connsiteY311" fmla="*/ 0 h 419100"/>
                <a:gd name="connsiteX312" fmla="*/ 3929912 w 5032666"/>
                <a:gd name="connsiteY312" fmla="*/ 0 h 419100"/>
                <a:gd name="connsiteX313" fmla="*/ 3951217 w 5032666"/>
                <a:gd name="connsiteY313" fmla="*/ 0 h 419100"/>
                <a:gd name="connsiteX314" fmla="*/ 3961953 w 5032666"/>
                <a:gd name="connsiteY314" fmla="*/ 0 h 419100"/>
                <a:gd name="connsiteX315" fmla="*/ 4000500 w 5032666"/>
                <a:gd name="connsiteY315" fmla="*/ 0 h 419100"/>
                <a:gd name="connsiteX316" fmla="*/ 4007920 w 5032666"/>
                <a:gd name="connsiteY316" fmla="*/ 0 h 419100"/>
                <a:gd name="connsiteX317" fmla="*/ 4025608 w 5032666"/>
                <a:gd name="connsiteY317" fmla="*/ 0 h 419100"/>
                <a:gd name="connsiteX318" fmla="*/ 4057203 w 5032666"/>
                <a:gd name="connsiteY318" fmla="*/ 0 h 419100"/>
                <a:gd name="connsiteX319" fmla="*/ 4071575 w 5032666"/>
                <a:gd name="connsiteY319" fmla="*/ 0 h 419100"/>
                <a:gd name="connsiteX320" fmla="*/ 4082311 w 5032666"/>
                <a:gd name="connsiteY320" fmla="*/ 0 h 419100"/>
                <a:gd name="connsiteX321" fmla="*/ 4093604 w 5032666"/>
                <a:gd name="connsiteY321" fmla="*/ 0 h 419100"/>
                <a:gd name="connsiteX322" fmla="*/ 4114801 w 5032666"/>
                <a:gd name="connsiteY322" fmla="*/ 0 h 419100"/>
                <a:gd name="connsiteX323" fmla="*/ 4120858 w 5032666"/>
                <a:gd name="connsiteY323" fmla="*/ 0 h 419100"/>
                <a:gd name="connsiteX324" fmla="*/ 4128278 w 5032666"/>
                <a:gd name="connsiteY324" fmla="*/ 0 h 419100"/>
                <a:gd name="connsiteX325" fmla="*/ 4139571 w 5032666"/>
                <a:gd name="connsiteY325" fmla="*/ 0 h 419100"/>
                <a:gd name="connsiteX326" fmla="*/ 4150307 w 5032666"/>
                <a:gd name="connsiteY326" fmla="*/ 0 h 419100"/>
                <a:gd name="connsiteX327" fmla="*/ 4160768 w 5032666"/>
                <a:gd name="connsiteY327" fmla="*/ 0 h 419100"/>
                <a:gd name="connsiteX328" fmla="*/ 4171504 w 5032666"/>
                <a:gd name="connsiteY328" fmla="*/ 0 h 419100"/>
                <a:gd name="connsiteX329" fmla="*/ 4177561 w 5032666"/>
                <a:gd name="connsiteY329" fmla="*/ 0 h 419100"/>
                <a:gd name="connsiteX330" fmla="*/ 4188854 w 5032666"/>
                <a:gd name="connsiteY330" fmla="*/ 0 h 419100"/>
                <a:gd name="connsiteX331" fmla="*/ 4196274 w 5032666"/>
                <a:gd name="connsiteY331" fmla="*/ 0 h 419100"/>
                <a:gd name="connsiteX332" fmla="*/ 4210051 w 5032666"/>
                <a:gd name="connsiteY332" fmla="*/ 0 h 419100"/>
                <a:gd name="connsiteX333" fmla="*/ 4213962 w 5032666"/>
                <a:gd name="connsiteY333" fmla="*/ 0 h 419100"/>
                <a:gd name="connsiteX334" fmla="*/ 4217471 w 5032666"/>
                <a:gd name="connsiteY334" fmla="*/ 0 h 419100"/>
                <a:gd name="connsiteX335" fmla="*/ 4235159 w 5032666"/>
                <a:gd name="connsiteY335" fmla="*/ 0 h 419100"/>
                <a:gd name="connsiteX336" fmla="*/ 4245557 w 5032666"/>
                <a:gd name="connsiteY336" fmla="*/ 0 h 419100"/>
                <a:gd name="connsiteX337" fmla="*/ 4259929 w 5032666"/>
                <a:gd name="connsiteY337" fmla="*/ 0 h 419100"/>
                <a:gd name="connsiteX338" fmla="*/ 4266754 w 5032666"/>
                <a:gd name="connsiteY338" fmla="*/ 0 h 419100"/>
                <a:gd name="connsiteX339" fmla="*/ 4270665 w 5032666"/>
                <a:gd name="connsiteY339" fmla="*/ 0 h 419100"/>
                <a:gd name="connsiteX340" fmla="*/ 4281126 w 5032666"/>
                <a:gd name="connsiteY340" fmla="*/ 0 h 419100"/>
                <a:gd name="connsiteX341" fmla="*/ 4291862 w 5032666"/>
                <a:gd name="connsiteY341" fmla="*/ 0 h 419100"/>
                <a:gd name="connsiteX342" fmla="*/ 4303155 w 5032666"/>
                <a:gd name="connsiteY342" fmla="*/ 0 h 419100"/>
                <a:gd name="connsiteX343" fmla="*/ 4309212 w 5032666"/>
                <a:gd name="connsiteY343" fmla="*/ 0 h 419100"/>
                <a:gd name="connsiteX344" fmla="*/ 4316632 w 5032666"/>
                <a:gd name="connsiteY344" fmla="*/ 0 h 419100"/>
                <a:gd name="connsiteX345" fmla="*/ 4330409 w 5032666"/>
                <a:gd name="connsiteY345" fmla="*/ 0 h 419100"/>
                <a:gd name="connsiteX346" fmla="*/ 4337829 w 5032666"/>
                <a:gd name="connsiteY346" fmla="*/ 0 h 419100"/>
                <a:gd name="connsiteX347" fmla="*/ 4349122 w 5032666"/>
                <a:gd name="connsiteY347" fmla="*/ 0 h 419100"/>
                <a:gd name="connsiteX348" fmla="*/ 4359858 w 5032666"/>
                <a:gd name="connsiteY348" fmla="*/ 0 h 419100"/>
                <a:gd name="connsiteX349" fmla="*/ 4365915 w 5032666"/>
                <a:gd name="connsiteY349" fmla="*/ 0 h 419100"/>
                <a:gd name="connsiteX350" fmla="*/ 4387112 w 5032666"/>
                <a:gd name="connsiteY350" fmla="*/ 0 h 419100"/>
                <a:gd name="connsiteX351" fmla="*/ 4398405 w 5032666"/>
                <a:gd name="connsiteY351" fmla="*/ 0 h 419100"/>
                <a:gd name="connsiteX352" fmla="*/ 4405825 w 5032666"/>
                <a:gd name="connsiteY352" fmla="*/ 0 h 419100"/>
                <a:gd name="connsiteX353" fmla="*/ 4423513 w 5032666"/>
                <a:gd name="connsiteY353" fmla="*/ 0 h 419100"/>
                <a:gd name="connsiteX354" fmla="*/ 4455108 w 5032666"/>
                <a:gd name="connsiteY354" fmla="*/ 0 h 419100"/>
                <a:gd name="connsiteX355" fmla="*/ 4469480 w 5032666"/>
                <a:gd name="connsiteY355" fmla="*/ 0 h 419100"/>
                <a:gd name="connsiteX356" fmla="*/ 4480216 w 5032666"/>
                <a:gd name="connsiteY356" fmla="*/ 0 h 419100"/>
                <a:gd name="connsiteX357" fmla="*/ 4518763 w 5032666"/>
                <a:gd name="connsiteY357" fmla="*/ 0 h 419100"/>
                <a:gd name="connsiteX358" fmla="*/ 4526183 w 5032666"/>
                <a:gd name="connsiteY358" fmla="*/ 0 h 419100"/>
                <a:gd name="connsiteX359" fmla="*/ 4550804 w 5032666"/>
                <a:gd name="connsiteY359" fmla="*/ 0 h 419100"/>
                <a:gd name="connsiteX360" fmla="*/ 4575466 w 5032666"/>
                <a:gd name="connsiteY360" fmla="*/ 0 h 419100"/>
                <a:gd name="connsiteX361" fmla="*/ 4596771 w 5032666"/>
                <a:gd name="connsiteY361" fmla="*/ 0 h 419100"/>
                <a:gd name="connsiteX362" fmla="*/ 4607507 w 5032666"/>
                <a:gd name="connsiteY362" fmla="*/ 0 h 419100"/>
                <a:gd name="connsiteX363" fmla="*/ 4646054 w 5032666"/>
                <a:gd name="connsiteY363" fmla="*/ 0 h 419100"/>
                <a:gd name="connsiteX364" fmla="*/ 4653474 w 5032666"/>
                <a:gd name="connsiteY364" fmla="*/ 0 h 419100"/>
                <a:gd name="connsiteX365" fmla="*/ 4671162 w 5032666"/>
                <a:gd name="connsiteY365" fmla="*/ 0 h 419100"/>
                <a:gd name="connsiteX366" fmla="*/ 4702757 w 5032666"/>
                <a:gd name="connsiteY366" fmla="*/ 0 h 419100"/>
                <a:gd name="connsiteX367" fmla="*/ 4717129 w 5032666"/>
                <a:gd name="connsiteY367" fmla="*/ 0 h 419100"/>
                <a:gd name="connsiteX368" fmla="*/ 4727865 w 5032666"/>
                <a:gd name="connsiteY368" fmla="*/ 0 h 419100"/>
                <a:gd name="connsiteX369" fmla="*/ 4760355 w 5032666"/>
                <a:gd name="connsiteY369" fmla="*/ 0 h 419100"/>
                <a:gd name="connsiteX370" fmla="*/ 4766412 w 5032666"/>
                <a:gd name="connsiteY370" fmla="*/ 0 h 419100"/>
                <a:gd name="connsiteX371" fmla="*/ 4773832 w 5032666"/>
                <a:gd name="connsiteY371" fmla="*/ 0 h 419100"/>
                <a:gd name="connsiteX372" fmla="*/ 4806322 w 5032666"/>
                <a:gd name="connsiteY372" fmla="*/ 0 h 419100"/>
                <a:gd name="connsiteX373" fmla="*/ 4817058 w 5032666"/>
                <a:gd name="connsiteY373" fmla="*/ 0 h 419100"/>
                <a:gd name="connsiteX374" fmla="*/ 4823115 w 5032666"/>
                <a:gd name="connsiteY374" fmla="*/ 0 h 419100"/>
                <a:gd name="connsiteX375" fmla="*/ 4855605 w 5032666"/>
                <a:gd name="connsiteY375" fmla="*/ 0 h 419100"/>
                <a:gd name="connsiteX376" fmla="*/ 4863025 w 5032666"/>
                <a:gd name="connsiteY376" fmla="*/ 0 h 419100"/>
                <a:gd name="connsiteX377" fmla="*/ 4880713 w 5032666"/>
                <a:gd name="connsiteY377" fmla="*/ 0 h 419100"/>
                <a:gd name="connsiteX378" fmla="*/ 4912308 w 5032666"/>
                <a:gd name="connsiteY378" fmla="*/ 0 h 419100"/>
                <a:gd name="connsiteX379" fmla="*/ 4926680 w 5032666"/>
                <a:gd name="connsiteY379" fmla="*/ 0 h 419100"/>
                <a:gd name="connsiteX380" fmla="*/ 4937416 w 5032666"/>
                <a:gd name="connsiteY380" fmla="*/ 0 h 419100"/>
                <a:gd name="connsiteX381" fmla="*/ 4975963 w 5032666"/>
                <a:gd name="connsiteY381" fmla="*/ 0 h 419100"/>
                <a:gd name="connsiteX382" fmla="*/ 4983383 w 5032666"/>
                <a:gd name="connsiteY382" fmla="*/ 0 h 419100"/>
                <a:gd name="connsiteX383" fmla="*/ 5032666 w 5032666"/>
                <a:gd name="connsiteY383" fmla="*/ 0 h 419100"/>
                <a:gd name="connsiteX384" fmla="*/ 4927891 w 5032666"/>
                <a:gd name="connsiteY384" fmla="*/ 419100 h 419100"/>
                <a:gd name="connsiteX385" fmla="*/ 4878608 w 5032666"/>
                <a:gd name="connsiteY385" fmla="*/ 419100 h 419100"/>
                <a:gd name="connsiteX386" fmla="*/ 4871188 w 5032666"/>
                <a:gd name="connsiteY386" fmla="*/ 419100 h 419100"/>
                <a:gd name="connsiteX387" fmla="*/ 4832641 w 5032666"/>
                <a:gd name="connsiteY387" fmla="*/ 419100 h 419100"/>
                <a:gd name="connsiteX388" fmla="*/ 4821905 w 5032666"/>
                <a:gd name="connsiteY388" fmla="*/ 419100 h 419100"/>
                <a:gd name="connsiteX389" fmla="*/ 4807533 w 5032666"/>
                <a:gd name="connsiteY389" fmla="*/ 419100 h 419100"/>
                <a:gd name="connsiteX390" fmla="*/ 4775938 w 5032666"/>
                <a:gd name="connsiteY390" fmla="*/ 419100 h 419100"/>
                <a:gd name="connsiteX391" fmla="*/ 4758250 w 5032666"/>
                <a:gd name="connsiteY391" fmla="*/ 419100 h 419100"/>
                <a:gd name="connsiteX392" fmla="*/ 4750830 w 5032666"/>
                <a:gd name="connsiteY392" fmla="*/ 419100 h 419100"/>
                <a:gd name="connsiteX393" fmla="*/ 4718340 w 5032666"/>
                <a:gd name="connsiteY393" fmla="*/ 419100 h 419100"/>
                <a:gd name="connsiteX394" fmla="*/ 4712283 w 5032666"/>
                <a:gd name="connsiteY394" fmla="*/ 419100 h 419100"/>
                <a:gd name="connsiteX395" fmla="*/ 4701547 w 5032666"/>
                <a:gd name="connsiteY395" fmla="*/ 419100 h 419100"/>
                <a:gd name="connsiteX396" fmla="*/ 4669057 w 5032666"/>
                <a:gd name="connsiteY396" fmla="*/ 419100 h 419100"/>
                <a:gd name="connsiteX397" fmla="*/ 4661637 w 5032666"/>
                <a:gd name="connsiteY397" fmla="*/ 419100 h 419100"/>
                <a:gd name="connsiteX398" fmla="*/ 4655580 w 5032666"/>
                <a:gd name="connsiteY398" fmla="*/ 419100 h 419100"/>
                <a:gd name="connsiteX399" fmla="*/ 4623090 w 5032666"/>
                <a:gd name="connsiteY399" fmla="*/ 419100 h 419100"/>
                <a:gd name="connsiteX400" fmla="*/ 4612354 w 5032666"/>
                <a:gd name="connsiteY400" fmla="*/ 419100 h 419100"/>
                <a:gd name="connsiteX401" fmla="*/ 4597982 w 5032666"/>
                <a:gd name="connsiteY401" fmla="*/ 419100 h 419100"/>
                <a:gd name="connsiteX402" fmla="*/ 4566387 w 5032666"/>
                <a:gd name="connsiteY402" fmla="*/ 419100 h 419100"/>
                <a:gd name="connsiteX403" fmla="*/ 4548699 w 5032666"/>
                <a:gd name="connsiteY403" fmla="*/ 419100 h 419100"/>
                <a:gd name="connsiteX404" fmla="*/ 4541279 w 5032666"/>
                <a:gd name="connsiteY404" fmla="*/ 419100 h 419100"/>
                <a:gd name="connsiteX405" fmla="*/ 4502732 w 5032666"/>
                <a:gd name="connsiteY405" fmla="*/ 419100 h 419100"/>
                <a:gd name="connsiteX406" fmla="*/ 4491996 w 5032666"/>
                <a:gd name="connsiteY406" fmla="*/ 419100 h 419100"/>
                <a:gd name="connsiteX407" fmla="*/ 4470691 w 5032666"/>
                <a:gd name="connsiteY407" fmla="*/ 419100 h 419100"/>
                <a:gd name="connsiteX408" fmla="*/ 4446029 w 5032666"/>
                <a:gd name="connsiteY408" fmla="*/ 419100 h 419100"/>
                <a:gd name="connsiteX409" fmla="*/ 4421408 w 5032666"/>
                <a:gd name="connsiteY409" fmla="*/ 419100 h 419100"/>
                <a:gd name="connsiteX410" fmla="*/ 4413988 w 5032666"/>
                <a:gd name="connsiteY410" fmla="*/ 419100 h 419100"/>
                <a:gd name="connsiteX411" fmla="*/ 4375441 w 5032666"/>
                <a:gd name="connsiteY411" fmla="*/ 419100 h 419100"/>
                <a:gd name="connsiteX412" fmla="*/ 4364705 w 5032666"/>
                <a:gd name="connsiteY412" fmla="*/ 419100 h 419100"/>
                <a:gd name="connsiteX413" fmla="*/ 4350333 w 5032666"/>
                <a:gd name="connsiteY413" fmla="*/ 419100 h 419100"/>
                <a:gd name="connsiteX414" fmla="*/ 4318738 w 5032666"/>
                <a:gd name="connsiteY414" fmla="*/ 419100 h 419100"/>
                <a:gd name="connsiteX415" fmla="*/ 4301050 w 5032666"/>
                <a:gd name="connsiteY415" fmla="*/ 419100 h 419100"/>
                <a:gd name="connsiteX416" fmla="*/ 4293630 w 5032666"/>
                <a:gd name="connsiteY416" fmla="*/ 419100 h 419100"/>
                <a:gd name="connsiteX417" fmla="*/ 4282337 w 5032666"/>
                <a:gd name="connsiteY417" fmla="*/ 419100 h 419100"/>
                <a:gd name="connsiteX418" fmla="*/ 4261140 w 5032666"/>
                <a:gd name="connsiteY418" fmla="*/ 419100 h 419100"/>
                <a:gd name="connsiteX419" fmla="*/ 4255083 w 5032666"/>
                <a:gd name="connsiteY419" fmla="*/ 419100 h 419100"/>
                <a:gd name="connsiteX420" fmla="*/ 4244347 w 5032666"/>
                <a:gd name="connsiteY420" fmla="*/ 419100 h 419100"/>
                <a:gd name="connsiteX421" fmla="*/ 4233054 w 5032666"/>
                <a:gd name="connsiteY421" fmla="*/ 419100 h 419100"/>
                <a:gd name="connsiteX422" fmla="*/ 4225634 w 5032666"/>
                <a:gd name="connsiteY422" fmla="*/ 419100 h 419100"/>
                <a:gd name="connsiteX423" fmla="*/ 4211857 w 5032666"/>
                <a:gd name="connsiteY423" fmla="*/ 419100 h 419100"/>
                <a:gd name="connsiteX424" fmla="*/ 4204437 w 5032666"/>
                <a:gd name="connsiteY424" fmla="*/ 419100 h 419100"/>
                <a:gd name="connsiteX425" fmla="*/ 4198380 w 5032666"/>
                <a:gd name="connsiteY425" fmla="*/ 419100 h 419100"/>
                <a:gd name="connsiteX426" fmla="*/ 4187087 w 5032666"/>
                <a:gd name="connsiteY426" fmla="*/ 419100 h 419100"/>
                <a:gd name="connsiteX427" fmla="*/ 4176351 w 5032666"/>
                <a:gd name="connsiteY427" fmla="*/ 419100 h 419100"/>
                <a:gd name="connsiteX428" fmla="*/ 4165890 w 5032666"/>
                <a:gd name="connsiteY428" fmla="*/ 419100 h 419100"/>
                <a:gd name="connsiteX429" fmla="*/ 4161979 w 5032666"/>
                <a:gd name="connsiteY429" fmla="*/ 419100 h 419100"/>
                <a:gd name="connsiteX430" fmla="*/ 4155154 w 5032666"/>
                <a:gd name="connsiteY430" fmla="*/ 419100 h 419100"/>
                <a:gd name="connsiteX431" fmla="*/ 4140782 w 5032666"/>
                <a:gd name="connsiteY431" fmla="*/ 419100 h 419100"/>
                <a:gd name="connsiteX432" fmla="*/ 4130384 w 5032666"/>
                <a:gd name="connsiteY432" fmla="*/ 419100 h 419100"/>
                <a:gd name="connsiteX433" fmla="*/ 4112696 w 5032666"/>
                <a:gd name="connsiteY433" fmla="*/ 419100 h 419100"/>
                <a:gd name="connsiteX434" fmla="*/ 4109187 w 5032666"/>
                <a:gd name="connsiteY434" fmla="*/ 419100 h 419100"/>
                <a:gd name="connsiteX435" fmla="*/ 4105276 w 5032666"/>
                <a:gd name="connsiteY435" fmla="*/ 419100 h 419100"/>
                <a:gd name="connsiteX436" fmla="*/ 4091499 w 5032666"/>
                <a:gd name="connsiteY436" fmla="*/ 419100 h 419100"/>
                <a:gd name="connsiteX437" fmla="*/ 4084079 w 5032666"/>
                <a:gd name="connsiteY437" fmla="*/ 419100 h 419100"/>
                <a:gd name="connsiteX438" fmla="*/ 4072786 w 5032666"/>
                <a:gd name="connsiteY438" fmla="*/ 419100 h 419100"/>
                <a:gd name="connsiteX439" fmla="*/ 4066729 w 5032666"/>
                <a:gd name="connsiteY439" fmla="*/ 419100 h 419100"/>
                <a:gd name="connsiteX440" fmla="*/ 4055993 w 5032666"/>
                <a:gd name="connsiteY440" fmla="*/ 419100 h 419100"/>
                <a:gd name="connsiteX441" fmla="*/ 4045532 w 5032666"/>
                <a:gd name="connsiteY441" fmla="*/ 419100 h 419100"/>
                <a:gd name="connsiteX442" fmla="*/ 4034796 w 5032666"/>
                <a:gd name="connsiteY442" fmla="*/ 419100 h 419100"/>
                <a:gd name="connsiteX443" fmla="*/ 4023503 w 5032666"/>
                <a:gd name="connsiteY443" fmla="*/ 419100 h 419100"/>
                <a:gd name="connsiteX444" fmla="*/ 4016083 w 5032666"/>
                <a:gd name="connsiteY444" fmla="*/ 419100 h 419100"/>
                <a:gd name="connsiteX445" fmla="*/ 4010026 w 5032666"/>
                <a:gd name="connsiteY445" fmla="*/ 419100 h 419100"/>
                <a:gd name="connsiteX446" fmla="*/ 3988829 w 5032666"/>
                <a:gd name="connsiteY446" fmla="*/ 419100 h 419100"/>
                <a:gd name="connsiteX447" fmla="*/ 3977536 w 5032666"/>
                <a:gd name="connsiteY447" fmla="*/ 419100 h 419100"/>
                <a:gd name="connsiteX448" fmla="*/ 3966800 w 5032666"/>
                <a:gd name="connsiteY448" fmla="*/ 419100 h 419100"/>
                <a:gd name="connsiteX449" fmla="*/ 3952428 w 5032666"/>
                <a:gd name="connsiteY449" fmla="*/ 419100 h 419100"/>
                <a:gd name="connsiteX450" fmla="*/ 3920833 w 5032666"/>
                <a:gd name="connsiteY450" fmla="*/ 419100 h 419100"/>
                <a:gd name="connsiteX451" fmla="*/ 3903145 w 5032666"/>
                <a:gd name="connsiteY451" fmla="*/ 419100 h 419100"/>
                <a:gd name="connsiteX452" fmla="*/ 3895725 w 5032666"/>
                <a:gd name="connsiteY452" fmla="*/ 419100 h 419100"/>
                <a:gd name="connsiteX453" fmla="*/ 3857178 w 5032666"/>
                <a:gd name="connsiteY453" fmla="*/ 419100 h 419100"/>
                <a:gd name="connsiteX454" fmla="*/ 3846442 w 5032666"/>
                <a:gd name="connsiteY454" fmla="*/ 419100 h 419100"/>
                <a:gd name="connsiteX455" fmla="*/ 3825137 w 5032666"/>
                <a:gd name="connsiteY455" fmla="*/ 419100 h 419100"/>
                <a:gd name="connsiteX456" fmla="*/ 3800475 w 5032666"/>
                <a:gd name="connsiteY456" fmla="*/ 419100 h 419100"/>
                <a:gd name="connsiteX457" fmla="*/ 3775854 w 5032666"/>
                <a:gd name="connsiteY457" fmla="*/ 419100 h 419100"/>
                <a:gd name="connsiteX458" fmla="*/ 3768434 w 5032666"/>
                <a:gd name="connsiteY458" fmla="*/ 419100 h 419100"/>
                <a:gd name="connsiteX459" fmla="*/ 3729887 w 5032666"/>
                <a:gd name="connsiteY459" fmla="*/ 419100 h 419100"/>
                <a:gd name="connsiteX460" fmla="*/ 3719151 w 5032666"/>
                <a:gd name="connsiteY460" fmla="*/ 419100 h 419100"/>
                <a:gd name="connsiteX461" fmla="*/ 3704779 w 5032666"/>
                <a:gd name="connsiteY461" fmla="*/ 419100 h 419100"/>
                <a:gd name="connsiteX462" fmla="*/ 3673184 w 5032666"/>
                <a:gd name="connsiteY462" fmla="*/ 419100 h 419100"/>
                <a:gd name="connsiteX463" fmla="*/ 3655496 w 5032666"/>
                <a:gd name="connsiteY463" fmla="*/ 419100 h 419100"/>
                <a:gd name="connsiteX464" fmla="*/ 3648076 w 5032666"/>
                <a:gd name="connsiteY464" fmla="*/ 419100 h 419100"/>
                <a:gd name="connsiteX465" fmla="*/ 3615586 w 5032666"/>
                <a:gd name="connsiteY465" fmla="*/ 419100 h 419100"/>
                <a:gd name="connsiteX466" fmla="*/ 3609529 w 5032666"/>
                <a:gd name="connsiteY466" fmla="*/ 419100 h 419100"/>
                <a:gd name="connsiteX467" fmla="*/ 3598793 w 5032666"/>
                <a:gd name="connsiteY467" fmla="*/ 419100 h 419100"/>
                <a:gd name="connsiteX468" fmla="*/ 3566303 w 5032666"/>
                <a:gd name="connsiteY468" fmla="*/ 419100 h 419100"/>
                <a:gd name="connsiteX469" fmla="*/ 3558883 w 5032666"/>
                <a:gd name="connsiteY469" fmla="*/ 419100 h 419100"/>
                <a:gd name="connsiteX470" fmla="*/ 3552826 w 5032666"/>
                <a:gd name="connsiteY470" fmla="*/ 419100 h 419100"/>
                <a:gd name="connsiteX471" fmla="*/ 3537241 w 5032666"/>
                <a:gd name="connsiteY471" fmla="*/ 419100 h 419100"/>
                <a:gd name="connsiteX472" fmla="*/ 3520336 w 5032666"/>
                <a:gd name="connsiteY472" fmla="*/ 419100 h 419100"/>
                <a:gd name="connsiteX473" fmla="*/ 3509600 w 5032666"/>
                <a:gd name="connsiteY473" fmla="*/ 419100 h 419100"/>
                <a:gd name="connsiteX474" fmla="*/ 3495228 w 5032666"/>
                <a:gd name="connsiteY474" fmla="*/ 419100 h 419100"/>
                <a:gd name="connsiteX475" fmla="*/ 3487958 w 5032666"/>
                <a:gd name="connsiteY475" fmla="*/ 419100 h 419100"/>
                <a:gd name="connsiteX476" fmla="*/ 3480538 w 5032666"/>
                <a:gd name="connsiteY476" fmla="*/ 419100 h 419100"/>
                <a:gd name="connsiteX477" fmla="*/ 3463633 w 5032666"/>
                <a:gd name="connsiteY477" fmla="*/ 419100 h 419100"/>
                <a:gd name="connsiteX478" fmla="*/ 3445945 w 5032666"/>
                <a:gd name="connsiteY478" fmla="*/ 419100 h 419100"/>
                <a:gd name="connsiteX479" fmla="*/ 3441991 w 5032666"/>
                <a:gd name="connsiteY479" fmla="*/ 419100 h 419100"/>
                <a:gd name="connsiteX480" fmla="*/ 3438525 w 5032666"/>
                <a:gd name="connsiteY480" fmla="*/ 419100 h 419100"/>
                <a:gd name="connsiteX481" fmla="*/ 3431255 w 5032666"/>
                <a:gd name="connsiteY481" fmla="*/ 419100 h 419100"/>
                <a:gd name="connsiteX482" fmla="*/ 3416883 w 5032666"/>
                <a:gd name="connsiteY482" fmla="*/ 419100 h 419100"/>
                <a:gd name="connsiteX483" fmla="*/ 3399978 w 5032666"/>
                <a:gd name="connsiteY483" fmla="*/ 419100 h 419100"/>
                <a:gd name="connsiteX484" fmla="*/ 3389242 w 5032666"/>
                <a:gd name="connsiteY484" fmla="*/ 419100 h 419100"/>
                <a:gd name="connsiteX485" fmla="*/ 3385288 w 5032666"/>
                <a:gd name="connsiteY485" fmla="*/ 419100 h 419100"/>
                <a:gd name="connsiteX486" fmla="*/ 3367600 w 5032666"/>
                <a:gd name="connsiteY486" fmla="*/ 419100 h 419100"/>
                <a:gd name="connsiteX487" fmla="*/ 3360180 w 5032666"/>
                <a:gd name="connsiteY487" fmla="*/ 419100 h 419100"/>
                <a:gd name="connsiteX488" fmla="*/ 3343275 w 5032666"/>
                <a:gd name="connsiteY488" fmla="*/ 419100 h 419100"/>
                <a:gd name="connsiteX489" fmla="*/ 3327690 w 5032666"/>
                <a:gd name="connsiteY489" fmla="*/ 419100 h 419100"/>
                <a:gd name="connsiteX490" fmla="*/ 3321633 w 5032666"/>
                <a:gd name="connsiteY490" fmla="*/ 419100 h 419100"/>
                <a:gd name="connsiteX491" fmla="*/ 3310897 w 5032666"/>
                <a:gd name="connsiteY491" fmla="*/ 419100 h 419100"/>
                <a:gd name="connsiteX492" fmla="*/ 3278407 w 5032666"/>
                <a:gd name="connsiteY492" fmla="*/ 419100 h 419100"/>
                <a:gd name="connsiteX493" fmla="*/ 3270987 w 5032666"/>
                <a:gd name="connsiteY493" fmla="*/ 419100 h 419100"/>
                <a:gd name="connsiteX494" fmla="*/ 3264930 w 5032666"/>
                <a:gd name="connsiteY494" fmla="*/ 419100 h 419100"/>
                <a:gd name="connsiteX495" fmla="*/ 3232440 w 5032666"/>
                <a:gd name="connsiteY495" fmla="*/ 419100 h 419100"/>
                <a:gd name="connsiteX496" fmla="*/ 3221704 w 5032666"/>
                <a:gd name="connsiteY496" fmla="*/ 419100 h 419100"/>
                <a:gd name="connsiteX497" fmla="*/ 3207332 w 5032666"/>
                <a:gd name="connsiteY497" fmla="*/ 419100 h 419100"/>
                <a:gd name="connsiteX498" fmla="*/ 3175737 w 5032666"/>
                <a:gd name="connsiteY498" fmla="*/ 419100 h 419100"/>
                <a:gd name="connsiteX499" fmla="*/ 3158049 w 5032666"/>
                <a:gd name="connsiteY499" fmla="*/ 419100 h 419100"/>
                <a:gd name="connsiteX500" fmla="*/ 3150629 w 5032666"/>
                <a:gd name="connsiteY500" fmla="*/ 419100 h 419100"/>
                <a:gd name="connsiteX501" fmla="*/ 3112082 w 5032666"/>
                <a:gd name="connsiteY501" fmla="*/ 419100 h 419100"/>
                <a:gd name="connsiteX502" fmla="*/ 3101346 w 5032666"/>
                <a:gd name="connsiteY502" fmla="*/ 419100 h 419100"/>
                <a:gd name="connsiteX503" fmla="*/ 3080041 w 5032666"/>
                <a:gd name="connsiteY503" fmla="*/ 419100 h 419100"/>
                <a:gd name="connsiteX504" fmla="*/ 3055379 w 5032666"/>
                <a:gd name="connsiteY504" fmla="*/ 419100 h 419100"/>
                <a:gd name="connsiteX505" fmla="*/ 3030758 w 5032666"/>
                <a:gd name="connsiteY505" fmla="*/ 419100 h 419100"/>
                <a:gd name="connsiteX506" fmla="*/ 3023338 w 5032666"/>
                <a:gd name="connsiteY506" fmla="*/ 419100 h 419100"/>
                <a:gd name="connsiteX507" fmla="*/ 2984791 w 5032666"/>
                <a:gd name="connsiteY507" fmla="*/ 419100 h 419100"/>
                <a:gd name="connsiteX508" fmla="*/ 2975266 w 5032666"/>
                <a:gd name="connsiteY508" fmla="*/ 419100 h 419100"/>
                <a:gd name="connsiteX509" fmla="*/ 2974055 w 5032666"/>
                <a:gd name="connsiteY509" fmla="*/ 419100 h 419100"/>
                <a:gd name="connsiteX510" fmla="*/ 2959683 w 5032666"/>
                <a:gd name="connsiteY510" fmla="*/ 419100 h 419100"/>
                <a:gd name="connsiteX511" fmla="*/ 2928088 w 5032666"/>
                <a:gd name="connsiteY511" fmla="*/ 419100 h 419100"/>
                <a:gd name="connsiteX512" fmla="*/ 2925983 w 5032666"/>
                <a:gd name="connsiteY512" fmla="*/ 419100 h 419100"/>
                <a:gd name="connsiteX513" fmla="*/ 2918563 w 5032666"/>
                <a:gd name="connsiteY513" fmla="*/ 419100 h 419100"/>
                <a:gd name="connsiteX514" fmla="*/ 2910400 w 5032666"/>
                <a:gd name="connsiteY514" fmla="*/ 419100 h 419100"/>
                <a:gd name="connsiteX515" fmla="*/ 2902980 w 5032666"/>
                <a:gd name="connsiteY515" fmla="*/ 419100 h 419100"/>
                <a:gd name="connsiteX516" fmla="*/ 2891687 w 5032666"/>
                <a:gd name="connsiteY516" fmla="*/ 419100 h 419100"/>
                <a:gd name="connsiteX517" fmla="*/ 2880016 w 5032666"/>
                <a:gd name="connsiteY517" fmla="*/ 419100 h 419100"/>
                <a:gd name="connsiteX518" fmla="*/ 2870490 w 5032666"/>
                <a:gd name="connsiteY518" fmla="*/ 419100 h 419100"/>
                <a:gd name="connsiteX519" fmla="*/ 2869280 w 5032666"/>
                <a:gd name="connsiteY519" fmla="*/ 419100 h 419100"/>
                <a:gd name="connsiteX520" fmla="*/ 2864433 w 5032666"/>
                <a:gd name="connsiteY520" fmla="*/ 419100 h 419100"/>
                <a:gd name="connsiteX521" fmla="*/ 2854908 w 5032666"/>
                <a:gd name="connsiteY521" fmla="*/ 419100 h 419100"/>
                <a:gd name="connsiteX522" fmla="*/ 2853697 w 5032666"/>
                <a:gd name="connsiteY522" fmla="*/ 419100 h 419100"/>
                <a:gd name="connsiteX523" fmla="*/ 2842404 w 5032666"/>
                <a:gd name="connsiteY523" fmla="*/ 419100 h 419100"/>
                <a:gd name="connsiteX524" fmla="*/ 2834984 w 5032666"/>
                <a:gd name="connsiteY524" fmla="*/ 419100 h 419100"/>
                <a:gd name="connsiteX525" fmla="*/ 2823313 w 5032666"/>
                <a:gd name="connsiteY525" fmla="*/ 419100 h 419100"/>
                <a:gd name="connsiteX526" fmla="*/ 2821207 w 5032666"/>
                <a:gd name="connsiteY526" fmla="*/ 419100 h 419100"/>
                <a:gd name="connsiteX527" fmla="*/ 2813787 w 5032666"/>
                <a:gd name="connsiteY527" fmla="*/ 419100 h 419100"/>
                <a:gd name="connsiteX528" fmla="*/ 2807730 w 5032666"/>
                <a:gd name="connsiteY528" fmla="*/ 419100 h 419100"/>
                <a:gd name="connsiteX529" fmla="*/ 2805625 w 5032666"/>
                <a:gd name="connsiteY529" fmla="*/ 419100 h 419100"/>
                <a:gd name="connsiteX530" fmla="*/ 2798205 w 5032666"/>
                <a:gd name="connsiteY530" fmla="*/ 419100 h 419100"/>
                <a:gd name="connsiteX531" fmla="*/ 2796437 w 5032666"/>
                <a:gd name="connsiteY531" fmla="*/ 419100 h 419100"/>
                <a:gd name="connsiteX532" fmla="*/ 2785701 w 5032666"/>
                <a:gd name="connsiteY532" fmla="*/ 419100 h 419100"/>
                <a:gd name="connsiteX533" fmla="*/ 2775240 w 5032666"/>
                <a:gd name="connsiteY533" fmla="*/ 419100 h 419100"/>
                <a:gd name="connsiteX534" fmla="*/ 2771329 w 5032666"/>
                <a:gd name="connsiteY534" fmla="*/ 419100 h 419100"/>
                <a:gd name="connsiteX535" fmla="*/ 2765715 w 5032666"/>
                <a:gd name="connsiteY535" fmla="*/ 419100 h 419100"/>
                <a:gd name="connsiteX536" fmla="*/ 2764504 w 5032666"/>
                <a:gd name="connsiteY536" fmla="*/ 419100 h 419100"/>
                <a:gd name="connsiteX537" fmla="*/ 2759658 w 5032666"/>
                <a:gd name="connsiteY537" fmla="*/ 419100 h 419100"/>
                <a:gd name="connsiteX538" fmla="*/ 2750132 w 5032666"/>
                <a:gd name="connsiteY538" fmla="*/ 419100 h 419100"/>
                <a:gd name="connsiteX539" fmla="*/ 2748922 w 5032666"/>
                <a:gd name="connsiteY539" fmla="*/ 419100 h 419100"/>
                <a:gd name="connsiteX540" fmla="*/ 2739734 w 5032666"/>
                <a:gd name="connsiteY540" fmla="*/ 419100 h 419100"/>
                <a:gd name="connsiteX541" fmla="*/ 2722046 w 5032666"/>
                <a:gd name="connsiteY541" fmla="*/ 419100 h 419100"/>
                <a:gd name="connsiteX542" fmla="*/ 2718537 w 5032666"/>
                <a:gd name="connsiteY542" fmla="*/ 419100 h 419100"/>
                <a:gd name="connsiteX543" fmla="*/ 2716432 w 5032666"/>
                <a:gd name="connsiteY543" fmla="*/ 419100 h 419100"/>
                <a:gd name="connsiteX544" fmla="*/ 2714626 w 5032666"/>
                <a:gd name="connsiteY544" fmla="*/ 419100 h 419100"/>
                <a:gd name="connsiteX545" fmla="*/ 2709012 w 5032666"/>
                <a:gd name="connsiteY545" fmla="*/ 419100 h 419100"/>
                <a:gd name="connsiteX546" fmla="*/ 2702955 w 5032666"/>
                <a:gd name="connsiteY546" fmla="*/ 419100 h 419100"/>
                <a:gd name="connsiteX547" fmla="*/ 2700849 w 5032666"/>
                <a:gd name="connsiteY547" fmla="*/ 419100 h 419100"/>
                <a:gd name="connsiteX548" fmla="*/ 2693429 w 5032666"/>
                <a:gd name="connsiteY548" fmla="*/ 419100 h 419100"/>
                <a:gd name="connsiteX549" fmla="*/ 2682136 w 5032666"/>
                <a:gd name="connsiteY549" fmla="*/ 419100 h 419100"/>
                <a:gd name="connsiteX550" fmla="*/ 2676079 w 5032666"/>
                <a:gd name="connsiteY550" fmla="*/ 419100 h 419100"/>
                <a:gd name="connsiteX551" fmla="*/ 2670465 w 5032666"/>
                <a:gd name="connsiteY551" fmla="*/ 419100 h 419100"/>
                <a:gd name="connsiteX552" fmla="*/ 2665343 w 5032666"/>
                <a:gd name="connsiteY552" fmla="*/ 419100 h 419100"/>
                <a:gd name="connsiteX553" fmla="*/ 2659729 w 5032666"/>
                <a:gd name="connsiteY553" fmla="*/ 419100 h 419100"/>
                <a:gd name="connsiteX554" fmla="*/ 2654882 w 5032666"/>
                <a:gd name="connsiteY554" fmla="*/ 419100 h 419100"/>
                <a:gd name="connsiteX555" fmla="*/ 2645357 w 5032666"/>
                <a:gd name="connsiteY555" fmla="*/ 419100 h 419100"/>
                <a:gd name="connsiteX556" fmla="*/ 2644146 w 5032666"/>
                <a:gd name="connsiteY556" fmla="*/ 419100 h 419100"/>
                <a:gd name="connsiteX557" fmla="*/ 2632853 w 5032666"/>
                <a:gd name="connsiteY557" fmla="*/ 419100 h 419100"/>
                <a:gd name="connsiteX558" fmla="*/ 2625433 w 5032666"/>
                <a:gd name="connsiteY558" fmla="*/ 419100 h 419100"/>
                <a:gd name="connsiteX559" fmla="*/ 2619376 w 5032666"/>
                <a:gd name="connsiteY559" fmla="*/ 419100 h 419100"/>
                <a:gd name="connsiteX560" fmla="*/ 2613762 w 5032666"/>
                <a:gd name="connsiteY560" fmla="*/ 419100 h 419100"/>
                <a:gd name="connsiteX561" fmla="*/ 2598179 w 5032666"/>
                <a:gd name="connsiteY561" fmla="*/ 419100 h 419100"/>
                <a:gd name="connsiteX562" fmla="*/ 2596074 w 5032666"/>
                <a:gd name="connsiteY562" fmla="*/ 419100 h 419100"/>
                <a:gd name="connsiteX563" fmla="*/ 2588654 w 5032666"/>
                <a:gd name="connsiteY563" fmla="*/ 419100 h 419100"/>
                <a:gd name="connsiteX564" fmla="*/ 2586886 w 5032666"/>
                <a:gd name="connsiteY564" fmla="*/ 419100 h 419100"/>
                <a:gd name="connsiteX565" fmla="*/ 2576150 w 5032666"/>
                <a:gd name="connsiteY565" fmla="*/ 419100 h 419100"/>
                <a:gd name="connsiteX566" fmla="*/ 2561778 w 5032666"/>
                <a:gd name="connsiteY566" fmla="*/ 419100 h 419100"/>
                <a:gd name="connsiteX567" fmla="*/ 2550107 w 5032666"/>
                <a:gd name="connsiteY567" fmla="*/ 419100 h 419100"/>
                <a:gd name="connsiteX568" fmla="*/ 2539371 w 5032666"/>
                <a:gd name="connsiteY568" fmla="*/ 419100 h 419100"/>
                <a:gd name="connsiteX569" fmla="*/ 2530183 w 5032666"/>
                <a:gd name="connsiteY569" fmla="*/ 419100 h 419100"/>
                <a:gd name="connsiteX570" fmla="*/ 2518066 w 5032666"/>
                <a:gd name="connsiteY570" fmla="*/ 419100 h 419100"/>
                <a:gd name="connsiteX571" fmla="*/ 2512495 w 5032666"/>
                <a:gd name="connsiteY571" fmla="*/ 419100 h 419100"/>
                <a:gd name="connsiteX572" fmla="*/ 2505075 w 5032666"/>
                <a:gd name="connsiteY572" fmla="*/ 419100 h 419100"/>
                <a:gd name="connsiteX573" fmla="*/ 2493404 w 5032666"/>
                <a:gd name="connsiteY573" fmla="*/ 419100 h 419100"/>
                <a:gd name="connsiteX574" fmla="*/ 2468783 w 5032666"/>
                <a:gd name="connsiteY574" fmla="*/ 419100 h 419100"/>
                <a:gd name="connsiteX575" fmla="*/ 2466528 w 5032666"/>
                <a:gd name="connsiteY575" fmla="*/ 419100 h 419100"/>
                <a:gd name="connsiteX576" fmla="*/ 2461363 w 5032666"/>
                <a:gd name="connsiteY576" fmla="*/ 419100 h 419100"/>
                <a:gd name="connsiteX577" fmla="*/ 2455792 w 5032666"/>
                <a:gd name="connsiteY577" fmla="*/ 419100 h 419100"/>
                <a:gd name="connsiteX578" fmla="*/ 2434487 w 5032666"/>
                <a:gd name="connsiteY578" fmla="*/ 419100 h 419100"/>
                <a:gd name="connsiteX579" fmla="*/ 2422816 w 5032666"/>
                <a:gd name="connsiteY579" fmla="*/ 419100 h 419100"/>
                <a:gd name="connsiteX580" fmla="*/ 2412080 w 5032666"/>
                <a:gd name="connsiteY580" fmla="*/ 419100 h 419100"/>
                <a:gd name="connsiteX581" fmla="*/ 2409825 w 5032666"/>
                <a:gd name="connsiteY581" fmla="*/ 419100 h 419100"/>
                <a:gd name="connsiteX582" fmla="*/ 2397708 w 5032666"/>
                <a:gd name="connsiteY582" fmla="*/ 419100 h 419100"/>
                <a:gd name="connsiteX583" fmla="*/ 2385204 w 5032666"/>
                <a:gd name="connsiteY583" fmla="*/ 419100 h 419100"/>
                <a:gd name="connsiteX584" fmla="*/ 2377784 w 5032666"/>
                <a:gd name="connsiteY584" fmla="*/ 419100 h 419100"/>
                <a:gd name="connsiteX585" fmla="*/ 2366113 w 5032666"/>
                <a:gd name="connsiteY585" fmla="*/ 419100 h 419100"/>
                <a:gd name="connsiteX586" fmla="*/ 2348425 w 5032666"/>
                <a:gd name="connsiteY586" fmla="*/ 419100 h 419100"/>
                <a:gd name="connsiteX587" fmla="*/ 2341005 w 5032666"/>
                <a:gd name="connsiteY587" fmla="*/ 419100 h 419100"/>
                <a:gd name="connsiteX588" fmla="*/ 2339237 w 5032666"/>
                <a:gd name="connsiteY588" fmla="*/ 419100 h 419100"/>
                <a:gd name="connsiteX589" fmla="*/ 2329712 w 5032666"/>
                <a:gd name="connsiteY589" fmla="*/ 419100 h 419100"/>
                <a:gd name="connsiteX590" fmla="*/ 2328501 w 5032666"/>
                <a:gd name="connsiteY590" fmla="*/ 419100 h 419100"/>
                <a:gd name="connsiteX591" fmla="*/ 2314129 w 5032666"/>
                <a:gd name="connsiteY591" fmla="*/ 419100 h 419100"/>
                <a:gd name="connsiteX592" fmla="*/ 2308515 w 5032666"/>
                <a:gd name="connsiteY592" fmla="*/ 419100 h 419100"/>
                <a:gd name="connsiteX593" fmla="*/ 2302458 w 5032666"/>
                <a:gd name="connsiteY593" fmla="*/ 419100 h 419100"/>
                <a:gd name="connsiteX594" fmla="*/ 2291722 w 5032666"/>
                <a:gd name="connsiteY594" fmla="*/ 419100 h 419100"/>
                <a:gd name="connsiteX595" fmla="*/ 2282534 w 5032666"/>
                <a:gd name="connsiteY595" fmla="*/ 419100 h 419100"/>
                <a:gd name="connsiteX596" fmla="*/ 2280429 w 5032666"/>
                <a:gd name="connsiteY596" fmla="*/ 419100 h 419100"/>
                <a:gd name="connsiteX597" fmla="*/ 2273009 w 5032666"/>
                <a:gd name="connsiteY597" fmla="*/ 419100 h 419100"/>
                <a:gd name="connsiteX598" fmla="*/ 2264846 w 5032666"/>
                <a:gd name="connsiteY598" fmla="*/ 419100 h 419100"/>
                <a:gd name="connsiteX599" fmla="*/ 2259232 w 5032666"/>
                <a:gd name="connsiteY599" fmla="*/ 419100 h 419100"/>
                <a:gd name="connsiteX600" fmla="*/ 2257426 w 5032666"/>
                <a:gd name="connsiteY600" fmla="*/ 419100 h 419100"/>
                <a:gd name="connsiteX601" fmla="*/ 2251812 w 5032666"/>
                <a:gd name="connsiteY601" fmla="*/ 419100 h 419100"/>
                <a:gd name="connsiteX602" fmla="*/ 2245755 w 5032666"/>
                <a:gd name="connsiteY602" fmla="*/ 419100 h 419100"/>
                <a:gd name="connsiteX603" fmla="*/ 2234462 w 5032666"/>
                <a:gd name="connsiteY603" fmla="*/ 419100 h 419100"/>
                <a:gd name="connsiteX604" fmla="*/ 2224936 w 5032666"/>
                <a:gd name="connsiteY604" fmla="*/ 419100 h 419100"/>
                <a:gd name="connsiteX605" fmla="*/ 2223726 w 5032666"/>
                <a:gd name="connsiteY605" fmla="*/ 419100 h 419100"/>
                <a:gd name="connsiteX606" fmla="*/ 2218879 w 5032666"/>
                <a:gd name="connsiteY606" fmla="*/ 419100 h 419100"/>
                <a:gd name="connsiteX607" fmla="*/ 2213265 w 5032666"/>
                <a:gd name="connsiteY607" fmla="*/ 419100 h 419100"/>
                <a:gd name="connsiteX608" fmla="*/ 2209354 w 5032666"/>
                <a:gd name="connsiteY608" fmla="*/ 419100 h 419100"/>
                <a:gd name="connsiteX609" fmla="*/ 2208143 w 5032666"/>
                <a:gd name="connsiteY609" fmla="*/ 419100 h 419100"/>
                <a:gd name="connsiteX610" fmla="*/ 2202529 w 5032666"/>
                <a:gd name="connsiteY610" fmla="*/ 419100 h 419100"/>
                <a:gd name="connsiteX611" fmla="*/ 2188157 w 5032666"/>
                <a:gd name="connsiteY611" fmla="*/ 419100 h 419100"/>
                <a:gd name="connsiteX612" fmla="*/ 2177759 w 5032666"/>
                <a:gd name="connsiteY612" fmla="*/ 419100 h 419100"/>
                <a:gd name="connsiteX613" fmla="*/ 2175653 w 5032666"/>
                <a:gd name="connsiteY613" fmla="*/ 419100 h 419100"/>
                <a:gd name="connsiteX614" fmla="*/ 2168233 w 5032666"/>
                <a:gd name="connsiteY614" fmla="*/ 419100 h 419100"/>
                <a:gd name="connsiteX615" fmla="*/ 2162176 w 5032666"/>
                <a:gd name="connsiteY615" fmla="*/ 419100 h 419100"/>
                <a:gd name="connsiteX616" fmla="*/ 2160071 w 5032666"/>
                <a:gd name="connsiteY616" fmla="*/ 419100 h 419100"/>
                <a:gd name="connsiteX617" fmla="*/ 2156562 w 5032666"/>
                <a:gd name="connsiteY617" fmla="*/ 419100 h 419100"/>
                <a:gd name="connsiteX618" fmla="*/ 2152651 w 5032666"/>
                <a:gd name="connsiteY618" fmla="*/ 419100 h 419100"/>
                <a:gd name="connsiteX619" fmla="*/ 2138874 w 5032666"/>
                <a:gd name="connsiteY619" fmla="*/ 419100 h 419100"/>
                <a:gd name="connsiteX620" fmla="*/ 2131454 w 5032666"/>
                <a:gd name="connsiteY620" fmla="*/ 419100 h 419100"/>
                <a:gd name="connsiteX621" fmla="*/ 2129686 w 5032666"/>
                <a:gd name="connsiteY621" fmla="*/ 419100 h 419100"/>
                <a:gd name="connsiteX622" fmla="*/ 2120161 w 5032666"/>
                <a:gd name="connsiteY622" fmla="*/ 419100 h 419100"/>
                <a:gd name="connsiteX623" fmla="*/ 2118950 w 5032666"/>
                <a:gd name="connsiteY623" fmla="*/ 419100 h 419100"/>
                <a:gd name="connsiteX624" fmla="*/ 2114104 w 5032666"/>
                <a:gd name="connsiteY624" fmla="*/ 419100 h 419100"/>
                <a:gd name="connsiteX625" fmla="*/ 2104578 w 5032666"/>
                <a:gd name="connsiteY625" fmla="*/ 419100 h 419100"/>
                <a:gd name="connsiteX626" fmla="*/ 2103368 w 5032666"/>
                <a:gd name="connsiteY626" fmla="*/ 419100 h 419100"/>
                <a:gd name="connsiteX627" fmla="*/ 2092907 w 5032666"/>
                <a:gd name="connsiteY627" fmla="*/ 419100 h 419100"/>
                <a:gd name="connsiteX628" fmla="*/ 2082171 w 5032666"/>
                <a:gd name="connsiteY628" fmla="*/ 419100 h 419100"/>
                <a:gd name="connsiteX629" fmla="*/ 2072983 w 5032666"/>
                <a:gd name="connsiteY629" fmla="*/ 419100 h 419100"/>
                <a:gd name="connsiteX630" fmla="*/ 2070878 w 5032666"/>
                <a:gd name="connsiteY630" fmla="*/ 419100 h 419100"/>
                <a:gd name="connsiteX631" fmla="*/ 2063458 w 5032666"/>
                <a:gd name="connsiteY631" fmla="*/ 419100 h 419100"/>
                <a:gd name="connsiteX632" fmla="*/ 2057401 w 5032666"/>
                <a:gd name="connsiteY632" fmla="*/ 419100 h 419100"/>
                <a:gd name="connsiteX633" fmla="*/ 2055295 w 5032666"/>
                <a:gd name="connsiteY633" fmla="*/ 419100 h 419100"/>
                <a:gd name="connsiteX634" fmla="*/ 2047875 w 5032666"/>
                <a:gd name="connsiteY634" fmla="*/ 419100 h 419100"/>
                <a:gd name="connsiteX635" fmla="*/ 2036204 w 5032666"/>
                <a:gd name="connsiteY635" fmla="*/ 419100 h 419100"/>
                <a:gd name="connsiteX636" fmla="*/ 2024911 w 5032666"/>
                <a:gd name="connsiteY636" fmla="*/ 419100 h 419100"/>
                <a:gd name="connsiteX637" fmla="*/ 2014175 w 5032666"/>
                <a:gd name="connsiteY637" fmla="*/ 419100 h 419100"/>
                <a:gd name="connsiteX638" fmla="*/ 2009328 w 5032666"/>
                <a:gd name="connsiteY638" fmla="*/ 419100 h 419100"/>
                <a:gd name="connsiteX639" fmla="*/ 1999803 w 5032666"/>
                <a:gd name="connsiteY639" fmla="*/ 419100 h 419100"/>
                <a:gd name="connsiteX640" fmla="*/ 1998592 w 5032666"/>
                <a:gd name="connsiteY640" fmla="*/ 419100 h 419100"/>
                <a:gd name="connsiteX641" fmla="*/ 1968208 w 5032666"/>
                <a:gd name="connsiteY641" fmla="*/ 419100 h 419100"/>
                <a:gd name="connsiteX642" fmla="*/ 1952625 w 5032666"/>
                <a:gd name="connsiteY642" fmla="*/ 419100 h 419100"/>
                <a:gd name="connsiteX643" fmla="*/ 1950520 w 5032666"/>
                <a:gd name="connsiteY643" fmla="*/ 419100 h 419100"/>
                <a:gd name="connsiteX644" fmla="*/ 1943100 w 5032666"/>
                <a:gd name="connsiteY644" fmla="*/ 419100 h 419100"/>
                <a:gd name="connsiteX645" fmla="*/ 1904553 w 5032666"/>
                <a:gd name="connsiteY645" fmla="*/ 419100 h 419100"/>
                <a:gd name="connsiteX646" fmla="*/ 1893817 w 5032666"/>
                <a:gd name="connsiteY646" fmla="*/ 419100 h 419100"/>
                <a:gd name="connsiteX647" fmla="*/ 1872512 w 5032666"/>
                <a:gd name="connsiteY647" fmla="*/ 419100 h 419100"/>
                <a:gd name="connsiteX648" fmla="*/ 1847850 w 5032666"/>
                <a:gd name="connsiteY648" fmla="*/ 419100 h 419100"/>
                <a:gd name="connsiteX649" fmla="*/ 1823229 w 5032666"/>
                <a:gd name="connsiteY649" fmla="*/ 419100 h 419100"/>
                <a:gd name="connsiteX650" fmla="*/ 1815809 w 5032666"/>
                <a:gd name="connsiteY650" fmla="*/ 419100 h 419100"/>
                <a:gd name="connsiteX651" fmla="*/ 1777262 w 5032666"/>
                <a:gd name="connsiteY651" fmla="*/ 419100 h 419100"/>
                <a:gd name="connsiteX652" fmla="*/ 1766526 w 5032666"/>
                <a:gd name="connsiteY652" fmla="*/ 419100 h 419100"/>
                <a:gd name="connsiteX653" fmla="*/ 1752154 w 5032666"/>
                <a:gd name="connsiteY653" fmla="*/ 419100 h 419100"/>
                <a:gd name="connsiteX654" fmla="*/ 1720559 w 5032666"/>
                <a:gd name="connsiteY654" fmla="*/ 419100 h 419100"/>
                <a:gd name="connsiteX655" fmla="*/ 1702871 w 5032666"/>
                <a:gd name="connsiteY655" fmla="*/ 419100 h 419100"/>
                <a:gd name="connsiteX656" fmla="*/ 1695451 w 5032666"/>
                <a:gd name="connsiteY656" fmla="*/ 419100 h 419100"/>
                <a:gd name="connsiteX657" fmla="*/ 1662961 w 5032666"/>
                <a:gd name="connsiteY657" fmla="*/ 419100 h 419100"/>
                <a:gd name="connsiteX658" fmla="*/ 1656904 w 5032666"/>
                <a:gd name="connsiteY658" fmla="*/ 419100 h 419100"/>
                <a:gd name="connsiteX659" fmla="*/ 1646168 w 5032666"/>
                <a:gd name="connsiteY659" fmla="*/ 419100 h 419100"/>
                <a:gd name="connsiteX660" fmla="*/ 1613678 w 5032666"/>
                <a:gd name="connsiteY660" fmla="*/ 419100 h 419100"/>
                <a:gd name="connsiteX661" fmla="*/ 1606258 w 5032666"/>
                <a:gd name="connsiteY661" fmla="*/ 419100 h 419100"/>
                <a:gd name="connsiteX662" fmla="*/ 1600201 w 5032666"/>
                <a:gd name="connsiteY662" fmla="*/ 419100 h 419100"/>
                <a:gd name="connsiteX663" fmla="*/ 1584616 w 5032666"/>
                <a:gd name="connsiteY663" fmla="*/ 419100 h 419100"/>
                <a:gd name="connsiteX664" fmla="*/ 1567711 w 5032666"/>
                <a:gd name="connsiteY664" fmla="*/ 419100 h 419100"/>
                <a:gd name="connsiteX665" fmla="*/ 1556975 w 5032666"/>
                <a:gd name="connsiteY665" fmla="*/ 419100 h 419100"/>
                <a:gd name="connsiteX666" fmla="*/ 1542603 w 5032666"/>
                <a:gd name="connsiteY666" fmla="*/ 419100 h 419100"/>
                <a:gd name="connsiteX667" fmla="*/ 1535333 w 5032666"/>
                <a:gd name="connsiteY667" fmla="*/ 419100 h 419100"/>
                <a:gd name="connsiteX668" fmla="*/ 1527913 w 5032666"/>
                <a:gd name="connsiteY668" fmla="*/ 419100 h 419100"/>
                <a:gd name="connsiteX669" fmla="*/ 1511008 w 5032666"/>
                <a:gd name="connsiteY669" fmla="*/ 419100 h 419100"/>
                <a:gd name="connsiteX670" fmla="*/ 1493320 w 5032666"/>
                <a:gd name="connsiteY670" fmla="*/ 419100 h 419100"/>
                <a:gd name="connsiteX671" fmla="*/ 1489366 w 5032666"/>
                <a:gd name="connsiteY671" fmla="*/ 419100 h 419100"/>
                <a:gd name="connsiteX672" fmla="*/ 1485900 w 5032666"/>
                <a:gd name="connsiteY672" fmla="*/ 419100 h 419100"/>
                <a:gd name="connsiteX673" fmla="*/ 1478630 w 5032666"/>
                <a:gd name="connsiteY673" fmla="*/ 419100 h 419100"/>
                <a:gd name="connsiteX674" fmla="*/ 1464258 w 5032666"/>
                <a:gd name="connsiteY674" fmla="*/ 419100 h 419100"/>
                <a:gd name="connsiteX675" fmla="*/ 1447353 w 5032666"/>
                <a:gd name="connsiteY675" fmla="*/ 419100 h 419100"/>
                <a:gd name="connsiteX676" fmla="*/ 1436617 w 5032666"/>
                <a:gd name="connsiteY676" fmla="*/ 419100 h 419100"/>
                <a:gd name="connsiteX677" fmla="*/ 1432663 w 5032666"/>
                <a:gd name="connsiteY677" fmla="*/ 419100 h 419100"/>
                <a:gd name="connsiteX678" fmla="*/ 1414975 w 5032666"/>
                <a:gd name="connsiteY678" fmla="*/ 419100 h 419100"/>
                <a:gd name="connsiteX679" fmla="*/ 1407555 w 5032666"/>
                <a:gd name="connsiteY679" fmla="*/ 419100 h 419100"/>
                <a:gd name="connsiteX680" fmla="*/ 1390650 w 5032666"/>
                <a:gd name="connsiteY680" fmla="*/ 419100 h 419100"/>
                <a:gd name="connsiteX681" fmla="*/ 1375065 w 5032666"/>
                <a:gd name="connsiteY681" fmla="*/ 419100 h 419100"/>
                <a:gd name="connsiteX682" fmla="*/ 1369008 w 5032666"/>
                <a:gd name="connsiteY682" fmla="*/ 419100 h 419100"/>
                <a:gd name="connsiteX683" fmla="*/ 1358272 w 5032666"/>
                <a:gd name="connsiteY683" fmla="*/ 419100 h 419100"/>
                <a:gd name="connsiteX684" fmla="*/ 1325782 w 5032666"/>
                <a:gd name="connsiteY684" fmla="*/ 419100 h 419100"/>
                <a:gd name="connsiteX685" fmla="*/ 1318362 w 5032666"/>
                <a:gd name="connsiteY685" fmla="*/ 419100 h 419100"/>
                <a:gd name="connsiteX686" fmla="*/ 1312305 w 5032666"/>
                <a:gd name="connsiteY686" fmla="*/ 419100 h 419100"/>
                <a:gd name="connsiteX687" fmla="*/ 1279815 w 5032666"/>
                <a:gd name="connsiteY687" fmla="*/ 419100 h 419100"/>
                <a:gd name="connsiteX688" fmla="*/ 1269079 w 5032666"/>
                <a:gd name="connsiteY688" fmla="*/ 419100 h 419100"/>
                <a:gd name="connsiteX689" fmla="*/ 1254707 w 5032666"/>
                <a:gd name="connsiteY689" fmla="*/ 419100 h 419100"/>
                <a:gd name="connsiteX690" fmla="*/ 1223112 w 5032666"/>
                <a:gd name="connsiteY690" fmla="*/ 419100 h 419100"/>
                <a:gd name="connsiteX691" fmla="*/ 1205424 w 5032666"/>
                <a:gd name="connsiteY691" fmla="*/ 419100 h 419100"/>
                <a:gd name="connsiteX692" fmla="*/ 1198004 w 5032666"/>
                <a:gd name="connsiteY692" fmla="*/ 419100 h 419100"/>
                <a:gd name="connsiteX693" fmla="*/ 1159457 w 5032666"/>
                <a:gd name="connsiteY693" fmla="*/ 419100 h 419100"/>
                <a:gd name="connsiteX694" fmla="*/ 1148721 w 5032666"/>
                <a:gd name="connsiteY694" fmla="*/ 419100 h 419100"/>
                <a:gd name="connsiteX695" fmla="*/ 1127416 w 5032666"/>
                <a:gd name="connsiteY695" fmla="*/ 419100 h 419100"/>
                <a:gd name="connsiteX696" fmla="*/ 1102754 w 5032666"/>
                <a:gd name="connsiteY696" fmla="*/ 419100 h 419100"/>
                <a:gd name="connsiteX697" fmla="*/ 1078133 w 5032666"/>
                <a:gd name="connsiteY697" fmla="*/ 419100 h 419100"/>
                <a:gd name="connsiteX698" fmla="*/ 1070713 w 5032666"/>
                <a:gd name="connsiteY698" fmla="*/ 419100 h 419100"/>
                <a:gd name="connsiteX699" fmla="*/ 1032166 w 5032666"/>
                <a:gd name="connsiteY699" fmla="*/ 419100 h 419100"/>
                <a:gd name="connsiteX700" fmla="*/ 1021430 w 5032666"/>
                <a:gd name="connsiteY700" fmla="*/ 419100 h 419100"/>
                <a:gd name="connsiteX701" fmla="*/ 1007058 w 5032666"/>
                <a:gd name="connsiteY701" fmla="*/ 419100 h 419100"/>
                <a:gd name="connsiteX702" fmla="*/ 975463 w 5032666"/>
                <a:gd name="connsiteY702" fmla="*/ 419100 h 419100"/>
                <a:gd name="connsiteX703" fmla="*/ 957775 w 5032666"/>
                <a:gd name="connsiteY703" fmla="*/ 419100 h 419100"/>
                <a:gd name="connsiteX704" fmla="*/ 950355 w 5032666"/>
                <a:gd name="connsiteY704" fmla="*/ 419100 h 419100"/>
                <a:gd name="connsiteX705" fmla="*/ 939062 w 5032666"/>
                <a:gd name="connsiteY705" fmla="*/ 419100 h 419100"/>
                <a:gd name="connsiteX706" fmla="*/ 917865 w 5032666"/>
                <a:gd name="connsiteY706" fmla="*/ 419100 h 419100"/>
                <a:gd name="connsiteX707" fmla="*/ 911808 w 5032666"/>
                <a:gd name="connsiteY707" fmla="*/ 419100 h 419100"/>
                <a:gd name="connsiteX708" fmla="*/ 901072 w 5032666"/>
                <a:gd name="connsiteY708" fmla="*/ 419100 h 419100"/>
                <a:gd name="connsiteX709" fmla="*/ 889779 w 5032666"/>
                <a:gd name="connsiteY709" fmla="*/ 419100 h 419100"/>
                <a:gd name="connsiteX710" fmla="*/ 882359 w 5032666"/>
                <a:gd name="connsiteY710" fmla="*/ 419100 h 419100"/>
                <a:gd name="connsiteX711" fmla="*/ 868582 w 5032666"/>
                <a:gd name="connsiteY711" fmla="*/ 419100 h 419100"/>
                <a:gd name="connsiteX712" fmla="*/ 861162 w 5032666"/>
                <a:gd name="connsiteY712" fmla="*/ 419100 h 419100"/>
                <a:gd name="connsiteX713" fmla="*/ 855105 w 5032666"/>
                <a:gd name="connsiteY713" fmla="*/ 419100 h 419100"/>
                <a:gd name="connsiteX714" fmla="*/ 843812 w 5032666"/>
                <a:gd name="connsiteY714" fmla="*/ 419100 h 419100"/>
                <a:gd name="connsiteX715" fmla="*/ 833076 w 5032666"/>
                <a:gd name="connsiteY715" fmla="*/ 419100 h 419100"/>
                <a:gd name="connsiteX716" fmla="*/ 822615 w 5032666"/>
                <a:gd name="connsiteY716" fmla="*/ 419100 h 419100"/>
                <a:gd name="connsiteX717" fmla="*/ 818704 w 5032666"/>
                <a:gd name="connsiteY717" fmla="*/ 419100 h 419100"/>
                <a:gd name="connsiteX718" fmla="*/ 811879 w 5032666"/>
                <a:gd name="connsiteY718" fmla="*/ 419100 h 419100"/>
                <a:gd name="connsiteX719" fmla="*/ 797507 w 5032666"/>
                <a:gd name="connsiteY719" fmla="*/ 419100 h 419100"/>
                <a:gd name="connsiteX720" fmla="*/ 787109 w 5032666"/>
                <a:gd name="connsiteY720" fmla="*/ 419100 h 419100"/>
                <a:gd name="connsiteX721" fmla="*/ 769421 w 5032666"/>
                <a:gd name="connsiteY721" fmla="*/ 419100 h 419100"/>
                <a:gd name="connsiteX722" fmla="*/ 765912 w 5032666"/>
                <a:gd name="connsiteY722" fmla="*/ 419100 h 419100"/>
                <a:gd name="connsiteX723" fmla="*/ 762001 w 5032666"/>
                <a:gd name="connsiteY723" fmla="*/ 419100 h 419100"/>
                <a:gd name="connsiteX724" fmla="*/ 748224 w 5032666"/>
                <a:gd name="connsiteY724" fmla="*/ 419100 h 419100"/>
                <a:gd name="connsiteX725" fmla="*/ 740804 w 5032666"/>
                <a:gd name="connsiteY725" fmla="*/ 419100 h 419100"/>
                <a:gd name="connsiteX726" fmla="*/ 729511 w 5032666"/>
                <a:gd name="connsiteY726" fmla="*/ 419100 h 419100"/>
                <a:gd name="connsiteX727" fmla="*/ 723454 w 5032666"/>
                <a:gd name="connsiteY727" fmla="*/ 419100 h 419100"/>
                <a:gd name="connsiteX728" fmla="*/ 712718 w 5032666"/>
                <a:gd name="connsiteY728" fmla="*/ 419100 h 419100"/>
                <a:gd name="connsiteX729" fmla="*/ 702257 w 5032666"/>
                <a:gd name="connsiteY729" fmla="*/ 419100 h 419100"/>
                <a:gd name="connsiteX730" fmla="*/ 691521 w 5032666"/>
                <a:gd name="connsiteY730" fmla="*/ 419100 h 419100"/>
                <a:gd name="connsiteX731" fmla="*/ 680228 w 5032666"/>
                <a:gd name="connsiteY731" fmla="*/ 419100 h 419100"/>
                <a:gd name="connsiteX732" fmla="*/ 672808 w 5032666"/>
                <a:gd name="connsiteY732" fmla="*/ 419100 h 419100"/>
                <a:gd name="connsiteX733" fmla="*/ 666751 w 5032666"/>
                <a:gd name="connsiteY733" fmla="*/ 419100 h 419100"/>
                <a:gd name="connsiteX734" fmla="*/ 645554 w 5032666"/>
                <a:gd name="connsiteY734" fmla="*/ 419100 h 419100"/>
                <a:gd name="connsiteX735" fmla="*/ 634261 w 5032666"/>
                <a:gd name="connsiteY735" fmla="*/ 419100 h 419100"/>
                <a:gd name="connsiteX736" fmla="*/ 623525 w 5032666"/>
                <a:gd name="connsiteY736" fmla="*/ 419100 h 419100"/>
                <a:gd name="connsiteX737" fmla="*/ 609153 w 5032666"/>
                <a:gd name="connsiteY737" fmla="*/ 419100 h 419100"/>
                <a:gd name="connsiteX738" fmla="*/ 577558 w 5032666"/>
                <a:gd name="connsiteY738" fmla="*/ 419100 h 419100"/>
                <a:gd name="connsiteX739" fmla="*/ 559870 w 5032666"/>
                <a:gd name="connsiteY739" fmla="*/ 419100 h 419100"/>
                <a:gd name="connsiteX740" fmla="*/ 552450 w 5032666"/>
                <a:gd name="connsiteY740" fmla="*/ 419100 h 419100"/>
                <a:gd name="connsiteX741" fmla="*/ 513903 w 5032666"/>
                <a:gd name="connsiteY741" fmla="*/ 419100 h 419100"/>
                <a:gd name="connsiteX742" fmla="*/ 503167 w 5032666"/>
                <a:gd name="connsiteY742" fmla="*/ 419100 h 419100"/>
                <a:gd name="connsiteX743" fmla="*/ 481862 w 5032666"/>
                <a:gd name="connsiteY743" fmla="*/ 419100 h 419100"/>
                <a:gd name="connsiteX744" fmla="*/ 457200 w 5032666"/>
                <a:gd name="connsiteY744" fmla="*/ 419100 h 419100"/>
                <a:gd name="connsiteX745" fmla="*/ 432579 w 5032666"/>
                <a:gd name="connsiteY745" fmla="*/ 419100 h 419100"/>
                <a:gd name="connsiteX746" fmla="*/ 425159 w 5032666"/>
                <a:gd name="connsiteY746" fmla="*/ 419100 h 419100"/>
                <a:gd name="connsiteX747" fmla="*/ 386612 w 5032666"/>
                <a:gd name="connsiteY747" fmla="*/ 419100 h 419100"/>
                <a:gd name="connsiteX748" fmla="*/ 375876 w 5032666"/>
                <a:gd name="connsiteY748" fmla="*/ 419100 h 419100"/>
                <a:gd name="connsiteX749" fmla="*/ 361504 w 5032666"/>
                <a:gd name="connsiteY749" fmla="*/ 419100 h 419100"/>
                <a:gd name="connsiteX750" fmla="*/ 329909 w 5032666"/>
                <a:gd name="connsiteY750" fmla="*/ 419100 h 419100"/>
                <a:gd name="connsiteX751" fmla="*/ 312221 w 5032666"/>
                <a:gd name="connsiteY751" fmla="*/ 419100 h 419100"/>
                <a:gd name="connsiteX752" fmla="*/ 304801 w 5032666"/>
                <a:gd name="connsiteY752" fmla="*/ 419100 h 419100"/>
                <a:gd name="connsiteX753" fmla="*/ 272311 w 5032666"/>
                <a:gd name="connsiteY753" fmla="*/ 419100 h 419100"/>
                <a:gd name="connsiteX754" fmla="*/ 266254 w 5032666"/>
                <a:gd name="connsiteY754" fmla="*/ 419100 h 419100"/>
                <a:gd name="connsiteX755" fmla="*/ 255518 w 5032666"/>
                <a:gd name="connsiteY755" fmla="*/ 419100 h 419100"/>
                <a:gd name="connsiteX756" fmla="*/ 223028 w 5032666"/>
                <a:gd name="connsiteY756" fmla="*/ 419100 h 419100"/>
                <a:gd name="connsiteX757" fmla="*/ 215608 w 5032666"/>
                <a:gd name="connsiteY757" fmla="*/ 419100 h 419100"/>
                <a:gd name="connsiteX758" fmla="*/ 209551 w 5032666"/>
                <a:gd name="connsiteY758" fmla="*/ 419100 h 419100"/>
                <a:gd name="connsiteX759" fmla="*/ 177061 w 5032666"/>
                <a:gd name="connsiteY759" fmla="*/ 419100 h 419100"/>
                <a:gd name="connsiteX760" fmla="*/ 166325 w 5032666"/>
                <a:gd name="connsiteY760" fmla="*/ 419100 h 419100"/>
                <a:gd name="connsiteX761" fmla="*/ 151953 w 5032666"/>
                <a:gd name="connsiteY761" fmla="*/ 419100 h 419100"/>
                <a:gd name="connsiteX762" fmla="*/ 120358 w 5032666"/>
                <a:gd name="connsiteY762" fmla="*/ 419100 h 419100"/>
                <a:gd name="connsiteX763" fmla="*/ 102670 w 5032666"/>
                <a:gd name="connsiteY763" fmla="*/ 419100 h 419100"/>
                <a:gd name="connsiteX764" fmla="*/ 95250 w 5032666"/>
                <a:gd name="connsiteY764" fmla="*/ 419100 h 419100"/>
                <a:gd name="connsiteX765" fmla="*/ 56703 w 5032666"/>
                <a:gd name="connsiteY765" fmla="*/ 419100 h 419100"/>
                <a:gd name="connsiteX766" fmla="*/ 45967 w 5032666"/>
                <a:gd name="connsiteY766" fmla="*/ 419100 h 419100"/>
                <a:gd name="connsiteX767" fmla="*/ 0 w 5032666"/>
                <a:gd name="connsiteY767"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Lst>
              <a:rect l="l" t="t" r="r" b="b"/>
              <a:pathLst>
                <a:path w="5032666" h="419100">
                  <a:moveTo>
                    <a:pt x="104775" y="0"/>
                  </a:moveTo>
                  <a:lnTo>
                    <a:pt x="150742" y="0"/>
                  </a:lnTo>
                  <a:lnTo>
                    <a:pt x="161478" y="0"/>
                  </a:lnTo>
                  <a:lnTo>
                    <a:pt x="200025" y="0"/>
                  </a:lnTo>
                  <a:lnTo>
                    <a:pt x="207445" y="0"/>
                  </a:lnTo>
                  <a:lnTo>
                    <a:pt x="225133" y="0"/>
                  </a:lnTo>
                  <a:lnTo>
                    <a:pt x="256728" y="0"/>
                  </a:lnTo>
                  <a:lnTo>
                    <a:pt x="271100" y="0"/>
                  </a:lnTo>
                  <a:lnTo>
                    <a:pt x="281836" y="0"/>
                  </a:lnTo>
                  <a:lnTo>
                    <a:pt x="314326" y="0"/>
                  </a:lnTo>
                  <a:lnTo>
                    <a:pt x="320383" y="0"/>
                  </a:lnTo>
                  <a:lnTo>
                    <a:pt x="327803" y="0"/>
                  </a:lnTo>
                  <a:lnTo>
                    <a:pt x="360293" y="0"/>
                  </a:lnTo>
                  <a:lnTo>
                    <a:pt x="371029" y="0"/>
                  </a:lnTo>
                  <a:lnTo>
                    <a:pt x="377086" y="0"/>
                  </a:lnTo>
                  <a:lnTo>
                    <a:pt x="409576" y="0"/>
                  </a:lnTo>
                  <a:lnTo>
                    <a:pt x="416996" y="0"/>
                  </a:lnTo>
                  <a:lnTo>
                    <a:pt x="434684" y="0"/>
                  </a:lnTo>
                  <a:lnTo>
                    <a:pt x="466279" y="0"/>
                  </a:lnTo>
                  <a:lnTo>
                    <a:pt x="480651" y="0"/>
                  </a:lnTo>
                  <a:lnTo>
                    <a:pt x="491387" y="0"/>
                  </a:lnTo>
                  <a:lnTo>
                    <a:pt x="529934" y="0"/>
                  </a:lnTo>
                  <a:lnTo>
                    <a:pt x="537354" y="0"/>
                  </a:lnTo>
                  <a:lnTo>
                    <a:pt x="561975" y="0"/>
                  </a:lnTo>
                  <a:lnTo>
                    <a:pt x="586637" y="0"/>
                  </a:lnTo>
                  <a:lnTo>
                    <a:pt x="607942" y="0"/>
                  </a:lnTo>
                  <a:lnTo>
                    <a:pt x="618678" y="0"/>
                  </a:lnTo>
                  <a:lnTo>
                    <a:pt x="657225" y="0"/>
                  </a:lnTo>
                  <a:lnTo>
                    <a:pt x="664645" y="0"/>
                  </a:lnTo>
                  <a:lnTo>
                    <a:pt x="682333" y="0"/>
                  </a:lnTo>
                  <a:lnTo>
                    <a:pt x="713928" y="0"/>
                  </a:lnTo>
                  <a:lnTo>
                    <a:pt x="728300" y="0"/>
                  </a:lnTo>
                  <a:lnTo>
                    <a:pt x="739036" y="0"/>
                  </a:lnTo>
                  <a:lnTo>
                    <a:pt x="750329" y="0"/>
                  </a:lnTo>
                  <a:lnTo>
                    <a:pt x="771526" y="0"/>
                  </a:lnTo>
                  <a:lnTo>
                    <a:pt x="777583" y="0"/>
                  </a:lnTo>
                  <a:lnTo>
                    <a:pt x="785003" y="0"/>
                  </a:lnTo>
                  <a:lnTo>
                    <a:pt x="796296" y="0"/>
                  </a:lnTo>
                  <a:lnTo>
                    <a:pt x="807032" y="0"/>
                  </a:lnTo>
                  <a:lnTo>
                    <a:pt x="817493" y="0"/>
                  </a:lnTo>
                  <a:lnTo>
                    <a:pt x="828229" y="0"/>
                  </a:lnTo>
                  <a:lnTo>
                    <a:pt x="834286" y="0"/>
                  </a:lnTo>
                  <a:lnTo>
                    <a:pt x="845579" y="0"/>
                  </a:lnTo>
                  <a:lnTo>
                    <a:pt x="852999" y="0"/>
                  </a:lnTo>
                  <a:lnTo>
                    <a:pt x="866776" y="0"/>
                  </a:lnTo>
                  <a:lnTo>
                    <a:pt x="870687" y="0"/>
                  </a:lnTo>
                  <a:lnTo>
                    <a:pt x="874196" y="0"/>
                  </a:lnTo>
                  <a:lnTo>
                    <a:pt x="891884" y="0"/>
                  </a:lnTo>
                  <a:lnTo>
                    <a:pt x="902282" y="0"/>
                  </a:lnTo>
                  <a:lnTo>
                    <a:pt x="916654" y="0"/>
                  </a:lnTo>
                  <a:lnTo>
                    <a:pt x="923479" y="0"/>
                  </a:lnTo>
                  <a:lnTo>
                    <a:pt x="927390" y="0"/>
                  </a:lnTo>
                  <a:lnTo>
                    <a:pt x="937851" y="0"/>
                  </a:lnTo>
                  <a:lnTo>
                    <a:pt x="948587" y="0"/>
                  </a:lnTo>
                  <a:lnTo>
                    <a:pt x="959880" y="0"/>
                  </a:lnTo>
                  <a:lnTo>
                    <a:pt x="965937" y="0"/>
                  </a:lnTo>
                  <a:lnTo>
                    <a:pt x="973357" y="0"/>
                  </a:lnTo>
                  <a:lnTo>
                    <a:pt x="987134" y="0"/>
                  </a:lnTo>
                  <a:lnTo>
                    <a:pt x="994554" y="0"/>
                  </a:lnTo>
                  <a:lnTo>
                    <a:pt x="1005847" y="0"/>
                  </a:lnTo>
                  <a:lnTo>
                    <a:pt x="1016583" y="0"/>
                  </a:lnTo>
                  <a:lnTo>
                    <a:pt x="1022640" y="0"/>
                  </a:lnTo>
                  <a:lnTo>
                    <a:pt x="1043837" y="0"/>
                  </a:lnTo>
                  <a:lnTo>
                    <a:pt x="1055130" y="0"/>
                  </a:lnTo>
                  <a:lnTo>
                    <a:pt x="1062550" y="0"/>
                  </a:lnTo>
                  <a:lnTo>
                    <a:pt x="1080238" y="0"/>
                  </a:lnTo>
                  <a:lnTo>
                    <a:pt x="1111833" y="0"/>
                  </a:lnTo>
                  <a:lnTo>
                    <a:pt x="1126205" y="0"/>
                  </a:lnTo>
                  <a:lnTo>
                    <a:pt x="1136941" y="0"/>
                  </a:lnTo>
                  <a:lnTo>
                    <a:pt x="1175488" y="0"/>
                  </a:lnTo>
                  <a:lnTo>
                    <a:pt x="1182908" y="0"/>
                  </a:lnTo>
                  <a:lnTo>
                    <a:pt x="1207529" y="0"/>
                  </a:lnTo>
                  <a:lnTo>
                    <a:pt x="1232191" y="0"/>
                  </a:lnTo>
                  <a:lnTo>
                    <a:pt x="1253496" y="0"/>
                  </a:lnTo>
                  <a:lnTo>
                    <a:pt x="1264232" y="0"/>
                  </a:lnTo>
                  <a:lnTo>
                    <a:pt x="1302779" y="0"/>
                  </a:lnTo>
                  <a:lnTo>
                    <a:pt x="1310199" y="0"/>
                  </a:lnTo>
                  <a:lnTo>
                    <a:pt x="1327887" y="0"/>
                  </a:lnTo>
                  <a:lnTo>
                    <a:pt x="1359482" y="0"/>
                  </a:lnTo>
                  <a:lnTo>
                    <a:pt x="1373854" y="0"/>
                  </a:lnTo>
                  <a:lnTo>
                    <a:pt x="1384590" y="0"/>
                  </a:lnTo>
                  <a:lnTo>
                    <a:pt x="1417080" y="0"/>
                  </a:lnTo>
                  <a:lnTo>
                    <a:pt x="1423137" y="0"/>
                  </a:lnTo>
                  <a:lnTo>
                    <a:pt x="1430557" y="0"/>
                  </a:lnTo>
                  <a:lnTo>
                    <a:pt x="1463047" y="0"/>
                  </a:lnTo>
                  <a:lnTo>
                    <a:pt x="1473783" y="0"/>
                  </a:lnTo>
                  <a:lnTo>
                    <a:pt x="1479840" y="0"/>
                  </a:lnTo>
                  <a:lnTo>
                    <a:pt x="1495425" y="0"/>
                  </a:lnTo>
                  <a:lnTo>
                    <a:pt x="1512330" y="0"/>
                  </a:lnTo>
                  <a:lnTo>
                    <a:pt x="1519750" y="0"/>
                  </a:lnTo>
                  <a:lnTo>
                    <a:pt x="1537438" y="0"/>
                  </a:lnTo>
                  <a:lnTo>
                    <a:pt x="1541392" y="0"/>
                  </a:lnTo>
                  <a:lnTo>
                    <a:pt x="1552128" y="0"/>
                  </a:lnTo>
                  <a:lnTo>
                    <a:pt x="1569033" y="0"/>
                  </a:lnTo>
                  <a:lnTo>
                    <a:pt x="1583405" y="0"/>
                  </a:lnTo>
                  <a:lnTo>
                    <a:pt x="1590675" y="0"/>
                  </a:lnTo>
                  <a:lnTo>
                    <a:pt x="1594141" y="0"/>
                  </a:lnTo>
                  <a:lnTo>
                    <a:pt x="1598095" y="0"/>
                  </a:lnTo>
                  <a:lnTo>
                    <a:pt x="1615783" y="0"/>
                  </a:lnTo>
                  <a:lnTo>
                    <a:pt x="1632688" y="0"/>
                  </a:lnTo>
                  <a:lnTo>
                    <a:pt x="1640108" y="0"/>
                  </a:lnTo>
                  <a:lnTo>
                    <a:pt x="1647378" y="0"/>
                  </a:lnTo>
                  <a:lnTo>
                    <a:pt x="1661750" y="0"/>
                  </a:lnTo>
                  <a:lnTo>
                    <a:pt x="1672486" y="0"/>
                  </a:lnTo>
                  <a:lnTo>
                    <a:pt x="1689391" y="0"/>
                  </a:lnTo>
                  <a:lnTo>
                    <a:pt x="1704976" y="0"/>
                  </a:lnTo>
                  <a:lnTo>
                    <a:pt x="1711033" y="0"/>
                  </a:lnTo>
                  <a:lnTo>
                    <a:pt x="1718453" y="0"/>
                  </a:lnTo>
                  <a:lnTo>
                    <a:pt x="1750943" y="0"/>
                  </a:lnTo>
                  <a:lnTo>
                    <a:pt x="1761679" y="0"/>
                  </a:lnTo>
                  <a:lnTo>
                    <a:pt x="1767736" y="0"/>
                  </a:lnTo>
                  <a:lnTo>
                    <a:pt x="1800226" y="0"/>
                  </a:lnTo>
                  <a:lnTo>
                    <a:pt x="1807646" y="0"/>
                  </a:lnTo>
                  <a:lnTo>
                    <a:pt x="1825334" y="0"/>
                  </a:lnTo>
                  <a:lnTo>
                    <a:pt x="1856929" y="0"/>
                  </a:lnTo>
                  <a:lnTo>
                    <a:pt x="1871301" y="0"/>
                  </a:lnTo>
                  <a:lnTo>
                    <a:pt x="1882037" y="0"/>
                  </a:lnTo>
                  <a:lnTo>
                    <a:pt x="1920584" y="0"/>
                  </a:lnTo>
                  <a:lnTo>
                    <a:pt x="1928004" y="0"/>
                  </a:lnTo>
                  <a:lnTo>
                    <a:pt x="1952625" y="0"/>
                  </a:lnTo>
                  <a:lnTo>
                    <a:pt x="1977287" y="0"/>
                  </a:lnTo>
                  <a:lnTo>
                    <a:pt x="1998592" y="0"/>
                  </a:lnTo>
                  <a:lnTo>
                    <a:pt x="2009328" y="0"/>
                  </a:lnTo>
                  <a:lnTo>
                    <a:pt x="2047875" y="0"/>
                  </a:lnTo>
                  <a:lnTo>
                    <a:pt x="2055295" y="0"/>
                  </a:lnTo>
                  <a:lnTo>
                    <a:pt x="2057400" y="0"/>
                  </a:lnTo>
                  <a:lnTo>
                    <a:pt x="2072983" y="0"/>
                  </a:lnTo>
                  <a:lnTo>
                    <a:pt x="2103367" y="0"/>
                  </a:lnTo>
                  <a:lnTo>
                    <a:pt x="2104578" y="0"/>
                  </a:lnTo>
                  <a:lnTo>
                    <a:pt x="2114103" y="0"/>
                  </a:lnTo>
                  <a:lnTo>
                    <a:pt x="2118950" y="0"/>
                  </a:lnTo>
                  <a:lnTo>
                    <a:pt x="2129686" y="0"/>
                  </a:lnTo>
                  <a:lnTo>
                    <a:pt x="2140979" y="0"/>
                  </a:lnTo>
                  <a:lnTo>
                    <a:pt x="2152650" y="0"/>
                  </a:lnTo>
                  <a:lnTo>
                    <a:pt x="2160070" y="0"/>
                  </a:lnTo>
                  <a:lnTo>
                    <a:pt x="2162176" y="0"/>
                  </a:lnTo>
                  <a:lnTo>
                    <a:pt x="2168233" y="0"/>
                  </a:lnTo>
                  <a:lnTo>
                    <a:pt x="2175653" y="0"/>
                  </a:lnTo>
                  <a:lnTo>
                    <a:pt x="2177758" y="0"/>
                  </a:lnTo>
                  <a:lnTo>
                    <a:pt x="2186946" y="0"/>
                  </a:lnTo>
                  <a:lnTo>
                    <a:pt x="2197682" y="0"/>
                  </a:lnTo>
                  <a:lnTo>
                    <a:pt x="2208143" y="0"/>
                  </a:lnTo>
                  <a:lnTo>
                    <a:pt x="2209353" y="0"/>
                  </a:lnTo>
                  <a:lnTo>
                    <a:pt x="2218879" y="0"/>
                  </a:lnTo>
                  <a:lnTo>
                    <a:pt x="2223725" y="0"/>
                  </a:lnTo>
                  <a:lnTo>
                    <a:pt x="2224936" y="0"/>
                  </a:lnTo>
                  <a:lnTo>
                    <a:pt x="2234461" y="0"/>
                  </a:lnTo>
                  <a:lnTo>
                    <a:pt x="2236229" y="0"/>
                  </a:lnTo>
                  <a:lnTo>
                    <a:pt x="2243649" y="0"/>
                  </a:lnTo>
                  <a:lnTo>
                    <a:pt x="2257426" y="0"/>
                  </a:lnTo>
                  <a:lnTo>
                    <a:pt x="2261337" y="0"/>
                  </a:lnTo>
                  <a:lnTo>
                    <a:pt x="2264846" y="0"/>
                  </a:lnTo>
                  <a:lnTo>
                    <a:pt x="2266951" y="0"/>
                  </a:lnTo>
                  <a:lnTo>
                    <a:pt x="2273008" y="0"/>
                  </a:lnTo>
                  <a:lnTo>
                    <a:pt x="2280428" y="0"/>
                  </a:lnTo>
                  <a:lnTo>
                    <a:pt x="2282534" y="0"/>
                  </a:lnTo>
                  <a:lnTo>
                    <a:pt x="2292932" y="0"/>
                  </a:lnTo>
                  <a:lnTo>
                    <a:pt x="2307304" y="0"/>
                  </a:lnTo>
                  <a:lnTo>
                    <a:pt x="2312918" y="0"/>
                  </a:lnTo>
                  <a:lnTo>
                    <a:pt x="2314129" y="0"/>
                  </a:lnTo>
                  <a:lnTo>
                    <a:pt x="2318040" y="0"/>
                  </a:lnTo>
                  <a:lnTo>
                    <a:pt x="2323654" y="0"/>
                  </a:lnTo>
                  <a:lnTo>
                    <a:pt x="2328501" y="0"/>
                  </a:lnTo>
                  <a:lnTo>
                    <a:pt x="2329711" y="0"/>
                  </a:lnTo>
                  <a:lnTo>
                    <a:pt x="2339237" y="0"/>
                  </a:lnTo>
                  <a:lnTo>
                    <a:pt x="2350530" y="0"/>
                  </a:lnTo>
                  <a:lnTo>
                    <a:pt x="2356587" y="0"/>
                  </a:lnTo>
                  <a:lnTo>
                    <a:pt x="2362201" y="0"/>
                  </a:lnTo>
                  <a:lnTo>
                    <a:pt x="2364007" y="0"/>
                  </a:lnTo>
                  <a:lnTo>
                    <a:pt x="2369621" y="0"/>
                  </a:lnTo>
                  <a:lnTo>
                    <a:pt x="2377784" y="0"/>
                  </a:lnTo>
                  <a:lnTo>
                    <a:pt x="2385204" y="0"/>
                  </a:lnTo>
                  <a:lnTo>
                    <a:pt x="2387309" y="0"/>
                  </a:lnTo>
                  <a:lnTo>
                    <a:pt x="2396497" y="0"/>
                  </a:lnTo>
                  <a:lnTo>
                    <a:pt x="2407233" y="0"/>
                  </a:lnTo>
                  <a:lnTo>
                    <a:pt x="2413290" y="0"/>
                  </a:lnTo>
                  <a:lnTo>
                    <a:pt x="2418904" y="0"/>
                  </a:lnTo>
                  <a:lnTo>
                    <a:pt x="2433276" y="0"/>
                  </a:lnTo>
                  <a:lnTo>
                    <a:pt x="2434487" y="0"/>
                  </a:lnTo>
                  <a:lnTo>
                    <a:pt x="2444012" y="0"/>
                  </a:lnTo>
                  <a:lnTo>
                    <a:pt x="2445780" y="0"/>
                  </a:lnTo>
                  <a:lnTo>
                    <a:pt x="2453200" y="0"/>
                  </a:lnTo>
                  <a:lnTo>
                    <a:pt x="2470888" y="0"/>
                  </a:lnTo>
                  <a:lnTo>
                    <a:pt x="2482559" y="0"/>
                  </a:lnTo>
                  <a:lnTo>
                    <a:pt x="2489979" y="0"/>
                  </a:lnTo>
                  <a:lnTo>
                    <a:pt x="2502483" y="0"/>
                  </a:lnTo>
                  <a:lnTo>
                    <a:pt x="2514600" y="0"/>
                  </a:lnTo>
                  <a:lnTo>
                    <a:pt x="2516855" y="0"/>
                  </a:lnTo>
                  <a:lnTo>
                    <a:pt x="2527591" y="0"/>
                  </a:lnTo>
                  <a:lnTo>
                    <a:pt x="2539262" y="0"/>
                  </a:lnTo>
                  <a:lnTo>
                    <a:pt x="2560567" y="0"/>
                  </a:lnTo>
                  <a:lnTo>
                    <a:pt x="2566138" y="0"/>
                  </a:lnTo>
                  <a:lnTo>
                    <a:pt x="2571303" y="0"/>
                  </a:lnTo>
                  <a:lnTo>
                    <a:pt x="2573558" y="0"/>
                  </a:lnTo>
                  <a:lnTo>
                    <a:pt x="2598179" y="0"/>
                  </a:lnTo>
                  <a:lnTo>
                    <a:pt x="2609850" y="0"/>
                  </a:lnTo>
                  <a:lnTo>
                    <a:pt x="2617270" y="0"/>
                  </a:lnTo>
                  <a:lnTo>
                    <a:pt x="2622841" y="0"/>
                  </a:lnTo>
                  <a:lnTo>
                    <a:pt x="2634958" y="0"/>
                  </a:lnTo>
                  <a:lnTo>
                    <a:pt x="2644146" y="0"/>
                  </a:lnTo>
                  <a:lnTo>
                    <a:pt x="2654882" y="0"/>
                  </a:lnTo>
                  <a:lnTo>
                    <a:pt x="2666553" y="0"/>
                  </a:lnTo>
                  <a:lnTo>
                    <a:pt x="2680925" y="0"/>
                  </a:lnTo>
                  <a:lnTo>
                    <a:pt x="2691661" y="0"/>
                  </a:lnTo>
                  <a:lnTo>
                    <a:pt x="2693429" y="0"/>
                  </a:lnTo>
                  <a:lnTo>
                    <a:pt x="2700849" y="0"/>
                  </a:lnTo>
                  <a:lnTo>
                    <a:pt x="2702954" y="0"/>
                  </a:lnTo>
                  <a:lnTo>
                    <a:pt x="2718537" y="0"/>
                  </a:lnTo>
                  <a:lnTo>
                    <a:pt x="2724151" y="0"/>
                  </a:lnTo>
                  <a:lnTo>
                    <a:pt x="2730208" y="0"/>
                  </a:lnTo>
                  <a:lnTo>
                    <a:pt x="2737628" y="0"/>
                  </a:lnTo>
                  <a:lnTo>
                    <a:pt x="2748921" y="0"/>
                  </a:lnTo>
                  <a:lnTo>
                    <a:pt x="2750132" y="0"/>
                  </a:lnTo>
                  <a:lnTo>
                    <a:pt x="2759657" y="0"/>
                  </a:lnTo>
                  <a:lnTo>
                    <a:pt x="2764504" y="0"/>
                  </a:lnTo>
                  <a:lnTo>
                    <a:pt x="2770118" y="0"/>
                  </a:lnTo>
                  <a:lnTo>
                    <a:pt x="2775240" y="0"/>
                  </a:lnTo>
                  <a:lnTo>
                    <a:pt x="2780854" y="0"/>
                  </a:lnTo>
                  <a:lnTo>
                    <a:pt x="2786911" y="0"/>
                  </a:lnTo>
                  <a:lnTo>
                    <a:pt x="2798204" y="0"/>
                  </a:lnTo>
                  <a:lnTo>
                    <a:pt x="2805624" y="0"/>
                  </a:lnTo>
                  <a:lnTo>
                    <a:pt x="2807730" y="0"/>
                  </a:lnTo>
                  <a:lnTo>
                    <a:pt x="2813787" y="0"/>
                  </a:lnTo>
                  <a:lnTo>
                    <a:pt x="2819401" y="0"/>
                  </a:lnTo>
                  <a:lnTo>
                    <a:pt x="2821207" y="0"/>
                  </a:lnTo>
                  <a:lnTo>
                    <a:pt x="2823312" y="0"/>
                  </a:lnTo>
                  <a:lnTo>
                    <a:pt x="2826821" y="0"/>
                  </a:lnTo>
                  <a:lnTo>
                    <a:pt x="2844509" y="0"/>
                  </a:lnTo>
                  <a:lnTo>
                    <a:pt x="2853697" y="0"/>
                  </a:lnTo>
                  <a:lnTo>
                    <a:pt x="2854907" y="0"/>
                  </a:lnTo>
                  <a:lnTo>
                    <a:pt x="2864433" y="0"/>
                  </a:lnTo>
                  <a:lnTo>
                    <a:pt x="2869279" y="0"/>
                  </a:lnTo>
                  <a:lnTo>
                    <a:pt x="2870490" y="0"/>
                  </a:lnTo>
                  <a:lnTo>
                    <a:pt x="2876104" y="0"/>
                  </a:lnTo>
                  <a:lnTo>
                    <a:pt x="2880015" y="0"/>
                  </a:lnTo>
                  <a:lnTo>
                    <a:pt x="2890476" y="0"/>
                  </a:lnTo>
                  <a:lnTo>
                    <a:pt x="2901212" y="0"/>
                  </a:lnTo>
                  <a:lnTo>
                    <a:pt x="2902980" y="0"/>
                  </a:lnTo>
                  <a:lnTo>
                    <a:pt x="2910400" y="0"/>
                  </a:lnTo>
                  <a:lnTo>
                    <a:pt x="2912505" y="0"/>
                  </a:lnTo>
                  <a:lnTo>
                    <a:pt x="2918562" y="0"/>
                  </a:lnTo>
                  <a:lnTo>
                    <a:pt x="2925982" y="0"/>
                  </a:lnTo>
                  <a:lnTo>
                    <a:pt x="2928088" y="0"/>
                  </a:lnTo>
                  <a:lnTo>
                    <a:pt x="2939759" y="0"/>
                  </a:lnTo>
                  <a:lnTo>
                    <a:pt x="2947179" y="0"/>
                  </a:lnTo>
                  <a:lnTo>
                    <a:pt x="2958472" y="0"/>
                  </a:lnTo>
                  <a:lnTo>
                    <a:pt x="2959683" y="0"/>
                  </a:lnTo>
                  <a:lnTo>
                    <a:pt x="2969208" y="0"/>
                  </a:lnTo>
                  <a:lnTo>
                    <a:pt x="2974055" y="0"/>
                  </a:lnTo>
                  <a:lnTo>
                    <a:pt x="2975265" y="0"/>
                  </a:lnTo>
                  <a:lnTo>
                    <a:pt x="2984791" y="0"/>
                  </a:lnTo>
                  <a:lnTo>
                    <a:pt x="2996462" y="0"/>
                  </a:lnTo>
                  <a:lnTo>
                    <a:pt x="3007755" y="0"/>
                  </a:lnTo>
                  <a:lnTo>
                    <a:pt x="3015175" y="0"/>
                  </a:lnTo>
                  <a:lnTo>
                    <a:pt x="3023338" y="0"/>
                  </a:lnTo>
                  <a:lnTo>
                    <a:pt x="3030758" y="0"/>
                  </a:lnTo>
                  <a:lnTo>
                    <a:pt x="3032863" y="0"/>
                  </a:lnTo>
                  <a:lnTo>
                    <a:pt x="3064458" y="0"/>
                  </a:lnTo>
                  <a:lnTo>
                    <a:pt x="3078830" y="0"/>
                  </a:lnTo>
                  <a:lnTo>
                    <a:pt x="3080041" y="0"/>
                  </a:lnTo>
                  <a:lnTo>
                    <a:pt x="3089566" y="0"/>
                  </a:lnTo>
                  <a:lnTo>
                    <a:pt x="3128113" y="0"/>
                  </a:lnTo>
                  <a:lnTo>
                    <a:pt x="3135533" y="0"/>
                  </a:lnTo>
                  <a:lnTo>
                    <a:pt x="3160154" y="0"/>
                  </a:lnTo>
                  <a:lnTo>
                    <a:pt x="3184816" y="0"/>
                  </a:lnTo>
                  <a:lnTo>
                    <a:pt x="3206121" y="0"/>
                  </a:lnTo>
                  <a:lnTo>
                    <a:pt x="3216857" y="0"/>
                  </a:lnTo>
                  <a:lnTo>
                    <a:pt x="3255404" y="0"/>
                  </a:lnTo>
                  <a:lnTo>
                    <a:pt x="3262824" y="0"/>
                  </a:lnTo>
                  <a:lnTo>
                    <a:pt x="3280512" y="0"/>
                  </a:lnTo>
                  <a:lnTo>
                    <a:pt x="3312107" y="0"/>
                  </a:lnTo>
                  <a:lnTo>
                    <a:pt x="3326479" y="0"/>
                  </a:lnTo>
                  <a:lnTo>
                    <a:pt x="3337215" y="0"/>
                  </a:lnTo>
                  <a:lnTo>
                    <a:pt x="3369705" y="0"/>
                  </a:lnTo>
                  <a:lnTo>
                    <a:pt x="3375762" y="0"/>
                  </a:lnTo>
                  <a:lnTo>
                    <a:pt x="3383182" y="0"/>
                  </a:lnTo>
                  <a:lnTo>
                    <a:pt x="3415672" y="0"/>
                  </a:lnTo>
                  <a:lnTo>
                    <a:pt x="3426408" y="0"/>
                  </a:lnTo>
                  <a:lnTo>
                    <a:pt x="3432465" y="0"/>
                  </a:lnTo>
                  <a:lnTo>
                    <a:pt x="3448050" y="0"/>
                  </a:lnTo>
                  <a:lnTo>
                    <a:pt x="3464955" y="0"/>
                  </a:lnTo>
                  <a:lnTo>
                    <a:pt x="3472375" y="0"/>
                  </a:lnTo>
                  <a:lnTo>
                    <a:pt x="3490063" y="0"/>
                  </a:lnTo>
                  <a:lnTo>
                    <a:pt x="3494017" y="0"/>
                  </a:lnTo>
                  <a:lnTo>
                    <a:pt x="3504753" y="0"/>
                  </a:lnTo>
                  <a:lnTo>
                    <a:pt x="3521658" y="0"/>
                  </a:lnTo>
                  <a:lnTo>
                    <a:pt x="3536030" y="0"/>
                  </a:lnTo>
                  <a:lnTo>
                    <a:pt x="3543300" y="0"/>
                  </a:lnTo>
                  <a:lnTo>
                    <a:pt x="3546766" y="0"/>
                  </a:lnTo>
                  <a:lnTo>
                    <a:pt x="3550720" y="0"/>
                  </a:lnTo>
                  <a:lnTo>
                    <a:pt x="3568408" y="0"/>
                  </a:lnTo>
                  <a:lnTo>
                    <a:pt x="3585313" y="0"/>
                  </a:lnTo>
                  <a:lnTo>
                    <a:pt x="3592733" y="0"/>
                  </a:lnTo>
                  <a:lnTo>
                    <a:pt x="3600003" y="0"/>
                  </a:lnTo>
                  <a:lnTo>
                    <a:pt x="3614375" y="0"/>
                  </a:lnTo>
                  <a:lnTo>
                    <a:pt x="3625111" y="0"/>
                  </a:lnTo>
                  <a:lnTo>
                    <a:pt x="3642016" y="0"/>
                  </a:lnTo>
                  <a:lnTo>
                    <a:pt x="3657601" y="0"/>
                  </a:lnTo>
                  <a:lnTo>
                    <a:pt x="3663658" y="0"/>
                  </a:lnTo>
                  <a:lnTo>
                    <a:pt x="3671078" y="0"/>
                  </a:lnTo>
                  <a:lnTo>
                    <a:pt x="3703568" y="0"/>
                  </a:lnTo>
                  <a:lnTo>
                    <a:pt x="3714304" y="0"/>
                  </a:lnTo>
                  <a:lnTo>
                    <a:pt x="3720361" y="0"/>
                  </a:lnTo>
                  <a:lnTo>
                    <a:pt x="3752851" y="0"/>
                  </a:lnTo>
                  <a:lnTo>
                    <a:pt x="3760271" y="0"/>
                  </a:lnTo>
                  <a:lnTo>
                    <a:pt x="3777959" y="0"/>
                  </a:lnTo>
                  <a:lnTo>
                    <a:pt x="3809554" y="0"/>
                  </a:lnTo>
                  <a:lnTo>
                    <a:pt x="3823926" y="0"/>
                  </a:lnTo>
                  <a:lnTo>
                    <a:pt x="3834662" y="0"/>
                  </a:lnTo>
                  <a:lnTo>
                    <a:pt x="3873209" y="0"/>
                  </a:lnTo>
                  <a:lnTo>
                    <a:pt x="3880629" y="0"/>
                  </a:lnTo>
                  <a:lnTo>
                    <a:pt x="3905250" y="0"/>
                  </a:lnTo>
                  <a:lnTo>
                    <a:pt x="3929912" y="0"/>
                  </a:lnTo>
                  <a:lnTo>
                    <a:pt x="3951217" y="0"/>
                  </a:lnTo>
                  <a:lnTo>
                    <a:pt x="3961953" y="0"/>
                  </a:lnTo>
                  <a:lnTo>
                    <a:pt x="4000500" y="0"/>
                  </a:lnTo>
                  <a:lnTo>
                    <a:pt x="4007920" y="0"/>
                  </a:lnTo>
                  <a:lnTo>
                    <a:pt x="4025608" y="0"/>
                  </a:lnTo>
                  <a:lnTo>
                    <a:pt x="4057203" y="0"/>
                  </a:lnTo>
                  <a:lnTo>
                    <a:pt x="4071575" y="0"/>
                  </a:lnTo>
                  <a:lnTo>
                    <a:pt x="4082311" y="0"/>
                  </a:lnTo>
                  <a:lnTo>
                    <a:pt x="4093604" y="0"/>
                  </a:lnTo>
                  <a:lnTo>
                    <a:pt x="4114801" y="0"/>
                  </a:lnTo>
                  <a:lnTo>
                    <a:pt x="4120858" y="0"/>
                  </a:lnTo>
                  <a:lnTo>
                    <a:pt x="4128278" y="0"/>
                  </a:lnTo>
                  <a:lnTo>
                    <a:pt x="4139571" y="0"/>
                  </a:lnTo>
                  <a:lnTo>
                    <a:pt x="4150307" y="0"/>
                  </a:lnTo>
                  <a:lnTo>
                    <a:pt x="4160768" y="0"/>
                  </a:lnTo>
                  <a:lnTo>
                    <a:pt x="4171504" y="0"/>
                  </a:lnTo>
                  <a:lnTo>
                    <a:pt x="4177561" y="0"/>
                  </a:lnTo>
                  <a:lnTo>
                    <a:pt x="4188854" y="0"/>
                  </a:lnTo>
                  <a:lnTo>
                    <a:pt x="4196274" y="0"/>
                  </a:lnTo>
                  <a:lnTo>
                    <a:pt x="4210051" y="0"/>
                  </a:lnTo>
                  <a:lnTo>
                    <a:pt x="4213962" y="0"/>
                  </a:lnTo>
                  <a:lnTo>
                    <a:pt x="4217471" y="0"/>
                  </a:lnTo>
                  <a:lnTo>
                    <a:pt x="4235159" y="0"/>
                  </a:lnTo>
                  <a:lnTo>
                    <a:pt x="4245557" y="0"/>
                  </a:lnTo>
                  <a:lnTo>
                    <a:pt x="4259929" y="0"/>
                  </a:lnTo>
                  <a:lnTo>
                    <a:pt x="4266754" y="0"/>
                  </a:lnTo>
                  <a:lnTo>
                    <a:pt x="4270665" y="0"/>
                  </a:lnTo>
                  <a:lnTo>
                    <a:pt x="4281126" y="0"/>
                  </a:lnTo>
                  <a:lnTo>
                    <a:pt x="4291862" y="0"/>
                  </a:lnTo>
                  <a:lnTo>
                    <a:pt x="4303155" y="0"/>
                  </a:lnTo>
                  <a:lnTo>
                    <a:pt x="4309212" y="0"/>
                  </a:lnTo>
                  <a:lnTo>
                    <a:pt x="4316632" y="0"/>
                  </a:lnTo>
                  <a:lnTo>
                    <a:pt x="4330409" y="0"/>
                  </a:lnTo>
                  <a:lnTo>
                    <a:pt x="4337829" y="0"/>
                  </a:lnTo>
                  <a:lnTo>
                    <a:pt x="4349122" y="0"/>
                  </a:lnTo>
                  <a:lnTo>
                    <a:pt x="4359858" y="0"/>
                  </a:lnTo>
                  <a:lnTo>
                    <a:pt x="4365915" y="0"/>
                  </a:lnTo>
                  <a:lnTo>
                    <a:pt x="4387112" y="0"/>
                  </a:lnTo>
                  <a:lnTo>
                    <a:pt x="4398405" y="0"/>
                  </a:lnTo>
                  <a:lnTo>
                    <a:pt x="4405825" y="0"/>
                  </a:lnTo>
                  <a:lnTo>
                    <a:pt x="4423513" y="0"/>
                  </a:lnTo>
                  <a:lnTo>
                    <a:pt x="4455108" y="0"/>
                  </a:lnTo>
                  <a:lnTo>
                    <a:pt x="4469480" y="0"/>
                  </a:lnTo>
                  <a:lnTo>
                    <a:pt x="4480216" y="0"/>
                  </a:lnTo>
                  <a:lnTo>
                    <a:pt x="4518763" y="0"/>
                  </a:lnTo>
                  <a:lnTo>
                    <a:pt x="4526183" y="0"/>
                  </a:lnTo>
                  <a:lnTo>
                    <a:pt x="4550804" y="0"/>
                  </a:lnTo>
                  <a:lnTo>
                    <a:pt x="4575466" y="0"/>
                  </a:lnTo>
                  <a:lnTo>
                    <a:pt x="4596771" y="0"/>
                  </a:lnTo>
                  <a:lnTo>
                    <a:pt x="4607507" y="0"/>
                  </a:lnTo>
                  <a:lnTo>
                    <a:pt x="4646054" y="0"/>
                  </a:lnTo>
                  <a:lnTo>
                    <a:pt x="4653474" y="0"/>
                  </a:lnTo>
                  <a:lnTo>
                    <a:pt x="4671162" y="0"/>
                  </a:lnTo>
                  <a:lnTo>
                    <a:pt x="4702757" y="0"/>
                  </a:lnTo>
                  <a:lnTo>
                    <a:pt x="4717129" y="0"/>
                  </a:lnTo>
                  <a:lnTo>
                    <a:pt x="4727865" y="0"/>
                  </a:lnTo>
                  <a:lnTo>
                    <a:pt x="4760355" y="0"/>
                  </a:lnTo>
                  <a:lnTo>
                    <a:pt x="4766412" y="0"/>
                  </a:lnTo>
                  <a:lnTo>
                    <a:pt x="4773832" y="0"/>
                  </a:lnTo>
                  <a:lnTo>
                    <a:pt x="4806322" y="0"/>
                  </a:lnTo>
                  <a:lnTo>
                    <a:pt x="4817058" y="0"/>
                  </a:lnTo>
                  <a:lnTo>
                    <a:pt x="4823115" y="0"/>
                  </a:lnTo>
                  <a:lnTo>
                    <a:pt x="4855605" y="0"/>
                  </a:lnTo>
                  <a:lnTo>
                    <a:pt x="4863025" y="0"/>
                  </a:lnTo>
                  <a:lnTo>
                    <a:pt x="4880713" y="0"/>
                  </a:lnTo>
                  <a:lnTo>
                    <a:pt x="4912308" y="0"/>
                  </a:lnTo>
                  <a:lnTo>
                    <a:pt x="4926680" y="0"/>
                  </a:lnTo>
                  <a:lnTo>
                    <a:pt x="4937416" y="0"/>
                  </a:lnTo>
                  <a:lnTo>
                    <a:pt x="4975963" y="0"/>
                  </a:lnTo>
                  <a:lnTo>
                    <a:pt x="4983383" y="0"/>
                  </a:lnTo>
                  <a:lnTo>
                    <a:pt x="5032666" y="0"/>
                  </a:lnTo>
                  <a:lnTo>
                    <a:pt x="4927891" y="419100"/>
                  </a:lnTo>
                  <a:lnTo>
                    <a:pt x="4878608" y="419100"/>
                  </a:lnTo>
                  <a:lnTo>
                    <a:pt x="4871188" y="419100"/>
                  </a:lnTo>
                  <a:lnTo>
                    <a:pt x="4832641" y="419100"/>
                  </a:lnTo>
                  <a:lnTo>
                    <a:pt x="4821905" y="419100"/>
                  </a:lnTo>
                  <a:lnTo>
                    <a:pt x="4807533" y="419100"/>
                  </a:lnTo>
                  <a:lnTo>
                    <a:pt x="4775938" y="419100"/>
                  </a:lnTo>
                  <a:lnTo>
                    <a:pt x="4758250" y="419100"/>
                  </a:lnTo>
                  <a:lnTo>
                    <a:pt x="4750830" y="419100"/>
                  </a:lnTo>
                  <a:lnTo>
                    <a:pt x="4718340" y="419100"/>
                  </a:lnTo>
                  <a:lnTo>
                    <a:pt x="4712283" y="419100"/>
                  </a:lnTo>
                  <a:lnTo>
                    <a:pt x="4701547" y="419100"/>
                  </a:lnTo>
                  <a:lnTo>
                    <a:pt x="4669057" y="419100"/>
                  </a:lnTo>
                  <a:lnTo>
                    <a:pt x="4661637" y="419100"/>
                  </a:lnTo>
                  <a:lnTo>
                    <a:pt x="4655580" y="419100"/>
                  </a:lnTo>
                  <a:lnTo>
                    <a:pt x="4623090" y="419100"/>
                  </a:lnTo>
                  <a:lnTo>
                    <a:pt x="4612354" y="419100"/>
                  </a:lnTo>
                  <a:lnTo>
                    <a:pt x="4597982" y="419100"/>
                  </a:lnTo>
                  <a:lnTo>
                    <a:pt x="4566387" y="419100"/>
                  </a:lnTo>
                  <a:lnTo>
                    <a:pt x="4548699" y="419100"/>
                  </a:lnTo>
                  <a:lnTo>
                    <a:pt x="4541279" y="419100"/>
                  </a:lnTo>
                  <a:lnTo>
                    <a:pt x="4502732" y="419100"/>
                  </a:lnTo>
                  <a:lnTo>
                    <a:pt x="4491996" y="419100"/>
                  </a:lnTo>
                  <a:lnTo>
                    <a:pt x="4470691" y="419100"/>
                  </a:lnTo>
                  <a:lnTo>
                    <a:pt x="4446029" y="419100"/>
                  </a:lnTo>
                  <a:lnTo>
                    <a:pt x="4421408" y="419100"/>
                  </a:lnTo>
                  <a:lnTo>
                    <a:pt x="4413988" y="419100"/>
                  </a:lnTo>
                  <a:lnTo>
                    <a:pt x="4375441" y="419100"/>
                  </a:lnTo>
                  <a:lnTo>
                    <a:pt x="4364705" y="419100"/>
                  </a:lnTo>
                  <a:lnTo>
                    <a:pt x="4350333" y="419100"/>
                  </a:lnTo>
                  <a:lnTo>
                    <a:pt x="4318738" y="419100"/>
                  </a:lnTo>
                  <a:lnTo>
                    <a:pt x="4301050" y="419100"/>
                  </a:lnTo>
                  <a:lnTo>
                    <a:pt x="4293630" y="419100"/>
                  </a:lnTo>
                  <a:lnTo>
                    <a:pt x="4282337" y="419100"/>
                  </a:lnTo>
                  <a:lnTo>
                    <a:pt x="4261140" y="419100"/>
                  </a:lnTo>
                  <a:lnTo>
                    <a:pt x="4255083" y="419100"/>
                  </a:lnTo>
                  <a:lnTo>
                    <a:pt x="4244347" y="419100"/>
                  </a:lnTo>
                  <a:lnTo>
                    <a:pt x="4233054" y="419100"/>
                  </a:lnTo>
                  <a:lnTo>
                    <a:pt x="4225634" y="419100"/>
                  </a:lnTo>
                  <a:lnTo>
                    <a:pt x="4211857" y="419100"/>
                  </a:lnTo>
                  <a:lnTo>
                    <a:pt x="4204437" y="419100"/>
                  </a:lnTo>
                  <a:lnTo>
                    <a:pt x="4198380" y="419100"/>
                  </a:lnTo>
                  <a:lnTo>
                    <a:pt x="4187087" y="419100"/>
                  </a:lnTo>
                  <a:lnTo>
                    <a:pt x="4176351" y="419100"/>
                  </a:lnTo>
                  <a:lnTo>
                    <a:pt x="4165890" y="419100"/>
                  </a:lnTo>
                  <a:lnTo>
                    <a:pt x="4161979" y="419100"/>
                  </a:lnTo>
                  <a:lnTo>
                    <a:pt x="4155154" y="419100"/>
                  </a:lnTo>
                  <a:lnTo>
                    <a:pt x="4140782" y="419100"/>
                  </a:lnTo>
                  <a:lnTo>
                    <a:pt x="4130384" y="419100"/>
                  </a:lnTo>
                  <a:lnTo>
                    <a:pt x="4112696" y="419100"/>
                  </a:lnTo>
                  <a:lnTo>
                    <a:pt x="4109187" y="419100"/>
                  </a:lnTo>
                  <a:lnTo>
                    <a:pt x="4105276" y="419100"/>
                  </a:lnTo>
                  <a:lnTo>
                    <a:pt x="4091499" y="419100"/>
                  </a:lnTo>
                  <a:lnTo>
                    <a:pt x="4084079" y="419100"/>
                  </a:lnTo>
                  <a:lnTo>
                    <a:pt x="4072786" y="419100"/>
                  </a:lnTo>
                  <a:lnTo>
                    <a:pt x="4066729" y="419100"/>
                  </a:lnTo>
                  <a:lnTo>
                    <a:pt x="4055993" y="419100"/>
                  </a:lnTo>
                  <a:lnTo>
                    <a:pt x="4045532" y="419100"/>
                  </a:lnTo>
                  <a:lnTo>
                    <a:pt x="4034796" y="419100"/>
                  </a:lnTo>
                  <a:lnTo>
                    <a:pt x="4023503" y="419100"/>
                  </a:lnTo>
                  <a:lnTo>
                    <a:pt x="4016083" y="419100"/>
                  </a:lnTo>
                  <a:lnTo>
                    <a:pt x="4010026" y="419100"/>
                  </a:lnTo>
                  <a:lnTo>
                    <a:pt x="3988829" y="419100"/>
                  </a:lnTo>
                  <a:lnTo>
                    <a:pt x="3977536" y="419100"/>
                  </a:lnTo>
                  <a:lnTo>
                    <a:pt x="3966800" y="419100"/>
                  </a:lnTo>
                  <a:lnTo>
                    <a:pt x="3952428" y="419100"/>
                  </a:lnTo>
                  <a:lnTo>
                    <a:pt x="3920833" y="419100"/>
                  </a:lnTo>
                  <a:lnTo>
                    <a:pt x="3903145" y="419100"/>
                  </a:lnTo>
                  <a:lnTo>
                    <a:pt x="3895725" y="419100"/>
                  </a:lnTo>
                  <a:lnTo>
                    <a:pt x="3857178" y="419100"/>
                  </a:lnTo>
                  <a:lnTo>
                    <a:pt x="3846442" y="419100"/>
                  </a:lnTo>
                  <a:lnTo>
                    <a:pt x="3825137" y="419100"/>
                  </a:lnTo>
                  <a:lnTo>
                    <a:pt x="3800475" y="419100"/>
                  </a:lnTo>
                  <a:lnTo>
                    <a:pt x="3775854" y="419100"/>
                  </a:lnTo>
                  <a:lnTo>
                    <a:pt x="3768434" y="419100"/>
                  </a:lnTo>
                  <a:lnTo>
                    <a:pt x="3729887" y="419100"/>
                  </a:lnTo>
                  <a:lnTo>
                    <a:pt x="3719151" y="419100"/>
                  </a:lnTo>
                  <a:lnTo>
                    <a:pt x="3704779" y="419100"/>
                  </a:lnTo>
                  <a:lnTo>
                    <a:pt x="3673184" y="419100"/>
                  </a:lnTo>
                  <a:lnTo>
                    <a:pt x="3655496" y="419100"/>
                  </a:lnTo>
                  <a:lnTo>
                    <a:pt x="3648076" y="419100"/>
                  </a:lnTo>
                  <a:lnTo>
                    <a:pt x="3615586" y="419100"/>
                  </a:lnTo>
                  <a:lnTo>
                    <a:pt x="3609529" y="419100"/>
                  </a:lnTo>
                  <a:lnTo>
                    <a:pt x="3598793" y="419100"/>
                  </a:lnTo>
                  <a:lnTo>
                    <a:pt x="3566303" y="419100"/>
                  </a:lnTo>
                  <a:lnTo>
                    <a:pt x="3558883" y="419100"/>
                  </a:lnTo>
                  <a:lnTo>
                    <a:pt x="3552826" y="419100"/>
                  </a:lnTo>
                  <a:lnTo>
                    <a:pt x="3537241" y="419100"/>
                  </a:lnTo>
                  <a:lnTo>
                    <a:pt x="3520336" y="419100"/>
                  </a:lnTo>
                  <a:lnTo>
                    <a:pt x="3509600" y="419100"/>
                  </a:lnTo>
                  <a:lnTo>
                    <a:pt x="3495228" y="419100"/>
                  </a:lnTo>
                  <a:lnTo>
                    <a:pt x="3487958" y="419100"/>
                  </a:lnTo>
                  <a:lnTo>
                    <a:pt x="3480538" y="419100"/>
                  </a:lnTo>
                  <a:lnTo>
                    <a:pt x="3463633" y="419100"/>
                  </a:lnTo>
                  <a:lnTo>
                    <a:pt x="3445945" y="419100"/>
                  </a:lnTo>
                  <a:lnTo>
                    <a:pt x="3441991" y="419100"/>
                  </a:lnTo>
                  <a:lnTo>
                    <a:pt x="3438525" y="419100"/>
                  </a:lnTo>
                  <a:lnTo>
                    <a:pt x="3431255" y="419100"/>
                  </a:lnTo>
                  <a:lnTo>
                    <a:pt x="3416883" y="419100"/>
                  </a:lnTo>
                  <a:lnTo>
                    <a:pt x="3399978" y="419100"/>
                  </a:lnTo>
                  <a:lnTo>
                    <a:pt x="3389242" y="419100"/>
                  </a:lnTo>
                  <a:lnTo>
                    <a:pt x="3385288" y="419100"/>
                  </a:lnTo>
                  <a:lnTo>
                    <a:pt x="3367600" y="419100"/>
                  </a:lnTo>
                  <a:lnTo>
                    <a:pt x="3360180" y="419100"/>
                  </a:lnTo>
                  <a:lnTo>
                    <a:pt x="3343275" y="419100"/>
                  </a:lnTo>
                  <a:lnTo>
                    <a:pt x="3327690" y="419100"/>
                  </a:lnTo>
                  <a:lnTo>
                    <a:pt x="3321633" y="419100"/>
                  </a:lnTo>
                  <a:lnTo>
                    <a:pt x="3310897" y="419100"/>
                  </a:lnTo>
                  <a:lnTo>
                    <a:pt x="3278407" y="419100"/>
                  </a:lnTo>
                  <a:lnTo>
                    <a:pt x="3270987" y="419100"/>
                  </a:lnTo>
                  <a:lnTo>
                    <a:pt x="3264930" y="419100"/>
                  </a:lnTo>
                  <a:lnTo>
                    <a:pt x="3232440" y="419100"/>
                  </a:lnTo>
                  <a:lnTo>
                    <a:pt x="3221704" y="419100"/>
                  </a:lnTo>
                  <a:lnTo>
                    <a:pt x="3207332" y="419100"/>
                  </a:lnTo>
                  <a:lnTo>
                    <a:pt x="3175737" y="419100"/>
                  </a:lnTo>
                  <a:lnTo>
                    <a:pt x="3158049" y="419100"/>
                  </a:lnTo>
                  <a:lnTo>
                    <a:pt x="3150629" y="419100"/>
                  </a:lnTo>
                  <a:lnTo>
                    <a:pt x="3112082" y="419100"/>
                  </a:lnTo>
                  <a:lnTo>
                    <a:pt x="3101346" y="419100"/>
                  </a:lnTo>
                  <a:lnTo>
                    <a:pt x="3080041" y="419100"/>
                  </a:lnTo>
                  <a:lnTo>
                    <a:pt x="3055379" y="419100"/>
                  </a:lnTo>
                  <a:lnTo>
                    <a:pt x="3030758" y="419100"/>
                  </a:lnTo>
                  <a:lnTo>
                    <a:pt x="3023338" y="419100"/>
                  </a:lnTo>
                  <a:lnTo>
                    <a:pt x="2984791" y="419100"/>
                  </a:lnTo>
                  <a:lnTo>
                    <a:pt x="2975266" y="419100"/>
                  </a:lnTo>
                  <a:lnTo>
                    <a:pt x="2974055" y="419100"/>
                  </a:lnTo>
                  <a:lnTo>
                    <a:pt x="2959683" y="419100"/>
                  </a:lnTo>
                  <a:lnTo>
                    <a:pt x="2928088" y="419100"/>
                  </a:lnTo>
                  <a:lnTo>
                    <a:pt x="2925983" y="419100"/>
                  </a:lnTo>
                  <a:lnTo>
                    <a:pt x="2918563" y="419100"/>
                  </a:lnTo>
                  <a:lnTo>
                    <a:pt x="2910400" y="419100"/>
                  </a:lnTo>
                  <a:lnTo>
                    <a:pt x="2902980" y="419100"/>
                  </a:lnTo>
                  <a:lnTo>
                    <a:pt x="2891687" y="419100"/>
                  </a:lnTo>
                  <a:lnTo>
                    <a:pt x="2880016" y="419100"/>
                  </a:lnTo>
                  <a:lnTo>
                    <a:pt x="2870490" y="419100"/>
                  </a:lnTo>
                  <a:lnTo>
                    <a:pt x="2869280" y="419100"/>
                  </a:lnTo>
                  <a:lnTo>
                    <a:pt x="2864433" y="419100"/>
                  </a:lnTo>
                  <a:lnTo>
                    <a:pt x="2854908" y="419100"/>
                  </a:lnTo>
                  <a:lnTo>
                    <a:pt x="2853697" y="419100"/>
                  </a:lnTo>
                  <a:lnTo>
                    <a:pt x="2842404" y="419100"/>
                  </a:lnTo>
                  <a:lnTo>
                    <a:pt x="2834984" y="419100"/>
                  </a:lnTo>
                  <a:lnTo>
                    <a:pt x="2823313" y="419100"/>
                  </a:lnTo>
                  <a:lnTo>
                    <a:pt x="2821207" y="419100"/>
                  </a:lnTo>
                  <a:lnTo>
                    <a:pt x="2813787" y="419100"/>
                  </a:lnTo>
                  <a:lnTo>
                    <a:pt x="2807730" y="419100"/>
                  </a:lnTo>
                  <a:lnTo>
                    <a:pt x="2805625" y="419100"/>
                  </a:lnTo>
                  <a:lnTo>
                    <a:pt x="2798205" y="419100"/>
                  </a:lnTo>
                  <a:lnTo>
                    <a:pt x="2796437" y="419100"/>
                  </a:lnTo>
                  <a:lnTo>
                    <a:pt x="2785701" y="419100"/>
                  </a:lnTo>
                  <a:lnTo>
                    <a:pt x="2775240" y="419100"/>
                  </a:lnTo>
                  <a:lnTo>
                    <a:pt x="2771329" y="419100"/>
                  </a:lnTo>
                  <a:lnTo>
                    <a:pt x="2765715" y="419100"/>
                  </a:lnTo>
                  <a:lnTo>
                    <a:pt x="2764504" y="419100"/>
                  </a:lnTo>
                  <a:lnTo>
                    <a:pt x="2759658" y="419100"/>
                  </a:lnTo>
                  <a:lnTo>
                    <a:pt x="2750132" y="419100"/>
                  </a:lnTo>
                  <a:lnTo>
                    <a:pt x="2748922" y="419100"/>
                  </a:lnTo>
                  <a:lnTo>
                    <a:pt x="2739734" y="419100"/>
                  </a:lnTo>
                  <a:lnTo>
                    <a:pt x="2722046" y="419100"/>
                  </a:lnTo>
                  <a:lnTo>
                    <a:pt x="2718537" y="419100"/>
                  </a:lnTo>
                  <a:lnTo>
                    <a:pt x="2716432" y="419100"/>
                  </a:lnTo>
                  <a:lnTo>
                    <a:pt x="2714626" y="419100"/>
                  </a:lnTo>
                  <a:lnTo>
                    <a:pt x="2709012" y="419100"/>
                  </a:lnTo>
                  <a:lnTo>
                    <a:pt x="2702955" y="419100"/>
                  </a:lnTo>
                  <a:lnTo>
                    <a:pt x="2700849" y="419100"/>
                  </a:lnTo>
                  <a:lnTo>
                    <a:pt x="2693429" y="419100"/>
                  </a:lnTo>
                  <a:lnTo>
                    <a:pt x="2682136" y="419100"/>
                  </a:lnTo>
                  <a:lnTo>
                    <a:pt x="2676079" y="419100"/>
                  </a:lnTo>
                  <a:lnTo>
                    <a:pt x="2670465" y="419100"/>
                  </a:lnTo>
                  <a:lnTo>
                    <a:pt x="2665343" y="419100"/>
                  </a:lnTo>
                  <a:lnTo>
                    <a:pt x="2659729" y="419100"/>
                  </a:lnTo>
                  <a:lnTo>
                    <a:pt x="2654882" y="419100"/>
                  </a:lnTo>
                  <a:lnTo>
                    <a:pt x="2645357" y="419100"/>
                  </a:lnTo>
                  <a:lnTo>
                    <a:pt x="2644146" y="419100"/>
                  </a:lnTo>
                  <a:lnTo>
                    <a:pt x="2632853" y="419100"/>
                  </a:lnTo>
                  <a:lnTo>
                    <a:pt x="2625433" y="419100"/>
                  </a:lnTo>
                  <a:lnTo>
                    <a:pt x="2619376" y="419100"/>
                  </a:lnTo>
                  <a:lnTo>
                    <a:pt x="2613762" y="419100"/>
                  </a:lnTo>
                  <a:lnTo>
                    <a:pt x="2598179" y="419100"/>
                  </a:lnTo>
                  <a:lnTo>
                    <a:pt x="2596074" y="419100"/>
                  </a:lnTo>
                  <a:lnTo>
                    <a:pt x="2588654" y="419100"/>
                  </a:lnTo>
                  <a:lnTo>
                    <a:pt x="2586886" y="419100"/>
                  </a:lnTo>
                  <a:lnTo>
                    <a:pt x="2576150" y="419100"/>
                  </a:lnTo>
                  <a:lnTo>
                    <a:pt x="2561778" y="419100"/>
                  </a:lnTo>
                  <a:lnTo>
                    <a:pt x="2550107" y="419100"/>
                  </a:lnTo>
                  <a:lnTo>
                    <a:pt x="2539371" y="419100"/>
                  </a:lnTo>
                  <a:lnTo>
                    <a:pt x="2530183" y="419100"/>
                  </a:lnTo>
                  <a:lnTo>
                    <a:pt x="2518066" y="419100"/>
                  </a:lnTo>
                  <a:lnTo>
                    <a:pt x="2512495" y="419100"/>
                  </a:lnTo>
                  <a:lnTo>
                    <a:pt x="2505075" y="419100"/>
                  </a:lnTo>
                  <a:lnTo>
                    <a:pt x="2493404" y="419100"/>
                  </a:lnTo>
                  <a:lnTo>
                    <a:pt x="2468783" y="419100"/>
                  </a:lnTo>
                  <a:lnTo>
                    <a:pt x="2466528" y="419100"/>
                  </a:lnTo>
                  <a:lnTo>
                    <a:pt x="2461363" y="419100"/>
                  </a:lnTo>
                  <a:lnTo>
                    <a:pt x="2455792" y="419100"/>
                  </a:lnTo>
                  <a:lnTo>
                    <a:pt x="2434487" y="419100"/>
                  </a:lnTo>
                  <a:lnTo>
                    <a:pt x="2422816" y="419100"/>
                  </a:lnTo>
                  <a:lnTo>
                    <a:pt x="2412080" y="419100"/>
                  </a:lnTo>
                  <a:lnTo>
                    <a:pt x="2409825" y="419100"/>
                  </a:lnTo>
                  <a:lnTo>
                    <a:pt x="2397708" y="419100"/>
                  </a:lnTo>
                  <a:lnTo>
                    <a:pt x="2385204" y="419100"/>
                  </a:lnTo>
                  <a:lnTo>
                    <a:pt x="2377784" y="419100"/>
                  </a:lnTo>
                  <a:lnTo>
                    <a:pt x="2366113" y="419100"/>
                  </a:lnTo>
                  <a:lnTo>
                    <a:pt x="2348425" y="419100"/>
                  </a:lnTo>
                  <a:lnTo>
                    <a:pt x="2341005" y="419100"/>
                  </a:lnTo>
                  <a:lnTo>
                    <a:pt x="2339237" y="419100"/>
                  </a:lnTo>
                  <a:lnTo>
                    <a:pt x="2329712" y="419100"/>
                  </a:lnTo>
                  <a:lnTo>
                    <a:pt x="2328501" y="419100"/>
                  </a:lnTo>
                  <a:lnTo>
                    <a:pt x="2314129" y="419100"/>
                  </a:lnTo>
                  <a:lnTo>
                    <a:pt x="2308515" y="419100"/>
                  </a:lnTo>
                  <a:lnTo>
                    <a:pt x="2302458" y="419100"/>
                  </a:lnTo>
                  <a:lnTo>
                    <a:pt x="2291722" y="419100"/>
                  </a:lnTo>
                  <a:lnTo>
                    <a:pt x="2282534" y="419100"/>
                  </a:lnTo>
                  <a:lnTo>
                    <a:pt x="2280429" y="419100"/>
                  </a:lnTo>
                  <a:lnTo>
                    <a:pt x="2273009" y="419100"/>
                  </a:lnTo>
                  <a:lnTo>
                    <a:pt x="2264846" y="419100"/>
                  </a:lnTo>
                  <a:lnTo>
                    <a:pt x="2259232" y="419100"/>
                  </a:lnTo>
                  <a:lnTo>
                    <a:pt x="2257426" y="419100"/>
                  </a:lnTo>
                  <a:lnTo>
                    <a:pt x="2251812" y="419100"/>
                  </a:lnTo>
                  <a:lnTo>
                    <a:pt x="2245755" y="419100"/>
                  </a:lnTo>
                  <a:lnTo>
                    <a:pt x="2234462" y="419100"/>
                  </a:lnTo>
                  <a:lnTo>
                    <a:pt x="2224936" y="419100"/>
                  </a:lnTo>
                  <a:lnTo>
                    <a:pt x="2223726" y="419100"/>
                  </a:lnTo>
                  <a:lnTo>
                    <a:pt x="2218879" y="419100"/>
                  </a:lnTo>
                  <a:lnTo>
                    <a:pt x="2213265" y="419100"/>
                  </a:lnTo>
                  <a:lnTo>
                    <a:pt x="2209354" y="419100"/>
                  </a:lnTo>
                  <a:lnTo>
                    <a:pt x="2208143" y="419100"/>
                  </a:lnTo>
                  <a:lnTo>
                    <a:pt x="2202529" y="419100"/>
                  </a:lnTo>
                  <a:lnTo>
                    <a:pt x="2188157" y="419100"/>
                  </a:lnTo>
                  <a:lnTo>
                    <a:pt x="2177759" y="419100"/>
                  </a:lnTo>
                  <a:lnTo>
                    <a:pt x="2175653" y="419100"/>
                  </a:lnTo>
                  <a:lnTo>
                    <a:pt x="2168233" y="419100"/>
                  </a:lnTo>
                  <a:lnTo>
                    <a:pt x="2162176" y="419100"/>
                  </a:lnTo>
                  <a:lnTo>
                    <a:pt x="2160071" y="419100"/>
                  </a:lnTo>
                  <a:lnTo>
                    <a:pt x="2156562" y="419100"/>
                  </a:lnTo>
                  <a:lnTo>
                    <a:pt x="2152651" y="419100"/>
                  </a:lnTo>
                  <a:lnTo>
                    <a:pt x="2138874" y="419100"/>
                  </a:lnTo>
                  <a:lnTo>
                    <a:pt x="2131454" y="419100"/>
                  </a:lnTo>
                  <a:lnTo>
                    <a:pt x="2129686" y="419100"/>
                  </a:lnTo>
                  <a:lnTo>
                    <a:pt x="2120161" y="419100"/>
                  </a:lnTo>
                  <a:lnTo>
                    <a:pt x="2118950" y="419100"/>
                  </a:lnTo>
                  <a:lnTo>
                    <a:pt x="2114104" y="419100"/>
                  </a:lnTo>
                  <a:lnTo>
                    <a:pt x="2104578" y="419100"/>
                  </a:lnTo>
                  <a:lnTo>
                    <a:pt x="2103368" y="419100"/>
                  </a:lnTo>
                  <a:lnTo>
                    <a:pt x="2092907" y="419100"/>
                  </a:lnTo>
                  <a:lnTo>
                    <a:pt x="2082171" y="419100"/>
                  </a:lnTo>
                  <a:lnTo>
                    <a:pt x="2072983" y="419100"/>
                  </a:lnTo>
                  <a:lnTo>
                    <a:pt x="2070878" y="419100"/>
                  </a:lnTo>
                  <a:lnTo>
                    <a:pt x="2063458" y="419100"/>
                  </a:lnTo>
                  <a:lnTo>
                    <a:pt x="2057401" y="419100"/>
                  </a:lnTo>
                  <a:lnTo>
                    <a:pt x="2055295" y="419100"/>
                  </a:lnTo>
                  <a:lnTo>
                    <a:pt x="2047875" y="419100"/>
                  </a:lnTo>
                  <a:lnTo>
                    <a:pt x="2036204" y="419100"/>
                  </a:lnTo>
                  <a:lnTo>
                    <a:pt x="2024911" y="419100"/>
                  </a:lnTo>
                  <a:lnTo>
                    <a:pt x="2014175" y="419100"/>
                  </a:lnTo>
                  <a:lnTo>
                    <a:pt x="2009328" y="419100"/>
                  </a:lnTo>
                  <a:lnTo>
                    <a:pt x="1999803" y="419100"/>
                  </a:lnTo>
                  <a:lnTo>
                    <a:pt x="1998592" y="419100"/>
                  </a:lnTo>
                  <a:lnTo>
                    <a:pt x="1968208" y="419100"/>
                  </a:lnTo>
                  <a:lnTo>
                    <a:pt x="1952625" y="419100"/>
                  </a:lnTo>
                  <a:lnTo>
                    <a:pt x="1950520" y="419100"/>
                  </a:lnTo>
                  <a:lnTo>
                    <a:pt x="1943100" y="419100"/>
                  </a:lnTo>
                  <a:lnTo>
                    <a:pt x="1904553" y="419100"/>
                  </a:lnTo>
                  <a:lnTo>
                    <a:pt x="1893817" y="419100"/>
                  </a:lnTo>
                  <a:lnTo>
                    <a:pt x="1872512" y="419100"/>
                  </a:lnTo>
                  <a:lnTo>
                    <a:pt x="1847850" y="419100"/>
                  </a:lnTo>
                  <a:lnTo>
                    <a:pt x="1823229" y="419100"/>
                  </a:lnTo>
                  <a:lnTo>
                    <a:pt x="1815809" y="419100"/>
                  </a:lnTo>
                  <a:lnTo>
                    <a:pt x="1777262" y="419100"/>
                  </a:lnTo>
                  <a:lnTo>
                    <a:pt x="1766526" y="419100"/>
                  </a:lnTo>
                  <a:lnTo>
                    <a:pt x="1752154" y="419100"/>
                  </a:lnTo>
                  <a:lnTo>
                    <a:pt x="1720559" y="419100"/>
                  </a:lnTo>
                  <a:lnTo>
                    <a:pt x="1702871" y="419100"/>
                  </a:lnTo>
                  <a:lnTo>
                    <a:pt x="1695451" y="419100"/>
                  </a:lnTo>
                  <a:lnTo>
                    <a:pt x="1662961" y="419100"/>
                  </a:lnTo>
                  <a:lnTo>
                    <a:pt x="1656904" y="419100"/>
                  </a:lnTo>
                  <a:lnTo>
                    <a:pt x="1646168" y="419100"/>
                  </a:lnTo>
                  <a:lnTo>
                    <a:pt x="1613678" y="419100"/>
                  </a:lnTo>
                  <a:lnTo>
                    <a:pt x="1606258" y="419100"/>
                  </a:lnTo>
                  <a:lnTo>
                    <a:pt x="1600201" y="419100"/>
                  </a:lnTo>
                  <a:lnTo>
                    <a:pt x="1584616" y="419100"/>
                  </a:lnTo>
                  <a:lnTo>
                    <a:pt x="1567711" y="419100"/>
                  </a:lnTo>
                  <a:lnTo>
                    <a:pt x="1556975" y="419100"/>
                  </a:lnTo>
                  <a:lnTo>
                    <a:pt x="1542603" y="419100"/>
                  </a:lnTo>
                  <a:lnTo>
                    <a:pt x="1535333" y="419100"/>
                  </a:lnTo>
                  <a:lnTo>
                    <a:pt x="1527913" y="419100"/>
                  </a:lnTo>
                  <a:lnTo>
                    <a:pt x="1511008" y="419100"/>
                  </a:lnTo>
                  <a:lnTo>
                    <a:pt x="1493320" y="419100"/>
                  </a:lnTo>
                  <a:lnTo>
                    <a:pt x="1489366" y="419100"/>
                  </a:lnTo>
                  <a:lnTo>
                    <a:pt x="1485900" y="419100"/>
                  </a:lnTo>
                  <a:lnTo>
                    <a:pt x="1478630" y="419100"/>
                  </a:lnTo>
                  <a:lnTo>
                    <a:pt x="1464258" y="419100"/>
                  </a:lnTo>
                  <a:lnTo>
                    <a:pt x="1447353" y="419100"/>
                  </a:lnTo>
                  <a:lnTo>
                    <a:pt x="1436617" y="419100"/>
                  </a:lnTo>
                  <a:lnTo>
                    <a:pt x="1432663" y="419100"/>
                  </a:lnTo>
                  <a:lnTo>
                    <a:pt x="1414975" y="419100"/>
                  </a:lnTo>
                  <a:lnTo>
                    <a:pt x="1407555" y="419100"/>
                  </a:lnTo>
                  <a:lnTo>
                    <a:pt x="1390650" y="419100"/>
                  </a:lnTo>
                  <a:lnTo>
                    <a:pt x="1375065" y="419100"/>
                  </a:lnTo>
                  <a:lnTo>
                    <a:pt x="1369008" y="419100"/>
                  </a:lnTo>
                  <a:lnTo>
                    <a:pt x="1358272" y="419100"/>
                  </a:lnTo>
                  <a:lnTo>
                    <a:pt x="1325782" y="419100"/>
                  </a:lnTo>
                  <a:lnTo>
                    <a:pt x="1318362" y="419100"/>
                  </a:lnTo>
                  <a:lnTo>
                    <a:pt x="1312305" y="419100"/>
                  </a:lnTo>
                  <a:lnTo>
                    <a:pt x="1279815" y="419100"/>
                  </a:lnTo>
                  <a:lnTo>
                    <a:pt x="1269079" y="419100"/>
                  </a:lnTo>
                  <a:lnTo>
                    <a:pt x="1254707" y="419100"/>
                  </a:lnTo>
                  <a:lnTo>
                    <a:pt x="1223112" y="419100"/>
                  </a:lnTo>
                  <a:lnTo>
                    <a:pt x="1205424" y="419100"/>
                  </a:lnTo>
                  <a:lnTo>
                    <a:pt x="1198004" y="419100"/>
                  </a:lnTo>
                  <a:lnTo>
                    <a:pt x="1159457" y="419100"/>
                  </a:lnTo>
                  <a:lnTo>
                    <a:pt x="1148721" y="419100"/>
                  </a:lnTo>
                  <a:lnTo>
                    <a:pt x="1127416" y="419100"/>
                  </a:lnTo>
                  <a:lnTo>
                    <a:pt x="1102754" y="419100"/>
                  </a:lnTo>
                  <a:lnTo>
                    <a:pt x="1078133" y="419100"/>
                  </a:lnTo>
                  <a:lnTo>
                    <a:pt x="1070713" y="419100"/>
                  </a:lnTo>
                  <a:lnTo>
                    <a:pt x="1032166" y="419100"/>
                  </a:lnTo>
                  <a:lnTo>
                    <a:pt x="1021430" y="419100"/>
                  </a:lnTo>
                  <a:lnTo>
                    <a:pt x="1007058" y="419100"/>
                  </a:lnTo>
                  <a:lnTo>
                    <a:pt x="975463" y="419100"/>
                  </a:lnTo>
                  <a:lnTo>
                    <a:pt x="957775" y="419100"/>
                  </a:lnTo>
                  <a:lnTo>
                    <a:pt x="950355" y="419100"/>
                  </a:lnTo>
                  <a:lnTo>
                    <a:pt x="939062" y="419100"/>
                  </a:lnTo>
                  <a:lnTo>
                    <a:pt x="917865" y="419100"/>
                  </a:lnTo>
                  <a:lnTo>
                    <a:pt x="911808" y="419100"/>
                  </a:lnTo>
                  <a:lnTo>
                    <a:pt x="901072" y="419100"/>
                  </a:lnTo>
                  <a:lnTo>
                    <a:pt x="889779" y="419100"/>
                  </a:lnTo>
                  <a:lnTo>
                    <a:pt x="882359" y="419100"/>
                  </a:lnTo>
                  <a:lnTo>
                    <a:pt x="868582" y="419100"/>
                  </a:lnTo>
                  <a:lnTo>
                    <a:pt x="861162" y="419100"/>
                  </a:lnTo>
                  <a:lnTo>
                    <a:pt x="855105" y="419100"/>
                  </a:lnTo>
                  <a:lnTo>
                    <a:pt x="843812" y="419100"/>
                  </a:lnTo>
                  <a:lnTo>
                    <a:pt x="833076" y="419100"/>
                  </a:lnTo>
                  <a:lnTo>
                    <a:pt x="822615" y="419100"/>
                  </a:lnTo>
                  <a:lnTo>
                    <a:pt x="818704" y="419100"/>
                  </a:lnTo>
                  <a:lnTo>
                    <a:pt x="811879" y="419100"/>
                  </a:lnTo>
                  <a:lnTo>
                    <a:pt x="797507" y="419100"/>
                  </a:lnTo>
                  <a:lnTo>
                    <a:pt x="787109" y="419100"/>
                  </a:lnTo>
                  <a:lnTo>
                    <a:pt x="769421" y="419100"/>
                  </a:lnTo>
                  <a:lnTo>
                    <a:pt x="765912" y="419100"/>
                  </a:lnTo>
                  <a:lnTo>
                    <a:pt x="762001" y="419100"/>
                  </a:lnTo>
                  <a:lnTo>
                    <a:pt x="748224" y="419100"/>
                  </a:lnTo>
                  <a:lnTo>
                    <a:pt x="740804" y="419100"/>
                  </a:lnTo>
                  <a:lnTo>
                    <a:pt x="729511" y="419100"/>
                  </a:lnTo>
                  <a:lnTo>
                    <a:pt x="723454" y="419100"/>
                  </a:lnTo>
                  <a:lnTo>
                    <a:pt x="712718" y="419100"/>
                  </a:lnTo>
                  <a:lnTo>
                    <a:pt x="702257" y="419100"/>
                  </a:lnTo>
                  <a:lnTo>
                    <a:pt x="691521" y="419100"/>
                  </a:lnTo>
                  <a:lnTo>
                    <a:pt x="680228" y="419100"/>
                  </a:lnTo>
                  <a:lnTo>
                    <a:pt x="672808" y="419100"/>
                  </a:lnTo>
                  <a:lnTo>
                    <a:pt x="666751" y="419100"/>
                  </a:lnTo>
                  <a:lnTo>
                    <a:pt x="645554" y="419100"/>
                  </a:lnTo>
                  <a:lnTo>
                    <a:pt x="634261" y="419100"/>
                  </a:lnTo>
                  <a:lnTo>
                    <a:pt x="623525" y="419100"/>
                  </a:lnTo>
                  <a:lnTo>
                    <a:pt x="609153" y="419100"/>
                  </a:lnTo>
                  <a:lnTo>
                    <a:pt x="577558" y="419100"/>
                  </a:lnTo>
                  <a:lnTo>
                    <a:pt x="559870" y="419100"/>
                  </a:lnTo>
                  <a:lnTo>
                    <a:pt x="552450" y="419100"/>
                  </a:lnTo>
                  <a:lnTo>
                    <a:pt x="513903" y="419100"/>
                  </a:lnTo>
                  <a:lnTo>
                    <a:pt x="503167" y="419100"/>
                  </a:lnTo>
                  <a:lnTo>
                    <a:pt x="481862" y="419100"/>
                  </a:lnTo>
                  <a:lnTo>
                    <a:pt x="457200" y="419100"/>
                  </a:lnTo>
                  <a:lnTo>
                    <a:pt x="432579" y="419100"/>
                  </a:lnTo>
                  <a:lnTo>
                    <a:pt x="425159" y="419100"/>
                  </a:lnTo>
                  <a:lnTo>
                    <a:pt x="386612" y="419100"/>
                  </a:lnTo>
                  <a:lnTo>
                    <a:pt x="375876" y="419100"/>
                  </a:lnTo>
                  <a:lnTo>
                    <a:pt x="361504" y="419100"/>
                  </a:lnTo>
                  <a:lnTo>
                    <a:pt x="329909" y="419100"/>
                  </a:lnTo>
                  <a:lnTo>
                    <a:pt x="312221" y="419100"/>
                  </a:lnTo>
                  <a:lnTo>
                    <a:pt x="304801" y="419100"/>
                  </a:lnTo>
                  <a:lnTo>
                    <a:pt x="272311" y="419100"/>
                  </a:lnTo>
                  <a:lnTo>
                    <a:pt x="266254" y="419100"/>
                  </a:lnTo>
                  <a:lnTo>
                    <a:pt x="255518" y="419100"/>
                  </a:lnTo>
                  <a:lnTo>
                    <a:pt x="223028" y="419100"/>
                  </a:lnTo>
                  <a:lnTo>
                    <a:pt x="215608" y="419100"/>
                  </a:lnTo>
                  <a:lnTo>
                    <a:pt x="209551" y="419100"/>
                  </a:lnTo>
                  <a:lnTo>
                    <a:pt x="177061" y="419100"/>
                  </a:lnTo>
                  <a:lnTo>
                    <a:pt x="166325" y="419100"/>
                  </a:lnTo>
                  <a:lnTo>
                    <a:pt x="151953" y="419100"/>
                  </a:lnTo>
                  <a:lnTo>
                    <a:pt x="120358" y="419100"/>
                  </a:lnTo>
                  <a:lnTo>
                    <a:pt x="102670" y="419100"/>
                  </a:lnTo>
                  <a:lnTo>
                    <a:pt x="95250" y="419100"/>
                  </a:lnTo>
                  <a:lnTo>
                    <a:pt x="56703" y="419100"/>
                  </a:lnTo>
                  <a:lnTo>
                    <a:pt x="45967" y="419100"/>
                  </a:lnTo>
                  <a:lnTo>
                    <a:pt x="0" y="419100"/>
                  </a:lnTo>
                  <a:close/>
                </a:path>
              </a:pathLst>
            </a:custGeom>
            <a:solidFill>
              <a:srgbClr val="305686"/>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nvGrpSpPr>
            <p:cNvPr id="12" name="组合 11"/>
            <p:cNvGrpSpPr/>
            <p:nvPr/>
          </p:nvGrpSpPr>
          <p:grpSpPr>
            <a:xfrm>
              <a:off x="418" y="2067"/>
              <a:ext cx="1655" cy="838"/>
              <a:chOff x="-391195" y="-1"/>
              <a:chExt cx="1697596" cy="866775"/>
            </a:xfrm>
            <a:solidFill>
              <a:srgbClr val="F5F5F5"/>
            </a:solidFill>
          </p:grpSpPr>
          <p:sp>
            <p:nvSpPr>
              <p:cNvPr id="13" name="任意多边形 17"/>
              <p:cNvSpPr/>
              <p:nvPr/>
            </p:nvSpPr>
            <p:spPr>
              <a:xfrm>
                <a:off x="238265"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4" name="任意多边形 18"/>
              <p:cNvSpPr/>
              <p:nvPr/>
            </p:nvSpPr>
            <p:spPr>
              <a:xfrm>
                <a:off x="421807"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5" name="任意多边形 19"/>
              <p:cNvSpPr/>
              <p:nvPr/>
            </p:nvSpPr>
            <p:spPr>
              <a:xfrm>
                <a:off x="605349"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6" name="任意多边形 26"/>
              <p:cNvSpPr/>
              <p:nvPr/>
            </p:nvSpPr>
            <p:spPr>
              <a:xfrm>
                <a:off x="788891"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7" name="任意多边形 27"/>
              <p:cNvSpPr/>
              <p:nvPr/>
            </p:nvSpPr>
            <p:spPr>
              <a:xfrm>
                <a:off x="972434" y="-1"/>
                <a:ext cx="333967" cy="866775"/>
              </a:xfrm>
              <a:custGeom>
                <a:avLst/>
                <a:gdLst>
                  <a:gd name="connsiteX0" fmla="*/ 895550 w 1380209"/>
                  <a:gd name="connsiteY0" fmla="*/ 0 h 3582188"/>
                  <a:gd name="connsiteX1" fmla="*/ 1380209 w 1380209"/>
                  <a:gd name="connsiteY1" fmla="*/ 0 h 3582188"/>
                  <a:gd name="connsiteX2" fmla="*/ 484659 w 1380209"/>
                  <a:gd name="connsiteY2" fmla="*/ 3582188 h 3582188"/>
                  <a:gd name="connsiteX3" fmla="*/ 0 w 1380209"/>
                  <a:gd name="connsiteY3" fmla="*/ 3582188 h 3582188"/>
                </a:gdLst>
                <a:ahLst/>
                <a:cxnLst>
                  <a:cxn ang="0">
                    <a:pos x="connsiteX0" y="connsiteY0"/>
                  </a:cxn>
                  <a:cxn ang="0">
                    <a:pos x="connsiteX1" y="connsiteY1"/>
                  </a:cxn>
                  <a:cxn ang="0">
                    <a:pos x="connsiteX2" y="connsiteY2"/>
                  </a:cxn>
                  <a:cxn ang="0">
                    <a:pos x="connsiteX3" y="connsiteY3"/>
                  </a:cxn>
                </a:cxnLst>
                <a:rect l="l" t="t" r="r" b="b"/>
                <a:pathLst>
                  <a:path w="1380209" h="3582188">
                    <a:moveTo>
                      <a:pt x="895550" y="0"/>
                    </a:moveTo>
                    <a:lnTo>
                      <a:pt x="1380209" y="0"/>
                    </a:lnTo>
                    <a:lnTo>
                      <a:pt x="484659" y="3582188"/>
                    </a:lnTo>
                    <a:lnTo>
                      <a:pt x="0" y="3582188"/>
                    </a:lnTo>
                    <a:close/>
                  </a:path>
                </a:pathLst>
              </a:custGeom>
              <a:grp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 name="任意多边形 28"/>
              <p:cNvSpPr/>
              <p:nvPr/>
            </p:nvSpPr>
            <p:spPr>
              <a:xfrm>
                <a:off x="-391195" y="-1"/>
                <a:ext cx="779885" cy="866775"/>
              </a:xfrm>
              <a:custGeom>
                <a:avLst/>
                <a:gdLst>
                  <a:gd name="connsiteX0" fmla="*/ 167467 w 602715"/>
                  <a:gd name="connsiteY0" fmla="*/ 0 h 669866"/>
                  <a:gd name="connsiteX1" fmla="*/ 240938 w 602715"/>
                  <a:gd name="connsiteY1" fmla="*/ 0 h 669866"/>
                  <a:gd name="connsiteX2" fmla="*/ 258098 w 602715"/>
                  <a:gd name="connsiteY2" fmla="*/ 0 h 669866"/>
                  <a:gd name="connsiteX3" fmla="*/ 319710 w 602715"/>
                  <a:gd name="connsiteY3" fmla="*/ 0 h 669866"/>
                  <a:gd name="connsiteX4" fmla="*/ 331569 w 602715"/>
                  <a:gd name="connsiteY4" fmla="*/ 0 h 669866"/>
                  <a:gd name="connsiteX5" fmla="*/ 359841 w 602715"/>
                  <a:gd name="connsiteY5" fmla="*/ 0 h 669866"/>
                  <a:gd name="connsiteX6" fmla="*/ 410341 w 602715"/>
                  <a:gd name="connsiteY6" fmla="*/ 0 h 669866"/>
                  <a:gd name="connsiteX7" fmla="*/ 433312 w 602715"/>
                  <a:gd name="connsiteY7" fmla="*/ 0 h 669866"/>
                  <a:gd name="connsiteX8" fmla="*/ 450472 w 602715"/>
                  <a:gd name="connsiteY8" fmla="*/ 0 h 669866"/>
                  <a:gd name="connsiteX9" fmla="*/ 512084 w 602715"/>
                  <a:gd name="connsiteY9" fmla="*/ 0 h 669866"/>
                  <a:gd name="connsiteX10" fmla="*/ 523943 w 602715"/>
                  <a:gd name="connsiteY10" fmla="*/ 0 h 669866"/>
                  <a:gd name="connsiteX11" fmla="*/ 602715 w 602715"/>
                  <a:gd name="connsiteY11" fmla="*/ 0 h 669866"/>
                  <a:gd name="connsiteX12" fmla="*/ 435248 w 602715"/>
                  <a:gd name="connsiteY12" fmla="*/ 669866 h 669866"/>
                  <a:gd name="connsiteX13" fmla="*/ 356476 w 602715"/>
                  <a:gd name="connsiteY13" fmla="*/ 669866 h 669866"/>
                  <a:gd name="connsiteX14" fmla="*/ 344617 w 602715"/>
                  <a:gd name="connsiteY14" fmla="*/ 669866 h 669866"/>
                  <a:gd name="connsiteX15" fmla="*/ 283005 w 602715"/>
                  <a:gd name="connsiteY15" fmla="*/ 669866 h 669866"/>
                  <a:gd name="connsiteX16" fmla="*/ 265845 w 602715"/>
                  <a:gd name="connsiteY16" fmla="*/ 669866 h 669866"/>
                  <a:gd name="connsiteX17" fmla="*/ 242874 w 602715"/>
                  <a:gd name="connsiteY17" fmla="*/ 669866 h 669866"/>
                  <a:gd name="connsiteX18" fmla="*/ 192374 w 602715"/>
                  <a:gd name="connsiteY18" fmla="*/ 669866 h 669866"/>
                  <a:gd name="connsiteX19" fmla="*/ 164102 w 602715"/>
                  <a:gd name="connsiteY19" fmla="*/ 669866 h 669866"/>
                  <a:gd name="connsiteX20" fmla="*/ 152243 w 602715"/>
                  <a:gd name="connsiteY20" fmla="*/ 669866 h 669866"/>
                  <a:gd name="connsiteX21" fmla="*/ 90631 w 602715"/>
                  <a:gd name="connsiteY21" fmla="*/ 669866 h 669866"/>
                  <a:gd name="connsiteX22" fmla="*/ 73471 w 602715"/>
                  <a:gd name="connsiteY22" fmla="*/ 669866 h 669866"/>
                  <a:gd name="connsiteX23" fmla="*/ 0 w 602715"/>
                  <a:gd name="connsiteY23" fmla="*/ 669866 h 66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2715" h="669866">
                    <a:moveTo>
                      <a:pt x="167467" y="0"/>
                    </a:moveTo>
                    <a:lnTo>
                      <a:pt x="240938" y="0"/>
                    </a:lnTo>
                    <a:lnTo>
                      <a:pt x="258098" y="0"/>
                    </a:lnTo>
                    <a:lnTo>
                      <a:pt x="319710" y="0"/>
                    </a:lnTo>
                    <a:lnTo>
                      <a:pt x="331569" y="0"/>
                    </a:lnTo>
                    <a:lnTo>
                      <a:pt x="359841" y="0"/>
                    </a:lnTo>
                    <a:lnTo>
                      <a:pt x="410341" y="0"/>
                    </a:lnTo>
                    <a:lnTo>
                      <a:pt x="433312" y="0"/>
                    </a:lnTo>
                    <a:lnTo>
                      <a:pt x="450472" y="0"/>
                    </a:lnTo>
                    <a:lnTo>
                      <a:pt x="512084" y="0"/>
                    </a:lnTo>
                    <a:lnTo>
                      <a:pt x="523943" y="0"/>
                    </a:lnTo>
                    <a:lnTo>
                      <a:pt x="602715" y="0"/>
                    </a:lnTo>
                    <a:lnTo>
                      <a:pt x="435248" y="669866"/>
                    </a:lnTo>
                    <a:lnTo>
                      <a:pt x="356476" y="669866"/>
                    </a:lnTo>
                    <a:lnTo>
                      <a:pt x="344617" y="669866"/>
                    </a:lnTo>
                    <a:lnTo>
                      <a:pt x="283005" y="669866"/>
                    </a:lnTo>
                    <a:lnTo>
                      <a:pt x="265845" y="669866"/>
                    </a:lnTo>
                    <a:lnTo>
                      <a:pt x="242874" y="669866"/>
                    </a:lnTo>
                    <a:lnTo>
                      <a:pt x="192374" y="669866"/>
                    </a:lnTo>
                    <a:lnTo>
                      <a:pt x="164102" y="669866"/>
                    </a:lnTo>
                    <a:lnTo>
                      <a:pt x="152243" y="669866"/>
                    </a:lnTo>
                    <a:lnTo>
                      <a:pt x="90631" y="669866"/>
                    </a:lnTo>
                    <a:lnTo>
                      <a:pt x="73471" y="669866"/>
                    </a:lnTo>
                    <a:lnTo>
                      <a:pt x="0" y="669866"/>
                    </a:lnTo>
                    <a:close/>
                  </a:path>
                </a:pathLst>
              </a:custGeom>
              <a:grp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sp>
          <p:nvSpPr>
            <p:cNvPr id="81933" name="Text Box 7"/>
            <p:cNvSpPr txBox="1"/>
            <p:nvPr/>
          </p:nvSpPr>
          <p:spPr>
            <a:xfrm>
              <a:off x="2170" y="1961"/>
              <a:ext cx="12428" cy="918"/>
            </a:xfrm>
            <a:prstGeom prst="rect">
              <a:avLst/>
            </a:prstGeom>
            <a:noFill/>
            <a:ln w="9525">
              <a:noFill/>
            </a:ln>
          </p:spPr>
          <p:txBody>
            <a:bodyPr anchor="t" anchorCtr="0">
              <a:spAutoFit/>
            </a:bodyPr>
            <a:p>
              <a:r>
                <a:rPr lang="en-US" altLang="zh-CN" sz="3200" b="1" dirty="0">
                  <a:solidFill>
                    <a:schemeClr val="bg1"/>
                  </a:solidFill>
                  <a:latin typeface="微软雅黑" panose="020B0503020204020204" charset="-122"/>
                  <a:ea typeface="微软雅黑" panose="020B0503020204020204" charset="-122"/>
                </a:rPr>
                <a:t>4.5 </a:t>
              </a:r>
              <a:r>
                <a:rPr lang="zh-CN" altLang="en-US" sz="3200" b="1" dirty="0">
                  <a:solidFill>
                    <a:schemeClr val="bg1"/>
                  </a:solidFill>
                  <a:latin typeface="微软雅黑" panose="020B0503020204020204" charset="-122"/>
                  <a:ea typeface="微软雅黑" panose="020B0503020204020204" charset="-122"/>
                </a:rPr>
                <a:t>阻尼振动、受迫振动、共振</a:t>
              </a:r>
              <a:endParaRPr lang="zh-CN" altLang="en-US" sz="3200" b="1" dirty="0">
                <a:solidFill>
                  <a:schemeClr val="bg1"/>
                </a:solidFill>
                <a:latin typeface="微软雅黑" panose="020B0503020204020204" charset="-122"/>
                <a:ea typeface="微软雅黑" panose="020B0503020204020204" charset="-122"/>
              </a:endParaRPr>
            </a:p>
          </p:txBody>
        </p:sp>
      </p:grpSp>
      <p:cxnSp>
        <p:nvCxnSpPr>
          <p:cNvPr id="81934" name="直接连接符 7"/>
          <p:cNvCxnSpPr/>
          <p:nvPr/>
        </p:nvCxnSpPr>
        <p:spPr>
          <a:xfrm>
            <a:off x="1252538" y="857250"/>
            <a:ext cx="7920037" cy="0"/>
          </a:xfrm>
          <a:prstGeom prst="line">
            <a:avLst/>
          </a:prstGeom>
          <a:ln w="28575" cap="flat" cmpd="sng">
            <a:solidFill>
              <a:srgbClr val="315985"/>
            </a:solidFill>
            <a:prstDash val="solid"/>
            <a:miter/>
            <a:headEnd type="none" w="med" len="med"/>
            <a:tailEnd type="none" w="med" len="med"/>
          </a:ln>
        </p:spPr>
      </p:cxn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7570"/>
                                        </p:tgtEl>
                                        <p:attrNameLst>
                                          <p:attrName>style.visibility</p:attrName>
                                        </p:attrNameLst>
                                      </p:cBhvr>
                                      <p:to>
                                        <p:strVal val="visible"/>
                                      </p:to>
                                    </p:set>
                                    <p:animEffect transition="in" filter="wipe(left)">
                                      <p:cBhvr>
                                        <p:cTn id="7" dur="500"/>
                                        <p:tgtEl>
                                          <p:spTgt spid="23757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7571"/>
                                        </p:tgtEl>
                                        <p:attrNameLst>
                                          <p:attrName>style.visibility</p:attrName>
                                        </p:attrNameLst>
                                      </p:cBhvr>
                                      <p:to>
                                        <p:strVal val="visible"/>
                                      </p:to>
                                    </p:set>
                                    <p:animEffect transition="in" filter="wipe(left)">
                                      <p:cBhvr>
                                        <p:cTn id="11" dur="500"/>
                                        <p:tgtEl>
                                          <p:spTgt spid="23757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37572"/>
                                        </p:tgtEl>
                                        <p:attrNameLst>
                                          <p:attrName>style.visibility</p:attrName>
                                        </p:attrNameLst>
                                      </p:cBhvr>
                                      <p:to>
                                        <p:strVal val="visible"/>
                                      </p:to>
                                    </p:set>
                                    <p:animEffect transition="in" filter="wipe(left)">
                                      <p:cBhvr>
                                        <p:cTn id="16" dur="500"/>
                                        <p:tgtEl>
                                          <p:spTgt spid="23757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37573"/>
                                        </p:tgtEl>
                                        <p:attrNameLst>
                                          <p:attrName>style.visibility</p:attrName>
                                        </p:attrNameLst>
                                      </p:cBhvr>
                                      <p:to>
                                        <p:strVal val="visible"/>
                                      </p:to>
                                    </p:set>
                                    <p:animEffect transition="in" filter="wipe(left)">
                                      <p:cBhvr>
                                        <p:cTn id="20" dur="500"/>
                                        <p:tgtEl>
                                          <p:spTgt spid="23757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37576"/>
                                        </p:tgtEl>
                                        <p:attrNameLst>
                                          <p:attrName>style.visibility</p:attrName>
                                        </p:attrNameLst>
                                      </p:cBhvr>
                                      <p:to>
                                        <p:strVal val="visible"/>
                                      </p:to>
                                    </p:set>
                                    <p:animEffect transition="in" filter="wipe(left)">
                                      <p:cBhvr>
                                        <p:cTn id="25" dur="500"/>
                                        <p:tgtEl>
                                          <p:spTgt spid="23757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7577"/>
                                        </p:tgtEl>
                                        <p:attrNameLst>
                                          <p:attrName>style.visibility</p:attrName>
                                        </p:attrNameLst>
                                      </p:cBhvr>
                                      <p:to>
                                        <p:strVal val="visible"/>
                                      </p:to>
                                    </p:set>
                                    <p:animEffect transition="in" filter="wipe(left)">
                                      <p:cBhvr>
                                        <p:cTn id="30" dur="500"/>
                                        <p:tgtEl>
                                          <p:spTgt spid="237577"/>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37578"/>
                                        </p:tgtEl>
                                        <p:attrNameLst>
                                          <p:attrName>style.visibility</p:attrName>
                                        </p:attrNameLst>
                                      </p:cBhvr>
                                      <p:to>
                                        <p:strVal val="visible"/>
                                      </p:to>
                                    </p:set>
                                    <p:animEffect transition="in" filter="wipe(left)">
                                      <p:cBhvr>
                                        <p:cTn id="34" dur="500"/>
                                        <p:tgtEl>
                                          <p:spTgt spid="237578"/>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237579"/>
                                        </p:tgtEl>
                                        <p:attrNameLst>
                                          <p:attrName>style.visibility</p:attrName>
                                        </p:attrNameLst>
                                      </p:cBhvr>
                                      <p:to>
                                        <p:strVal val="visible"/>
                                      </p:to>
                                    </p:set>
                                    <p:animEffect transition="in" filter="wipe(left)">
                                      <p:cBhvr>
                                        <p:cTn id="38" dur="500"/>
                                        <p:tgtEl>
                                          <p:spTgt spid="237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0" grpId="0"/>
      <p:bldP spid="237571" grpId="0"/>
      <p:bldP spid="237572" grpId="0"/>
      <p:bldP spid="237573" grpId="0"/>
      <p:bldP spid="237576" grpId="0"/>
      <p:bldP spid="237577" grpId="0"/>
      <p:bldP spid="237578" grpId="0" bldLvl="0" animBg="1"/>
      <p:bldP spid="237579"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aphicFrame>
        <p:nvGraphicFramePr>
          <p:cNvPr id="151579" name="Object 27"/>
          <p:cNvGraphicFramePr>
            <a:graphicFrameLocks noChangeAspect="1"/>
          </p:cNvGraphicFramePr>
          <p:nvPr/>
        </p:nvGraphicFramePr>
        <p:xfrm>
          <a:off x="855663" y="1758950"/>
          <a:ext cx="2659062" cy="860425"/>
        </p:xfrm>
        <a:graphic>
          <a:graphicData uri="http://schemas.openxmlformats.org/presentationml/2006/ole">
            <mc:AlternateContent xmlns:mc="http://schemas.openxmlformats.org/markup-compatibility/2006">
              <mc:Choice xmlns:v="urn:schemas-microsoft-com:vml" Requires="v">
                <p:oleObj spid="_x0000_s3371" name="" r:id="rId1" imgW="1219200" imgH="419100" progId="Equation.3">
                  <p:embed/>
                </p:oleObj>
              </mc:Choice>
              <mc:Fallback>
                <p:oleObj name="" r:id="rId1" imgW="1219200" imgH="419100" progId="Equation.3">
                  <p:embed/>
                  <p:pic>
                    <p:nvPicPr>
                      <p:cNvPr id="0" name="图片 3370"/>
                      <p:cNvPicPr/>
                      <p:nvPr/>
                    </p:nvPicPr>
                    <p:blipFill>
                      <a:blip r:embed="rId2"/>
                      <a:stretch>
                        <a:fillRect/>
                      </a:stretch>
                    </p:blipFill>
                    <p:spPr>
                      <a:xfrm>
                        <a:off x="855663" y="1758950"/>
                        <a:ext cx="2659062" cy="860425"/>
                      </a:xfrm>
                      <a:prstGeom prst="rect">
                        <a:avLst/>
                      </a:prstGeom>
                      <a:noFill/>
                      <a:ln w="38100">
                        <a:noFill/>
                        <a:miter/>
                      </a:ln>
                    </p:spPr>
                  </p:pic>
                </p:oleObj>
              </mc:Fallback>
            </mc:AlternateContent>
          </a:graphicData>
        </a:graphic>
      </p:graphicFrame>
      <p:graphicFrame>
        <p:nvGraphicFramePr>
          <p:cNvPr id="151580" name="Object 28"/>
          <p:cNvGraphicFramePr>
            <a:graphicFrameLocks noChangeAspect="1"/>
          </p:cNvGraphicFramePr>
          <p:nvPr/>
        </p:nvGraphicFramePr>
        <p:xfrm>
          <a:off x="993775" y="3071813"/>
          <a:ext cx="2655888" cy="846137"/>
        </p:xfrm>
        <a:graphic>
          <a:graphicData uri="http://schemas.openxmlformats.org/presentationml/2006/ole">
            <mc:AlternateContent xmlns:mc="http://schemas.openxmlformats.org/markup-compatibility/2006">
              <mc:Choice xmlns:v="urn:schemas-microsoft-com:vml" Requires="v">
                <p:oleObj spid="_x0000_s3370" name="" r:id="rId3" imgW="1333500" imgH="419100" progId="Equation.3">
                  <p:embed/>
                </p:oleObj>
              </mc:Choice>
              <mc:Fallback>
                <p:oleObj name="" r:id="rId3" imgW="1333500" imgH="419100" progId="Equation.3">
                  <p:embed/>
                  <p:pic>
                    <p:nvPicPr>
                      <p:cNvPr id="0" name="图片 3369"/>
                      <p:cNvPicPr/>
                      <p:nvPr/>
                    </p:nvPicPr>
                    <p:blipFill>
                      <a:blip r:embed="rId4"/>
                      <a:stretch>
                        <a:fillRect/>
                      </a:stretch>
                    </p:blipFill>
                    <p:spPr>
                      <a:xfrm>
                        <a:off x="993775" y="3071813"/>
                        <a:ext cx="2655888" cy="846137"/>
                      </a:xfrm>
                      <a:prstGeom prst="rect">
                        <a:avLst/>
                      </a:prstGeom>
                      <a:noFill/>
                      <a:ln w="38100">
                        <a:noFill/>
                        <a:miter/>
                      </a:ln>
                    </p:spPr>
                  </p:pic>
                </p:oleObj>
              </mc:Fallback>
            </mc:AlternateContent>
          </a:graphicData>
        </a:graphic>
      </p:graphicFrame>
      <p:graphicFrame>
        <p:nvGraphicFramePr>
          <p:cNvPr id="151581" name="Object 29"/>
          <p:cNvGraphicFramePr>
            <a:graphicFrameLocks noChangeAspect="1"/>
          </p:cNvGraphicFramePr>
          <p:nvPr/>
        </p:nvGraphicFramePr>
        <p:xfrm>
          <a:off x="4986338" y="3486150"/>
          <a:ext cx="892175" cy="773113"/>
        </p:xfrm>
        <a:graphic>
          <a:graphicData uri="http://schemas.openxmlformats.org/presentationml/2006/ole">
            <mc:AlternateContent xmlns:mc="http://schemas.openxmlformats.org/markup-compatibility/2006">
              <mc:Choice xmlns:v="urn:schemas-microsoft-com:vml" Requires="v">
                <p:oleObj spid="_x0000_s3369" name="" r:id="rId5" imgW="520700" imgH="393700" progId="Equation.3">
                  <p:embed/>
                </p:oleObj>
              </mc:Choice>
              <mc:Fallback>
                <p:oleObj name="" r:id="rId5" imgW="520700" imgH="393700" progId="Equation.3">
                  <p:embed/>
                  <p:pic>
                    <p:nvPicPr>
                      <p:cNvPr id="0" name="图片 3368"/>
                      <p:cNvPicPr/>
                      <p:nvPr/>
                    </p:nvPicPr>
                    <p:blipFill>
                      <a:blip r:embed="rId6"/>
                      <a:stretch>
                        <a:fillRect/>
                      </a:stretch>
                    </p:blipFill>
                    <p:spPr>
                      <a:xfrm>
                        <a:off x="4986338" y="3486150"/>
                        <a:ext cx="892175" cy="773113"/>
                      </a:xfrm>
                      <a:prstGeom prst="rect">
                        <a:avLst/>
                      </a:prstGeom>
                      <a:noFill/>
                      <a:ln w="38100">
                        <a:noFill/>
                        <a:miter/>
                      </a:ln>
                    </p:spPr>
                  </p:pic>
                </p:oleObj>
              </mc:Fallback>
            </mc:AlternateContent>
          </a:graphicData>
        </a:graphic>
      </p:graphicFrame>
      <p:sp>
        <p:nvSpPr>
          <p:cNvPr id="151582" name="Text Box 30"/>
          <p:cNvSpPr txBox="1"/>
          <p:nvPr/>
        </p:nvSpPr>
        <p:spPr>
          <a:xfrm>
            <a:off x="4300538" y="3638550"/>
            <a:ext cx="762000" cy="457200"/>
          </a:xfrm>
          <a:prstGeom prst="rect">
            <a:avLst/>
          </a:prstGeom>
          <a:noFill/>
          <a:ln w="9525">
            <a:noFill/>
          </a:ln>
        </p:spPr>
        <p:txBody>
          <a:bodyPr anchor="t" anchorCtr="0">
            <a:spAutoFit/>
          </a:bodyPr>
          <a:p>
            <a:pPr>
              <a:spcBef>
                <a:spcPct val="50000"/>
              </a:spcBef>
            </a:pPr>
            <a:r>
              <a:rPr lang="zh-CN" altLang="en-US" sz="2400" b="1" dirty="0">
                <a:solidFill>
                  <a:srgbClr val="FF33CC"/>
                </a:solidFill>
                <a:latin typeface="Times New Roman" panose="02020603050405020304" pitchFamily="18" charset="0"/>
                <a:ea typeface="楷体_GB2312" pitchFamily="49" charset="-122"/>
              </a:rPr>
              <a:t>令</a:t>
            </a:r>
            <a:endParaRPr lang="zh-CN" altLang="en-US" sz="2400" b="1" dirty="0">
              <a:solidFill>
                <a:srgbClr val="FF33CC"/>
              </a:solidFill>
              <a:latin typeface="Times New Roman" panose="02020603050405020304" pitchFamily="18" charset="0"/>
              <a:ea typeface="楷体_GB2312" pitchFamily="49" charset="-122"/>
            </a:endParaRPr>
          </a:p>
        </p:txBody>
      </p:sp>
      <p:sp>
        <p:nvSpPr>
          <p:cNvPr id="151583" name="Text Box 31"/>
          <p:cNvSpPr txBox="1"/>
          <p:nvPr/>
        </p:nvSpPr>
        <p:spPr>
          <a:xfrm>
            <a:off x="6229350" y="3652838"/>
            <a:ext cx="2546350" cy="396875"/>
          </a:xfrm>
          <a:prstGeom prst="rect">
            <a:avLst/>
          </a:prstGeom>
          <a:noFill/>
          <a:ln w="9525">
            <a:noFill/>
          </a:ln>
        </p:spPr>
        <p:txBody>
          <a:bodyPr anchor="t" anchorCtr="0">
            <a:spAutoFit/>
          </a:bodyPr>
          <a:p>
            <a:pPr>
              <a:spcBef>
                <a:spcPct val="50000"/>
              </a:spcBef>
            </a:pPr>
            <a:r>
              <a:rPr lang="zh-CN" altLang="en-US" sz="2000" b="1" dirty="0">
                <a:solidFill>
                  <a:srgbClr val="000000"/>
                </a:solidFill>
                <a:latin typeface="Times New Roman" panose="02020603050405020304" pitchFamily="18" charset="0"/>
                <a:ea typeface="楷体_GB2312" pitchFamily="49" charset="-122"/>
              </a:rPr>
              <a:t>称阻尼系数（因子）</a:t>
            </a:r>
            <a:endParaRPr lang="zh-CN" altLang="en-US" sz="2000" b="1" dirty="0">
              <a:solidFill>
                <a:srgbClr val="000000"/>
              </a:solidFill>
              <a:latin typeface="Times New Roman" panose="02020603050405020304" pitchFamily="18" charset="0"/>
              <a:ea typeface="楷体_GB2312" pitchFamily="49" charset="-122"/>
            </a:endParaRPr>
          </a:p>
        </p:txBody>
      </p:sp>
      <p:graphicFrame>
        <p:nvGraphicFramePr>
          <p:cNvPr id="151584" name="Object 32"/>
          <p:cNvGraphicFramePr>
            <a:graphicFrameLocks noChangeAspect="1"/>
          </p:cNvGraphicFramePr>
          <p:nvPr/>
        </p:nvGraphicFramePr>
        <p:xfrm>
          <a:off x="4956175" y="2695575"/>
          <a:ext cx="1122363" cy="819150"/>
        </p:xfrm>
        <a:graphic>
          <a:graphicData uri="http://schemas.openxmlformats.org/presentationml/2006/ole">
            <mc:AlternateContent xmlns:mc="http://schemas.openxmlformats.org/markup-compatibility/2006">
              <mc:Choice xmlns:v="urn:schemas-microsoft-com:vml" Requires="v">
                <p:oleObj spid="_x0000_s3367" name="" r:id="rId7" imgW="520065" imgH="405765" progId="Equation.3">
                  <p:embed/>
                </p:oleObj>
              </mc:Choice>
              <mc:Fallback>
                <p:oleObj name="" r:id="rId7" imgW="520065" imgH="405765" progId="Equation.3">
                  <p:embed/>
                  <p:pic>
                    <p:nvPicPr>
                      <p:cNvPr id="0" name="图片 3366"/>
                      <p:cNvPicPr/>
                      <p:nvPr/>
                    </p:nvPicPr>
                    <p:blipFill>
                      <a:blip r:embed="rId8"/>
                      <a:stretch>
                        <a:fillRect/>
                      </a:stretch>
                    </p:blipFill>
                    <p:spPr>
                      <a:xfrm>
                        <a:off x="4956175" y="2695575"/>
                        <a:ext cx="1122363" cy="819150"/>
                      </a:xfrm>
                      <a:prstGeom prst="rect">
                        <a:avLst/>
                      </a:prstGeom>
                      <a:noFill/>
                      <a:ln w="38100">
                        <a:noFill/>
                        <a:miter/>
                      </a:ln>
                    </p:spPr>
                  </p:pic>
                </p:oleObj>
              </mc:Fallback>
            </mc:AlternateContent>
          </a:graphicData>
        </a:graphic>
      </p:graphicFrame>
      <p:sp>
        <p:nvSpPr>
          <p:cNvPr id="151585" name="Text Box 33"/>
          <p:cNvSpPr txBox="1"/>
          <p:nvPr/>
        </p:nvSpPr>
        <p:spPr>
          <a:xfrm>
            <a:off x="6300788" y="2886075"/>
            <a:ext cx="2327275" cy="457200"/>
          </a:xfrm>
          <a:prstGeom prst="rect">
            <a:avLst/>
          </a:prstGeom>
          <a:noFill/>
          <a:ln w="25400">
            <a:noFill/>
          </a:ln>
        </p:spPr>
        <p:txBody>
          <a:bodyPr anchor="t" anchorCtr="0">
            <a:spAutoFit/>
          </a:bodyPr>
          <a:p>
            <a:pPr>
              <a:spcBef>
                <a:spcPct val="50000"/>
              </a:spcBef>
            </a:pPr>
            <a:r>
              <a:rPr lang="zh-CN" altLang="en-US" sz="2400" b="1" dirty="0">
                <a:solidFill>
                  <a:srgbClr val="FF33CC"/>
                </a:solidFill>
                <a:latin typeface="Times New Roman" panose="02020603050405020304" pitchFamily="18" charset="0"/>
                <a:ea typeface="楷体_GB2312" pitchFamily="49" charset="-122"/>
              </a:rPr>
              <a:t>系统固有频率</a:t>
            </a:r>
            <a:endParaRPr lang="zh-CN" altLang="en-US" sz="2400" b="1" dirty="0">
              <a:solidFill>
                <a:srgbClr val="FF33CC"/>
              </a:solidFill>
              <a:latin typeface="Times New Roman" panose="02020603050405020304" pitchFamily="18" charset="0"/>
              <a:ea typeface="楷体_GB2312" pitchFamily="49" charset="-122"/>
            </a:endParaRPr>
          </a:p>
        </p:txBody>
      </p:sp>
      <p:sp>
        <p:nvSpPr>
          <p:cNvPr id="151587" name="Text Box 35"/>
          <p:cNvSpPr txBox="1"/>
          <p:nvPr/>
        </p:nvSpPr>
        <p:spPr>
          <a:xfrm>
            <a:off x="855663" y="1320800"/>
            <a:ext cx="3386137" cy="457200"/>
          </a:xfrm>
          <a:prstGeom prst="rect">
            <a:avLst/>
          </a:prstGeom>
          <a:noFill/>
          <a:ln w="9525">
            <a:noFill/>
          </a:ln>
        </p:spPr>
        <p:txBody>
          <a:bodyPr anchor="t" anchorCtr="0">
            <a:spAutoFit/>
          </a:bodyPr>
          <a:p>
            <a:pPr>
              <a:spcBef>
                <a:spcPct val="50000"/>
              </a:spcBef>
            </a:pPr>
            <a:r>
              <a:rPr lang="zh-CN" altLang="en-US" sz="2400" b="1" dirty="0">
                <a:solidFill>
                  <a:srgbClr val="000000"/>
                </a:solidFill>
                <a:latin typeface="Times New Roman" panose="02020603050405020304" pitchFamily="18" charset="0"/>
                <a:ea typeface="楷体_GB2312" pitchFamily="49" charset="-122"/>
              </a:rPr>
              <a:t>由牛顿第二定律有</a:t>
            </a:r>
            <a:endParaRPr lang="zh-CN" altLang="en-US" sz="2400" b="1" dirty="0">
              <a:solidFill>
                <a:srgbClr val="000000"/>
              </a:solidFill>
              <a:latin typeface="Times New Roman" panose="02020603050405020304" pitchFamily="18" charset="0"/>
              <a:ea typeface="楷体_GB2312" pitchFamily="49" charset="-122"/>
            </a:endParaRPr>
          </a:p>
        </p:txBody>
      </p:sp>
      <p:sp>
        <p:nvSpPr>
          <p:cNvPr id="151588" name="Text Box 36"/>
          <p:cNvSpPr txBox="1"/>
          <p:nvPr/>
        </p:nvSpPr>
        <p:spPr>
          <a:xfrm>
            <a:off x="4164013" y="2838450"/>
            <a:ext cx="1295400" cy="457200"/>
          </a:xfrm>
          <a:prstGeom prst="rect">
            <a:avLst/>
          </a:prstGeom>
          <a:noFill/>
          <a:ln w="9525">
            <a:noFill/>
          </a:ln>
        </p:spPr>
        <p:txBody>
          <a:bodyPr anchor="t" anchorCtr="0">
            <a:spAutoFit/>
          </a:bodyPr>
          <a:p>
            <a:pPr>
              <a:spcBef>
                <a:spcPct val="50000"/>
              </a:spcBef>
            </a:pPr>
            <a:r>
              <a:rPr lang="zh-CN" altLang="en-US" sz="2400" b="1" dirty="0">
                <a:latin typeface="Times New Roman" panose="02020603050405020304" pitchFamily="18" charset="0"/>
                <a:ea typeface="楷体_GB2312" pitchFamily="49" charset="-122"/>
              </a:rPr>
              <a:t>式中</a:t>
            </a:r>
            <a:endParaRPr lang="zh-CN" altLang="en-US" sz="2400" b="1" dirty="0">
              <a:latin typeface="Times New Roman" panose="02020603050405020304" pitchFamily="18" charset="0"/>
              <a:ea typeface="楷体_GB2312" pitchFamily="49" charset="-122"/>
            </a:endParaRPr>
          </a:p>
        </p:txBody>
      </p:sp>
      <p:graphicFrame>
        <p:nvGraphicFramePr>
          <p:cNvPr id="151589" name="Object 37"/>
          <p:cNvGraphicFramePr>
            <a:graphicFrameLocks noChangeAspect="1"/>
          </p:cNvGraphicFramePr>
          <p:nvPr/>
        </p:nvGraphicFramePr>
        <p:xfrm>
          <a:off x="3852863" y="4308475"/>
          <a:ext cx="2686050" cy="887413"/>
        </p:xfrm>
        <a:graphic>
          <a:graphicData uri="http://schemas.openxmlformats.org/presentationml/2006/ole">
            <mc:AlternateContent xmlns:mc="http://schemas.openxmlformats.org/markup-compatibility/2006">
              <mc:Choice xmlns:v="urn:schemas-microsoft-com:vml" Requires="v">
                <p:oleObj spid="_x0000_s3368" name="" r:id="rId9" imgW="1397000" imgH="419100" progId="Equation.3">
                  <p:embed/>
                </p:oleObj>
              </mc:Choice>
              <mc:Fallback>
                <p:oleObj name="" r:id="rId9" imgW="1397000" imgH="419100" progId="Equation.3">
                  <p:embed/>
                  <p:pic>
                    <p:nvPicPr>
                      <p:cNvPr id="0" name="图片 3367"/>
                      <p:cNvPicPr/>
                      <p:nvPr/>
                    </p:nvPicPr>
                    <p:blipFill>
                      <a:blip r:embed="rId10"/>
                      <a:stretch>
                        <a:fillRect/>
                      </a:stretch>
                    </p:blipFill>
                    <p:spPr>
                      <a:xfrm>
                        <a:off x="3852863" y="4308475"/>
                        <a:ext cx="2686050" cy="887413"/>
                      </a:xfrm>
                      <a:prstGeom prst="rect">
                        <a:avLst/>
                      </a:prstGeom>
                      <a:noFill/>
                      <a:ln w="38100">
                        <a:noFill/>
                        <a:miter/>
                      </a:ln>
                    </p:spPr>
                  </p:pic>
                </p:oleObj>
              </mc:Fallback>
            </mc:AlternateContent>
          </a:graphicData>
        </a:graphic>
      </p:graphicFrame>
      <p:sp>
        <p:nvSpPr>
          <p:cNvPr id="151590" name="Text Box 38"/>
          <p:cNvSpPr txBox="1"/>
          <p:nvPr/>
        </p:nvSpPr>
        <p:spPr>
          <a:xfrm>
            <a:off x="1296988" y="4508500"/>
            <a:ext cx="3124200" cy="457200"/>
          </a:xfrm>
          <a:prstGeom prst="rect">
            <a:avLst/>
          </a:prstGeom>
          <a:noFill/>
          <a:ln w="9525">
            <a:noFill/>
          </a:ln>
        </p:spPr>
        <p:txBody>
          <a:bodyPr anchor="t" anchorCtr="0">
            <a:spAutoFit/>
          </a:bodyPr>
          <a:p>
            <a:pPr>
              <a:spcBef>
                <a:spcPct val="50000"/>
              </a:spcBef>
            </a:pPr>
            <a:r>
              <a:rPr lang="zh-CN" altLang="en-US" sz="2400" b="1" dirty="0">
                <a:solidFill>
                  <a:srgbClr val="000000"/>
                </a:solidFill>
                <a:latin typeface="Times New Roman" panose="02020603050405020304" pitchFamily="18" charset="0"/>
                <a:ea typeface="楷体_GB2312" pitchFamily="49" charset="-122"/>
              </a:rPr>
              <a:t>阻尼振动方程为：</a:t>
            </a:r>
            <a:endParaRPr lang="zh-CN" altLang="en-US" sz="2400" b="1" dirty="0">
              <a:solidFill>
                <a:srgbClr val="000000"/>
              </a:solidFill>
              <a:latin typeface="Times New Roman" panose="02020603050405020304" pitchFamily="18" charset="0"/>
              <a:ea typeface="楷体_GB2312" pitchFamily="49" charset="-122"/>
            </a:endParaRPr>
          </a:p>
        </p:txBody>
      </p:sp>
      <p:sp>
        <p:nvSpPr>
          <p:cNvPr id="151591" name="Text Box 39"/>
          <p:cNvSpPr txBox="1"/>
          <p:nvPr/>
        </p:nvSpPr>
        <p:spPr>
          <a:xfrm>
            <a:off x="1281113" y="5316538"/>
            <a:ext cx="5473700" cy="457200"/>
          </a:xfrm>
          <a:prstGeom prst="rect">
            <a:avLst/>
          </a:prstGeom>
          <a:noFill/>
          <a:ln w="9525">
            <a:noFill/>
          </a:ln>
        </p:spPr>
        <p:txBody>
          <a:bodyPr anchor="t" anchorCtr="0">
            <a:spAutoFit/>
          </a:bodyPr>
          <a:p>
            <a:pPr>
              <a:spcBef>
                <a:spcPct val="50000"/>
              </a:spcBef>
            </a:pPr>
            <a:r>
              <a:rPr lang="zh-CN" altLang="en-US" sz="2400" b="1" dirty="0">
                <a:solidFill>
                  <a:srgbClr val="000000"/>
                </a:solidFill>
                <a:latin typeface="Times New Roman" panose="02020603050405020304" pitchFamily="18" charset="0"/>
                <a:ea typeface="楷体_GB2312" pitchFamily="49" charset="-122"/>
              </a:rPr>
              <a:t>其解的形式为：</a:t>
            </a:r>
            <a:endParaRPr lang="zh-CN" altLang="en-US" sz="2400" b="1" dirty="0">
              <a:solidFill>
                <a:srgbClr val="000000"/>
              </a:solidFill>
              <a:latin typeface="Times New Roman" panose="02020603050405020304" pitchFamily="18" charset="0"/>
              <a:ea typeface="楷体_GB2312" pitchFamily="49" charset="-122"/>
            </a:endParaRPr>
          </a:p>
        </p:txBody>
      </p:sp>
      <p:graphicFrame>
        <p:nvGraphicFramePr>
          <p:cNvPr id="151592" name="Object 40"/>
          <p:cNvGraphicFramePr>
            <a:graphicFrameLocks noChangeAspect="1"/>
          </p:cNvGraphicFramePr>
          <p:nvPr/>
        </p:nvGraphicFramePr>
        <p:xfrm>
          <a:off x="3622675" y="5302250"/>
          <a:ext cx="3924300" cy="584200"/>
        </p:xfrm>
        <a:graphic>
          <a:graphicData uri="http://schemas.openxmlformats.org/presentationml/2006/ole">
            <mc:AlternateContent xmlns:mc="http://schemas.openxmlformats.org/markup-compatibility/2006">
              <mc:Choice xmlns:v="urn:schemas-microsoft-com:vml" Requires="v">
                <p:oleObj spid="_x0000_s3380" name="" r:id="rId11" imgW="1358265" imgH="241300" progId="Equation.3">
                  <p:embed/>
                </p:oleObj>
              </mc:Choice>
              <mc:Fallback>
                <p:oleObj name="" r:id="rId11" imgW="1358265" imgH="241300" progId="Equation.3">
                  <p:embed/>
                  <p:pic>
                    <p:nvPicPr>
                      <p:cNvPr id="0" name="图片 3379"/>
                      <p:cNvPicPr/>
                      <p:nvPr/>
                    </p:nvPicPr>
                    <p:blipFill>
                      <a:blip r:embed="rId12"/>
                      <a:stretch>
                        <a:fillRect/>
                      </a:stretch>
                    </p:blipFill>
                    <p:spPr>
                      <a:xfrm>
                        <a:off x="3622675" y="5302250"/>
                        <a:ext cx="3924300" cy="584200"/>
                      </a:xfrm>
                      <a:prstGeom prst="rect">
                        <a:avLst/>
                      </a:prstGeom>
                      <a:noFill/>
                      <a:ln w="38100">
                        <a:noFill/>
                        <a:miter/>
                      </a:ln>
                    </p:spPr>
                  </p:pic>
                </p:oleObj>
              </mc:Fallback>
            </mc:AlternateContent>
          </a:graphicData>
        </a:graphic>
      </p:graphicFrame>
      <p:sp>
        <p:nvSpPr>
          <p:cNvPr id="151593" name="AutoShape 41"/>
          <p:cNvSpPr/>
          <p:nvPr/>
        </p:nvSpPr>
        <p:spPr>
          <a:xfrm>
            <a:off x="3803650" y="3054350"/>
            <a:ext cx="215900" cy="936625"/>
          </a:xfrm>
          <a:prstGeom prst="leftBrace">
            <a:avLst>
              <a:gd name="adj1" fmla="val 35951"/>
              <a:gd name="adj2" fmla="val 50000"/>
            </a:avLst>
          </a:prstGeom>
          <a:noFill/>
          <a:ln w="22225" cap="flat" cmpd="sng">
            <a:solidFill>
              <a:srgbClr val="800000"/>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51594" name="Object 42"/>
          <p:cNvGraphicFramePr>
            <a:graphicFrameLocks noChangeAspect="1"/>
          </p:cNvGraphicFramePr>
          <p:nvPr/>
        </p:nvGraphicFramePr>
        <p:xfrm>
          <a:off x="5675313" y="5911850"/>
          <a:ext cx="1655762" cy="614363"/>
        </p:xfrm>
        <a:graphic>
          <a:graphicData uri="http://schemas.openxmlformats.org/presentationml/2006/ole">
            <mc:AlternateContent xmlns:mc="http://schemas.openxmlformats.org/markup-compatibility/2006">
              <mc:Choice xmlns:v="urn:schemas-microsoft-com:vml" Requires="v">
                <p:oleObj spid="_x0000_s3378" name="" r:id="rId13" imgW="901065" imgH="292100" progId="Equation.3">
                  <p:embed/>
                </p:oleObj>
              </mc:Choice>
              <mc:Fallback>
                <p:oleObj name="" r:id="rId13" imgW="901065" imgH="292100" progId="Equation.3">
                  <p:embed/>
                  <p:pic>
                    <p:nvPicPr>
                      <p:cNvPr id="0" name="图片 3377"/>
                      <p:cNvPicPr/>
                      <p:nvPr/>
                    </p:nvPicPr>
                    <p:blipFill>
                      <a:blip r:embed="rId14"/>
                      <a:stretch>
                        <a:fillRect/>
                      </a:stretch>
                    </p:blipFill>
                    <p:spPr>
                      <a:xfrm>
                        <a:off x="5675313" y="5911850"/>
                        <a:ext cx="1655762" cy="614363"/>
                      </a:xfrm>
                      <a:prstGeom prst="rect">
                        <a:avLst/>
                      </a:prstGeom>
                      <a:noFill/>
                      <a:ln w="38100">
                        <a:noFill/>
                        <a:miter/>
                      </a:ln>
                    </p:spPr>
                  </p:pic>
                </p:oleObj>
              </mc:Fallback>
            </mc:AlternateContent>
          </a:graphicData>
        </a:graphic>
      </p:graphicFrame>
      <p:graphicFrame>
        <p:nvGraphicFramePr>
          <p:cNvPr id="151595" name="Object 43"/>
          <p:cNvGraphicFramePr>
            <a:graphicFrameLocks noChangeAspect="1"/>
          </p:cNvGraphicFramePr>
          <p:nvPr/>
        </p:nvGraphicFramePr>
        <p:xfrm>
          <a:off x="5822950" y="439738"/>
          <a:ext cx="1609725" cy="468312"/>
        </p:xfrm>
        <a:graphic>
          <a:graphicData uri="http://schemas.openxmlformats.org/presentationml/2006/ole">
            <mc:AlternateContent xmlns:mc="http://schemas.openxmlformats.org/markup-compatibility/2006">
              <mc:Choice xmlns:v="urn:schemas-microsoft-com:vml" Requires="v">
                <p:oleObj spid="_x0000_s3377" name="" r:id="rId15" imgW="749300" imgH="215900" progId="Equation.3">
                  <p:embed/>
                </p:oleObj>
              </mc:Choice>
              <mc:Fallback>
                <p:oleObj name="" r:id="rId15" imgW="749300" imgH="215900" progId="Equation.3">
                  <p:embed/>
                  <p:pic>
                    <p:nvPicPr>
                      <p:cNvPr id="0" name="图片 3376"/>
                      <p:cNvPicPr/>
                      <p:nvPr/>
                    </p:nvPicPr>
                    <p:blipFill>
                      <a:blip r:embed="rId16"/>
                      <a:stretch>
                        <a:fillRect/>
                      </a:stretch>
                    </p:blipFill>
                    <p:spPr>
                      <a:xfrm>
                        <a:off x="5822950" y="439738"/>
                        <a:ext cx="1609725" cy="468312"/>
                      </a:xfrm>
                      <a:prstGeom prst="rect">
                        <a:avLst/>
                      </a:prstGeom>
                      <a:noFill/>
                      <a:ln w="38100">
                        <a:noFill/>
                        <a:miter/>
                      </a:ln>
                    </p:spPr>
                  </p:pic>
                </p:oleObj>
              </mc:Fallback>
            </mc:AlternateContent>
          </a:graphicData>
        </a:graphic>
      </p:graphicFrame>
      <p:sp>
        <p:nvSpPr>
          <p:cNvPr id="151596" name="Text Box 44"/>
          <p:cNvSpPr txBox="1"/>
          <p:nvPr/>
        </p:nvSpPr>
        <p:spPr>
          <a:xfrm>
            <a:off x="855663" y="742950"/>
            <a:ext cx="4537075" cy="457200"/>
          </a:xfrm>
          <a:prstGeom prst="rect">
            <a:avLst/>
          </a:prstGeom>
          <a:noFill/>
          <a:ln w="9525">
            <a:noFill/>
          </a:ln>
        </p:spPr>
        <p:txBody>
          <a:bodyPr anchor="t" anchorCtr="0">
            <a:spAutoFit/>
          </a:bodyPr>
          <a:p>
            <a:pPr>
              <a:spcBef>
                <a:spcPct val="50000"/>
              </a:spcBef>
            </a:pPr>
            <a:r>
              <a:rPr lang="zh-CN" altLang="en-US" sz="2400" b="1" dirty="0">
                <a:solidFill>
                  <a:srgbClr val="000000"/>
                </a:solidFill>
                <a:latin typeface="Times New Roman" panose="02020603050405020304" pitchFamily="18" charset="0"/>
                <a:ea typeface="楷体_GB2312" pitchFamily="49" charset="-122"/>
              </a:rPr>
              <a:t>阻尼振动的动力学方程：</a:t>
            </a:r>
            <a:endParaRPr lang="zh-CN" altLang="en-US" sz="2400" b="1" dirty="0">
              <a:solidFill>
                <a:srgbClr val="000000"/>
              </a:solidFill>
              <a:latin typeface="Times New Roman" panose="02020603050405020304" pitchFamily="18" charset="0"/>
              <a:ea typeface="楷体_GB2312" pitchFamily="49" charset="-122"/>
            </a:endParaRPr>
          </a:p>
        </p:txBody>
      </p:sp>
      <p:sp>
        <p:nvSpPr>
          <p:cNvPr id="82963" name="矩形 1"/>
          <p:cNvSpPr/>
          <p:nvPr/>
        </p:nvSpPr>
        <p:spPr>
          <a:xfrm>
            <a:off x="693738" y="177800"/>
            <a:ext cx="4191000" cy="565150"/>
          </a:xfrm>
          <a:prstGeom prst="rect">
            <a:avLst/>
          </a:prstGeom>
          <a:noFill/>
          <a:ln w="9525">
            <a:noFill/>
          </a:ln>
        </p:spPr>
        <p:txBody>
          <a:bodyPr wrap="square" anchor="t" anchorCtr="0">
            <a:spAutoFit/>
          </a:bodyPr>
          <a:p>
            <a:pPr>
              <a:lnSpc>
                <a:spcPct val="110000"/>
              </a:lnSpc>
            </a:pPr>
            <a:r>
              <a:rPr lang="zh-CN" altLang="en-US" sz="2800" b="1" dirty="0">
                <a:solidFill>
                  <a:srgbClr val="254265"/>
                </a:solidFill>
                <a:latin typeface="微软雅黑" panose="020B0503020204020204" charset="-122"/>
                <a:ea typeface="微软雅黑" panose="020B0503020204020204" charset="-122"/>
              </a:rPr>
              <a:t>一、阻尼振动</a:t>
            </a:r>
            <a:endParaRPr lang="zh-CN" altLang="en-US" sz="2800" b="1" dirty="0">
              <a:solidFill>
                <a:srgbClr val="254265"/>
              </a:solidFill>
              <a:latin typeface="微软雅黑" panose="020B0503020204020204" charset="-122"/>
              <a:ea typeface="微软雅黑" panose="020B0503020204020204" charset="-122"/>
            </a:endParaRPr>
          </a:p>
        </p:txBody>
      </p:sp>
      <p:grpSp>
        <p:nvGrpSpPr>
          <p:cNvPr id="82964" name="组合 8"/>
          <p:cNvGrpSpPr/>
          <p:nvPr/>
        </p:nvGrpSpPr>
        <p:grpSpPr>
          <a:xfrm>
            <a:off x="4857750" y="1082675"/>
            <a:ext cx="3760788" cy="1322388"/>
            <a:chOff x="7665" y="1592"/>
            <a:chExt cx="5923" cy="2082"/>
          </a:xfrm>
        </p:grpSpPr>
        <p:sp>
          <p:nvSpPr>
            <p:cNvPr id="82965" name="直接连接符 21508"/>
            <p:cNvSpPr/>
            <p:nvPr/>
          </p:nvSpPr>
          <p:spPr>
            <a:xfrm>
              <a:off x="7868" y="2994"/>
              <a:ext cx="4591" cy="0"/>
            </a:xfrm>
            <a:prstGeom prst="line">
              <a:avLst/>
            </a:prstGeom>
            <a:ln w="28575" cap="flat" cmpd="sng">
              <a:solidFill>
                <a:schemeClr val="tx1"/>
              </a:solidFill>
              <a:prstDash val="solid"/>
              <a:round/>
              <a:headEnd type="none" w="med" len="med"/>
              <a:tailEnd type="none" w="med" len="med"/>
            </a:ln>
          </p:spPr>
        </p:sp>
        <p:sp>
          <p:nvSpPr>
            <p:cNvPr id="82966" name="矩形 21519"/>
            <p:cNvSpPr/>
            <p:nvPr/>
          </p:nvSpPr>
          <p:spPr>
            <a:xfrm>
              <a:off x="11181" y="2352"/>
              <a:ext cx="720" cy="599"/>
            </a:xfrm>
            <a:prstGeom prst="rect">
              <a:avLst/>
            </a:prstGeom>
            <a:noFill/>
            <a:ln w="28575" cap="flat" cmpd="sng">
              <a:solidFill>
                <a:srgbClr val="0070C0"/>
              </a:solidFill>
              <a:prstDash val="dash"/>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79" name="矩形 78"/>
            <p:cNvSpPr/>
            <p:nvPr/>
          </p:nvSpPr>
          <p:spPr>
            <a:xfrm>
              <a:off x="7665" y="1705"/>
              <a:ext cx="227" cy="1303"/>
            </a:xfrm>
            <a:prstGeom prst="rect">
              <a:avLst/>
            </a:prstGeom>
            <a:pattFill prst="wdUpDiag">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cxnSp>
          <p:nvCxnSpPr>
            <p:cNvPr id="85" name="直接连接符 84"/>
            <p:cNvCxnSpPr/>
            <p:nvPr/>
          </p:nvCxnSpPr>
          <p:spPr>
            <a:xfrm>
              <a:off x="7868" y="1705"/>
              <a:ext cx="0" cy="130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2969" name="对象 85"/>
            <p:cNvGraphicFramePr>
              <a:graphicFrameLocks noChangeAspect="1"/>
            </p:cNvGraphicFramePr>
            <p:nvPr/>
          </p:nvGraphicFramePr>
          <p:xfrm>
            <a:off x="9461" y="1917"/>
            <a:ext cx="583" cy="481"/>
          </p:xfrm>
          <a:graphic>
            <a:graphicData uri="http://schemas.openxmlformats.org/presentationml/2006/ole">
              <mc:AlternateContent xmlns:mc="http://schemas.openxmlformats.org/markup-compatibility/2006">
                <mc:Choice xmlns:v="urn:schemas-microsoft-com:vml" Requires="v">
                  <p:oleObj spid="_x0000_s3376" name="" r:id="rId17" imgW="165100" imgH="139700" progId="Equation.DSMT4">
                    <p:embed/>
                  </p:oleObj>
                </mc:Choice>
                <mc:Fallback>
                  <p:oleObj name="" r:id="rId17" imgW="165100" imgH="139700" progId="Equation.DSMT4">
                    <p:embed/>
                    <p:pic>
                      <p:nvPicPr>
                        <p:cNvPr id="0" name="图片 3375"/>
                        <p:cNvPicPr/>
                        <p:nvPr/>
                      </p:nvPicPr>
                      <p:blipFill>
                        <a:blip r:embed="rId18"/>
                        <a:stretch>
                          <a:fillRect/>
                        </a:stretch>
                      </p:blipFill>
                      <p:spPr>
                        <a:xfrm>
                          <a:off x="9461" y="1917"/>
                          <a:ext cx="583" cy="481"/>
                        </a:xfrm>
                        <a:prstGeom prst="rect">
                          <a:avLst/>
                        </a:prstGeom>
                        <a:noFill/>
                        <a:ln w="38100">
                          <a:noFill/>
                          <a:miter/>
                        </a:ln>
                      </p:spPr>
                    </p:pic>
                  </p:oleObj>
                </mc:Fallback>
              </mc:AlternateContent>
            </a:graphicData>
          </a:graphic>
        </p:graphicFrame>
        <p:sp>
          <p:nvSpPr>
            <p:cNvPr id="82970" name="直接连接符 21517"/>
            <p:cNvSpPr/>
            <p:nvPr/>
          </p:nvSpPr>
          <p:spPr>
            <a:xfrm>
              <a:off x="7888" y="2655"/>
              <a:ext cx="340" cy="0"/>
            </a:xfrm>
            <a:prstGeom prst="line">
              <a:avLst/>
            </a:prstGeom>
            <a:ln w="28575" cap="flat" cmpd="sng">
              <a:solidFill>
                <a:schemeClr val="tx1"/>
              </a:solidFill>
              <a:prstDash val="solid"/>
              <a:round/>
              <a:headEnd type="none" w="med" len="med"/>
              <a:tailEnd type="none" w="med" len="med"/>
            </a:ln>
          </p:spPr>
        </p:sp>
        <p:graphicFrame>
          <p:nvGraphicFramePr>
            <p:cNvPr id="82971" name="对象 97"/>
            <p:cNvGraphicFramePr>
              <a:graphicFrameLocks noChangeAspect="1"/>
            </p:cNvGraphicFramePr>
            <p:nvPr/>
          </p:nvGraphicFramePr>
          <p:xfrm>
            <a:off x="8437" y="1726"/>
            <a:ext cx="466" cy="636"/>
          </p:xfrm>
          <a:graphic>
            <a:graphicData uri="http://schemas.openxmlformats.org/presentationml/2006/ole">
              <mc:AlternateContent xmlns:mc="http://schemas.openxmlformats.org/markup-compatibility/2006">
                <mc:Choice xmlns:v="urn:schemas-microsoft-com:vml" Requires="v">
                  <p:oleObj spid="_x0000_s3379" name="" r:id="rId19" imgW="127000" imgH="177165" progId="Equation.DSMT4">
                    <p:embed/>
                  </p:oleObj>
                </mc:Choice>
                <mc:Fallback>
                  <p:oleObj name="" r:id="rId19" imgW="127000" imgH="177165" progId="Equation.DSMT4">
                    <p:embed/>
                    <p:pic>
                      <p:nvPicPr>
                        <p:cNvPr id="0" name="图片 3378"/>
                        <p:cNvPicPr/>
                        <p:nvPr/>
                      </p:nvPicPr>
                      <p:blipFill>
                        <a:blip r:embed="rId20"/>
                        <a:stretch>
                          <a:fillRect/>
                        </a:stretch>
                      </p:blipFill>
                      <p:spPr>
                        <a:xfrm>
                          <a:off x="8437" y="1726"/>
                          <a:ext cx="466" cy="636"/>
                        </a:xfrm>
                        <a:prstGeom prst="rect">
                          <a:avLst/>
                        </a:prstGeom>
                        <a:noFill/>
                        <a:ln w="38100">
                          <a:noFill/>
                          <a:miter/>
                        </a:ln>
                      </p:spPr>
                    </p:pic>
                  </p:oleObj>
                </mc:Fallback>
              </mc:AlternateContent>
            </a:graphicData>
          </a:graphic>
        </p:graphicFrame>
        <p:grpSp>
          <p:nvGrpSpPr>
            <p:cNvPr id="82972" name="组合 33"/>
            <p:cNvGrpSpPr/>
            <p:nvPr/>
          </p:nvGrpSpPr>
          <p:grpSpPr>
            <a:xfrm>
              <a:off x="8188" y="2423"/>
              <a:ext cx="880" cy="467"/>
              <a:chOff x="3853" y="7879"/>
              <a:chExt cx="880" cy="467"/>
            </a:xfrm>
          </p:grpSpPr>
          <p:grpSp>
            <p:nvGrpSpPr>
              <p:cNvPr id="82973" name="组合 24"/>
              <p:cNvGrpSpPr/>
              <p:nvPr/>
            </p:nvGrpSpPr>
            <p:grpSpPr>
              <a:xfrm>
                <a:off x="3868" y="7879"/>
                <a:ext cx="850" cy="434"/>
                <a:chOff x="4442" y="7879"/>
                <a:chExt cx="850" cy="434"/>
              </a:xfrm>
            </p:grpSpPr>
            <p:sp>
              <p:nvSpPr>
                <p:cNvPr id="82974" name="任意多边形 2"/>
                <p:cNvSpPr/>
                <p:nvPr/>
              </p:nvSpPr>
              <p:spPr>
                <a:xfrm>
                  <a:off x="4442" y="7879"/>
                  <a:ext cx="425" cy="434"/>
                </a:xfrm>
                <a:custGeom>
                  <a:avLst/>
                  <a:gdLst/>
                  <a:ahLst/>
                  <a:cxnLst/>
                  <a:pathLst>
                    <a:path w="14433" h="4005">
                      <a:moveTo>
                        <a:pt x="0" y="4000"/>
                      </a:moveTo>
                      <a:cubicBezTo>
                        <a:pt x="66" y="3995"/>
                        <a:pt x="133" y="3990"/>
                        <a:pt x="200" y="3970"/>
                      </a:cubicBezTo>
                      <a:cubicBezTo>
                        <a:pt x="267" y="3950"/>
                        <a:pt x="333" y="3919"/>
                        <a:pt x="400" y="3879"/>
                      </a:cubicBezTo>
                      <a:cubicBezTo>
                        <a:pt x="467" y="3839"/>
                        <a:pt x="533" y="3790"/>
                        <a:pt x="600" y="3732"/>
                      </a:cubicBezTo>
                      <a:cubicBezTo>
                        <a:pt x="667" y="3674"/>
                        <a:pt x="733" y="3606"/>
                        <a:pt x="800" y="3532"/>
                      </a:cubicBezTo>
                      <a:cubicBezTo>
                        <a:pt x="867" y="3458"/>
                        <a:pt x="933" y="3375"/>
                        <a:pt x="1000" y="3286"/>
                      </a:cubicBezTo>
                      <a:cubicBezTo>
                        <a:pt x="1067" y="3197"/>
                        <a:pt x="1133" y="3100"/>
                        <a:pt x="1200" y="3000"/>
                      </a:cubicBezTo>
                      <a:cubicBezTo>
                        <a:pt x="1267" y="2900"/>
                        <a:pt x="1333" y="2793"/>
                        <a:pt x="1400" y="2684"/>
                      </a:cubicBezTo>
                      <a:cubicBezTo>
                        <a:pt x="1467" y="2575"/>
                        <a:pt x="1533" y="2461"/>
                        <a:pt x="1600" y="2347"/>
                      </a:cubicBezTo>
                      <a:cubicBezTo>
                        <a:pt x="1667" y="2233"/>
                        <a:pt x="1733" y="2116"/>
                        <a:pt x="1800" y="2000"/>
                      </a:cubicBezTo>
                      <a:cubicBezTo>
                        <a:pt x="1867" y="1884"/>
                        <a:pt x="1933" y="1767"/>
                        <a:pt x="2000" y="1653"/>
                      </a:cubicBezTo>
                      <a:cubicBezTo>
                        <a:pt x="2067" y="1539"/>
                        <a:pt x="2133" y="1425"/>
                        <a:pt x="2200" y="1316"/>
                      </a:cubicBezTo>
                      <a:cubicBezTo>
                        <a:pt x="2267" y="1207"/>
                        <a:pt x="2333" y="1100"/>
                        <a:pt x="2400" y="1000"/>
                      </a:cubicBezTo>
                      <a:cubicBezTo>
                        <a:pt x="2467" y="900"/>
                        <a:pt x="2533" y="803"/>
                        <a:pt x="2600" y="714"/>
                      </a:cubicBezTo>
                      <a:cubicBezTo>
                        <a:pt x="2667" y="625"/>
                        <a:pt x="2733" y="542"/>
                        <a:pt x="2800" y="468"/>
                      </a:cubicBezTo>
                      <a:cubicBezTo>
                        <a:pt x="2867" y="394"/>
                        <a:pt x="2933" y="326"/>
                        <a:pt x="3000" y="268"/>
                      </a:cubicBezTo>
                      <a:cubicBezTo>
                        <a:pt x="3067" y="210"/>
                        <a:pt x="3133" y="161"/>
                        <a:pt x="3200" y="121"/>
                      </a:cubicBezTo>
                      <a:cubicBezTo>
                        <a:pt x="3267" y="81"/>
                        <a:pt x="3333" y="50"/>
                        <a:pt x="3400" y="30"/>
                      </a:cubicBezTo>
                      <a:cubicBezTo>
                        <a:pt x="3467" y="10"/>
                        <a:pt x="3533" y="0"/>
                        <a:pt x="3600" y="0"/>
                      </a:cubicBezTo>
                      <a:cubicBezTo>
                        <a:pt x="3667" y="0"/>
                        <a:pt x="3733" y="10"/>
                        <a:pt x="3800" y="30"/>
                      </a:cubicBezTo>
                      <a:cubicBezTo>
                        <a:pt x="3867" y="50"/>
                        <a:pt x="3933" y="81"/>
                        <a:pt x="4000" y="121"/>
                      </a:cubicBezTo>
                      <a:cubicBezTo>
                        <a:pt x="4067" y="161"/>
                        <a:pt x="4133" y="210"/>
                        <a:pt x="4200" y="268"/>
                      </a:cubicBezTo>
                      <a:cubicBezTo>
                        <a:pt x="4267" y="326"/>
                        <a:pt x="4333" y="394"/>
                        <a:pt x="4400" y="468"/>
                      </a:cubicBezTo>
                      <a:cubicBezTo>
                        <a:pt x="4467" y="542"/>
                        <a:pt x="4533" y="625"/>
                        <a:pt x="4600" y="714"/>
                      </a:cubicBezTo>
                      <a:cubicBezTo>
                        <a:pt x="4667" y="803"/>
                        <a:pt x="4733" y="900"/>
                        <a:pt x="4800" y="1000"/>
                      </a:cubicBezTo>
                      <a:cubicBezTo>
                        <a:pt x="4867" y="1100"/>
                        <a:pt x="4933" y="1207"/>
                        <a:pt x="5000" y="1316"/>
                      </a:cubicBezTo>
                      <a:cubicBezTo>
                        <a:pt x="5067" y="1425"/>
                        <a:pt x="5133" y="1539"/>
                        <a:pt x="5200" y="1653"/>
                      </a:cubicBezTo>
                      <a:cubicBezTo>
                        <a:pt x="5267" y="1767"/>
                        <a:pt x="5333" y="1884"/>
                        <a:pt x="5400" y="2000"/>
                      </a:cubicBezTo>
                      <a:cubicBezTo>
                        <a:pt x="5467" y="2116"/>
                        <a:pt x="5533" y="2233"/>
                        <a:pt x="5600" y="2347"/>
                      </a:cubicBezTo>
                      <a:cubicBezTo>
                        <a:pt x="5667" y="2461"/>
                        <a:pt x="5733" y="2575"/>
                        <a:pt x="5800" y="2684"/>
                      </a:cubicBezTo>
                      <a:cubicBezTo>
                        <a:pt x="5867" y="2793"/>
                        <a:pt x="5933" y="2900"/>
                        <a:pt x="6000" y="3000"/>
                      </a:cubicBezTo>
                      <a:cubicBezTo>
                        <a:pt x="6067" y="3100"/>
                        <a:pt x="6133" y="3196"/>
                        <a:pt x="6200" y="3285"/>
                      </a:cubicBezTo>
                      <a:cubicBezTo>
                        <a:pt x="6267" y="3374"/>
                        <a:pt x="6333" y="3458"/>
                        <a:pt x="6400" y="3532"/>
                      </a:cubicBezTo>
                      <a:cubicBezTo>
                        <a:pt x="6467" y="3606"/>
                        <a:pt x="6533" y="3674"/>
                        <a:pt x="6600" y="3732"/>
                      </a:cubicBezTo>
                      <a:cubicBezTo>
                        <a:pt x="6667" y="3790"/>
                        <a:pt x="6733" y="3839"/>
                        <a:pt x="6800" y="3879"/>
                      </a:cubicBezTo>
                      <a:cubicBezTo>
                        <a:pt x="6867" y="3919"/>
                        <a:pt x="6933" y="3950"/>
                        <a:pt x="7000" y="3970"/>
                      </a:cubicBezTo>
                      <a:cubicBezTo>
                        <a:pt x="7067" y="3990"/>
                        <a:pt x="7133" y="4000"/>
                        <a:pt x="7200" y="4000"/>
                      </a:cubicBezTo>
                      <a:cubicBezTo>
                        <a:pt x="7267" y="4000"/>
                        <a:pt x="7333" y="3990"/>
                        <a:pt x="7400" y="3970"/>
                      </a:cubicBezTo>
                      <a:cubicBezTo>
                        <a:pt x="7467" y="3950"/>
                        <a:pt x="7533" y="3919"/>
                        <a:pt x="7600" y="3879"/>
                      </a:cubicBezTo>
                      <a:cubicBezTo>
                        <a:pt x="7667" y="3839"/>
                        <a:pt x="7733" y="3790"/>
                        <a:pt x="7800" y="3732"/>
                      </a:cubicBezTo>
                      <a:cubicBezTo>
                        <a:pt x="7867" y="3674"/>
                        <a:pt x="7933" y="3606"/>
                        <a:pt x="8000" y="3532"/>
                      </a:cubicBezTo>
                      <a:cubicBezTo>
                        <a:pt x="8067" y="3458"/>
                        <a:pt x="8133" y="3375"/>
                        <a:pt x="8200" y="3286"/>
                      </a:cubicBezTo>
                      <a:cubicBezTo>
                        <a:pt x="8267" y="3197"/>
                        <a:pt x="8333" y="3100"/>
                        <a:pt x="8400" y="3000"/>
                      </a:cubicBezTo>
                      <a:cubicBezTo>
                        <a:pt x="8467" y="2900"/>
                        <a:pt x="8533" y="2793"/>
                        <a:pt x="8600" y="2684"/>
                      </a:cubicBezTo>
                      <a:cubicBezTo>
                        <a:pt x="8667" y="2575"/>
                        <a:pt x="8733" y="2462"/>
                        <a:pt x="8800" y="2348"/>
                      </a:cubicBezTo>
                      <a:cubicBezTo>
                        <a:pt x="8867" y="2234"/>
                        <a:pt x="8933" y="2116"/>
                        <a:pt x="9000" y="2000"/>
                      </a:cubicBezTo>
                      <a:cubicBezTo>
                        <a:pt x="9067" y="1884"/>
                        <a:pt x="9133" y="1767"/>
                        <a:pt x="9200" y="1653"/>
                      </a:cubicBezTo>
                      <a:cubicBezTo>
                        <a:pt x="9267" y="1539"/>
                        <a:pt x="9333" y="1425"/>
                        <a:pt x="9400" y="1316"/>
                      </a:cubicBezTo>
                      <a:cubicBezTo>
                        <a:pt x="9467" y="1207"/>
                        <a:pt x="9533" y="1100"/>
                        <a:pt x="9600" y="1000"/>
                      </a:cubicBezTo>
                      <a:cubicBezTo>
                        <a:pt x="9667" y="900"/>
                        <a:pt x="9733" y="804"/>
                        <a:pt x="9800" y="715"/>
                      </a:cubicBezTo>
                      <a:cubicBezTo>
                        <a:pt x="9867" y="626"/>
                        <a:pt x="9933" y="542"/>
                        <a:pt x="10000" y="468"/>
                      </a:cubicBezTo>
                      <a:cubicBezTo>
                        <a:pt x="10067" y="394"/>
                        <a:pt x="10133" y="326"/>
                        <a:pt x="10200" y="268"/>
                      </a:cubicBezTo>
                      <a:cubicBezTo>
                        <a:pt x="10267" y="210"/>
                        <a:pt x="10333" y="161"/>
                        <a:pt x="10400" y="121"/>
                      </a:cubicBezTo>
                      <a:cubicBezTo>
                        <a:pt x="10467" y="81"/>
                        <a:pt x="10533" y="50"/>
                        <a:pt x="10600" y="30"/>
                      </a:cubicBezTo>
                      <a:cubicBezTo>
                        <a:pt x="10667" y="10"/>
                        <a:pt x="10733" y="0"/>
                        <a:pt x="10800" y="0"/>
                      </a:cubicBezTo>
                      <a:cubicBezTo>
                        <a:pt x="10867" y="0"/>
                        <a:pt x="10933" y="10"/>
                        <a:pt x="11000" y="30"/>
                      </a:cubicBezTo>
                      <a:cubicBezTo>
                        <a:pt x="11067" y="50"/>
                        <a:pt x="11133" y="80"/>
                        <a:pt x="11200" y="120"/>
                      </a:cubicBezTo>
                      <a:cubicBezTo>
                        <a:pt x="11267" y="160"/>
                        <a:pt x="11333" y="210"/>
                        <a:pt x="11400" y="268"/>
                      </a:cubicBezTo>
                      <a:cubicBezTo>
                        <a:pt x="11467" y="326"/>
                        <a:pt x="11533" y="394"/>
                        <a:pt x="11600" y="468"/>
                      </a:cubicBezTo>
                      <a:cubicBezTo>
                        <a:pt x="11667" y="542"/>
                        <a:pt x="11733" y="625"/>
                        <a:pt x="11800" y="714"/>
                      </a:cubicBezTo>
                      <a:cubicBezTo>
                        <a:pt x="11867" y="803"/>
                        <a:pt x="11933" y="900"/>
                        <a:pt x="12000" y="1000"/>
                      </a:cubicBezTo>
                      <a:cubicBezTo>
                        <a:pt x="12067" y="1100"/>
                        <a:pt x="12133" y="1206"/>
                        <a:pt x="12200" y="1315"/>
                      </a:cubicBezTo>
                      <a:cubicBezTo>
                        <a:pt x="12267" y="1424"/>
                        <a:pt x="12333" y="1538"/>
                        <a:pt x="12400" y="1652"/>
                      </a:cubicBezTo>
                      <a:cubicBezTo>
                        <a:pt x="12467" y="1766"/>
                        <a:pt x="12533" y="1883"/>
                        <a:pt x="12600" y="1999"/>
                      </a:cubicBezTo>
                      <a:cubicBezTo>
                        <a:pt x="12667" y="2115"/>
                        <a:pt x="12733" y="2233"/>
                        <a:pt x="12800" y="2347"/>
                      </a:cubicBezTo>
                      <a:cubicBezTo>
                        <a:pt x="12867" y="2461"/>
                        <a:pt x="12933" y="2574"/>
                        <a:pt x="13000" y="2683"/>
                      </a:cubicBezTo>
                      <a:cubicBezTo>
                        <a:pt x="13067" y="2792"/>
                        <a:pt x="13133" y="2899"/>
                        <a:pt x="13200" y="2999"/>
                      </a:cubicBezTo>
                      <a:cubicBezTo>
                        <a:pt x="13267" y="3099"/>
                        <a:pt x="13333" y="3196"/>
                        <a:pt x="13400" y="3285"/>
                      </a:cubicBezTo>
                      <a:cubicBezTo>
                        <a:pt x="13467" y="3374"/>
                        <a:pt x="13533" y="3458"/>
                        <a:pt x="13600" y="3532"/>
                      </a:cubicBezTo>
                      <a:cubicBezTo>
                        <a:pt x="13667" y="3606"/>
                        <a:pt x="13733" y="3674"/>
                        <a:pt x="13800" y="3732"/>
                      </a:cubicBezTo>
                      <a:cubicBezTo>
                        <a:pt x="13867" y="3790"/>
                        <a:pt x="13933" y="3839"/>
                        <a:pt x="14000" y="3879"/>
                      </a:cubicBezTo>
                      <a:cubicBezTo>
                        <a:pt x="14067" y="3919"/>
                        <a:pt x="14133" y="3950"/>
                        <a:pt x="14200" y="3970"/>
                      </a:cubicBezTo>
                      <a:cubicBezTo>
                        <a:pt x="14267" y="3990"/>
                        <a:pt x="14367" y="3995"/>
                        <a:pt x="14400" y="4000"/>
                      </a:cubicBezTo>
                      <a:cubicBezTo>
                        <a:pt x="14433" y="4005"/>
                        <a:pt x="14416" y="4002"/>
                        <a:pt x="14400" y="4000"/>
                      </a:cubicBezTo>
                    </a:path>
                  </a:pathLst>
                </a:custGeom>
                <a:noFill/>
                <a:ln w="19050" cap="flat" cmpd="sng">
                  <a:solidFill>
                    <a:srgbClr val="000000"/>
                  </a:solidFill>
                  <a:prstDash val="solid"/>
                  <a:round/>
                  <a:headEnd type="none" w="med" len="med"/>
                  <a:tailEnd type="none" w="med" len="med"/>
                </a:ln>
              </p:spPr>
              <p:txBody>
                <a:bodyPr/>
                <a:p>
                  <a:endParaRPr lang="zh-CN" altLang="en-US"/>
                </a:p>
              </p:txBody>
            </p:sp>
            <p:sp>
              <p:nvSpPr>
                <p:cNvPr id="82975" name="任意多边形 3"/>
                <p:cNvSpPr/>
                <p:nvPr/>
              </p:nvSpPr>
              <p:spPr>
                <a:xfrm>
                  <a:off x="4868" y="7879"/>
                  <a:ext cx="425" cy="434"/>
                </a:xfrm>
                <a:custGeom>
                  <a:avLst/>
                  <a:gdLst/>
                  <a:ahLst/>
                  <a:cxnLst/>
                  <a:pathLst>
                    <a:path w="14433" h="4005">
                      <a:moveTo>
                        <a:pt x="0" y="4000"/>
                      </a:moveTo>
                      <a:cubicBezTo>
                        <a:pt x="66" y="3995"/>
                        <a:pt x="133" y="3990"/>
                        <a:pt x="200" y="3970"/>
                      </a:cubicBezTo>
                      <a:cubicBezTo>
                        <a:pt x="267" y="3950"/>
                        <a:pt x="333" y="3919"/>
                        <a:pt x="400" y="3879"/>
                      </a:cubicBezTo>
                      <a:cubicBezTo>
                        <a:pt x="467" y="3839"/>
                        <a:pt x="533" y="3790"/>
                        <a:pt x="600" y="3732"/>
                      </a:cubicBezTo>
                      <a:cubicBezTo>
                        <a:pt x="667" y="3674"/>
                        <a:pt x="733" y="3606"/>
                        <a:pt x="800" y="3532"/>
                      </a:cubicBezTo>
                      <a:cubicBezTo>
                        <a:pt x="867" y="3458"/>
                        <a:pt x="933" y="3375"/>
                        <a:pt x="1000" y="3286"/>
                      </a:cubicBezTo>
                      <a:cubicBezTo>
                        <a:pt x="1067" y="3197"/>
                        <a:pt x="1133" y="3100"/>
                        <a:pt x="1200" y="3000"/>
                      </a:cubicBezTo>
                      <a:cubicBezTo>
                        <a:pt x="1267" y="2900"/>
                        <a:pt x="1333" y="2793"/>
                        <a:pt x="1400" y="2684"/>
                      </a:cubicBezTo>
                      <a:cubicBezTo>
                        <a:pt x="1467" y="2575"/>
                        <a:pt x="1533" y="2461"/>
                        <a:pt x="1600" y="2347"/>
                      </a:cubicBezTo>
                      <a:cubicBezTo>
                        <a:pt x="1667" y="2233"/>
                        <a:pt x="1733" y="2116"/>
                        <a:pt x="1800" y="2000"/>
                      </a:cubicBezTo>
                      <a:cubicBezTo>
                        <a:pt x="1867" y="1884"/>
                        <a:pt x="1933" y="1767"/>
                        <a:pt x="2000" y="1653"/>
                      </a:cubicBezTo>
                      <a:cubicBezTo>
                        <a:pt x="2067" y="1539"/>
                        <a:pt x="2133" y="1425"/>
                        <a:pt x="2200" y="1316"/>
                      </a:cubicBezTo>
                      <a:cubicBezTo>
                        <a:pt x="2267" y="1207"/>
                        <a:pt x="2333" y="1100"/>
                        <a:pt x="2400" y="1000"/>
                      </a:cubicBezTo>
                      <a:cubicBezTo>
                        <a:pt x="2467" y="900"/>
                        <a:pt x="2533" y="803"/>
                        <a:pt x="2600" y="714"/>
                      </a:cubicBezTo>
                      <a:cubicBezTo>
                        <a:pt x="2667" y="625"/>
                        <a:pt x="2733" y="542"/>
                        <a:pt x="2800" y="468"/>
                      </a:cubicBezTo>
                      <a:cubicBezTo>
                        <a:pt x="2867" y="394"/>
                        <a:pt x="2933" y="326"/>
                        <a:pt x="3000" y="268"/>
                      </a:cubicBezTo>
                      <a:cubicBezTo>
                        <a:pt x="3067" y="210"/>
                        <a:pt x="3133" y="161"/>
                        <a:pt x="3200" y="121"/>
                      </a:cubicBezTo>
                      <a:cubicBezTo>
                        <a:pt x="3267" y="81"/>
                        <a:pt x="3333" y="50"/>
                        <a:pt x="3400" y="30"/>
                      </a:cubicBezTo>
                      <a:cubicBezTo>
                        <a:pt x="3467" y="10"/>
                        <a:pt x="3533" y="0"/>
                        <a:pt x="3600" y="0"/>
                      </a:cubicBezTo>
                      <a:cubicBezTo>
                        <a:pt x="3667" y="0"/>
                        <a:pt x="3733" y="10"/>
                        <a:pt x="3800" y="30"/>
                      </a:cubicBezTo>
                      <a:cubicBezTo>
                        <a:pt x="3867" y="50"/>
                        <a:pt x="3933" y="81"/>
                        <a:pt x="4000" y="121"/>
                      </a:cubicBezTo>
                      <a:cubicBezTo>
                        <a:pt x="4067" y="161"/>
                        <a:pt x="4133" y="210"/>
                        <a:pt x="4200" y="268"/>
                      </a:cubicBezTo>
                      <a:cubicBezTo>
                        <a:pt x="4267" y="326"/>
                        <a:pt x="4333" y="394"/>
                        <a:pt x="4400" y="468"/>
                      </a:cubicBezTo>
                      <a:cubicBezTo>
                        <a:pt x="4467" y="542"/>
                        <a:pt x="4533" y="625"/>
                        <a:pt x="4600" y="714"/>
                      </a:cubicBezTo>
                      <a:cubicBezTo>
                        <a:pt x="4667" y="803"/>
                        <a:pt x="4733" y="900"/>
                        <a:pt x="4800" y="1000"/>
                      </a:cubicBezTo>
                      <a:cubicBezTo>
                        <a:pt x="4867" y="1100"/>
                        <a:pt x="4933" y="1207"/>
                        <a:pt x="5000" y="1316"/>
                      </a:cubicBezTo>
                      <a:cubicBezTo>
                        <a:pt x="5067" y="1425"/>
                        <a:pt x="5133" y="1539"/>
                        <a:pt x="5200" y="1653"/>
                      </a:cubicBezTo>
                      <a:cubicBezTo>
                        <a:pt x="5267" y="1767"/>
                        <a:pt x="5333" y="1884"/>
                        <a:pt x="5400" y="2000"/>
                      </a:cubicBezTo>
                      <a:cubicBezTo>
                        <a:pt x="5467" y="2116"/>
                        <a:pt x="5533" y="2233"/>
                        <a:pt x="5600" y="2347"/>
                      </a:cubicBezTo>
                      <a:cubicBezTo>
                        <a:pt x="5667" y="2461"/>
                        <a:pt x="5733" y="2575"/>
                        <a:pt x="5800" y="2684"/>
                      </a:cubicBezTo>
                      <a:cubicBezTo>
                        <a:pt x="5867" y="2793"/>
                        <a:pt x="5933" y="2900"/>
                        <a:pt x="6000" y="3000"/>
                      </a:cubicBezTo>
                      <a:cubicBezTo>
                        <a:pt x="6067" y="3100"/>
                        <a:pt x="6133" y="3196"/>
                        <a:pt x="6200" y="3285"/>
                      </a:cubicBezTo>
                      <a:cubicBezTo>
                        <a:pt x="6267" y="3374"/>
                        <a:pt x="6333" y="3458"/>
                        <a:pt x="6400" y="3532"/>
                      </a:cubicBezTo>
                      <a:cubicBezTo>
                        <a:pt x="6467" y="3606"/>
                        <a:pt x="6533" y="3674"/>
                        <a:pt x="6600" y="3732"/>
                      </a:cubicBezTo>
                      <a:cubicBezTo>
                        <a:pt x="6667" y="3790"/>
                        <a:pt x="6733" y="3839"/>
                        <a:pt x="6800" y="3879"/>
                      </a:cubicBezTo>
                      <a:cubicBezTo>
                        <a:pt x="6867" y="3919"/>
                        <a:pt x="6933" y="3950"/>
                        <a:pt x="7000" y="3970"/>
                      </a:cubicBezTo>
                      <a:cubicBezTo>
                        <a:pt x="7067" y="3990"/>
                        <a:pt x="7133" y="4000"/>
                        <a:pt x="7200" y="4000"/>
                      </a:cubicBezTo>
                      <a:cubicBezTo>
                        <a:pt x="7267" y="4000"/>
                        <a:pt x="7333" y="3990"/>
                        <a:pt x="7400" y="3970"/>
                      </a:cubicBezTo>
                      <a:cubicBezTo>
                        <a:pt x="7467" y="3950"/>
                        <a:pt x="7533" y="3919"/>
                        <a:pt x="7600" y="3879"/>
                      </a:cubicBezTo>
                      <a:cubicBezTo>
                        <a:pt x="7667" y="3839"/>
                        <a:pt x="7733" y="3790"/>
                        <a:pt x="7800" y="3732"/>
                      </a:cubicBezTo>
                      <a:cubicBezTo>
                        <a:pt x="7867" y="3674"/>
                        <a:pt x="7933" y="3606"/>
                        <a:pt x="8000" y="3532"/>
                      </a:cubicBezTo>
                      <a:cubicBezTo>
                        <a:pt x="8067" y="3458"/>
                        <a:pt x="8133" y="3375"/>
                        <a:pt x="8200" y="3286"/>
                      </a:cubicBezTo>
                      <a:cubicBezTo>
                        <a:pt x="8267" y="3197"/>
                        <a:pt x="8333" y="3100"/>
                        <a:pt x="8400" y="3000"/>
                      </a:cubicBezTo>
                      <a:cubicBezTo>
                        <a:pt x="8467" y="2900"/>
                        <a:pt x="8533" y="2793"/>
                        <a:pt x="8600" y="2684"/>
                      </a:cubicBezTo>
                      <a:cubicBezTo>
                        <a:pt x="8667" y="2575"/>
                        <a:pt x="8733" y="2462"/>
                        <a:pt x="8800" y="2348"/>
                      </a:cubicBezTo>
                      <a:cubicBezTo>
                        <a:pt x="8867" y="2234"/>
                        <a:pt x="8933" y="2116"/>
                        <a:pt x="9000" y="2000"/>
                      </a:cubicBezTo>
                      <a:cubicBezTo>
                        <a:pt x="9067" y="1884"/>
                        <a:pt x="9133" y="1767"/>
                        <a:pt x="9200" y="1653"/>
                      </a:cubicBezTo>
                      <a:cubicBezTo>
                        <a:pt x="9267" y="1539"/>
                        <a:pt x="9333" y="1425"/>
                        <a:pt x="9400" y="1316"/>
                      </a:cubicBezTo>
                      <a:cubicBezTo>
                        <a:pt x="9467" y="1207"/>
                        <a:pt x="9533" y="1100"/>
                        <a:pt x="9600" y="1000"/>
                      </a:cubicBezTo>
                      <a:cubicBezTo>
                        <a:pt x="9667" y="900"/>
                        <a:pt x="9733" y="804"/>
                        <a:pt x="9800" y="715"/>
                      </a:cubicBezTo>
                      <a:cubicBezTo>
                        <a:pt x="9867" y="626"/>
                        <a:pt x="9933" y="542"/>
                        <a:pt x="10000" y="468"/>
                      </a:cubicBezTo>
                      <a:cubicBezTo>
                        <a:pt x="10067" y="394"/>
                        <a:pt x="10133" y="326"/>
                        <a:pt x="10200" y="268"/>
                      </a:cubicBezTo>
                      <a:cubicBezTo>
                        <a:pt x="10267" y="210"/>
                        <a:pt x="10333" y="161"/>
                        <a:pt x="10400" y="121"/>
                      </a:cubicBezTo>
                      <a:cubicBezTo>
                        <a:pt x="10467" y="81"/>
                        <a:pt x="10533" y="50"/>
                        <a:pt x="10600" y="30"/>
                      </a:cubicBezTo>
                      <a:cubicBezTo>
                        <a:pt x="10667" y="10"/>
                        <a:pt x="10733" y="0"/>
                        <a:pt x="10800" y="0"/>
                      </a:cubicBezTo>
                      <a:cubicBezTo>
                        <a:pt x="10867" y="0"/>
                        <a:pt x="10933" y="10"/>
                        <a:pt x="11000" y="30"/>
                      </a:cubicBezTo>
                      <a:cubicBezTo>
                        <a:pt x="11067" y="50"/>
                        <a:pt x="11133" y="80"/>
                        <a:pt x="11200" y="120"/>
                      </a:cubicBezTo>
                      <a:cubicBezTo>
                        <a:pt x="11267" y="160"/>
                        <a:pt x="11333" y="210"/>
                        <a:pt x="11400" y="268"/>
                      </a:cubicBezTo>
                      <a:cubicBezTo>
                        <a:pt x="11467" y="326"/>
                        <a:pt x="11533" y="394"/>
                        <a:pt x="11600" y="468"/>
                      </a:cubicBezTo>
                      <a:cubicBezTo>
                        <a:pt x="11667" y="542"/>
                        <a:pt x="11733" y="625"/>
                        <a:pt x="11800" y="714"/>
                      </a:cubicBezTo>
                      <a:cubicBezTo>
                        <a:pt x="11867" y="803"/>
                        <a:pt x="11933" y="900"/>
                        <a:pt x="12000" y="1000"/>
                      </a:cubicBezTo>
                      <a:cubicBezTo>
                        <a:pt x="12067" y="1100"/>
                        <a:pt x="12133" y="1206"/>
                        <a:pt x="12200" y="1315"/>
                      </a:cubicBezTo>
                      <a:cubicBezTo>
                        <a:pt x="12267" y="1424"/>
                        <a:pt x="12333" y="1538"/>
                        <a:pt x="12400" y="1652"/>
                      </a:cubicBezTo>
                      <a:cubicBezTo>
                        <a:pt x="12467" y="1766"/>
                        <a:pt x="12533" y="1883"/>
                        <a:pt x="12600" y="1999"/>
                      </a:cubicBezTo>
                      <a:cubicBezTo>
                        <a:pt x="12667" y="2115"/>
                        <a:pt x="12733" y="2233"/>
                        <a:pt x="12800" y="2347"/>
                      </a:cubicBezTo>
                      <a:cubicBezTo>
                        <a:pt x="12867" y="2461"/>
                        <a:pt x="12933" y="2574"/>
                        <a:pt x="13000" y="2683"/>
                      </a:cubicBezTo>
                      <a:cubicBezTo>
                        <a:pt x="13067" y="2792"/>
                        <a:pt x="13133" y="2899"/>
                        <a:pt x="13200" y="2999"/>
                      </a:cubicBezTo>
                      <a:cubicBezTo>
                        <a:pt x="13267" y="3099"/>
                        <a:pt x="13333" y="3196"/>
                        <a:pt x="13400" y="3285"/>
                      </a:cubicBezTo>
                      <a:cubicBezTo>
                        <a:pt x="13467" y="3374"/>
                        <a:pt x="13533" y="3458"/>
                        <a:pt x="13600" y="3532"/>
                      </a:cubicBezTo>
                      <a:cubicBezTo>
                        <a:pt x="13667" y="3606"/>
                        <a:pt x="13733" y="3674"/>
                        <a:pt x="13800" y="3732"/>
                      </a:cubicBezTo>
                      <a:cubicBezTo>
                        <a:pt x="13867" y="3790"/>
                        <a:pt x="13933" y="3839"/>
                        <a:pt x="14000" y="3879"/>
                      </a:cubicBezTo>
                      <a:cubicBezTo>
                        <a:pt x="14067" y="3919"/>
                        <a:pt x="14133" y="3950"/>
                        <a:pt x="14200" y="3970"/>
                      </a:cubicBezTo>
                      <a:cubicBezTo>
                        <a:pt x="14267" y="3990"/>
                        <a:pt x="14367" y="3995"/>
                        <a:pt x="14400" y="4000"/>
                      </a:cubicBezTo>
                      <a:cubicBezTo>
                        <a:pt x="14433" y="4005"/>
                        <a:pt x="14416" y="4002"/>
                        <a:pt x="14400" y="4000"/>
                      </a:cubicBezTo>
                    </a:path>
                  </a:pathLst>
                </a:custGeom>
                <a:noFill/>
                <a:ln w="19050" cap="flat" cmpd="sng">
                  <a:solidFill>
                    <a:srgbClr val="000000"/>
                  </a:solidFill>
                  <a:prstDash val="solid"/>
                  <a:round/>
                  <a:headEnd type="none" w="med" len="med"/>
                  <a:tailEnd type="none" w="med" len="med"/>
                </a:ln>
              </p:spPr>
              <p:txBody>
                <a:bodyPr/>
                <a:p>
                  <a:endParaRPr lang="zh-CN" altLang="en-US"/>
                </a:p>
              </p:txBody>
            </p:sp>
          </p:grpSp>
          <p:sp>
            <p:nvSpPr>
              <p:cNvPr id="6" name="矩形 5"/>
              <p:cNvSpPr/>
              <p:nvPr/>
            </p:nvSpPr>
            <p:spPr>
              <a:xfrm>
                <a:off x="3853" y="8150"/>
                <a:ext cx="113" cy="1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3" name="矩形 32"/>
              <p:cNvSpPr/>
              <p:nvPr/>
            </p:nvSpPr>
            <p:spPr>
              <a:xfrm>
                <a:off x="4621" y="8142"/>
                <a:ext cx="113" cy="1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pSp>
        <p:sp>
          <p:nvSpPr>
            <p:cNvPr id="82978" name="直接连接符 36"/>
            <p:cNvSpPr/>
            <p:nvPr/>
          </p:nvSpPr>
          <p:spPr>
            <a:xfrm>
              <a:off x="8994" y="2686"/>
              <a:ext cx="396" cy="0"/>
            </a:xfrm>
            <a:prstGeom prst="line">
              <a:avLst/>
            </a:prstGeom>
            <a:ln w="25400" cap="flat" cmpd="sng">
              <a:solidFill>
                <a:schemeClr val="tx1"/>
              </a:solidFill>
              <a:prstDash val="solid"/>
              <a:round/>
              <a:headEnd type="none" w="med" len="med"/>
              <a:tailEnd type="none" w="med" len="med"/>
            </a:ln>
          </p:spPr>
        </p:sp>
        <p:sp>
          <p:nvSpPr>
            <p:cNvPr id="41" name="矩形 40"/>
            <p:cNvSpPr/>
            <p:nvPr/>
          </p:nvSpPr>
          <p:spPr>
            <a:xfrm>
              <a:off x="7665" y="3006"/>
              <a:ext cx="4818" cy="170"/>
            </a:xfrm>
            <a:prstGeom prst="rect">
              <a:avLst/>
            </a:prstGeom>
            <a:pattFill prst="wdUpDiag">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82980" name="矩形 20"/>
            <p:cNvSpPr/>
            <p:nvPr/>
          </p:nvSpPr>
          <p:spPr>
            <a:xfrm>
              <a:off x="9392" y="2362"/>
              <a:ext cx="720" cy="599"/>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82981" name="直接连接符 21"/>
            <p:cNvSpPr/>
            <p:nvPr/>
          </p:nvSpPr>
          <p:spPr>
            <a:xfrm>
              <a:off x="7865" y="2994"/>
              <a:ext cx="4987" cy="0"/>
            </a:xfrm>
            <a:prstGeom prst="line">
              <a:avLst/>
            </a:prstGeom>
            <a:ln w="28575" cap="flat" cmpd="sng">
              <a:solidFill>
                <a:schemeClr val="tx1"/>
              </a:solidFill>
              <a:prstDash val="solid"/>
              <a:round/>
              <a:headEnd type="none" w="med" len="med"/>
              <a:tailEnd type="triangle" w="med" len="med"/>
            </a:ln>
          </p:spPr>
        </p:sp>
        <p:graphicFrame>
          <p:nvGraphicFramePr>
            <p:cNvPr id="82982" name="对象 22"/>
            <p:cNvGraphicFramePr/>
            <p:nvPr/>
          </p:nvGraphicFramePr>
          <p:xfrm>
            <a:off x="12940" y="2590"/>
            <a:ext cx="648" cy="719"/>
          </p:xfrm>
          <a:graphic>
            <a:graphicData uri="http://schemas.openxmlformats.org/presentationml/2006/ole">
              <mc:AlternateContent xmlns:mc="http://schemas.openxmlformats.org/markup-compatibility/2006">
                <mc:Choice xmlns:v="urn:schemas-microsoft-com:vml" Requires="v">
                  <p:oleObj spid="_x0000_s3381" name="" r:id="rId21" imgW="127000" imgH="139700" progId="Equation.3">
                    <p:embed/>
                  </p:oleObj>
                </mc:Choice>
                <mc:Fallback>
                  <p:oleObj name="" r:id="rId21" imgW="127000" imgH="139700" progId="Equation.3">
                    <p:embed/>
                    <p:pic>
                      <p:nvPicPr>
                        <p:cNvPr id="0" name="图片 3380"/>
                        <p:cNvPicPr/>
                        <p:nvPr/>
                      </p:nvPicPr>
                      <p:blipFill>
                        <a:blip r:embed="rId22"/>
                        <a:stretch>
                          <a:fillRect/>
                        </a:stretch>
                      </p:blipFill>
                      <p:spPr>
                        <a:xfrm>
                          <a:off x="12940" y="2590"/>
                          <a:ext cx="648" cy="719"/>
                        </a:xfrm>
                        <a:prstGeom prst="rect">
                          <a:avLst/>
                        </a:prstGeom>
                        <a:noFill/>
                        <a:ln w="38100">
                          <a:noFill/>
                          <a:miter/>
                        </a:ln>
                      </p:spPr>
                    </p:pic>
                  </p:oleObj>
                </mc:Fallback>
              </mc:AlternateContent>
            </a:graphicData>
          </a:graphic>
        </p:graphicFrame>
        <p:sp>
          <p:nvSpPr>
            <p:cNvPr id="82983" name="椭圆 29"/>
            <p:cNvSpPr/>
            <p:nvPr/>
          </p:nvSpPr>
          <p:spPr>
            <a:xfrm>
              <a:off x="9692" y="2890"/>
              <a:ext cx="120" cy="120"/>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graphicFrame>
          <p:nvGraphicFramePr>
            <p:cNvPr id="82984" name="对象 30"/>
            <p:cNvGraphicFramePr/>
            <p:nvPr/>
          </p:nvGraphicFramePr>
          <p:xfrm>
            <a:off x="11229" y="2955"/>
            <a:ext cx="648" cy="719"/>
          </p:xfrm>
          <a:graphic>
            <a:graphicData uri="http://schemas.openxmlformats.org/presentationml/2006/ole">
              <mc:AlternateContent xmlns:mc="http://schemas.openxmlformats.org/markup-compatibility/2006">
                <mc:Choice xmlns:v="urn:schemas-microsoft-com:vml" Requires="v">
                  <p:oleObj spid="_x0000_s3384" name="" r:id="rId23" imgW="127000" imgH="139700" progId="Equation.3">
                    <p:embed/>
                  </p:oleObj>
                </mc:Choice>
                <mc:Fallback>
                  <p:oleObj name="" r:id="rId23" imgW="127000" imgH="139700" progId="Equation.3">
                    <p:embed/>
                    <p:pic>
                      <p:nvPicPr>
                        <p:cNvPr id="0" name="图片 3383"/>
                        <p:cNvPicPr/>
                        <p:nvPr/>
                      </p:nvPicPr>
                      <p:blipFill>
                        <a:blip r:embed="rId24"/>
                        <a:stretch>
                          <a:fillRect/>
                        </a:stretch>
                      </p:blipFill>
                      <p:spPr>
                        <a:xfrm>
                          <a:off x="11229" y="2955"/>
                          <a:ext cx="648" cy="719"/>
                        </a:xfrm>
                        <a:prstGeom prst="rect">
                          <a:avLst/>
                        </a:prstGeom>
                        <a:noFill/>
                        <a:ln w="38100">
                          <a:noFill/>
                          <a:miter/>
                        </a:ln>
                      </p:spPr>
                    </p:pic>
                  </p:oleObj>
                </mc:Fallback>
              </mc:AlternateContent>
            </a:graphicData>
          </a:graphic>
        </p:graphicFrame>
        <p:graphicFrame>
          <p:nvGraphicFramePr>
            <p:cNvPr id="82985" name="对象 43"/>
            <p:cNvGraphicFramePr/>
            <p:nvPr/>
          </p:nvGraphicFramePr>
          <p:xfrm>
            <a:off x="9503" y="2954"/>
            <a:ext cx="541" cy="721"/>
          </p:xfrm>
          <a:graphic>
            <a:graphicData uri="http://schemas.openxmlformats.org/presentationml/2006/ole">
              <mc:AlternateContent xmlns:mc="http://schemas.openxmlformats.org/markup-compatibility/2006">
                <mc:Choice xmlns:v="urn:schemas-microsoft-com:vml" Requires="v">
                  <p:oleObj spid="_x0000_s3385" name="" r:id="rId25" imgW="127000" imgH="177165" progId="Equation.3">
                    <p:embed/>
                  </p:oleObj>
                </mc:Choice>
                <mc:Fallback>
                  <p:oleObj name="" r:id="rId25" imgW="127000" imgH="177165" progId="Equation.3">
                    <p:embed/>
                    <p:pic>
                      <p:nvPicPr>
                        <p:cNvPr id="0" name="图片 3384"/>
                        <p:cNvPicPr/>
                        <p:nvPr/>
                      </p:nvPicPr>
                      <p:blipFill>
                        <a:blip r:embed="rId26"/>
                        <a:stretch>
                          <a:fillRect/>
                        </a:stretch>
                      </p:blipFill>
                      <p:spPr>
                        <a:xfrm>
                          <a:off x="9503" y="2954"/>
                          <a:ext cx="541" cy="721"/>
                        </a:xfrm>
                        <a:prstGeom prst="rect">
                          <a:avLst/>
                        </a:prstGeom>
                        <a:noFill/>
                        <a:ln w="38100">
                          <a:noFill/>
                          <a:miter/>
                        </a:ln>
                      </p:spPr>
                    </p:pic>
                  </p:oleObj>
                </mc:Fallback>
              </mc:AlternateContent>
            </a:graphicData>
          </a:graphic>
        </p:graphicFrame>
        <p:sp>
          <p:nvSpPr>
            <p:cNvPr id="82986" name="椭圆 45"/>
            <p:cNvSpPr/>
            <p:nvPr/>
          </p:nvSpPr>
          <p:spPr>
            <a:xfrm>
              <a:off x="11491" y="2893"/>
              <a:ext cx="120" cy="120"/>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a typeface="宋体" panose="02010600030101010101" pitchFamily="2" charset="-122"/>
              </a:endParaRPr>
            </a:p>
          </p:txBody>
        </p:sp>
        <p:sp>
          <p:nvSpPr>
            <p:cNvPr id="82987" name="Line 23"/>
            <p:cNvSpPr/>
            <p:nvPr/>
          </p:nvSpPr>
          <p:spPr>
            <a:xfrm flipH="1">
              <a:off x="10269" y="2686"/>
              <a:ext cx="907" cy="0"/>
            </a:xfrm>
            <a:prstGeom prst="line">
              <a:avLst/>
            </a:prstGeom>
            <a:ln w="38100" cap="flat" cmpd="sng">
              <a:solidFill>
                <a:srgbClr val="FF0000"/>
              </a:solidFill>
              <a:prstDash val="solid"/>
              <a:round/>
              <a:headEnd type="none" w="med" len="med"/>
              <a:tailEnd type="triangle" w="med" len="med"/>
            </a:ln>
          </p:spPr>
        </p:sp>
        <p:graphicFrame>
          <p:nvGraphicFramePr>
            <p:cNvPr id="82988" name="Object 24"/>
            <p:cNvGraphicFramePr>
              <a:graphicFrameLocks noChangeAspect="1"/>
            </p:cNvGraphicFramePr>
            <p:nvPr/>
          </p:nvGraphicFramePr>
          <p:xfrm>
            <a:off x="10269" y="1592"/>
            <a:ext cx="960" cy="903"/>
          </p:xfrm>
          <a:graphic>
            <a:graphicData uri="http://schemas.openxmlformats.org/presentationml/2006/ole">
              <mc:AlternateContent xmlns:mc="http://schemas.openxmlformats.org/markup-compatibility/2006">
                <mc:Choice xmlns:v="urn:schemas-microsoft-com:vml" Requires="v">
                  <p:oleObj spid="_x0000_s3383" name="" r:id="rId27" imgW="316865" imgH="266065" progId="Equation.3">
                    <p:embed/>
                  </p:oleObj>
                </mc:Choice>
                <mc:Fallback>
                  <p:oleObj name="" r:id="rId27" imgW="316865" imgH="266065" progId="Equation.3">
                    <p:embed/>
                    <p:pic>
                      <p:nvPicPr>
                        <p:cNvPr id="0" name="图片 3382"/>
                        <p:cNvPicPr/>
                        <p:nvPr/>
                      </p:nvPicPr>
                      <p:blipFill>
                        <a:blip r:embed="rId28"/>
                        <a:stretch>
                          <a:fillRect/>
                        </a:stretch>
                      </p:blipFill>
                      <p:spPr>
                        <a:xfrm>
                          <a:off x="10269" y="1592"/>
                          <a:ext cx="960" cy="903"/>
                        </a:xfrm>
                        <a:prstGeom prst="rect">
                          <a:avLst/>
                        </a:prstGeom>
                        <a:noFill/>
                        <a:ln w="38100">
                          <a:noFill/>
                          <a:miter/>
                        </a:ln>
                      </p:spPr>
                    </p:pic>
                  </p:oleObj>
                </mc:Fallback>
              </mc:AlternateContent>
            </a:graphicData>
          </a:graphic>
        </p:graphicFrame>
        <p:graphicFrame>
          <p:nvGraphicFramePr>
            <p:cNvPr id="82989" name="Object 25"/>
            <p:cNvGraphicFramePr>
              <a:graphicFrameLocks noChangeAspect="1"/>
            </p:cNvGraphicFramePr>
            <p:nvPr/>
          </p:nvGraphicFramePr>
          <p:xfrm>
            <a:off x="11829" y="1726"/>
            <a:ext cx="1320" cy="870"/>
          </p:xfrm>
          <a:graphic>
            <a:graphicData uri="http://schemas.openxmlformats.org/presentationml/2006/ole">
              <mc:AlternateContent xmlns:mc="http://schemas.openxmlformats.org/markup-compatibility/2006">
                <mc:Choice xmlns:v="urn:schemas-microsoft-com:vml" Requires="v">
                  <p:oleObj spid="_x0000_s3382" name="" r:id="rId29" imgW="292100" imgH="254000" progId="Equation.3">
                    <p:embed/>
                  </p:oleObj>
                </mc:Choice>
                <mc:Fallback>
                  <p:oleObj name="" r:id="rId29" imgW="292100" imgH="254000" progId="Equation.3">
                    <p:embed/>
                    <p:pic>
                      <p:nvPicPr>
                        <p:cNvPr id="0" name="图片 3381"/>
                        <p:cNvPicPr/>
                        <p:nvPr/>
                      </p:nvPicPr>
                      <p:blipFill>
                        <a:blip r:embed="rId30"/>
                        <a:stretch>
                          <a:fillRect/>
                        </a:stretch>
                      </p:blipFill>
                      <p:spPr>
                        <a:xfrm>
                          <a:off x="11829" y="1726"/>
                          <a:ext cx="1320" cy="870"/>
                        </a:xfrm>
                        <a:prstGeom prst="rect">
                          <a:avLst/>
                        </a:prstGeom>
                        <a:noFill/>
                        <a:ln w="38100">
                          <a:noFill/>
                          <a:miter/>
                        </a:ln>
                      </p:spPr>
                    </p:pic>
                  </p:oleObj>
                </mc:Fallback>
              </mc:AlternateContent>
            </a:graphicData>
          </a:graphic>
        </p:graphicFrame>
        <p:sp>
          <p:nvSpPr>
            <p:cNvPr id="82990" name="Line 26"/>
            <p:cNvSpPr/>
            <p:nvPr/>
          </p:nvSpPr>
          <p:spPr>
            <a:xfrm>
              <a:off x="11924" y="2686"/>
              <a:ext cx="480" cy="0"/>
            </a:xfrm>
            <a:prstGeom prst="line">
              <a:avLst/>
            </a:prstGeom>
            <a:ln w="38100" cap="flat" cmpd="sng">
              <a:solidFill>
                <a:schemeClr val="accent2"/>
              </a:solidFill>
              <a:prstDash val="solid"/>
              <a:round/>
              <a:headEnd type="none" w="med" len="med"/>
              <a:tailEnd type="triangle" w="med" len="med"/>
            </a:ln>
          </p:spPr>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96"/>
                                        </p:tgtEl>
                                        <p:attrNameLst>
                                          <p:attrName>style.visibility</p:attrName>
                                        </p:attrNameLst>
                                      </p:cBhvr>
                                      <p:to>
                                        <p:strVal val="visible"/>
                                      </p:to>
                                    </p:set>
                                    <p:animEffect transition="in" filter="wipe(left)">
                                      <p:cBhvr>
                                        <p:cTn id="7" dur="500"/>
                                        <p:tgtEl>
                                          <p:spTgt spid="151596"/>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51595"/>
                                        </p:tgtEl>
                                        <p:attrNameLst>
                                          <p:attrName>style.visibility</p:attrName>
                                        </p:attrNameLst>
                                      </p:cBhvr>
                                      <p:to>
                                        <p:strVal val="visible"/>
                                      </p:to>
                                    </p:set>
                                    <p:animEffect transition="in" filter="blinds(horizontal)">
                                      <p:cBhvr>
                                        <p:cTn id="11" dur="500"/>
                                        <p:tgtEl>
                                          <p:spTgt spid="15159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51587"/>
                                        </p:tgtEl>
                                        <p:attrNameLst>
                                          <p:attrName>style.visibility</p:attrName>
                                        </p:attrNameLst>
                                      </p:cBhvr>
                                      <p:to>
                                        <p:strVal val="visible"/>
                                      </p:to>
                                    </p:set>
                                    <p:animEffect transition="in" filter="blinds(horizontal)">
                                      <p:cBhvr>
                                        <p:cTn id="16" dur="500"/>
                                        <p:tgtEl>
                                          <p:spTgt spid="151587"/>
                                        </p:tgtEl>
                                      </p:cBhvr>
                                    </p:animEffect>
                                  </p:childTnLst>
                                </p:cTn>
                              </p:par>
                            </p:childTnLst>
                          </p:cTn>
                        </p:par>
                        <p:par>
                          <p:cTn id="17" fill="hold">
                            <p:stCondLst>
                              <p:cond delay="500"/>
                            </p:stCondLst>
                            <p:childTnLst>
                              <p:par>
                                <p:cTn id="18" presetID="3" presetClass="entr" presetSubtype="10" fill="hold" nodeType="afterEffect">
                                  <p:stCondLst>
                                    <p:cond delay="0"/>
                                  </p:stCondLst>
                                  <p:childTnLst>
                                    <p:set>
                                      <p:cBhvr>
                                        <p:cTn id="19" dur="500" fill="hold">
                                          <p:stCondLst>
                                            <p:cond delay="0"/>
                                          </p:stCondLst>
                                        </p:cTn>
                                        <p:tgtEl>
                                          <p:spTgt spid="151579"/>
                                        </p:tgtEl>
                                        <p:attrNameLst>
                                          <p:attrName>style.visibility</p:attrName>
                                        </p:attrNameLst>
                                      </p:cBhvr>
                                      <p:to>
                                        <p:strVal val="visible"/>
                                      </p:to>
                                    </p:set>
                                    <p:animEffect transition="in" filter="blinds(horizontal)">
                                      <p:cBhvr>
                                        <p:cTn id="20" dur="500"/>
                                        <p:tgtEl>
                                          <p:spTgt spid="15157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51580"/>
                                        </p:tgtEl>
                                        <p:attrNameLst>
                                          <p:attrName>style.visibility</p:attrName>
                                        </p:attrNameLst>
                                      </p:cBhvr>
                                      <p:to>
                                        <p:strVal val="visible"/>
                                      </p:to>
                                    </p:set>
                                    <p:animEffect transition="in" filter="blinds(horizontal)">
                                      <p:cBhvr>
                                        <p:cTn id="25" dur="500"/>
                                        <p:tgtEl>
                                          <p:spTgt spid="15158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51593"/>
                                        </p:tgtEl>
                                        <p:attrNameLst>
                                          <p:attrName>style.visibility</p:attrName>
                                        </p:attrNameLst>
                                      </p:cBhvr>
                                      <p:to>
                                        <p:strVal val="visible"/>
                                      </p:to>
                                    </p:set>
                                    <p:animEffect transition="in" filter="wipe(down)">
                                      <p:cBhvr>
                                        <p:cTn id="30" dur="500"/>
                                        <p:tgtEl>
                                          <p:spTgt spid="151593"/>
                                        </p:tgtEl>
                                      </p:cBhvr>
                                    </p:animEffect>
                                  </p:childTnLst>
                                </p:cTn>
                              </p:par>
                            </p:childTnLst>
                          </p:cTn>
                        </p:par>
                        <p:par>
                          <p:cTn id="31" fill="hold">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151588"/>
                                        </p:tgtEl>
                                        <p:attrNameLst>
                                          <p:attrName>style.visibility</p:attrName>
                                        </p:attrNameLst>
                                      </p:cBhvr>
                                      <p:to>
                                        <p:strVal val="visible"/>
                                      </p:to>
                                    </p:set>
                                    <p:animEffect transition="in" filter="blinds(horizontal)">
                                      <p:cBhvr>
                                        <p:cTn id="34" dur="500"/>
                                        <p:tgtEl>
                                          <p:spTgt spid="151588"/>
                                        </p:tgtEl>
                                      </p:cBhvr>
                                    </p:animEffect>
                                  </p:childTnLst>
                                </p:cTn>
                              </p:par>
                            </p:childTnLst>
                          </p:cTn>
                        </p:par>
                        <p:par>
                          <p:cTn id="35" fill="hold">
                            <p:stCondLst>
                              <p:cond delay="1000"/>
                            </p:stCondLst>
                            <p:childTnLst>
                              <p:par>
                                <p:cTn id="36" presetID="3" presetClass="entr" presetSubtype="10" fill="hold" nodeType="afterEffect">
                                  <p:stCondLst>
                                    <p:cond delay="0"/>
                                  </p:stCondLst>
                                  <p:childTnLst>
                                    <p:set>
                                      <p:cBhvr>
                                        <p:cTn id="37" dur="1" fill="hold">
                                          <p:stCondLst>
                                            <p:cond delay="0"/>
                                          </p:stCondLst>
                                        </p:cTn>
                                        <p:tgtEl>
                                          <p:spTgt spid="151584"/>
                                        </p:tgtEl>
                                        <p:attrNameLst>
                                          <p:attrName>style.visibility</p:attrName>
                                        </p:attrNameLst>
                                      </p:cBhvr>
                                      <p:to>
                                        <p:strVal val="visible"/>
                                      </p:to>
                                    </p:set>
                                    <p:animEffect transition="in" filter="blinds(horizontal)">
                                      <p:cBhvr>
                                        <p:cTn id="38" dur="500"/>
                                        <p:tgtEl>
                                          <p:spTgt spid="151584"/>
                                        </p:tgtEl>
                                      </p:cBhvr>
                                    </p:animEffect>
                                  </p:childTnLst>
                                </p:cTn>
                              </p:par>
                            </p:childTnLst>
                          </p:cTn>
                        </p:par>
                        <p:par>
                          <p:cTn id="39" fill="hold">
                            <p:stCondLst>
                              <p:cond delay="1500"/>
                            </p:stCondLst>
                            <p:childTnLst>
                              <p:par>
                                <p:cTn id="40" presetID="3" presetClass="entr" presetSubtype="5" fill="hold" grpId="0" nodeType="afterEffect">
                                  <p:stCondLst>
                                    <p:cond delay="0"/>
                                  </p:stCondLst>
                                  <p:childTnLst>
                                    <p:set>
                                      <p:cBhvr>
                                        <p:cTn id="41" dur="1" fill="hold">
                                          <p:stCondLst>
                                            <p:cond delay="0"/>
                                          </p:stCondLst>
                                        </p:cTn>
                                        <p:tgtEl>
                                          <p:spTgt spid="151585"/>
                                        </p:tgtEl>
                                        <p:attrNameLst>
                                          <p:attrName>style.visibility</p:attrName>
                                        </p:attrNameLst>
                                      </p:cBhvr>
                                      <p:to>
                                        <p:strVal val="visible"/>
                                      </p:to>
                                    </p:set>
                                    <p:animEffect transition="in" filter="blinds(vertical)">
                                      <p:cBhvr>
                                        <p:cTn id="42" dur="500"/>
                                        <p:tgtEl>
                                          <p:spTgt spid="15158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51582"/>
                                        </p:tgtEl>
                                        <p:attrNameLst>
                                          <p:attrName>style.visibility</p:attrName>
                                        </p:attrNameLst>
                                      </p:cBhvr>
                                      <p:to>
                                        <p:strVal val="visible"/>
                                      </p:to>
                                    </p:set>
                                    <p:animEffect transition="in" filter="blinds(horizontal)">
                                      <p:cBhvr>
                                        <p:cTn id="47" dur="500"/>
                                        <p:tgtEl>
                                          <p:spTgt spid="151582"/>
                                        </p:tgtEl>
                                      </p:cBhvr>
                                    </p:animEffect>
                                  </p:childTnLst>
                                </p:cTn>
                              </p:par>
                            </p:childTnLst>
                          </p:cTn>
                        </p:par>
                        <p:par>
                          <p:cTn id="48" fill="hold">
                            <p:stCondLst>
                              <p:cond delay="500"/>
                            </p:stCondLst>
                            <p:childTnLst>
                              <p:par>
                                <p:cTn id="49" presetID="3" presetClass="entr" presetSubtype="10" fill="hold" nodeType="afterEffect">
                                  <p:stCondLst>
                                    <p:cond delay="0"/>
                                  </p:stCondLst>
                                  <p:childTnLst>
                                    <p:set>
                                      <p:cBhvr>
                                        <p:cTn id="50" dur="1" fill="hold">
                                          <p:stCondLst>
                                            <p:cond delay="0"/>
                                          </p:stCondLst>
                                        </p:cTn>
                                        <p:tgtEl>
                                          <p:spTgt spid="151581"/>
                                        </p:tgtEl>
                                        <p:attrNameLst>
                                          <p:attrName>style.visibility</p:attrName>
                                        </p:attrNameLst>
                                      </p:cBhvr>
                                      <p:to>
                                        <p:strVal val="visible"/>
                                      </p:to>
                                    </p:set>
                                    <p:animEffect transition="in" filter="blinds(horizontal)">
                                      <p:cBhvr>
                                        <p:cTn id="51" dur="500"/>
                                        <p:tgtEl>
                                          <p:spTgt spid="151581"/>
                                        </p:tgtEl>
                                      </p:cBhvr>
                                    </p:animEffect>
                                  </p:childTnLst>
                                </p:cTn>
                              </p:par>
                            </p:childTnLst>
                          </p:cTn>
                        </p:par>
                        <p:par>
                          <p:cTn id="52" fill="hold">
                            <p:stCondLst>
                              <p:cond delay="1000"/>
                            </p:stCondLst>
                            <p:childTnLst>
                              <p:par>
                                <p:cTn id="53" presetID="3" presetClass="entr" presetSubtype="10" fill="hold" grpId="0" nodeType="afterEffect">
                                  <p:stCondLst>
                                    <p:cond delay="0"/>
                                  </p:stCondLst>
                                  <p:childTnLst>
                                    <p:set>
                                      <p:cBhvr>
                                        <p:cTn id="54" dur="1" fill="hold">
                                          <p:stCondLst>
                                            <p:cond delay="0"/>
                                          </p:stCondLst>
                                        </p:cTn>
                                        <p:tgtEl>
                                          <p:spTgt spid="151583">
                                            <p:txEl>
                                              <p:charRg st="0" end="10"/>
                                            </p:txEl>
                                          </p:spTgt>
                                        </p:tgtEl>
                                        <p:attrNameLst>
                                          <p:attrName>style.visibility</p:attrName>
                                        </p:attrNameLst>
                                      </p:cBhvr>
                                      <p:to>
                                        <p:strVal val="visible"/>
                                      </p:to>
                                    </p:set>
                                    <p:animEffect transition="in" filter="blinds(horizontal)">
                                      <p:cBhvr>
                                        <p:cTn id="55" dur="500"/>
                                        <p:tgtEl>
                                          <p:spTgt spid="151583">
                                            <p:txEl>
                                              <p:charRg st="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151590"/>
                                        </p:tgtEl>
                                        <p:attrNameLst>
                                          <p:attrName>style.visibility</p:attrName>
                                        </p:attrNameLst>
                                      </p:cBhvr>
                                      <p:to>
                                        <p:strVal val="visible"/>
                                      </p:to>
                                    </p:set>
                                    <p:animEffect transition="in" filter="box(in)">
                                      <p:cBhvr>
                                        <p:cTn id="60" dur="500"/>
                                        <p:tgtEl>
                                          <p:spTgt spid="151590"/>
                                        </p:tgtEl>
                                      </p:cBhvr>
                                    </p:animEffect>
                                  </p:childTnLst>
                                </p:cTn>
                              </p:par>
                            </p:childTnLst>
                          </p:cTn>
                        </p:par>
                        <p:par>
                          <p:cTn id="61" fill="hold">
                            <p:stCondLst>
                              <p:cond delay="500"/>
                            </p:stCondLst>
                            <p:childTnLst>
                              <p:par>
                                <p:cTn id="62" presetID="4" presetClass="entr" presetSubtype="16" fill="hold" nodeType="afterEffect">
                                  <p:stCondLst>
                                    <p:cond delay="0"/>
                                  </p:stCondLst>
                                  <p:childTnLst>
                                    <p:set>
                                      <p:cBhvr>
                                        <p:cTn id="63" dur="1" fill="hold">
                                          <p:stCondLst>
                                            <p:cond delay="0"/>
                                          </p:stCondLst>
                                        </p:cTn>
                                        <p:tgtEl>
                                          <p:spTgt spid="151589"/>
                                        </p:tgtEl>
                                        <p:attrNameLst>
                                          <p:attrName>style.visibility</p:attrName>
                                        </p:attrNameLst>
                                      </p:cBhvr>
                                      <p:to>
                                        <p:strVal val="visible"/>
                                      </p:to>
                                    </p:set>
                                    <p:animEffect transition="in" filter="box(in)">
                                      <p:cBhvr>
                                        <p:cTn id="64" dur="500"/>
                                        <p:tgtEl>
                                          <p:spTgt spid="151589"/>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51591">
                                            <p:txEl>
                                              <p:charRg st="0" end="8"/>
                                            </p:txEl>
                                          </p:spTgt>
                                        </p:tgtEl>
                                        <p:attrNameLst>
                                          <p:attrName>style.visibility</p:attrName>
                                        </p:attrNameLst>
                                      </p:cBhvr>
                                      <p:to>
                                        <p:strVal val="visible"/>
                                      </p:to>
                                    </p:set>
                                    <p:animEffect transition="in" filter="blinds(horizontal)">
                                      <p:cBhvr>
                                        <p:cTn id="69" dur="500"/>
                                        <p:tgtEl>
                                          <p:spTgt spid="151591">
                                            <p:txEl>
                                              <p:charRg st="0" end="8"/>
                                            </p:txEl>
                                          </p:spTgt>
                                        </p:tgtEl>
                                      </p:cBhvr>
                                    </p:animEffect>
                                  </p:childTnLst>
                                </p:cTn>
                              </p:par>
                            </p:childTnLst>
                          </p:cTn>
                        </p:par>
                        <p:par>
                          <p:cTn id="70" fill="hold">
                            <p:stCondLst>
                              <p:cond delay="500"/>
                            </p:stCondLst>
                            <p:childTnLst>
                              <p:par>
                                <p:cTn id="71" presetID="3" presetClass="entr" presetSubtype="5" fill="hold" nodeType="afterEffect">
                                  <p:stCondLst>
                                    <p:cond delay="0"/>
                                  </p:stCondLst>
                                  <p:childTnLst>
                                    <p:set>
                                      <p:cBhvr>
                                        <p:cTn id="72" dur="1" fill="hold">
                                          <p:stCondLst>
                                            <p:cond delay="0"/>
                                          </p:stCondLst>
                                        </p:cTn>
                                        <p:tgtEl>
                                          <p:spTgt spid="151592"/>
                                        </p:tgtEl>
                                        <p:attrNameLst>
                                          <p:attrName>style.visibility</p:attrName>
                                        </p:attrNameLst>
                                      </p:cBhvr>
                                      <p:to>
                                        <p:strVal val="visible"/>
                                      </p:to>
                                    </p:set>
                                    <p:animEffect transition="in" filter="blinds(vertical)">
                                      <p:cBhvr>
                                        <p:cTn id="73" dur="500"/>
                                        <p:tgtEl>
                                          <p:spTgt spid="151592"/>
                                        </p:tgtEl>
                                      </p:cBhvr>
                                    </p:animEffect>
                                  </p:childTnLst>
                                </p:cTn>
                              </p:par>
                            </p:childTnLst>
                          </p:cTn>
                        </p:par>
                        <p:par>
                          <p:cTn id="74" fill="hold">
                            <p:stCondLst>
                              <p:cond delay="1000"/>
                            </p:stCondLst>
                            <p:childTnLst>
                              <p:par>
                                <p:cTn id="75" presetID="3" presetClass="entr" presetSubtype="5" fill="hold" nodeType="afterEffect">
                                  <p:stCondLst>
                                    <p:cond delay="0"/>
                                  </p:stCondLst>
                                  <p:childTnLst>
                                    <p:set>
                                      <p:cBhvr>
                                        <p:cTn id="76" dur="1" fill="hold">
                                          <p:stCondLst>
                                            <p:cond delay="0"/>
                                          </p:stCondLst>
                                        </p:cTn>
                                        <p:tgtEl>
                                          <p:spTgt spid="151594"/>
                                        </p:tgtEl>
                                        <p:attrNameLst>
                                          <p:attrName>style.visibility</p:attrName>
                                        </p:attrNameLst>
                                      </p:cBhvr>
                                      <p:to>
                                        <p:strVal val="visible"/>
                                      </p:to>
                                    </p:set>
                                    <p:animEffect transition="in" filter="blinds(vertical)">
                                      <p:cBhvr>
                                        <p:cTn id="77" dur="500"/>
                                        <p:tgtEl>
                                          <p:spTgt spid="151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82" grpId="0"/>
      <p:bldP spid="151583" grpId="0" build="p"/>
      <p:bldP spid="151585" grpId="0"/>
      <p:bldP spid="151587" grpId="0"/>
      <p:bldP spid="151588" grpId="0"/>
      <p:bldP spid="151590" grpId="0"/>
      <p:bldP spid="151591" grpId="0" build="p"/>
      <p:bldP spid="151593" grpId="0" bldLvl="0" animBg="1"/>
      <p:bldP spid="15159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grpSp>
        <p:nvGrpSpPr>
          <p:cNvPr id="153602" name="Group 2"/>
          <p:cNvGrpSpPr/>
          <p:nvPr/>
        </p:nvGrpSpPr>
        <p:grpSpPr>
          <a:xfrm>
            <a:off x="1016000" y="3960813"/>
            <a:ext cx="3105150" cy="1295400"/>
            <a:chOff x="3576" y="1752"/>
            <a:chExt cx="1956" cy="816"/>
          </a:xfrm>
        </p:grpSpPr>
        <p:sp>
          <p:nvSpPr>
            <p:cNvPr id="84995" name="Arc 3"/>
            <p:cNvSpPr/>
            <p:nvPr/>
          </p:nvSpPr>
          <p:spPr>
            <a:xfrm flipH="1" flipV="1">
              <a:off x="3576" y="1752"/>
              <a:ext cx="1908" cy="816"/>
            </a:xfrm>
            <a:custGeom>
              <a:avLst/>
              <a:gdLst/>
              <a:ahLst/>
              <a:cxnLst>
                <a:cxn ang="0">
                  <a:pos x="0" y="0"/>
                </a:cxn>
                <a:cxn ang="0">
                  <a:pos x="169" y="31"/>
                </a:cxn>
                <a:cxn ang="0">
                  <a:pos x="0" y="31"/>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00FF"/>
              </a:solidFill>
              <a:prstDash val="solid"/>
              <a:round/>
              <a:headEnd type="none" w="med" len="med"/>
              <a:tailEnd type="none" w="med" len="med"/>
            </a:ln>
          </p:spPr>
          <p:txBody>
            <a:bodyPr/>
            <a:p>
              <a:endParaRPr lang="zh-CN" altLang="en-US"/>
            </a:p>
          </p:txBody>
        </p:sp>
        <p:sp>
          <p:nvSpPr>
            <p:cNvPr id="84996" name="Text Box 4"/>
            <p:cNvSpPr txBox="1"/>
            <p:nvPr/>
          </p:nvSpPr>
          <p:spPr>
            <a:xfrm>
              <a:off x="4812" y="1980"/>
              <a:ext cx="720" cy="288"/>
            </a:xfrm>
            <a:prstGeom prst="rect">
              <a:avLst/>
            </a:prstGeom>
            <a:noFill/>
            <a:ln w="9525">
              <a:noFill/>
            </a:ln>
          </p:spPr>
          <p:txBody>
            <a:bodyPr anchor="t" anchorCtr="0">
              <a:spAutoFit/>
            </a:bodyPr>
            <a:p>
              <a:pPr>
                <a:spcBef>
                  <a:spcPct val="50000"/>
                </a:spcBef>
              </a:pPr>
              <a:r>
                <a:rPr lang="zh-CN" altLang="en-US" sz="2400" b="1" dirty="0">
                  <a:solidFill>
                    <a:srgbClr val="FF00FF"/>
                  </a:solidFill>
                  <a:latin typeface="Times New Roman" panose="02020603050405020304" pitchFamily="18" charset="0"/>
                  <a:ea typeface="楷体_GB2312" pitchFamily="49" charset="-122"/>
                </a:rPr>
                <a:t>过阻尼</a:t>
              </a:r>
              <a:endParaRPr lang="zh-CN" altLang="en-US" sz="2400" b="1" dirty="0">
                <a:solidFill>
                  <a:srgbClr val="FF00FF"/>
                </a:solidFill>
                <a:latin typeface="Times New Roman" panose="02020603050405020304" pitchFamily="18" charset="0"/>
                <a:ea typeface="楷体_GB2312" pitchFamily="49" charset="-122"/>
              </a:endParaRPr>
            </a:p>
          </p:txBody>
        </p:sp>
        <p:sp>
          <p:nvSpPr>
            <p:cNvPr id="84997" name="Line 5"/>
            <p:cNvSpPr/>
            <p:nvPr/>
          </p:nvSpPr>
          <p:spPr>
            <a:xfrm flipV="1">
              <a:off x="4476" y="2220"/>
              <a:ext cx="336" cy="240"/>
            </a:xfrm>
            <a:prstGeom prst="line">
              <a:avLst/>
            </a:prstGeom>
            <a:ln w="9525" cap="flat" cmpd="sng">
              <a:solidFill>
                <a:schemeClr val="tx1"/>
              </a:solidFill>
              <a:prstDash val="solid"/>
              <a:round/>
              <a:headEnd type="none" w="med" len="med"/>
              <a:tailEnd type="none" w="med" len="med"/>
            </a:ln>
          </p:spPr>
        </p:sp>
      </p:grpSp>
      <p:grpSp>
        <p:nvGrpSpPr>
          <p:cNvPr id="153606" name="Group 6"/>
          <p:cNvGrpSpPr/>
          <p:nvPr/>
        </p:nvGrpSpPr>
        <p:grpSpPr>
          <a:xfrm>
            <a:off x="996950" y="3789363"/>
            <a:ext cx="2952750" cy="1600200"/>
            <a:chOff x="3576" y="1644"/>
            <a:chExt cx="1860" cy="1008"/>
          </a:xfrm>
        </p:grpSpPr>
        <p:sp>
          <p:nvSpPr>
            <p:cNvPr id="84999" name="Arc 7"/>
            <p:cNvSpPr/>
            <p:nvPr/>
          </p:nvSpPr>
          <p:spPr>
            <a:xfrm flipH="1" flipV="1">
              <a:off x="3576" y="1776"/>
              <a:ext cx="816" cy="876"/>
            </a:xfrm>
            <a:custGeom>
              <a:avLst/>
              <a:gdLst/>
              <a:ahLst/>
              <a:cxnLst>
                <a:cxn ang="0">
                  <a:pos x="0" y="0"/>
                </a:cxn>
                <a:cxn ang="0">
                  <a:pos x="31" y="36"/>
                </a:cxn>
                <a:cxn ang="0">
                  <a:pos x="0" y="36"/>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3300"/>
              </a:solidFill>
              <a:prstDash val="solid"/>
              <a:round/>
              <a:headEnd type="none" w="med" len="med"/>
              <a:tailEnd type="none" w="med" len="med"/>
            </a:ln>
          </p:spPr>
          <p:txBody>
            <a:bodyPr/>
            <a:p>
              <a:endParaRPr lang="zh-CN" altLang="en-US"/>
            </a:p>
          </p:txBody>
        </p:sp>
        <p:sp>
          <p:nvSpPr>
            <p:cNvPr id="85000" name="Text Box 8"/>
            <p:cNvSpPr txBox="1"/>
            <p:nvPr/>
          </p:nvSpPr>
          <p:spPr>
            <a:xfrm>
              <a:off x="4236" y="1644"/>
              <a:ext cx="1200" cy="288"/>
            </a:xfrm>
            <a:prstGeom prst="rect">
              <a:avLst/>
            </a:prstGeom>
            <a:noFill/>
            <a:ln w="9525">
              <a:noFill/>
            </a:ln>
          </p:spPr>
          <p:txBody>
            <a:bodyPr anchor="t" anchorCtr="0">
              <a:spAutoFit/>
            </a:bodyPr>
            <a:p>
              <a:pPr>
                <a:spcBef>
                  <a:spcPct val="50000"/>
                </a:spcBef>
              </a:pPr>
              <a:r>
                <a:rPr lang="zh-CN" altLang="en-US" sz="2400" b="1" dirty="0">
                  <a:solidFill>
                    <a:srgbClr val="FF0000"/>
                  </a:solidFill>
                  <a:latin typeface="Times New Roman" panose="02020603050405020304" pitchFamily="18" charset="0"/>
                  <a:ea typeface="楷体_GB2312" pitchFamily="49" charset="-122"/>
                </a:rPr>
                <a:t>临界阻尼</a:t>
              </a:r>
              <a:endParaRPr lang="zh-CN" altLang="en-US" sz="2400" b="1" dirty="0">
                <a:solidFill>
                  <a:srgbClr val="FF0000"/>
                </a:solidFill>
                <a:latin typeface="Times New Roman" panose="02020603050405020304" pitchFamily="18" charset="0"/>
                <a:ea typeface="楷体_GB2312" pitchFamily="49" charset="-122"/>
              </a:endParaRPr>
            </a:p>
          </p:txBody>
        </p:sp>
        <p:sp>
          <p:nvSpPr>
            <p:cNvPr id="85001" name="Line 9"/>
            <p:cNvSpPr/>
            <p:nvPr/>
          </p:nvSpPr>
          <p:spPr>
            <a:xfrm flipV="1">
              <a:off x="3804" y="1884"/>
              <a:ext cx="480" cy="480"/>
            </a:xfrm>
            <a:prstGeom prst="line">
              <a:avLst/>
            </a:prstGeom>
            <a:ln w="9525" cap="flat" cmpd="sng">
              <a:solidFill>
                <a:schemeClr val="tx1"/>
              </a:solidFill>
              <a:prstDash val="solid"/>
              <a:round/>
              <a:headEnd type="none" w="med" len="med"/>
              <a:tailEnd type="none" w="med" len="med"/>
            </a:ln>
          </p:spPr>
        </p:sp>
      </p:grpSp>
      <p:grpSp>
        <p:nvGrpSpPr>
          <p:cNvPr id="153610" name="Group 10"/>
          <p:cNvGrpSpPr/>
          <p:nvPr/>
        </p:nvGrpSpPr>
        <p:grpSpPr>
          <a:xfrm>
            <a:off x="996950" y="4246563"/>
            <a:ext cx="2514600" cy="2057400"/>
            <a:chOff x="3564" y="1932"/>
            <a:chExt cx="1584" cy="1296"/>
          </a:xfrm>
        </p:grpSpPr>
        <p:sp>
          <p:nvSpPr>
            <p:cNvPr id="85003" name="Freeform 11"/>
            <p:cNvSpPr/>
            <p:nvPr/>
          </p:nvSpPr>
          <p:spPr>
            <a:xfrm>
              <a:off x="3564" y="1932"/>
              <a:ext cx="1584" cy="1296"/>
            </a:xfrm>
            <a:custGeom>
              <a:avLst/>
              <a:gdLst/>
              <a:ahLst/>
              <a:cxnLst>
                <a:cxn ang="0">
                  <a:pos x="0" y="0"/>
                </a:cxn>
                <a:cxn ang="0">
                  <a:pos x="232" y="939"/>
                </a:cxn>
                <a:cxn ang="0">
                  <a:pos x="541" y="545"/>
                </a:cxn>
                <a:cxn ang="0">
                  <a:pos x="773" y="363"/>
                </a:cxn>
                <a:cxn ang="0">
                  <a:pos x="1083" y="696"/>
                </a:cxn>
                <a:cxn ang="0">
                  <a:pos x="1470" y="484"/>
                </a:cxn>
                <a:cxn ang="0">
                  <a:pos x="1778" y="605"/>
                </a:cxn>
                <a:cxn ang="0">
                  <a:pos x="2010" y="545"/>
                </a:cxn>
              </a:cxnLst>
              <a:pathLst>
                <a:path w="1248" h="1632">
                  <a:moveTo>
                    <a:pt x="0" y="0"/>
                  </a:moveTo>
                  <a:cubicBezTo>
                    <a:pt x="44" y="672"/>
                    <a:pt x="88" y="1344"/>
                    <a:pt x="144" y="1488"/>
                  </a:cubicBezTo>
                  <a:cubicBezTo>
                    <a:pt x="200" y="1632"/>
                    <a:pt x="280" y="1016"/>
                    <a:pt x="336" y="864"/>
                  </a:cubicBezTo>
                  <a:cubicBezTo>
                    <a:pt x="392" y="712"/>
                    <a:pt x="424" y="536"/>
                    <a:pt x="480" y="576"/>
                  </a:cubicBezTo>
                  <a:cubicBezTo>
                    <a:pt x="536" y="616"/>
                    <a:pt x="600" y="1072"/>
                    <a:pt x="672" y="1104"/>
                  </a:cubicBezTo>
                  <a:cubicBezTo>
                    <a:pt x="744" y="1136"/>
                    <a:pt x="840" y="792"/>
                    <a:pt x="912" y="768"/>
                  </a:cubicBezTo>
                  <a:cubicBezTo>
                    <a:pt x="984" y="744"/>
                    <a:pt x="1048" y="944"/>
                    <a:pt x="1104" y="960"/>
                  </a:cubicBezTo>
                  <a:cubicBezTo>
                    <a:pt x="1160" y="976"/>
                    <a:pt x="1204" y="920"/>
                    <a:pt x="1248" y="864"/>
                  </a:cubicBez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85004" name="Text Box 12"/>
            <p:cNvSpPr txBox="1"/>
            <p:nvPr/>
          </p:nvSpPr>
          <p:spPr>
            <a:xfrm>
              <a:off x="4332" y="2940"/>
              <a:ext cx="720" cy="288"/>
            </a:xfrm>
            <a:prstGeom prst="rect">
              <a:avLst/>
            </a:prstGeom>
            <a:noFill/>
            <a:ln w="9525">
              <a:noFill/>
            </a:ln>
          </p:spPr>
          <p:txBody>
            <a:bodyPr anchor="t" anchorCtr="0">
              <a:spAutoFit/>
            </a:bodyPr>
            <a:p>
              <a:pPr>
                <a:spcBef>
                  <a:spcPct val="50000"/>
                </a:spcBef>
              </a:pPr>
              <a:r>
                <a:rPr lang="zh-CN" altLang="en-US" sz="2400" b="1" dirty="0">
                  <a:solidFill>
                    <a:srgbClr val="0000FF"/>
                  </a:solidFill>
                  <a:latin typeface="Times New Roman" panose="02020603050405020304" pitchFamily="18" charset="0"/>
                  <a:ea typeface="楷体_GB2312" pitchFamily="49" charset="-122"/>
                </a:rPr>
                <a:t>欠阻尼</a:t>
              </a:r>
              <a:endParaRPr lang="zh-CN" altLang="en-US" sz="2400" b="1" dirty="0">
                <a:solidFill>
                  <a:srgbClr val="0000FF"/>
                </a:solidFill>
                <a:latin typeface="Times New Roman" panose="02020603050405020304" pitchFamily="18" charset="0"/>
                <a:ea typeface="楷体_GB2312" pitchFamily="49" charset="-122"/>
              </a:endParaRPr>
            </a:p>
          </p:txBody>
        </p:sp>
        <p:sp>
          <p:nvSpPr>
            <p:cNvPr id="85005" name="Line 13"/>
            <p:cNvSpPr/>
            <p:nvPr/>
          </p:nvSpPr>
          <p:spPr>
            <a:xfrm>
              <a:off x="3900" y="2844"/>
              <a:ext cx="432" cy="240"/>
            </a:xfrm>
            <a:prstGeom prst="line">
              <a:avLst/>
            </a:prstGeom>
            <a:ln w="9525" cap="flat" cmpd="sng">
              <a:solidFill>
                <a:schemeClr val="tx1"/>
              </a:solidFill>
              <a:prstDash val="solid"/>
              <a:round/>
              <a:headEnd type="none" w="med" len="med"/>
              <a:tailEnd type="none" w="med" len="med"/>
            </a:ln>
          </p:spPr>
        </p:sp>
      </p:grpSp>
      <p:grpSp>
        <p:nvGrpSpPr>
          <p:cNvPr id="153614" name="Group 14"/>
          <p:cNvGrpSpPr/>
          <p:nvPr/>
        </p:nvGrpSpPr>
        <p:grpSpPr>
          <a:xfrm>
            <a:off x="539750" y="3484563"/>
            <a:ext cx="3733800" cy="3257550"/>
            <a:chOff x="3312" y="2160"/>
            <a:chExt cx="2352" cy="2052"/>
          </a:xfrm>
        </p:grpSpPr>
        <p:sp>
          <p:nvSpPr>
            <p:cNvPr id="85007" name="Line 15"/>
            <p:cNvSpPr/>
            <p:nvPr/>
          </p:nvSpPr>
          <p:spPr>
            <a:xfrm>
              <a:off x="3408" y="3360"/>
              <a:ext cx="2160" cy="0"/>
            </a:xfrm>
            <a:prstGeom prst="line">
              <a:avLst/>
            </a:prstGeom>
            <a:ln w="19050" cap="flat" cmpd="sng">
              <a:solidFill>
                <a:schemeClr val="tx1"/>
              </a:solidFill>
              <a:prstDash val="solid"/>
              <a:round/>
              <a:headEnd type="none" w="med" len="med"/>
              <a:tailEnd type="triangle" w="sm" len="lg"/>
            </a:ln>
          </p:spPr>
        </p:sp>
        <p:sp>
          <p:nvSpPr>
            <p:cNvPr id="85008" name="Line 16"/>
            <p:cNvSpPr/>
            <p:nvPr/>
          </p:nvSpPr>
          <p:spPr>
            <a:xfrm flipV="1">
              <a:off x="3600" y="2244"/>
              <a:ext cx="0" cy="1968"/>
            </a:xfrm>
            <a:prstGeom prst="line">
              <a:avLst/>
            </a:prstGeom>
            <a:ln w="19050" cap="flat" cmpd="sng">
              <a:solidFill>
                <a:schemeClr val="tx1"/>
              </a:solidFill>
              <a:prstDash val="solid"/>
              <a:round/>
              <a:headEnd type="none" w="med" len="med"/>
              <a:tailEnd type="triangle" w="sm" len="lg"/>
            </a:ln>
          </p:spPr>
        </p:sp>
        <p:sp>
          <p:nvSpPr>
            <p:cNvPr id="85009" name="Text Box 17"/>
            <p:cNvSpPr txBox="1"/>
            <p:nvPr/>
          </p:nvSpPr>
          <p:spPr>
            <a:xfrm>
              <a:off x="3312" y="2160"/>
              <a:ext cx="240" cy="327"/>
            </a:xfrm>
            <a:prstGeom prst="rect">
              <a:avLst/>
            </a:prstGeom>
            <a:noFill/>
            <a:ln w="9525">
              <a:noFill/>
            </a:ln>
          </p:spPr>
          <p:txBody>
            <a:bodyPr anchor="t" anchorCtr="0">
              <a:spAutoFit/>
            </a:bodyPr>
            <a:p>
              <a:pPr>
                <a:spcBef>
                  <a:spcPct val="50000"/>
                </a:spcBef>
              </a:pPr>
              <a:r>
                <a:rPr lang="en-US" altLang="zh-CN" sz="2800" b="1" i="1" dirty="0">
                  <a:latin typeface="Times New Roman" panose="02020603050405020304" pitchFamily="18" charset="0"/>
                  <a:ea typeface="宋体" panose="02010600030101010101" pitchFamily="2" charset="-122"/>
                </a:rPr>
                <a:t>x</a:t>
              </a:r>
              <a:endParaRPr lang="en-US" altLang="zh-CN" sz="2800" b="1" i="1" dirty="0">
                <a:latin typeface="Times New Roman" panose="02020603050405020304" pitchFamily="18" charset="0"/>
                <a:ea typeface="宋体" panose="02010600030101010101" pitchFamily="2" charset="-122"/>
              </a:endParaRPr>
            </a:p>
          </p:txBody>
        </p:sp>
        <p:sp>
          <p:nvSpPr>
            <p:cNvPr id="85010" name="Text Box 18"/>
            <p:cNvSpPr txBox="1"/>
            <p:nvPr/>
          </p:nvSpPr>
          <p:spPr>
            <a:xfrm>
              <a:off x="5424" y="3360"/>
              <a:ext cx="240" cy="327"/>
            </a:xfrm>
            <a:prstGeom prst="rect">
              <a:avLst/>
            </a:prstGeom>
            <a:noFill/>
            <a:ln w="9525">
              <a:noFill/>
            </a:ln>
          </p:spPr>
          <p:txBody>
            <a:bodyPr anchor="t" anchorCtr="0">
              <a:spAutoFit/>
            </a:bodyPr>
            <a:p>
              <a:pPr>
                <a:spcBef>
                  <a:spcPct val="50000"/>
                </a:spcBef>
              </a:pPr>
              <a:r>
                <a:rPr lang="en-US" altLang="zh-CN" sz="2800" b="1" i="1" dirty="0">
                  <a:latin typeface="Times New Roman" panose="02020603050405020304" pitchFamily="18" charset="0"/>
                  <a:ea typeface="宋体" panose="02010600030101010101" pitchFamily="2" charset="-122"/>
                </a:rPr>
                <a:t>t</a:t>
              </a:r>
              <a:endParaRPr lang="en-US" altLang="zh-CN" sz="2800" b="1" i="1" dirty="0">
                <a:latin typeface="Times New Roman" panose="02020603050405020304" pitchFamily="18" charset="0"/>
                <a:ea typeface="宋体" panose="02010600030101010101" pitchFamily="2" charset="-122"/>
              </a:endParaRPr>
            </a:p>
          </p:txBody>
        </p:sp>
        <p:sp>
          <p:nvSpPr>
            <p:cNvPr id="85011" name="Text Box 19"/>
            <p:cNvSpPr txBox="1"/>
            <p:nvPr/>
          </p:nvSpPr>
          <p:spPr>
            <a:xfrm>
              <a:off x="3384" y="3312"/>
              <a:ext cx="288" cy="327"/>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宋体" panose="02010600030101010101" pitchFamily="2" charset="-122"/>
                </a:rPr>
                <a:t>0</a:t>
              </a:r>
              <a:endParaRPr lang="en-US" altLang="zh-CN" sz="2800" b="1" dirty="0">
                <a:latin typeface="Times New Roman" panose="02020603050405020304" pitchFamily="18" charset="0"/>
                <a:ea typeface="宋体" panose="02010600030101010101" pitchFamily="2" charset="-122"/>
              </a:endParaRPr>
            </a:p>
          </p:txBody>
        </p:sp>
      </p:grpSp>
      <p:sp>
        <p:nvSpPr>
          <p:cNvPr id="85012" name="Text Box 21"/>
          <p:cNvSpPr txBox="1"/>
          <p:nvPr/>
        </p:nvSpPr>
        <p:spPr>
          <a:xfrm>
            <a:off x="5032375" y="2435225"/>
            <a:ext cx="2363788" cy="460375"/>
          </a:xfrm>
          <a:prstGeom prst="rect">
            <a:avLst/>
          </a:prstGeom>
          <a:noFill/>
          <a:ln w="9525">
            <a:noFill/>
          </a:ln>
        </p:spPr>
        <p:txBody>
          <a:bodyPr wrap="square" anchor="t" anchorCtr="0">
            <a:spAutoFit/>
          </a:bodyPr>
          <a:p>
            <a:pPr>
              <a:spcBef>
                <a:spcPct val="50000"/>
              </a:spcBef>
            </a:pPr>
            <a:r>
              <a:rPr lang="zh-CN" altLang="en-US" sz="2400" b="1" dirty="0">
                <a:solidFill>
                  <a:srgbClr val="000000"/>
                </a:solidFill>
                <a:latin typeface="Times New Roman" panose="02020603050405020304" pitchFamily="18" charset="0"/>
                <a:ea typeface="楷体_GB2312" pitchFamily="49" charset="-122"/>
              </a:rPr>
              <a:t>三种阻尼振动</a:t>
            </a:r>
            <a:endParaRPr lang="zh-CN" altLang="en-US" sz="2400" b="1" dirty="0">
              <a:solidFill>
                <a:srgbClr val="000000"/>
              </a:solidFill>
              <a:latin typeface="Times New Roman" panose="02020603050405020304" pitchFamily="18" charset="0"/>
              <a:ea typeface="楷体_GB2312" pitchFamily="49" charset="-122"/>
            </a:endParaRPr>
          </a:p>
        </p:txBody>
      </p:sp>
      <p:sp>
        <p:nvSpPr>
          <p:cNvPr id="153623" name="Text Box 23"/>
          <p:cNvSpPr txBox="1"/>
          <p:nvPr/>
        </p:nvSpPr>
        <p:spPr>
          <a:xfrm>
            <a:off x="5797550" y="5368925"/>
            <a:ext cx="1752600" cy="460375"/>
          </a:xfrm>
          <a:prstGeom prst="rect">
            <a:avLst/>
          </a:prstGeom>
          <a:noFill/>
          <a:ln w="9525">
            <a:noFill/>
          </a:ln>
        </p:spPr>
        <p:txBody>
          <a:bodyPr anchor="t" anchorCtr="0">
            <a:spAutoFit/>
          </a:bodyPr>
          <a:p>
            <a:pPr>
              <a:spcBef>
                <a:spcPct val="50000"/>
              </a:spcBef>
            </a:pPr>
            <a:r>
              <a:rPr lang="zh-CN" altLang="en-US" sz="2400" b="1" dirty="0">
                <a:solidFill>
                  <a:srgbClr val="FF00FF"/>
                </a:solidFill>
                <a:latin typeface="Times New Roman" panose="02020603050405020304" pitchFamily="18" charset="0"/>
                <a:ea typeface="楷体_GB2312" pitchFamily="49" charset="-122"/>
              </a:rPr>
              <a:t>过阻尼</a:t>
            </a:r>
            <a:endParaRPr lang="zh-CN" altLang="en-US" sz="2400" b="1" dirty="0">
              <a:solidFill>
                <a:srgbClr val="FF00FF"/>
              </a:solidFill>
              <a:latin typeface="Times New Roman" panose="02020603050405020304" pitchFamily="18" charset="0"/>
              <a:ea typeface="楷体_GB2312" pitchFamily="49" charset="-122"/>
            </a:endParaRPr>
          </a:p>
        </p:txBody>
      </p:sp>
      <p:graphicFrame>
        <p:nvGraphicFramePr>
          <p:cNvPr id="153624" name="Object 24"/>
          <p:cNvGraphicFramePr>
            <a:graphicFrameLocks noChangeAspect="1"/>
          </p:cNvGraphicFramePr>
          <p:nvPr/>
        </p:nvGraphicFramePr>
        <p:xfrm>
          <a:off x="4522788" y="5275263"/>
          <a:ext cx="1209675" cy="601662"/>
        </p:xfrm>
        <a:graphic>
          <a:graphicData uri="http://schemas.openxmlformats.org/presentationml/2006/ole">
            <mc:AlternateContent xmlns:mc="http://schemas.openxmlformats.org/markup-compatibility/2006">
              <mc:Choice xmlns:v="urn:schemas-microsoft-com:vml" Requires="v">
                <p:oleObj spid="_x0000_s3388" name="" r:id="rId1" imgW="393065" imgH="186690" progId="Equation.3">
                  <p:embed/>
                </p:oleObj>
              </mc:Choice>
              <mc:Fallback>
                <p:oleObj name="" r:id="rId1" imgW="393065" imgH="186690" progId="Equation.3">
                  <p:embed/>
                  <p:pic>
                    <p:nvPicPr>
                      <p:cNvPr id="0" name="图片 3387"/>
                      <p:cNvPicPr/>
                      <p:nvPr/>
                    </p:nvPicPr>
                    <p:blipFill>
                      <a:blip r:embed="rId2">
                        <a:clrChange>
                          <a:clrFrom>
                            <a:srgbClr val="000000"/>
                          </a:clrFrom>
                          <a:clrTo>
                            <a:srgbClr val="000000">
                              <a:alpha val="0"/>
                            </a:srgbClr>
                          </a:clrTo>
                        </a:clrChange>
                      </a:blip>
                      <a:stretch>
                        <a:fillRect/>
                      </a:stretch>
                    </p:blipFill>
                    <p:spPr>
                      <a:xfrm>
                        <a:off x="4522788" y="5275263"/>
                        <a:ext cx="1209675" cy="601662"/>
                      </a:xfrm>
                      <a:prstGeom prst="rect">
                        <a:avLst/>
                      </a:prstGeom>
                      <a:noFill/>
                      <a:ln w="38100">
                        <a:noFill/>
                        <a:miter/>
                      </a:ln>
                    </p:spPr>
                  </p:pic>
                </p:oleObj>
              </mc:Fallback>
            </mc:AlternateContent>
          </a:graphicData>
        </a:graphic>
      </p:graphicFrame>
      <p:sp>
        <p:nvSpPr>
          <p:cNvPr id="153625" name="Text Box 25"/>
          <p:cNvSpPr txBox="1"/>
          <p:nvPr/>
        </p:nvSpPr>
        <p:spPr>
          <a:xfrm>
            <a:off x="5715000" y="4683125"/>
            <a:ext cx="1549400" cy="460375"/>
          </a:xfrm>
          <a:prstGeom prst="rect">
            <a:avLst/>
          </a:prstGeom>
          <a:noFill/>
          <a:ln w="9525">
            <a:noFill/>
          </a:ln>
        </p:spPr>
        <p:txBody>
          <a:bodyPr wrap="square" anchor="t" anchorCtr="0">
            <a:spAutoFit/>
          </a:bodyPr>
          <a:p>
            <a:pPr>
              <a:spcBef>
                <a:spcPct val="50000"/>
              </a:spcBef>
            </a:pPr>
            <a:r>
              <a:rPr lang="zh-CN" altLang="en-US" sz="2400" b="1" dirty="0">
                <a:solidFill>
                  <a:srgbClr val="FF0000"/>
                </a:solidFill>
                <a:latin typeface="Times New Roman" panose="02020603050405020304" pitchFamily="18" charset="0"/>
                <a:ea typeface="楷体_GB2312" pitchFamily="49" charset="-122"/>
              </a:rPr>
              <a:t>临界阻尼</a:t>
            </a:r>
            <a:endParaRPr lang="zh-CN" altLang="en-US" sz="2400" b="1" dirty="0">
              <a:solidFill>
                <a:srgbClr val="FF0000"/>
              </a:solidFill>
              <a:latin typeface="Times New Roman" panose="02020603050405020304" pitchFamily="18" charset="0"/>
              <a:ea typeface="楷体_GB2312" pitchFamily="49" charset="-122"/>
            </a:endParaRPr>
          </a:p>
        </p:txBody>
      </p:sp>
      <p:graphicFrame>
        <p:nvGraphicFramePr>
          <p:cNvPr id="153626" name="Object 26"/>
          <p:cNvGraphicFramePr>
            <a:graphicFrameLocks noChangeAspect="1"/>
          </p:cNvGraphicFramePr>
          <p:nvPr/>
        </p:nvGraphicFramePr>
        <p:xfrm>
          <a:off x="4451350" y="4595813"/>
          <a:ext cx="1185863" cy="561975"/>
        </p:xfrm>
        <a:graphic>
          <a:graphicData uri="http://schemas.openxmlformats.org/presentationml/2006/ole">
            <mc:AlternateContent xmlns:mc="http://schemas.openxmlformats.org/markup-compatibility/2006">
              <mc:Choice xmlns:v="urn:schemas-microsoft-com:vml" Requires="v">
                <p:oleObj spid="_x0000_s3386" name="" r:id="rId3" imgW="393065" imgH="186690" progId="Equation.3">
                  <p:embed/>
                </p:oleObj>
              </mc:Choice>
              <mc:Fallback>
                <p:oleObj name="" r:id="rId3" imgW="393065" imgH="186690" progId="Equation.3">
                  <p:embed/>
                  <p:pic>
                    <p:nvPicPr>
                      <p:cNvPr id="0" name="图片 3385"/>
                      <p:cNvPicPr/>
                      <p:nvPr/>
                    </p:nvPicPr>
                    <p:blipFill>
                      <a:blip r:embed="rId4">
                        <a:clrChange>
                          <a:clrFrom>
                            <a:srgbClr val="000000"/>
                          </a:clrFrom>
                          <a:clrTo>
                            <a:srgbClr val="000000">
                              <a:alpha val="0"/>
                            </a:srgbClr>
                          </a:clrTo>
                        </a:clrChange>
                      </a:blip>
                      <a:stretch>
                        <a:fillRect/>
                      </a:stretch>
                    </p:blipFill>
                    <p:spPr>
                      <a:xfrm>
                        <a:off x="4451350" y="4595813"/>
                        <a:ext cx="1185863" cy="561975"/>
                      </a:xfrm>
                      <a:prstGeom prst="rect">
                        <a:avLst/>
                      </a:prstGeom>
                      <a:noFill/>
                      <a:ln w="38100">
                        <a:noFill/>
                        <a:miter/>
                      </a:ln>
                    </p:spPr>
                  </p:pic>
                </p:oleObj>
              </mc:Fallback>
            </mc:AlternateContent>
          </a:graphicData>
        </a:graphic>
      </p:graphicFrame>
      <p:sp>
        <p:nvSpPr>
          <p:cNvPr id="153627" name="Text Box 27"/>
          <p:cNvSpPr txBox="1"/>
          <p:nvPr/>
        </p:nvSpPr>
        <p:spPr>
          <a:xfrm>
            <a:off x="5724525" y="3959225"/>
            <a:ext cx="1828800" cy="460375"/>
          </a:xfrm>
          <a:prstGeom prst="rect">
            <a:avLst/>
          </a:prstGeom>
          <a:noFill/>
          <a:ln w="9525">
            <a:noFill/>
          </a:ln>
        </p:spPr>
        <p:txBody>
          <a:bodyPr anchor="t" anchorCtr="0">
            <a:spAutoFit/>
          </a:bodyPr>
          <a:p>
            <a:pPr>
              <a:spcBef>
                <a:spcPct val="50000"/>
              </a:spcBef>
            </a:pPr>
            <a:r>
              <a:rPr lang="zh-CN" altLang="en-US" sz="2400" b="1" dirty="0">
                <a:solidFill>
                  <a:srgbClr val="0000FF"/>
                </a:solidFill>
                <a:latin typeface="Times New Roman" panose="02020603050405020304" pitchFamily="18" charset="0"/>
                <a:ea typeface="楷体_GB2312" pitchFamily="49" charset="-122"/>
              </a:rPr>
              <a:t>欠阻尼</a:t>
            </a:r>
            <a:endParaRPr lang="zh-CN" altLang="en-US" sz="2400" b="1" dirty="0">
              <a:solidFill>
                <a:srgbClr val="0000FF"/>
              </a:solidFill>
              <a:latin typeface="Times New Roman" panose="02020603050405020304" pitchFamily="18" charset="0"/>
              <a:ea typeface="楷体_GB2312" pitchFamily="49" charset="-122"/>
            </a:endParaRPr>
          </a:p>
        </p:txBody>
      </p:sp>
      <p:graphicFrame>
        <p:nvGraphicFramePr>
          <p:cNvPr id="153628" name="Object 28"/>
          <p:cNvGraphicFramePr>
            <a:graphicFrameLocks noChangeAspect="1"/>
          </p:cNvGraphicFramePr>
          <p:nvPr/>
        </p:nvGraphicFramePr>
        <p:xfrm>
          <a:off x="4538663" y="3876675"/>
          <a:ext cx="1171575" cy="561975"/>
        </p:xfrm>
        <a:graphic>
          <a:graphicData uri="http://schemas.openxmlformats.org/presentationml/2006/ole">
            <mc:AlternateContent xmlns:mc="http://schemas.openxmlformats.org/markup-compatibility/2006">
              <mc:Choice xmlns:v="urn:schemas-microsoft-com:vml" Requires="v">
                <p:oleObj spid="_x0000_s3390" name="" r:id="rId5" imgW="393065" imgH="186690" progId="Equation.3">
                  <p:embed/>
                </p:oleObj>
              </mc:Choice>
              <mc:Fallback>
                <p:oleObj name="" r:id="rId5" imgW="393065" imgH="186690" progId="Equation.3">
                  <p:embed/>
                  <p:pic>
                    <p:nvPicPr>
                      <p:cNvPr id="0" name="图片 3389"/>
                      <p:cNvPicPr/>
                      <p:nvPr/>
                    </p:nvPicPr>
                    <p:blipFill>
                      <a:blip r:embed="rId6">
                        <a:clrChange>
                          <a:clrFrom>
                            <a:srgbClr val="000000"/>
                          </a:clrFrom>
                          <a:clrTo>
                            <a:srgbClr val="000000">
                              <a:alpha val="0"/>
                            </a:srgbClr>
                          </a:clrTo>
                        </a:clrChange>
                      </a:blip>
                      <a:stretch>
                        <a:fillRect/>
                      </a:stretch>
                    </p:blipFill>
                    <p:spPr>
                      <a:xfrm>
                        <a:off x="4538663" y="3876675"/>
                        <a:ext cx="1171575" cy="561975"/>
                      </a:xfrm>
                      <a:prstGeom prst="rect">
                        <a:avLst/>
                      </a:prstGeom>
                      <a:noFill/>
                      <a:ln w="38100">
                        <a:noFill/>
                        <a:miter/>
                      </a:ln>
                    </p:spPr>
                  </p:pic>
                </p:oleObj>
              </mc:Fallback>
            </mc:AlternateContent>
          </a:graphicData>
        </a:graphic>
      </p:graphicFrame>
      <p:graphicFrame>
        <p:nvGraphicFramePr>
          <p:cNvPr id="85019" name="Object 29"/>
          <p:cNvGraphicFramePr>
            <a:graphicFrameLocks noChangeAspect="1"/>
          </p:cNvGraphicFramePr>
          <p:nvPr/>
        </p:nvGraphicFramePr>
        <p:xfrm>
          <a:off x="5032375" y="1271588"/>
          <a:ext cx="1828800" cy="677862"/>
        </p:xfrm>
        <a:graphic>
          <a:graphicData uri="http://schemas.openxmlformats.org/presentationml/2006/ole">
            <mc:AlternateContent xmlns:mc="http://schemas.openxmlformats.org/markup-compatibility/2006">
              <mc:Choice xmlns:v="urn:schemas-microsoft-com:vml" Requires="v">
                <p:oleObj spid="_x0000_s3389" name="" r:id="rId7" imgW="901065" imgH="292100" progId="Equation.3">
                  <p:embed/>
                </p:oleObj>
              </mc:Choice>
              <mc:Fallback>
                <p:oleObj name="" r:id="rId7" imgW="901065" imgH="292100" progId="Equation.3">
                  <p:embed/>
                  <p:pic>
                    <p:nvPicPr>
                      <p:cNvPr id="0" name="图片 3388"/>
                      <p:cNvPicPr/>
                      <p:nvPr/>
                    </p:nvPicPr>
                    <p:blipFill>
                      <a:blip r:embed="rId8"/>
                      <a:stretch>
                        <a:fillRect/>
                      </a:stretch>
                    </p:blipFill>
                    <p:spPr>
                      <a:xfrm>
                        <a:off x="5032375" y="1271588"/>
                        <a:ext cx="1828800" cy="677862"/>
                      </a:xfrm>
                      <a:prstGeom prst="rect">
                        <a:avLst/>
                      </a:prstGeom>
                      <a:noFill/>
                      <a:ln w="38100">
                        <a:noFill/>
                        <a:miter/>
                      </a:ln>
                    </p:spPr>
                  </p:pic>
                </p:oleObj>
              </mc:Fallback>
            </mc:AlternateContent>
          </a:graphicData>
        </a:graphic>
      </p:graphicFrame>
      <p:sp>
        <p:nvSpPr>
          <p:cNvPr id="153633" name="AutoShape 33"/>
          <p:cNvSpPr/>
          <p:nvPr/>
        </p:nvSpPr>
        <p:spPr>
          <a:xfrm>
            <a:off x="7186613" y="4759325"/>
            <a:ext cx="228600" cy="1012825"/>
          </a:xfrm>
          <a:prstGeom prst="rightBrace">
            <a:avLst>
              <a:gd name="adj1" fmla="val 41433"/>
              <a:gd name="adj2" fmla="val 50000"/>
            </a:avLst>
          </a:prstGeom>
          <a:noFill/>
          <a:ln w="25400" cap="flat" cmpd="sng">
            <a:solidFill>
              <a:srgbClr val="800000"/>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53634" name="Text Box 34"/>
          <p:cNvSpPr txBox="1"/>
          <p:nvPr/>
        </p:nvSpPr>
        <p:spPr>
          <a:xfrm>
            <a:off x="7396163" y="5019675"/>
            <a:ext cx="1257300" cy="460375"/>
          </a:xfrm>
          <a:prstGeom prst="rect">
            <a:avLst/>
          </a:prstGeom>
          <a:noFill/>
          <a:ln w="25400">
            <a:noFill/>
          </a:ln>
        </p:spPr>
        <p:txBody>
          <a:bodyPr wrap="square" anchor="t" anchorCtr="0">
            <a:spAutoFit/>
          </a:bodyPr>
          <a:p>
            <a:pPr>
              <a:spcBef>
                <a:spcPct val="50000"/>
              </a:spcBef>
            </a:pPr>
            <a:r>
              <a:rPr lang="zh-CN" altLang="en-US" sz="2400" b="1" dirty="0">
                <a:solidFill>
                  <a:srgbClr val="000000"/>
                </a:solidFill>
                <a:latin typeface="Times New Roman" panose="02020603050405020304" pitchFamily="18" charset="0"/>
                <a:ea typeface="宋体" panose="02010600030101010101" pitchFamily="2" charset="-122"/>
              </a:rPr>
              <a:t>无振动</a:t>
            </a:r>
            <a:endParaRPr lang="zh-CN" altLang="en-US" sz="2400" b="1" dirty="0">
              <a:solidFill>
                <a:srgbClr val="000000"/>
              </a:solidFill>
              <a:latin typeface="Times New Roman" panose="02020603050405020304" pitchFamily="18" charset="0"/>
              <a:ea typeface="宋体" panose="02010600030101010101" pitchFamily="2" charset="-122"/>
            </a:endParaRPr>
          </a:p>
        </p:txBody>
      </p:sp>
      <p:pic>
        <p:nvPicPr>
          <p:cNvPr id="85022" name="图片 1" descr="阻尼振动"/>
          <p:cNvPicPr>
            <a:picLocks noChangeAspect="1"/>
          </p:cNvPicPr>
          <p:nvPr/>
        </p:nvPicPr>
        <p:blipFill>
          <a:blip r:embed="rId9"/>
          <a:stretch>
            <a:fillRect/>
          </a:stretch>
        </p:blipFill>
        <p:spPr>
          <a:xfrm>
            <a:off x="539750" y="411163"/>
            <a:ext cx="4318000" cy="3073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3628"/>
                                        </p:tgtEl>
                                        <p:attrNameLst>
                                          <p:attrName>style.visibility</p:attrName>
                                        </p:attrNameLst>
                                      </p:cBhvr>
                                      <p:to>
                                        <p:strVal val="visible"/>
                                      </p:to>
                                    </p:set>
                                    <p:animEffect transition="in" filter="wipe(left)">
                                      <p:cBhvr>
                                        <p:cTn id="7" dur="500"/>
                                        <p:tgtEl>
                                          <p:spTgt spid="15362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3626"/>
                                        </p:tgtEl>
                                        <p:attrNameLst>
                                          <p:attrName>style.visibility</p:attrName>
                                        </p:attrNameLst>
                                      </p:cBhvr>
                                      <p:to>
                                        <p:strVal val="visible"/>
                                      </p:to>
                                    </p:set>
                                    <p:animEffect transition="in" filter="wipe(left)">
                                      <p:cBhvr>
                                        <p:cTn id="11" dur="500"/>
                                        <p:tgtEl>
                                          <p:spTgt spid="15362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53624"/>
                                        </p:tgtEl>
                                        <p:attrNameLst>
                                          <p:attrName>style.visibility</p:attrName>
                                        </p:attrNameLst>
                                      </p:cBhvr>
                                      <p:to>
                                        <p:strVal val="visible"/>
                                      </p:to>
                                    </p:set>
                                    <p:animEffect transition="in" filter="wipe(left)">
                                      <p:cBhvr>
                                        <p:cTn id="15" dur="500"/>
                                        <p:tgtEl>
                                          <p:spTgt spid="15362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53614"/>
                                        </p:tgtEl>
                                        <p:attrNameLst>
                                          <p:attrName>style.visibility</p:attrName>
                                        </p:attrNameLst>
                                      </p:cBhvr>
                                      <p:to>
                                        <p:strVal val="visible"/>
                                      </p:to>
                                    </p:set>
                                    <p:animEffect transition="in" filter="blinds(horizontal)">
                                      <p:cBhvr>
                                        <p:cTn id="20" dur="500"/>
                                        <p:tgtEl>
                                          <p:spTgt spid="153614"/>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53625"/>
                                        </p:tgtEl>
                                        <p:attrNameLst>
                                          <p:attrName>style.visibility</p:attrName>
                                        </p:attrNameLst>
                                      </p:cBhvr>
                                      <p:to>
                                        <p:strVal val="visible"/>
                                      </p:to>
                                    </p:set>
                                    <p:animEffect transition="in" filter="wipe(left)">
                                      <p:cBhvr>
                                        <p:cTn id="24" dur="500"/>
                                        <p:tgtEl>
                                          <p:spTgt spid="153625"/>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53606"/>
                                        </p:tgtEl>
                                        <p:attrNameLst>
                                          <p:attrName>style.visibility</p:attrName>
                                        </p:attrNameLst>
                                      </p:cBhvr>
                                      <p:to>
                                        <p:strVal val="visible"/>
                                      </p:to>
                                    </p:set>
                                    <p:animEffect transition="in" filter="blinds(horizontal)">
                                      <p:cBhvr>
                                        <p:cTn id="28" dur="500"/>
                                        <p:tgtEl>
                                          <p:spTgt spid="15360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3627"/>
                                        </p:tgtEl>
                                        <p:attrNameLst>
                                          <p:attrName>style.visibility</p:attrName>
                                        </p:attrNameLst>
                                      </p:cBhvr>
                                      <p:to>
                                        <p:strVal val="visible"/>
                                      </p:to>
                                    </p:set>
                                    <p:animEffect transition="in" filter="wipe(left)">
                                      <p:cBhvr>
                                        <p:cTn id="33" dur="500"/>
                                        <p:tgtEl>
                                          <p:spTgt spid="153627"/>
                                        </p:tgtEl>
                                      </p:cBhvr>
                                    </p:animEffect>
                                  </p:childTnLst>
                                </p:cTn>
                              </p:par>
                            </p:childTnLst>
                          </p:cTn>
                        </p:par>
                        <p:par>
                          <p:cTn id="34" fill="hold">
                            <p:stCondLst>
                              <p:cond delay="500"/>
                            </p:stCondLst>
                            <p:childTnLst>
                              <p:par>
                                <p:cTn id="35" presetID="3" presetClass="entr" presetSubtype="10" fill="hold" nodeType="afterEffect">
                                  <p:stCondLst>
                                    <p:cond delay="0"/>
                                  </p:stCondLst>
                                  <p:childTnLst>
                                    <p:set>
                                      <p:cBhvr>
                                        <p:cTn id="36" dur="1" fill="hold">
                                          <p:stCondLst>
                                            <p:cond delay="0"/>
                                          </p:stCondLst>
                                        </p:cTn>
                                        <p:tgtEl>
                                          <p:spTgt spid="153610"/>
                                        </p:tgtEl>
                                        <p:attrNameLst>
                                          <p:attrName>style.visibility</p:attrName>
                                        </p:attrNameLst>
                                      </p:cBhvr>
                                      <p:to>
                                        <p:strVal val="visible"/>
                                      </p:to>
                                    </p:set>
                                    <p:animEffect transition="in" filter="blinds(horizontal)">
                                      <p:cBhvr>
                                        <p:cTn id="37" dur="500"/>
                                        <p:tgtEl>
                                          <p:spTgt spid="1536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3623"/>
                                        </p:tgtEl>
                                        <p:attrNameLst>
                                          <p:attrName>style.visibility</p:attrName>
                                        </p:attrNameLst>
                                      </p:cBhvr>
                                      <p:to>
                                        <p:strVal val="visible"/>
                                      </p:to>
                                    </p:set>
                                    <p:animEffect transition="in" filter="wipe(left)">
                                      <p:cBhvr>
                                        <p:cTn id="42" dur="500"/>
                                        <p:tgtEl>
                                          <p:spTgt spid="153623"/>
                                        </p:tgtEl>
                                      </p:cBhvr>
                                    </p:animEffect>
                                  </p:childTnLst>
                                </p:cTn>
                              </p:par>
                            </p:childTnLst>
                          </p:cTn>
                        </p:par>
                        <p:par>
                          <p:cTn id="43" fill="hold">
                            <p:stCondLst>
                              <p:cond delay="500"/>
                            </p:stCondLst>
                            <p:childTnLst>
                              <p:par>
                                <p:cTn id="44" presetID="3" presetClass="entr" presetSubtype="10" fill="hold" nodeType="afterEffect">
                                  <p:stCondLst>
                                    <p:cond delay="0"/>
                                  </p:stCondLst>
                                  <p:childTnLst>
                                    <p:set>
                                      <p:cBhvr>
                                        <p:cTn id="45" dur="1" fill="hold">
                                          <p:stCondLst>
                                            <p:cond delay="0"/>
                                          </p:stCondLst>
                                        </p:cTn>
                                        <p:tgtEl>
                                          <p:spTgt spid="153602"/>
                                        </p:tgtEl>
                                        <p:attrNameLst>
                                          <p:attrName>style.visibility</p:attrName>
                                        </p:attrNameLst>
                                      </p:cBhvr>
                                      <p:to>
                                        <p:strVal val="visible"/>
                                      </p:to>
                                    </p:set>
                                    <p:animEffect transition="in" filter="blinds(horizontal)">
                                      <p:cBhvr>
                                        <p:cTn id="46" dur="500"/>
                                        <p:tgtEl>
                                          <p:spTgt spid="15360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53633"/>
                                        </p:tgtEl>
                                        <p:attrNameLst>
                                          <p:attrName>style.visibility</p:attrName>
                                        </p:attrNameLst>
                                      </p:cBhvr>
                                      <p:to>
                                        <p:strVal val="visible"/>
                                      </p:to>
                                    </p:set>
                                    <p:animEffect transition="in" filter="wipe(up)">
                                      <p:cBhvr>
                                        <p:cTn id="51" dur="500"/>
                                        <p:tgtEl>
                                          <p:spTgt spid="15363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53634"/>
                                        </p:tgtEl>
                                        <p:attrNameLst>
                                          <p:attrName>style.visibility</p:attrName>
                                        </p:attrNameLst>
                                      </p:cBhvr>
                                      <p:to>
                                        <p:strVal val="visible"/>
                                      </p:to>
                                    </p:set>
                                    <p:animEffect transition="in" filter="wipe(left)">
                                      <p:cBhvr>
                                        <p:cTn id="56" dur="500"/>
                                        <p:tgtEl>
                                          <p:spTgt spid="153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3" grpId="0"/>
      <p:bldP spid="153625" grpId="0"/>
      <p:bldP spid="153627" grpId="0"/>
      <p:bldP spid="153633" grpId="0" bldLvl="0" animBg="1"/>
      <p:bldP spid="15363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txBox="1">
            <a:spLocks noGrp="1"/>
          </p:cNvSpPr>
          <p:nvPr>
            <p:ph type="sldNum" sz="quarter" idx="12"/>
          </p:nvPr>
        </p:nvSpPr>
        <p:spPr>
          <a:ln/>
        </p:spPr>
        <p:txBody>
          <a:bodyPr vert="horz" wrap="square" lIns="91440" tIns="45720" rIns="91440" bIns="45720" numCol="1" rtlCol="0" anchor="ctr" anchorCtr="0" compatLnSpc="1"/>
          <a:lstStyle/>
          <a:p>
            <a:pPr marL="0" marR="0" lvl="0" indent="0" algn="r" defTabSz="914400" rtl="0" eaLnBrk="1" fontAlgn="base" latinLnBrk="0" hangingPunct="1">
              <a:lnSpc>
                <a:spcPct val="100000"/>
              </a:lnSpc>
              <a:spcBef>
                <a:spcPct val="50000"/>
              </a:spcBef>
              <a:spcAft>
                <a:spcPct val="0"/>
              </a:spcAft>
              <a:buClrTx/>
              <a:buSzTx/>
              <a:buFontTx/>
              <a:buNone/>
              <a:defRPr/>
            </a:pPr>
            <a:fld id="{4453B9B8-A94F-4C0C-BC29-18234FD47E61}" type="slidenum">
              <a:rPr kumimoji="0" lang="zh-CN" altLang="en-US" sz="1200" b="0" i="0" u="none" strike="noStrike" kern="1200" cap="none" spc="0" normalizeH="0" baseline="0" noProof="1" dirty="0" smtClean="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1" smtClean="0">
              <a:ln>
                <a:noFill/>
              </a:ln>
              <a:solidFill>
                <a:schemeClr val="tx1">
                  <a:tint val="75000"/>
                </a:schemeClr>
              </a:solidFill>
              <a:effectLst/>
              <a:uLnTx/>
              <a:uFillTx/>
              <a:latin typeface="Times New Roman" panose="02020603050405020304" pitchFamily="18" charset="0"/>
              <a:ea typeface="+mn-ea"/>
              <a:cs typeface="+mn-cs"/>
            </a:endParaRPr>
          </a:p>
        </p:txBody>
      </p:sp>
      <p:sp>
        <p:nvSpPr>
          <p:cNvPr id="241675" name="文本框 241674"/>
          <p:cNvSpPr txBox="1"/>
          <p:nvPr/>
        </p:nvSpPr>
        <p:spPr>
          <a:xfrm>
            <a:off x="828675" y="1398588"/>
            <a:ext cx="6911975" cy="522287"/>
          </a:xfrm>
          <a:prstGeom prst="rect">
            <a:avLst/>
          </a:prstGeom>
          <a:noFill/>
          <a:ln w="9525">
            <a:noFill/>
          </a:ln>
        </p:spPr>
        <p:txBody>
          <a:bodyPr anchor="t" anchorCtr="0">
            <a:spAutoFit/>
          </a:bodyPr>
          <a:p>
            <a:r>
              <a:rPr lang="zh-CN" altLang="en-US" sz="2400" dirty="0">
                <a:solidFill>
                  <a:srgbClr val="000000"/>
                </a:solidFill>
                <a:latin typeface="微软雅黑" panose="020B0503020204020204" charset="-122"/>
                <a:ea typeface="微软雅黑" panose="020B0503020204020204" charset="-122"/>
              </a:rPr>
              <a:t>1、</a:t>
            </a:r>
            <a:r>
              <a:rPr lang="en-US" altLang="zh-CN" b="1" dirty="0">
                <a:solidFill>
                  <a:srgbClr val="000000"/>
                </a:solidFill>
                <a:latin typeface="Times New Roman" panose="02020603050405020304" pitchFamily="18" charset="0"/>
                <a:ea typeface="宋体" panose="02010600030101010101" pitchFamily="2" charset="-122"/>
              </a:rPr>
              <a:t> </a:t>
            </a:r>
            <a:r>
              <a:rPr lang="en-US" altLang="zh-CN" sz="28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baseline="30000" dirty="0">
                <a:solidFill>
                  <a:srgbClr val="000000"/>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  </a:t>
            </a:r>
            <a:r>
              <a:rPr lang="en-US" altLang="zh-CN" sz="2800" b="1" baseline="-25000" dirty="0">
                <a:solidFill>
                  <a:srgbClr val="000000"/>
                </a:solidFill>
                <a:latin typeface="Times New Roman" panose="02020603050405020304" pitchFamily="18" charset="0"/>
                <a:ea typeface="宋体" panose="02010600030101010101" pitchFamily="2" charset="-122"/>
                <a:sym typeface="Symbol" panose="05050102010706020507" pitchFamily="18" charset="2"/>
              </a:rPr>
              <a:t>0</a:t>
            </a:r>
            <a:r>
              <a:rPr lang="en-US" altLang="zh-CN" sz="2800" b="1" baseline="30000" dirty="0">
                <a:solidFill>
                  <a:srgbClr val="000000"/>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dirty="0">
                <a:solidFill>
                  <a:srgbClr val="000000"/>
                </a:solidFill>
                <a:latin typeface="Times New Roman" panose="02020603050405020304" pitchFamily="18" charset="0"/>
                <a:ea typeface="宋体" panose="02010600030101010101" pitchFamily="2" charset="-122"/>
              </a:rPr>
              <a:t>  </a:t>
            </a:r>
            <a:r>
              <a:rPr lang="en-US" altLang="zh-CN" dirty="0">
                <a:solidFill>
                  <a:srgbClr val="000000"/>
                </a:solidFill>
                <a:latin typeface="Times New Roman" panose="02020603050405020304" pitchFamily="18" charset="0"/>
                <a:ea typeface="宋体" panose="02010600030101010101" pitchFamily="2" charset="-122"/>
              </a:rPr>
              <a:t> </a:t>
            </a:r>
            <a:r>
              <a:rPr lang="zh-CN" altLang="en-US" sz="2400" dirty="0">
                <a:solidFill>
                  <a:srgbClr val="000000"/>
                </a:solidFill>
                <a:latin typeface="微软雅黑" panose="020B0503020204020204" charset="-122"/>
                <a:ea typeface="微软雅黑" panose="020B0503020204020204" charset="-122"/>
              </a:rPr>
              <a:t>阻尼较小时，此方程的解：</a:t>
            </a:r>
            <a:r>
              <a:rPr lang="zh-CN" altLang="en-US" dirty="0">
                <a:solidFill>
                  <a:srgbClr val="000000"/>
                </a:solidFill>
                <a:latin typeface="楷体_GB2312" pitchFamily="49" charset="-122"/>
                <a:ea typeface="楷体_GB2312" pitchFamily="49" charset="-122"/>
              </a:rPr>
              <a:t>  </a:t>
            </a:r>
            <a:endParaRPr lang="zh-CN" altLang="en-US" dirty="0">
              <a:solidFill>
                <a:srgbClr val="000000"/>
              </a:solidFill>
              <a:latin typeface="楷体_GB2312" pitchFamily="49" charset="-122"/>
              <a:ea typeface="楷体_GB2312" pitchFamily="49" charset="-122"/>
            </a:endParaRPr>
          </a:p>
        </p:txBody>
      </p:sp>
      <p:graphicFrame>
        <p:nvGraphicFramePr>
          <p:cNvPr id="241677" name="对象 241676"/>
          <p:cNvGraphicFramePr/>
          <p:nvPr/>
        </p:nvGraphicFramePr>
        <p:xfrm>
          <a:off x="3133725" y="2703513"/>
          <a:ext cx="1609725" cy="635000"/>
        </p:xfrm>
        <a:graphic>
          <a:graphicData uri="http://schemas.openxmlformats.org/presentationml/2006/ole">
            <mc:AlternateContent xmlns:mc="http://schemas.openxmlformats.org/markup-compatibility/2006">
              <mc:Choice xmlns:v="urn:schemas-microsoft-com:vml" Requires="v">
                <p:oleObj spid="_x0000_s3387" name="" r:id="rId1" imgW="901065" imgH="292100" progId="Equation.3">
                  <p:embed/>
                </p:oleObj>
              </mc:Choice>
              <mc:Fallback>
                <p:oleObj name="" r:id="rId1" imgW="901065" imgH="292100" progId="Equation.3">
                  <p:embed/>
                  <p:pic>
                    <p:nvPicPr>
                      <p:cNvPr id="0" name="图片 3386"/>
                      <p:cNvPicPr/>
                      <p:nvPr/>
                    </p:nvPicPr>
                    <p:blipFill>
                      <a:blip r:embed="rId2"/>
                      <a:stretch>
                        <a:fillRect/>
                      </a:stretch>
                    </p:blipFill>
                    <p:spPr>
                      <a:xfrm>
                        <a:off x="3133725" y="2703513"/>
                        <a:ext cx="1609725" cy="635000"/>
                      </a:xfrm>
                      <a:prstGeom prst="rect">
                        <a:avLst/>
                      </a:prstGeom>
                      <a:noFill/>
                      <a:ln w="38100">
                        <a:noFill/>
                        <a:miter/>
                      </a:ln>
                    </p:spPr>
                  </p:pic>
                </p:oleObj>
              </mc:Fallback>
            </mc:AlternateContent>
          </a:graphicData>
        </a:graphic>
      </p:graphicFrame>
      <p:graphicFrame>
        <p:nvGraphicFramePr>
          <p:cNvPr id="241678" name="对象 241677"/>
          <p:cNvGraphicFramePr/>
          <p:nvPr/>
        </p:nvGraphicFramePr>
        <p:xfrm>
          <a:off x="1604963" y="1989138"/>
          <a:ext cx="3484562" cy="598487"/>
        </p:xfrm>
        <a:graphic>
          <a:graphicData uri="http://schemas.openxmlformats.org/presentationml/2006/ole">
            <mc:AlternateContent xmlns:mc="http://schemas.openxmlformats.org/markup-compatibility/2006">
              <mc:Choice xmlns:v="urn:schemas-microsoft-com:vml" Requires="v">
                <p:oleObj spid="_x0000_s3394" name="" r:id="rId3" imgW="1536065" imgH="241300" progId="Equation.3">
                  <p:embed/>
                </p:oleObj>
              </mc:Choice>
              <mc:Fallback>
                <p:oleObj name="" r:id="rId3" imgW="1536065" imgH="241300" progId="Equation.3">
                  <p:embed/>
                  <p:pic>
                    <p:nvPicPr>
                      <p:cNvPr id="0" name="图片 3393"/>
                      <p:cNvPicPr/>
                      <p:nvPr/>
                    </p:nvPicPr>
                    <p:blipFill>
                      <a:blip r:embed="rId4"/>
                      <a:stretch>
                        <a:fillRect/>
                      </a:stretch>
                    </p:blipFill>
                    <p:spPr>
                      <a:xfrm>
                        <a:off x="1604963" y="1989138"/>
                        <a:ext cx="3484562" cy="598487"/>
                      </a:xfrm>
                      <a:prstGeom prst="rect">
                        <a:avLst/>
                      </a:prstGeom>
                      <a:noFill/>
                      <a:ln w="38100">
                        <a:noFill/>
                        <a:miter/>
                      </a:ln>
                    </p:spPr>
                  </p:pic>
                </p:oleObj>
              </mc:Fallback>
            </mc:AlternateContent>
          </a:graphicData>
        </a:graphic>
      </p:graphicFrame>
      <p:sp>
        <p:nvSpPr>
          <p:cNvPr id="241679" name="文本框 241678"/>
          <p:cNvSpPr txBox="1"/>
          <p:nvPr/>
        </p:nvSpPr>
        <p:spPr>
          <a:xfrm>
            <a:off x="5286375" y="2073275"/>
            <a:ext cx="3228975" cy="460375"/>
          </a:xfrm>
          <a:prstGeom prst="rect">
            <a:avLst/>
          </a:prstGeom>
          <a:noFill/>
          <a:ln w="9525">
            <a:noFill/>
          </a:ln>
        </p:spPr>
        <p:txBody>
          <a:bodyPr wrap="square" anchor="t" anchorCtr="0">
            <a:spAutoFit/>
          </a:bodyPr>
          <a:p>
            <a:pPr>
              <a:spcBef>
                <a:spcPct val="50000"/>
              </a:spcBef>
            </a:pPr>
            <a:r>
              <a:rPr lang="zh-CN" altLang="en-US" sz="2400" dirty="0">
                <a:solidFill>
                  <a:srgbClr val="000000"/>
                </a:solidFill>
                <a:latin typeface="微软雅黑" panose="020B0503020204020204" charset="-122"/>
                <a:ea typeface="微软雅黑" panose="020B0503020204020204" charset="-122"/>
              </a:rPr>
              <a:t>这种情况称为</a:t>
            </a:r>
            <a:r>
              <a:rPr lang="zh-CN" altLang="en-US" sz="2400" dirty="0">
                <a:solidFill>
                  <a:srgbClr val="FF0000"/>
                </a:solidFill>
                <a:latin typeface="微软雅黑" panose="020B0503020204020204" charset="-122"/>
                <a:ea typeface="微软雅黑" panose="020B0503020204020204" charset="-122"/>
              </a:rPr>
              <a:t>欠阻尼</a:t>
            </a:r>
            <a:endParaRPr lang="zh-CN" altLang="en-US" sz="2400" dirty="0">
              <a:solidFill>
                <a:srgbClr val="FF0000"/>
              </a:solidFill>
              <a:latin typeface="微软雅黑" panose="020B0503020204020204" charset="-122"/>
              <a:ea typeface="微软雅黑" panose="020B0503020204020204" charset="-122"/>
            </a:endParaRPr>
          </a:p>
        </p:txBody>
      </p:sp>
      <p:graphicFrame>
        <p:nvGraphicFramePr>
          <p:cNvPr id="86022" name="对象 241679"/>
          <p:cNvGraphicFramePr/>
          <p:nvPr/>
        </p:nvGraphicFramePr>
        <p:xfrm>
          <a:off x="2974975" y="374650"/>
          <a:ext cx="2879725" cy="809625"/>
        </p:xfrm>
        <a:graphic>
          <a:graphicData uri="http://schemas.openxmlformats.org/presentationml/2006/ole">
            <mc:AlternateContent xmlns:mc="http://schemas.openxmlformats.org/markup-compatibility/2006">
              <mc:Choice xmlns:v="urn:schemas-microsoft-com:vml" Requires="v">
                <p:oleObj spid="_x0000_s3391" name="" r:id="rId5" imgW="1358265" imgH="393700" progId="Equation.3">
                  <p:embed/>
                </p:oleObj>
              </mc:Choice>
              <mc:Fallback>
                <p:oleObj name="" r:id="rId5" imgW="1358265" imgH="393700" progId="Equation.3">
                  <p:embed/>
                  <p:pic>
                    <p:nvPicPr>
                      <p:cNvPr id="0" name="图片 3390"/>
                      <p:cNvPicPr/>
                      <p:nvPr/>
                    </p:nvPicPr>
                    <p:blipFill>
                      <a:blip r:embed="rId6"/>
                      <a:stretch>
                        <a:fillRect/>
                      </a:stretch>
                    </p:blipFill>
                    <p:spPr>
                      <a:xfrm>
                        <a:off x="2974975" y="374650"/>
                        <a:ext cx="2879725" cy="809625"/>
                      </a:xfrm>
                      <a:prstGeom prst="rect">
                        <a:avLst/>
                      </a:prstGeom>
                      <a:noFill/>
                      <a:ln w="38100">
                        <a:noFill/>
                        <a:miter/>
                      </a:ln>
                    </p:spPr>
                  </p:pic>
                </p:oleObj>
              </mc:Fallback>
            </mc:AlternateContent>
          </a:graphicData>
        </a:graphic>
      </p:graphicFrame>
      <p:sp>
        <p:nvSpPr>
          <p:cNvPr id="241682" name="文本框 241681"/>
          <p:cNvSpPr txBox="1"/>
          <p:nvPr/>
        </p:nvSpPr>
        <p:spPr>
          <a:xfrm>
            <a:off x="901700" y="3454400"/>
            <a:ext cx="5616575" cy="460375"/>
          </a:xfrm>
          <a:prstGeom prst="rect">
            <a:avLst/>
          </a:prstGeom>
          <a:noFill/>
          <a:ln w="9525">
            <a:noFill/>
          </a:ln>
        </p:spPr>
        <p:txBody>
          <a:bodyPr anchor="t" anchorCtr="0">
            <a:spAutoFit/>
          </a:bodyPr>
          <a:p>
            <a:r>
              <a:rPr lang="zh-CN" altLang="en-US" sz="2400" dirty="0">
                <a:solidFill>
                  <a:srgbClr val="000000"/>
                </a:solidFill>
                <a:latin typeface="微软雅黑" panose="020B0503020204020204" charset="-122"/>
                <a:ea typeface="微软雅黑" panose="020B0503020204020204" charset="-122"/>
              </a:rPr>
              <a:t>由初始条件决定</a:t>
            </a:r>
            <a:r>
              <a:rPr lang="en-US" altLang="zh-CN" sz="2400" b="1" i="1" dirty="0">
                <a:solidFill>
                  <a:srgbClr val="000000"/>
                </a:solidFill>
                <a:latin typeface="Times New Roman" panose="02020603050405020304" pitchFamily="18" charset="0"/>
                <a:ea typeface="楷体_GB2312" pitchFamily="49" charset="-122"/>
              </a:rPr>
              <a:t>A</a:t>
            </a:r>
            <a:r>
              <a:rPr lang="zh-CN" altLang="en-US" sz="2400" dirty="0">
                <a:solidFill>
                  <a:srgbClr val="000000"/>
                </a:solidFill>
                <a:latin typeface="微软雅黑" panose="020B0503020204020204" charset="-122"/>
                <a:ea typeface="微软雅黑" panose="020B0503020204020204" charset="-122"/>
              </a:rPr>
              <a:t>和初相位</a:t>
            </a:r>
            <a:r>
              <a:rPr lang="en-US" altLang="zh-CN" sz="24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400" b="1" baseline="-25000" dirty="0">
                <a:solidFill>
                  <a:srgbClr val="000000"/>
                </a:solidFill>
                <a:latin typeface="Times New Roman" panose="02020603050405020304" pitchFamily="18" charset="0"/>
                <a:ea typeface="楷体_GB2312" pitchFamily="49" charset="-122"/>
                <a:sym typeface="Symbol" panose="05050102010706020507" pitchFamily="18" charset="2"/>
              </a:rPr>
              <a:t>0</a:t>
            </a:r>
            <a:r>
              <a:rPr lang="en-US" altLang="zh-CN" sz="2400" b="1" dirty="0">
                <a:solidFill>
                  <a:srgbClr val="000000"/>
                </a:solidFill>
                <a:latin typeface="楷体_GB2312" pitchFamily="49" charset="-122"/>
                <a:ea typeface="楷体_GB2312" pitchFamily="49" charset="-122"/>
              </a:rPr>
              <a:t>,</a:t>
            </a:r>
            <a:r>
              <a:rPr lang="zh-CN" altLang="en-US" sz="2400" dirty="0">
                <a:solidFill>
                  <a:srgbClr val="000000"/>
                </a:solidFill>
                <a:latin typeface="微软雅黑" panose="020B0503020204020204" charset="-122"/>
                <a:ea typeface="微软雅黑" panose="020B0503020204020204" charset="-122"/>
              </a:rPr>
              <a:t>设</a:t>
            </a:r>
            <a:endParaRPr lang="zh-CN" altLang="en-US" sz="2400" dirty="0">
              <a:solidFill>
                <a:srgbClr val="000000"/>
              </a:solidFill>
              <a:latin typeface="微软雅黑" panose="020B0503020204020204" charset="-122"/>
              <a:ea typeface="微软雅黑" panose="020B0503020204020204" charset="-122"/>
            </a:endParaRPr>
          </a:p>
        </p:txBody>
      </p:sp>
      <p:graphicFrame>
        <p:nvGraphicFramePr>
          <p:cNvPr id="241684" name="对象 241683"/>
          <p:cNvGraphicFramePr/>
          <p:nvPr/>
        </p:nvGraphicFramePr>
        <p:xfrm>
          <a:off x="5321300" y="3275013"/>
          <a:ext cx="3378200" cy="909637"/>
        </p:xfrm>
        <a:graphic>
          <a:graphicData uri="http://schemas.openxmlformats.org/presentationml/2006/ole">
            <mc:AlternateContent xmlns:mc="http://schemas.openxmlformats.org/markup-compatibility/2006">
              <mc:Choice xmlns:v="urn:schemas-microsoft-com:vml" Requires="v">
                <p:oleObj spid="_x0000_s3393" name="" r:id="rId7" imgW="1790700" imgH="419100" progId="Equation.3">
                  <p:embed/>
                </p:oleObj>
              </mc:Choice>
              <mc:Fallback>
                <p:oleObj name="" r:id="rId7" imgW="1790700" imgH="419100" progId="Equation.3">
                  <p:embed/>
                  <p:pic>
                    <p:nvPicPr>
                      <p:cNvPr id="0" name="图片 3392"/>
                      <p:cNvPicPr/>
                      <p:nvPr/>
                    </p:nvPicPr>
                    <p:blipFill>
                      <a:blip r:embed="rId8"/>
                      <a:stretch>
                        <a:fillRect/>
                      </a:stretch>
                    </p:blipFill>
                    <p:spPr>
                      <a:xfrm>
                        <a:off x="5321300" y="3275013"/>
                        <a:ext cx="3378200" cy="909637"/>
                      </a:xfrm>
                      <a:prstGeom prst="rect">
                        <a:avLst/>
                      </a:prstGeom>
                      <a:noFill/>
                      <a:ln w="38100">
                        <a:noFill/>
                        <a:miter/>
                      </a:ln>
                    </p:spPr>
                  </p:pic>
                </p:oleObj>
              </mc:Fallback>
            </mc:AlternateContent>
          </a:graphicData>
        </a:graphic>
      </p:graphicFrame>
      <p:sp>
        <p:nvSpPr>
          <p:cNvPr id="241685" name="文本框 241684"/>
          <p:cNvSpPr txBox="1"/>
          <p:nvPr/>
        </p:nvSpPr>
        <p:spPr>
          <a:xfrm>
            <a:off x="1857375" y="4210050"/>
            <a:ext cx="1655763" cy="460375"/>
          </a:xfrm>
          <a:prstGeom prst="rect">
            <a:avLst/>
          </a:prstGeom>
          <a:noFill/>
          <a:ln w="9525">
            <a:noFill/>
          </a:ln>
        </p:spPr>
        <p:txBody>
          <a:bodyPr wrap="square" anchor="t" anchorCtr="0">
            <a:spAutoFit/>
          </a:bodyPr>
          <a:p>
            <a:r>
              <a:rPr lang="zh-CN" altLang="en-US" sz="2400" dirty="0">
                <a:solidFill>
                  <a:srgbClr val="000000"/>
                </a:solidFill>
                <a:latin typeface="微软雅黑" panose="020B0503020204020204" charset="-122"/>
                <a:ea typeface="微软雅黑" panose="020B0503020204020204" charset="-122"/>
              </a:rPr>
              <a:t>即有：</a:t>
            </a:r>
            <a:r>
              <a:rPr lang="zh-CN" altLang="en-US" dirty="0">
                <a:solidFill>
                  <a:srgbClr val="000000"/>
                </a:solidFill>
                <a:latin typeface="楷体_GB2312" pitchFamily="49" charset="-122"/>
                <a:ea typeface="楷体_GB2312" pitchFamily="49" charset="-122"/>
              </a:rPr>
              <a:t> </a:t>
            </a:r>
            <a:endParaRPr lang="zh-CN" altLang="en-US" dirty="0">
              <a:solidFill>
                <a:srgbClr val="000000"/>
              </a:solidFill>
              <a:latin typeface="楷体_GB2312" pitchFamily="49" charset="-122"/>
              <a:ea typeface="楷体_GB2312" pitchFamily="49" charset="-122"/>
            </a:endParaRPr>
          </a:p>
        </p:txBody>
      </p:sp>
      <p:graphicFrame>
        <p:nvGraphicFramePr>
          <p:cNvPr id="241687" name="对象 241686"/>
          <p:cNvGraphicFramePr/>
          <p:nvPr/>
        </p:nvGraphicFramePr>
        <p:xfrm>
          <a:off x="3133725" y="4184650"/>
          <a:ext cx="3384550" cy="996950"/>
        </p:xfrm>
        <a:graphic>
          <a:graphicData uri="http://schemas.openxmlformats.org/presentationml/2006/ole">
            <mc:AlternateContent xmlns:mc="http://schemas.openxmlformats.org/markup-compatibility/2006">
              <mc:Choice xmlns:v="urn:schemas-microsoft-com:vml" Requires="v">
                <p:oleObj spid="_x0000_s3396" name="" r:id="rId9" imgW="1549400" imgH="419100" progId="Equation.3">
                  <p:embed/>
                </p:oleObj>
              </mc:Choice>
              <mc:Fallback>
                <p:oleObj name="" r:id="rId9" imgW="1549400" imgH="419100" progId="Equation.3">
                  <p:embed/>
                  <p:pic>
                    <p:nvPicPr>
                      <p:cNvPr id="0" name="图片 3395"/>
                      <p:cNvPicPr/>
                      <p:nvPr/>
                    </p:nvPicPr>
                    <p:blipFill>
                      <a:blip r:embed="rId10"/>
                      <a:stretch>
                        <a:fillRect/>
                      </a:stretch>
                    </p:blipFill>
                    <p:spPr>
                      <a:xfrm>
                        <a:off x="3133725" y="4184650"/>
                        <a:ext cx="3384550" cy="996950"/>
                      </a:xfrm>
                      <a:prstGeom prst="rect">
                        <a:avLst/>
                      </a:prstGeom>
                      <a:noFill/>
                      <a:ln w="38100">
                        <a:noFill/>
                        <a:miter/>
                      </a:ln>
                    </p:spPr>
                  </p:pic>
                </p:oleObj>
              </mc:Fallback>
            </mc:AlternateContent>
          </a:graphicData>
        </a:graphic>
      </p:graphicFrame>
      <p:graphicFrame>
        <p:nvGraphicFramePr>
          <p:cNvPr id="241690" name="对象 241689"/>
          <p:cNvGraphicFramePr/>
          <p:nvPr/>
        </p:nvGraphicFramePr>
        <p:xfrm>
          <a:off x="1503363" y="5467350"/>
          <a:ext cx="2951162" cy="882650"/>
        </p:xfrm>
        <a:graphic>
          <a:graphicData uri="http://schemas.openxmlformats.org/presentationml/2006/ole">
            <mc:AlternateContent xmlns:mc="http://schemas.openxmlformats.org/markup-compatibility/2006">
              <mc:Choice xmlns:v="urn:schemas-microsoft-com:vml" Requires="v">
                <p:oleObj spid="_x0000_s3392" name="" r:id="rId11" imgW="1332865" imgH="431800" progId="Equation.3">
                  <p:embed/>
                </p:oleObj>
              </mc:Choice>
              <mc:Fallback>
                <p:oleObj name="" r:id="rId11" imgW="1332865" imgH="431800" progId="Equation.3">
                  <p:embed/>
                  <p:pic>
                    <p:nvPicPr>
                      <p:cNvPr id="0" name="图片 3391"/>
                      <p:cNvPicPr/>
                      <p:nvPr/>
                    </p:nvPicPr>
                    <p:blipFill>
                      <a:blip r:embed="rId12"/>
                      <a:stretch>
                        <a:fillRect/>
                      </a:stretch>
                    </p:blipFill>
                    <p:spPr>
                      <a:xfrm>
                        <a:off x="1503363" y="5467350"/>
                        <a:ext cx="2951162" cy="882650"/>
                      </a:xfrm>
                      <a:prstGeom prst="rect">
                        <a:avLst/>
                      </a:prstGeom>
                      <a:noFill/>
                      <a:ln w="38100">
                        <a:noFill/>
                        <a:miter/>
                      </a:ln>
                    </p:spPr>
                  </p:pic>
                </p:oleObj>
              </mc:Fallback>
            </mc:AlternateContent>
          </a:graphicData>
        </a:graphic>
      </p:graphicFrame>
      <p:graphicFrame>
        <p:nvGraphicFramePr>
          <p:cNvPr id="241691" name="对象 241690"/>
          <p:cNvGraphicFramePr/>
          <p:nvPr/>
        </p:nvGraphicFramePr>
        <p:xfrm>
          <a:off x="4595813" y="5537200"/>
          <a:ext cx="2665412" cy="874713"/>
        </p:xfrm>
        <a:graphic>
          <a:graphicData uri="http://schemas.openxmlformats.org/presentationml/2006/ole">
            <mc:AlternateContent xmlns:mc="http://schemas.openxmlformats.org/markup-compatibility/2006">
              <mc:Choice xmlns:v="urn:schemas-microsoft-com:vml" Requires="v">
                <p:oleObj spid="_x0000_s3397" name="" r:id="rId13" imgW="1002665" imgH="405765" progId="Equation.3">
                  <p:embed/>
                </p:oleObj>
              </mc:Choice>
              <mc:Fallback>
                <p:oleObj name="" r:id="rId13" imgW="1002665" imgH="405765" progId="Equation.3">
                  <p:embed/>
                  <p:pic>
                    <p:nvPicPr>
                      <p:cNvPr id="0" name="图片 3396"/>
                      <p:cNvPicPr/>
                      <p:nvPr/>
                    </p:nvPicPr>
                    <p:blipFill>
                      <a:blip r:embed="rId14"/>
                      <a:stretch>
                        <a:fillRect/>
                      </a:stretch>
                    </p:blipFill>
                    <p:spPr>
                      <a:xfrm>
                        <a:off x="4595813" y="5537200"/>
                        <a:ext cx="2665412" cy="8747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1675"/>
                                        </p:tgtEl>
                                        <p:attrNameLst>
                                          <p:attrName>style.visibility</p:attrName>
                                        </p:attrNameLst>
                                      </p:cBhvr>
                                      <p:to>
                                        <p:strVal val="visible"/>
                                      </p:to>
                                    </p:set>
                                    <p:animEffect transition="in" filter="wipe(left)">
                                      <p:cBhvr>
                                        <p:cTn id="7" dur="500"/>
                                        <p:tgtEl>
                                          <p:spTgt spid="24167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1678"/>
                                        </p:tgtEl>
                                        <p:attrNameLst>
                                          <p:attrName>style.visibility</p:attrName>
                                        </p:attrNameLst>
                                      </p:cBhvr>
                                      <p:to>
                                        <p:strVal val="visible"/>
                                      </p:to>
                                    </p:set>
                                    <p:animEffect transition="in" filter="wipe(left)">
                                      <p:cBhvr>
                                        <p:cTn id="11" dur="500"/>
                                        <p:tgtEl>
                                          <p:spTgt spid="24167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41679"/>
                                        </p:tgtEl>
                                        <p:attrNameLst>
                                          <p:attrName>style.visibility</p:attrName>
                                        </p:attrNameLst>
                                      </p:cBhvr>
                                      <p:to>
                                        <p:strVal val="visible"/>
                                      </p:to>
                                    </p:set>
                                    <p:animEffect transition="in" filter="wipe(left)">
                                      <p:cBhvr>
                                        <p:cTn id="15" dur="500"/>
                                        <p:tgtEl>
                                          <p:spTgt spid="24167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41677"/>
                                        </p:tgtEl>
                                        <p:attrNameLst>
                                          <p:attrName>style.visibility</p:attrName>
                                        </p:attrNameLst>
                                      </p:cBhvr>
                                      <p:to>
                                        <p:strVal val="visible"/>
                                      </p:to>
                                    </p:set>
                                    <p:animEffect transition="in" filter="wipe(left)">
                                      <p:cBhvr>
                                        <p:cTn id="19" dur="500"/>
                                        <p:tgtEl>
                                          <p:spTgt spid="24167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41682"/>
                                        </p:tgtEl>
                                        <p:attrNameLst>
                                          <p:attrName>style.visibility</p:attrName>
                                        </p:attrNameLst>
                                      </p:cBhvr>
                                      <p:to>
                                        <p:strVal val="visible"/>
                                      </p:to>
                                    </p:set>
                                    <p:animEffect transition="in" filter="wipe(left)">
                                      <p:cBhvr>
                                        <p:cTn id="24" dur="500"/>
                                        <p:tgtEl>
                                          <p:spTgt spid="241682"/>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241684"/>
                                        </p:tgtEl>
                                        <p:attrNameLst>
                                          <p:attrName>style.visibility</p:attrName>
                                        </p:attrNameLst>
                                      </p:cBhvr>
                                      <p:to>
                                        <p:strVal val="visible"/>
                                      </p:to>
                                    </p:set>
                                    <p:animEffect transition="in" filter="wipe(left)">
                                      <p:cBhvr>
                                        <p:cTn id="28" dur="500"/>
                                        <p:tgtEl>
                                          <p:spTgt spid="241684"/>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241685"/>
                                        </p:tgtEl>
                                        <p:attrNameLst>
                                          <p:attrName>style.visibility</p:attrName>
                                        </p:attrNameLst>
                                      </p:cBhvr>
                                      <p:to>
                                        <p:strVal val="visible"/>
                                      </p:to>
                                    </p:set>
                                    <p:animEffect transition="in" filter="wipe(left)">
                                      <p:cBhvr>
                                        <p:cTn id="32" dur="500"/>
                                        <p:tgtEl>
                                          <p:spTgt spid="241685"/>
                                        </p:tgtEl>
                                      </p:cBhvr>
                                    </p:animEffect>
                                  </p:childTnLst>
                                </p:cTn>
                              </p:par>
                            </p:childTnLst>
                          </p:cTn>
                        </p:par>
                        <p:par>
                          <p:cTn id="33" fill="hold">
                            <p:stCondLst>
                              <p:cond delay="1500"/>
                            </p:stCondLst>
                            <p:childTnLst>
                              <p:par>
                                <p:cTn id="34" presetID="22" presetClass="entr" presetSubtype="8" fill="hold" nodeType="afterEffect">
                                  <p:stCondLst>
                                    <p:cond delay="0"/>
                                  </p:stCondLst>
                                  <p:childTnLst>
                                    <p:set>
                                      <p:cBhvr>
                                        <p:cTn id="35" dur="1" fill="hold">
                                          <p:stCondLst>
                                            <p:cond delay="0"/>
                                          </p:stCondLst>
                                        </p:cTn>
                                        <p:tgtEl>
                                          <p:spTgt spid="241687"/>
                                        </p:tgtEl>
                                        <p:attrNameLst>
                                          <p:attrName>style.visibility</p:attrName>
                                        </p:attrNameLst>
                                      </p:cBhvr>
                                      <p:to>
                                        <p:strVal val="visible"/>
                                      </p:to>
                                    </p:set>
                                    <p:animEffect transition="in" filter="wipe(left)">
                                      <p:cBhvr>
                                        <p:cTn id="36" dur="500"/>
                                        <p:tgtEl>
                                          <p:spTgt spid="241687"/>
                                        </p:tgtEl>
                                      </p:cBhvr>
                                    </p:animEffect>
                                  </p:childTnLst>
                                </p:cTn>
                              </p:par>
                            </p:childTnLst>
                          </p:cTn>
                        </p:par>
                        <p:par>
                          <p:cTn id="37" fill="hold">
                            <p:stCondLst>
                              <p:cond delay="2000"/>
                            </p:stCondLst>
                            <p:childTnLst>
                              <p:par>
                                <p:cTn id="38" presetID="22" presetClass="entr" presetSubtype="8" fill="hold" nodeType="afterEffect">
                                  <p:stCondLst>
                                    <p:cond delay="0"/>
                                  </p:stCondLst>
                                  <p:childTnLst>
                                    <p:set>
                                      <p:cBhvr>
                                        <p:cTn id="39" dur="1" fill="hold">
                                          <p:stCondLst>
                                            <p:cond delay="0"/>
                                          </p:stCondLst>
                                        </p:cTn>
                                        <p:tgtEl>
                                          <p:spTgt spid="241690"/>
                                        </p:tgtEl>
                                        <p:attrNameLst>
                                          <p:attrName>style.visibility</p:attrName>
                                        </p:attrNameLst>
                                      </p:cBhvr>
                                      <p:to>
                                        <p:strVal val="visible"/>
                                      </p:to>
                                    </p:set>
                                    <p:animEffect transition="in" filter="wipe(left)">
                                      <p:cBhvr>
                                        <p:cTn id="40" dur="500"/>
                                        <p:tgtEl>
                                          <p:spTgt spid="241690"/>
                                        </p:tgtEl>
                                      </p:cBhvr>
                                    </p:animEffect>
                                  </p:childTnLst>
                                </p:cTn>
                              </p:par>
                            </p:childTnLst>
                          </p:cTn>
                        </p:par>
                        <p:par>
                          <p:cTn id="41" fill="hold">
                            <p:stCondLst>
                              <p:cond delay="2500"/>
                            </p:stCondLst>
                            <p:childTnLst>
                              <p:par>
                                <p:cTn id="42" presetID="22" presetClass="entr" presetSubtype="8" fill="hold" nodeType="afterEffect">
                                  <p:stCondLst>
                                    <p:cond delay="0"/>
                                  </p:stCondLst>
                                  <p:childTnLst>
                                    <p:set>
                                      <p:cBhvr>
                                        <p:cTn id="43" dur="1" fill="hold">
                                          <p:stCondLst>
                                            <p:cond delay="0"/>
                                          </p:stCondLst>
                                        </p:cTn>
                                        <p:tgtEl>
                                          <p:spTgt spid="241691"/>
                                        </p:tgtEl>
                                        <p:attrNameLst>
                                          <p:attrName>style.visibility</p:attrName>
                                        </p:attrNameLst>
                                      </p:cBhvr>
                                      <p:to>
                                        <p:strVal val="visible"/>
                                      </p:to>
                                    </p:set>
                                    <p:animEffect transition="in" filter="wipe(left)">
                                      <p:cBhvr>
                                        <p:cTn id="44" dur="500"/>
                                        <p:tgtEl>
                                          <p:spTgt spid="241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75" grpId="0"/>
      <p:bldP spid="241679" grpId="0"/>
      <p:bldP spid="241682" grpId="0"/>
      <p:bldP spid="24168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txBox="1">
            <a:spLocks noGrp="1"/>
          </p:cNvSpPr>
          <p:nvPr>
            <p:ph type="sldNum" sz="quarter" idx="12"/>
          </p:nvPr>
        </p:nvSpPr>
        <p:spPr>
          <a:ln/>
        </p:spPr>
        <p:txBody>
          <a:bodyPr vert="horz" wrap="square" lIns="91440" tIns="45720" rIns="91440" bIns="45720" numCol="1" rtlCol="0" anchor="ctr" anchorCtr="0" compatLnSpc="1"/>
          <a:lstStyle/>
          <a:p>
            <a:pPr marL="0" marR="0" lvl="0" indent="0" algn="r" defTabSz="914400" rtl="0" eaLnBrk="1" fontAlgn="base" latinLnBrk="0" hangingPunct="1">
              <a:lnSpc>
                <a:spcPct val="100000"/>
              </a:lnSpc>
              <a:spcBef>
                <a:spcPct val="50000"/>
              </a:spcBef>
              <a:spcAft>
                <a:spcPct val="0"/>
              </a:spcAft>
              <a:buClrTx/>
              <a:buSzTx/>
              <a:buFontTx/>
              <a:buNone/>
              <a:defRPr/>
            </a:pPr>
            <a:fld id="{3304A67E-C3AB-4A97-901E-3D50FE924C35}" type="slidenum">
              <a:rPr kumimoji="0" lang="zh-CN" altLang="en-US" sz="1200" b="0" i="0" u="none" strike="noStrike" kern="1200" cap="none" spc="0" normalizeH="0" baseline="0" noProof="1" dirty="0" smtClean="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1" smtClean="0">
              <a:ln>
                <a:noFill/>
              </a:ln>
              <a:solidFill>
                <a:schemeClr val="tx1">
                  <a:tint val="75000"/>
                </a:schemeClr>
              </a:solidFill>
              <a:effectLst/>
              <a:uLnTx/>
              <a:uFillTx/>
              <a:latin typeface="Times New Roman" panose="02020603050405020304" pitchFamily="18" charset="0"/>
              <a:ea typeface="+mn-ea"/>
              <a:cs typeface="+mn-cs"/>
            </a:endParaRPr>
          </a:p>
        </p:txBody>
      </p:sp>
      <p:sp>
        <p:nvSpPr>
          <p:cNvPr id="10242" name="文本框 245761"/>
          <p:cNvSpPr txBox="1"/>
          <p:nvPr/>
        </p:nvSpPr>
        <p:spPr>
          <a:xfrm>
            <a:off x="1063625" y="1144588"/>
            <a:ext cx="3962400" cy="430212"/>
          </a:xfrm>
          <a:prstGeom prst="rect">
            <a:avLst/>
          </a:prstGeom>
          <a:noFill/>
          <a:ln w="9525">
            <a:noFill/>
          </a:ln>
        </p:spPr>
        <p:txBody>
          <a:bodyPr anchor="t" anchorCtr="0">
            <a:spAutoFit/>
          </a:bodyPr>
          <a:p>
            <a:pPr>
              <a:spcBef>
                <a:spcPct val="50000"/>
              </a:spcBef>
            </a:pPr>
            <a:r>
              <a:rPr lang="zh-CN" altLang="en-US" sz="2400" dirty="0">
                <a:solidFill>
                  <a:srgbClr val="000000"/>
                </a:solidFill>
                <a:latin typeface="微软雅黑" panose="020B0503020204020204" charset="-122"/>
                <a:ea typeface="微软雅黑" panose="020B0503020204020204" charset="-122"/>
              </a:rPr>
              <a:t>欠阻尼下</a:t>
            </a:r>
            <a:endParaRPr lang="zh-CN" altLang="en-US" sz="2400" dirty="0">
              <a:solidFill>
                <a:srgbClr val="000000"/>
              </a:solidFill>
              <a:latin typeface="微软雅黑" panose="020B0503020204020204" charset="-122"/>
              <a:ea typeface="微软雅黑" panose="020B0503020204020204" charset="-122"/>
            </a:endParaRPr>
          </a:p>
        </p:txBody>
      </p:sp>
      <p:sp>
        <p:nvSpPr>
          <p:cNvPr id="245763" name="文本框 245762"/>
          <p:cNvSpPr txBox="1"/>
          <p:nvPr/>
        </p:nvSpPr>
        <p:spPr>
          <a:xfrm>
            <a:off x="1063625" y="1789113"/>
            <a:ext cx="3962400" cy="460375"/>
          </a:xfrm>
          <a:prstGeom prst="rect">
            <a:avLst/>
          </a:prstGeom>
          <a:noFill/>
          <a:ln w="9525">
            <a:noFill/>
          </a:ln>
        </p:spPr>
        <p:txBody>
          <a:bodyPr anchor="t" anchorCtr="0">
            <a:spAutoFit/>
          </a:bodyPr>
          <a:p>
            <a:pPr algn="just">
              <a:spcBef>
                <a:spcPct val="50000"/>
              </a:spcBef>
            </a:pPr>
            <a:r>
              <a:rPr lang="zh-CN" altLang="en-US" sz="2400" dirty="0">
                <a:solidFill>
                  <a:srgbClr val="000000"/>
                </a:solidFill>
                <a:latin typeface="微软雅黑" panose="020B0503020204020204" charset="-122"/>
                <a:ea typeface="微软雅黑" panose="020B0503020204020204" charset="-122"/>
              </a:rPr>
              <a:t>1）振幅特点</a:t>
            </a:r>
            <a:endParaRPr lang="zh-CN" altLang="en-US" sz="2400" dirty="0">
              <a:solidFill>
                <a:srgbClr val="000000"/>
              </a:solidFill>
              <a:latin typeface="微软雅黑" panose="020B0503020204020204" charset="-122"/>
              <a:ea typeface="微软雅黑" panose="020B0503020204020204" charset="-122"/>
            </a:endParaRPr>
          </a:p>
        </p:txBody>
      </p:sp>
      <p:sp>
        <p:nvSpPr>
          <p:cNvPr id="245764" name="文本框 245763"/>
          <p:cNvSpPr txBox="1"/>
          <p:nvPr/>
        </p:nvSpPr>
        <p:spPr>
          <a:xfrm>
            <a:off x="1524000" y="2339975"/>
            <a:ext cx="4114800" cy="522288"/>
          </a:xfrm>
          <a:prstGeom prst="rect">
            <a:avLst/>
          </a:prstGeom>
          <a:noFill/>
          <a:ln w="9525">
            <a:noFill/>
          </a:ln>
        </p:spPr>
        <p:txBody>
          <a:bodyPr anchor="t" anchorCtr="0">
            <a:spAutoFit/>
          </a:bodyPr>
          <a:p>
            <a:pPr algn="just">
              <a:spcBef>
                <a:spcPct val="50000"/>
              </a:spcBef>
            </a:pPr>
            <a:r>
              <a:rPr lang="zh-CN" altLang="en-US" sz="2400" dirty="0">
                <a:solidFill>
                  <a:srgbClr val="000000"/>
                </a:solidFill>
                <a:latin typeface="微软雅黑" panose="020B0503020204020204" charset="-122"/>
                <a:ea typeface="微软雅黑" panose="020B0503020204020204" charset="-122"/>
              </a:rPr>
              <a:t>振幅：</a:t>
            </a:r>
            <a:r>
              <a:rPr lang="en-US" altLang="zh-CN" sz="2800" b="1" i="1" dirty="0">
                <a:solidFill>
                  <a:srgbClr val="000000"/>
                </a:solidFill>
                <a:latin typeface="Times New Roman" panose="02020603050405020304" pitchFamily="18" charset="0"/>
                <a:ea typeface="楷体_GB2312" pitchFamily="49" charset="-122"/>
              </a:rPr>
              <a:t>A</a:t>
            </a:r>
            <a:r>
              <a:rPr lang="en-US" altLang="zh-CN" sz="2800" b="1" dirty="0">
                <a:solidFill>
                  <a:srgbClr val="000000"/>
                </a:solidFill>
                <a:latin typeface="Times New Roman" panose="02020603050405020304" pitchFamily="18" charset="0"/>
                <a:ea typeface="楷体_GB2312" pitchFamily="49" charset="-122"/>
              </a:rPr>
              <a:t>(</a:t>
            </a:r>
            <a:r>
              <a:rPr lang="en-US" altLang="zh-CN" sz="2800" b="1" i="1" dirty="0">
                <a:solidFill>
                  <a:srgbClr val="000000"/>
                </a:solidFill>
                <a:latin typeface="Times New Roman" panose="02020603050405020304" pitchFamily="18" charset="0"/>
                <a:ea typeface="楷体_GB2312" pitchFamily="49" charset="-122"/>
              </a:rPr>
              <a:t>t</a:t>
            </a:r>
            <a:r>
              <a:rPr lang="en-US" altLang="zh-CN" sz="2800" b="1" dirty="0">
                <a:solidFill>
                  <a:srgbClr val="000000"/>
                </a:solidFill>
                <a:latin typeface="Times New Roman" panose="02020603050405020304" pitchFamily="18" charset="0"/>
                <a:ea typeface="楷体_GB2312" pitchFamily="49" charset="-122"/>
              </a:rPr>
              <a:t>) = </a:t>
            </a:r>
            <a:r>
              <a:rPr lang="en-US" altLang="zh-CN" sz="2800" b="1" i="1" dirty="0">
                <a:solidFill>
                  <a:srgbClr val="000000"/>
                </a:solidFill>
                <a:latin typeface="Times New Roman" panose="02020603050405020304" pitchFamily="18" charset="0"/>
                <a:ea typeface="楷体_GB2312" pitchFamily="49" charset="-122"/>
              </a:rPr>
              <a:t>A</a:t>
            </a:r>
            <a:r>
              <a:rPr lang="en-US" altLang="zh-CN" sz="2800" b="1" dirty="0">
                <a:solidFill>
                  <a:srgbClr val="000000"/>
                </a:solidFill>
                <a:latin typeface="Times New Roman" panose="02020603050405020304" pitchFamily="18" charset="0"/>
                <a:ea typeface="楷体_GB2312" pitchFamily="49" charset="-122"/>
              </a:rPr>
              <a:t>e</a:t>
            </a:r>
            <a:r>
              <a:rPr lang="en-US" altLang="zh-CN" sz="2800" b="1" baseline="30000" dirty="0">
                <a:solidFill>
                  <a:srgbClr val="000000"/>
                </a:solidFill>
                <a:latin typeface="Times New Roman" panose="02020603050405020304" pitchFamily="18" charset="0"/>
                <a:ea typeface="楷体_GB2312" pitchFamily="49" charset="-122"/>
              </a:rPr>
              <a:t>-</a:t>
            </a:r>
            <a:r>
              <a:rPr lang="en-US" altLang="zh-CN" sz="2800" b="1" i="1" baseline="30000"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800" b="1" i="1" baseline="30000" dirty="0">
                <a:solidFill>
                  <a:srgbClr val="000000"/>
                </a:solidFill>
                <a:latin typeface="Times New Roman" panose="02020603050405020304" pitchFamily="18" charset="0"/>
                <a:ea typeface="楷体_GB2312" pitchFamily="49" charset="-122"/>
              </a:rPr>
              <a:t> t</a:t>
            </a:r>
            <a:endParaRPr lang="en-US" altLang="zh-CN" sz="2800" dirty="0">
              <a:solidFill>
                <a:srgbClr val="000000"/>
              </a:solidFill>
              <a:latin typeface="Times New Roman" panose="02020603050405020304" pitchFamily="18" charset="0"/>
              <a:ea typeface="楷体_GB2312" pitchFamily="49" charset="-122"/>
            </a:endParaRPr>
          </a:p>
        </p:txBody>
      </p:sp>
      <p:graphicFrame>
        <p:nvGraphicFramePr>
          <p:cNvPr id="88069" name="对象 245764"/>
          <p:cNvGraphicFramePr/>
          <p:nvPr/>
        </p:nvGraphicFramePr>
        <p:xfrm>
          <a:off x="1552575" y="381000"/>
          <a:ext cx="3397250" cy="541338"/>
        </p:xfrm>
        <a:graphic>
          <a:graphicData uri="http://schemas.openxmlformats.org/presentationml/2006/ole">
            <mc:AlternateContent xmlns:mc="http://schemas.openxmlformats.org/markup-compatibility/2006">
              <mc:Choice xmlns:v="urn:schemas-microsoft-com:vml" Requires="v">
                <p:oleObj spid="_x0000_s3395" name="" r:id="rId1" imgW="1536065" imgH="241300" progId="Equation.3">
                  <p:embed/>
                </p:oleObj>
              </mc:Choice>
              <mc:Fallback>
                <p:oleObj name="" r:id="rId1" imgW="1536065" imgH="241300" progId="Equation.3">
                  <p:embed/>
                  <p:pic>
                    <p:nvPicPr>
                      <p:cNvPr id="0" name="图片 3394"/>
                      <p:cNvPicPr/>
                      <p:nvPr/>
                    </p:nvPicPr>
                    <p:blipFill>
                      <a:blip r:embed="rId2"/>
                      <a:stretch>
                        <a:fillRect/>
                      </a:stretch>
                    </p:blipFill>
                    <p:spPr>
                      <a:xfrm>
                        <a:off x="1552575" y="381000"/>
                        <a:ext cx="3397250" cy="541338"/>
                      </a:xfrm>
                      <a:prstGeom prst="rect">
                        <a:avLst/>
                      </a:prstGeom>
                      <a:noFill/>
                      <a:ln w="38100">
                        <a:noFill/>
                        <a:miter/>
                      </a:ln>
                    </p:spPr>
                  </p:pic>
                </p:oleObj>
              </mc:Fallback>
            </mc:AlternateContent>
          </a:graphicData>
        </a:graphic>
      </p:graphicFrame>
      <p:sp>
        <p:nvSpPr>
          <p:cNvPr id="245767" name="文本框 245766"/>
          <p:cNvSpPr txBox="1"/>
          <p:nvPr/>
        </p:nvSpPr>
        <p:spPr>
          <a:xfrm>
            <a:off x="1568450" y="2979738"/>
            <a:ext cx="3457575" cy="430212"/>
          </a:xfrm>
          <a:prstGeom prst="rect">
            <a:avLst/>
          </a:prstGeom>
          <a:noFill/>
          <a:ln w="9525">
            <a:noFill/>
          </a:ln>
        </p:spPr>
        <p:txBody>
          <a:bodyPr anchor="t" anchorCtr="0">
            <a:spAutoFit/>
          </a:bodyPr>
          <a:p>
            <a:pPr>
              <a:spcBef>
                <a:spcPct val="50000"/>
              </a:spcBef>
            </a:pPr>
            <a:r>
              <a:rPr lang="zh-CN" altLang="en-US" sz="2400" dirty="0">
                <a:solidFill>
                  <a:srgbClr val="000000"/>
                </a:solidFill>
                <a:latin typeface="微软雅黑" panose="020B0503020204020204" charset="-122"/>
                <a:ea typeface="微软雅黑" panose="020B0503020204020204" charset="-122"/>
              </a:rPr>
              <a:t>振幅随t 衰减。 </a:t>
            </a:r>
            <a:endParaRPr lang="zh-CN" altLang="en-US" sz="2200" dirty="0">
              <a:latin typeface="楷体_GB2312" pitchFamily="49" charset="-122"/>
              <a:ea typeface="楷体_GB2312" pitchFamily="49" charset="-122"/>
            </a:endParaRPr>
          </a:p>
        </p:txBody>
      </p:sp>
      <p:sp>
        <p:nvSpPr>
          <p:cNvPr id="245768" name="文本框 245767"/>
          <p:cNvSpPr txBox="1"/>
          <p:nvPr/>
        </p:nvSpPr>
        <p:spPr>
          <a:xfrm>
            <a:off x="1009650" y="3721100"/>
            <a:ext cx="3886200" cy="430213"/>
          </a:xfrm>
          <a:prstGeom prst="rect">
            <a:avLst/>
          </a:prstGeom>
          <a:noFill/>
          <a:ln w="9525">
            <a:noFill/>
          </a:ln>
        </p:spPr>
        <p:txBody>
          <a:bodyPr anchor="t" anchorCtr="0">
            <a:spAutoFit/>
          </a:bodyPr>
          <a:p>
            <a:pPr algn="just">
              <a:spcBef>
                <a:spcPct val="50000"/>
              </a:spcBef>
            </a:pPr>
            <a:r>
              <a:rPr lang="zh-CN" altLang="en-US" sz="2400" dirty="0">
                <a:solidFill>
                  <a:srgbClr val="000000"/>
                </a:solidFill>
                <a:latin typeface="微软雅黑" panose="020B0503020204020204" charset="-122"/>
                <a:ea typeface="微软雅黑" panose="020B0503020204020204" charset="-122"/>
              </a:rPr>
              <a:t>2）周期特点</a:t>
            </a:r>
            <a:endParaRPr lang="zh-CN" altLang="en-US" sz="2400" dirty="0">
              <a:solidFill>
                <a:srgbClr val="000000"/>
              </a:solidFill>
              <a:latin typeface="微软雅黑" panose="020B0503020204020204" charset="-122"/>
              <a:ea typeface="微软雅黑" panose="020B0503020204020204" charset="-122"/>
            </a:endParaRPr>
          </a:p>
        </p:txBody>
      </p:sp>
      <p:sp>
        <p:nvSpPr>
          <p:cNvPr id="245769" name="文本框 245768"/>
          <p:cNvSpPr txBox="1"/>
          <p:nvPr/>
        </p:nvSpPr>
        <p:spPr>
          <a:xfrm>
            <a:off x="1568450" y="4330700"/>
            <a:ext cx="6800850" cy="828675"/>
          </a:xfrm>
          <a:prstGeom prst="rect">
            <a:avLst/>
          </a:prstGeom>
          <a:noFill/>
          <a:ln w="9525">
            <a:noFill/>
          </a:ln>
        </p:spPr>
        <p:txBody>
          <a:bodyPr wrap="square" anchor="t" anchorCtr="0">
            <a:spAutoFit/>
          </a:bodyPr>
          <a:p>
            <a:pPr algn="just">
              <a:spcBef>
                <a:spcPct val="50000"/>
              </a:spcBef>
            </a:pPr>
            <a:r>
              <a:rPr lang="zh-CN" altLang="en-US" sz="2400" dirty="0">
                <a:solidFill>
                  <a:srgbClr val="000000"/>
                </a:solidFill>
                <a:latin typeface="微软雅黑" panose="020B0503020204020204" charset="-122"/>
                <a:ea typeface="微软雅黑" panose="020B0503020204020204" charset="-122"/>
              </a:rPr>
              <a:t>严格讲，阻尼振动不是周期性振动(更不是简谐振动)，因为位移</a:t>
            </a:r>
            <a:r>
              <a:rPr lang="en-US" altLang="zh-CN" sz="2400" b="1" i="1" dirty="0">
                <a:solidFill>
                  <a:srgbClr val="000000"/>
                </a:solidFill>
                <a:latin typeface="Times New Roman" panose="02020603050405020304" pitchFamily="18" charset="0"/>
                <a:ea typeface="楷体_GB2312" pitchFamily="49" charset="-122"/>
              </a:rPr>
              <a:t>x</a:t>
            </a:r>
            <a:r>
              <a:rPr lang="en-US" altLang="zh-CN" sz="2400" b="1" dirty="0">
                <a:solidFill>
                  <a:srgbClr val="000000"/>
                </a:solidFill>
                <a:latin typeface="Times New Roman" panose="02020603050405020304" pitchFamily="18" charset="0"/>
                <a:ea typeface="楷体_GB2312" pitchFamily="49" charset="-122"/>
              </a:rPr>
              <a:t>(</a:t>
            </a:r>
            <a:r>
              <a:rPr lang="en-US" altLang="zh-CN" sz="2400" b="1" i="1" dirty="0">
                <a:solidFill>
                  <a:srgbClr val="000000"/>
                </a:solidFill>
                <a:latin typeface="Times New Roman" panose="02020603050405020304" pitchFamily="18" charset="0"/>
                <a:ea typeface="楷体_GB2312" pitchFamily="49" charset="-122"/>
              </a:rPr>
              <a:t>t</a:t>
            </a:r>
            <a:r>
              <a:rPr lang="en-US" altLang="zh-CN" sz="2400" b="1" dirty="0">
                <a:solidFill>
                  <a:srgbClr val="000000"/>
                </a:solidFill>
                <a:latin typeface="Times New Roman" panose="02020603050405020304" pitchFamily="18" charset="0"/>
                <a:ea typeface="楷体_GB2312" pitchFamily="49" charset="-122"/>
              </a:rPr>
              <a:t>)</a:t>
            </a:r>
            <a:r>
              <a:rPr lang="zh-CN" altLang="en-US" sz="2400" dirty="0">
                <a:solidFill>
                  <a:srgbClr val="000000"/>
                </a:solidFill>
                <a:latin typeface="微软雅黑" panose="020B0503020204020204" charset="-122"/>
                <a:ea typeface="微软雅黑" panose="020B0503020204020204" charset="-122"/>
              </a:rPr>
              <a:t>不是</a:t>
            </a:r>
            <a:r>
              <a:rPr lang="en-US" altLang="zh-CN" sz="2400" b="1" i="1" dirty="0">
                <a:solidFill>
                  <a:srgbClr val="000000"/>
                </a:solidFill>
                <a:latin typeface="Times New Roman" panose="02020603050405020304" pitchFamily="18" charset="0"/>
                <a:ea typeface="楷体_GB2312" pitchFamily="49" charset="-122"/>
              </a:rPr>
              <a:t>t</a:t>
            </a:r>
            <a:r>
              <a:rPr lang="zh-CN" altLang="en-US" sz="2400" dirty="0">
                <a:solidFill>
                  <a:srgbClr val="000000"/>
                </a:solidFill>
                <a:latin typeface="微软雅黑" panose="020B0503020204020204" charset="-122"/>
                <a:ea typeface="微软雅黑" panose="020B0503020204020204" charset="-122"/>
              </a:rPr>
              <a:t> 的周期函数。</a:t>
            </a:r>
            <a:endParaRPr lang="zh-CN" altLang="en-US" sz="2200" dirty="0">
              <a:latin typeface="楷体_GB2312" pitchFamily="49" charset="-122"/>
              <a:ea typeface="楷体_GB2312" pitchFamily="49" charset="-122"/>
            </a:endParaRPr>
          </a:p>
        </p:txBody>
      </p:sp>
      <p:sp>
        <p:nvSpPr>
          <p:cNvPr id="245770" name="文本框 245769"/>
          <p:cNvSpPr txBox="1"/>
          <p:nvPr/>
        </p:nvSpPr>
        <p:spPr>
          <a:xfrm>
            <a:off x="1524000" y="5334000"/>
            <a:ext cx="4738688" cy="430213"/>
          </a:xfrm>
          <a:prstGeom prst="rect">
            <a:avLst/>
          </a:prstGeom>
          <a:noFill/>
          <a:ln w="9525">
            <a:noFill/>
          </a:ln>
        </p:spPr>
        <p:txBody>
          <a:bodyPr wrap="square" anchor="t" anchorCtr="0">
            <a:spAutoFit/>
          </a:bodyPr>
          <a:p>
            <a:pPr algn="just">
              <a:spcBef>
                <a:spcPct val="50000"/>
              </a:spcBef>
            </a:pPr>
            <a:r>
              <a:rPr lang="zh-CN" altLang="en-US" sz="2400" dirty="0">
                <a:solidFill>
                  <a:srgbClr val="000000"/>
                </a:solidFill>
                <a:latin typeface="微软雅黑" panose="020B0503020204020204" charset="-122"/>
                <a:ea typeface="微软雅黑" panose="020B0503020204020204" charset="-122"/>
              </a:rPr>
              <a:t>但阻尼振动有某种重复性。</a:t>
            </a:r>
            <a:endParaRPr lang="zh-CN" altLang="en-US" sz="2400" dirty="0">
              <a:solidFill>
                <a:srgbClr val="000000"/>
              </a:solidFill>
              <a:latin typeface="微软雅黑" panose="020B0503020204020204" charset="-122"/>
              <a:ea typeface="微软雅黑" panose="020B0503020204020204" charset="-122"/>
            </a:endParaRPr>
          </a:p>
        </p:txBody>
      </p:sp>
      <p:pic>
        <p:nvPicPr>
          <p:cNvPr id="245778" name="图片 245777"/>
          <p:cNvPicPr>
            <a:picLocks noChangeAspect="1"/>
          </p:cNvPicPr>
          <p:nvPr/>
        </p:nvPicPr>
        <p:blipFill>
          <a:blip r:embed="rId3"/>
          <a:stretch>
            <a:fillRect/>
          </a:stretch>
        </p:blipFill>
        <p:spPr>
          <a:xfrm>
            <a:off x="5026025" y="1574800"/>
            <a:ext cx="2836863" cy="2311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5778"/>
                                        </p:tgtEl>
                                        <p:attrNameLst>
                                          <p:attrName>style.visibility</p:attrName>
                                        </p:attrNameLst>
                                      </p:cBhvr>
                                      <p:to>
                                        <p:strVal val="visible"/>
                                      </p:to>
                                    </p:set>
                                    <p:animEffect transition="in" filter="wipe(left)">
                                      <p:cBhvr>
                                        <p:cTn id="7" dur="500"/>
                                        <p:tgtEl>
                                          <p:spTgt spid="2457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242"/>
                                        </p:tgtEl>
                                        <p:attrNameLst>
                                          <p:attrName>style.visibility</p:attrName>
                                        </p:attrNameLst>
                                      </p:cBhvr>
                                      <p:to>
                                        <p:strVal val="visible"/>
                                      </p:to>
                                    </p:set>
                                    <p:animEffect transition="in" filter="wipe(up)">
                                      <p:cBhvr>
                                        <p:cTn id="12" dur="500"/>
                                        <p:tgtEl>
                                          <p:spTgt spid="10242"/>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45763"/>
                                        </p:tgtEl>
                                        <p:attrNameLst>
                                          <p:attrName>style.visibility</p:attrName>
                                        </p:attrNameLst>
                                      </p:cBhvr>
                                      <p:to>
                                        <p:strVal val="visible"/>
                                      </p:to>
                                    </p:set>
                                    <p:animEffect transition="in" filter="wipe(up)">
                                      <p:cBhvr>
                                        <p:cTn id="16" dur="500"/>
                                        <p:tgtEl>
                                          <p:spTgt spid="245763"/>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245764"/>
                                        </p:tgtEl>
                                        <p:attrNameLst>
                                          <p:attrName>style.visibility</p:attrName>
                                        </p:attrNameLst>
                                      </p:cBhvr>
                                      <p:to>
                                        <p:strVal val="visible"/>
                                      </p:to>
                                    </p:set>
                                    <p:animEffect transition="in" filter="wipe(up)">
                                      <p:cBhvr>
                                        <p:cTn id="20" dur="500"/>
                                        <p:tgtEl>
                                          <p:spTgt spid="245764"/>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245767"/>
                                        </p:tgtEl>
                                        <p:attrNameLst>
                                          <p:attrName>style.visibility</p:attrName>
                                        </p:attrNameLst>
                                      </p:cBhvr>
                                      <p:to>
                                        <p:strVal val="visible"/>
                                      </p:to>
                                    </p:set>
                                    <p:animEffect transition="in" filter="wipe(up)">
                                      <p:cBhvr>
                                        <p:cTn id="24" dur="500"/>
                                        <p:tgtEl>
                                          <p:spTgt spid="24576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45768"/>
                                        </p:tgtEl>
                                        <p:attrNameLst>
                                          <p:attrName>style.visibility</p:attrName>
                                        </p:attrNameLst>
                                      </p:cBhvr>
                                      <p:to>
                                        <p:strVal val="visible"/>
                                      </p:to>
                                    </p:set>
                                    <p:animEffect transition="in" filter="wipe(up)">
                                      <p:cBhvr>
                                        <p:cTn id="29" dur="500"/>
                                        <p:tgtEl>
                                          <p:spTgt spid="245768"/>
                                        </p:tgtEl>
                                      </p:cBhvr>
                                    </p:animEffect>
                                  </p:childTnLst>
                                </p:cTn>
                              </p:par>
                            </p:childTnLst>
                          </p:cTn>
                        </p:par>
                        <p:par>
                          <p:cTn id="30" fill="hold">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245769"/>
                                        </p:tgtEl>
                                        <p:attrNameLst>
                                          <p:attrName>style.visibility</p:attrName>
                                        </p:attrNameLst>
                                      </p:cBhvr>
                                      <p:to>
                                        <p:strVal val="visible"/>
                                      </p:to>
                                    </p:set>
                                    <p:animEffect transition="in" filter="wipe(up)">
                                      <p:cBhvr>
                                        <p:cTn id="33" dur="500"/>
                                        <p:tgtEl>
                                          <p:spTgt spid="245769"/>
                                        </p:tgtEl>
                                      </p:cBhvr>
                                    </p:animEffect>
                                  </p:childTnLst>
                                </p:cTn>
                              </p:par>
                            </p:childTnLst>
                          </p:cTn>
                        </p:par>
                        <p:par>
                          <p:cTn id="34" fill="hold">
                            <p:stCondLst>
                              <p:cond delay="1000"/>
                            </p:stCondLst>
                            <p:childTnLst>
                              <p:par>
                                <p:cTn id="35" presetID="22" presetClass="entr" presetSubtype="1" fill="hold" grpId="0" nodeType="afterEffect">
                                  <p:stCondLst>
                                    <p:cond delay="0"/>
                                  </p:stCondLst>
                                  <p:childTnLst>
                                    <p:set>
                                      <p:cBhvr>
                                        <p:cTn id="36" dur="1" fill="hold">
                                          <p:stCondLst>
                                            <p:cond delay="0"/>
                                          </p:stCondLst>
                                        </p:cTn>
                                        <p:tgtEl>
                                          <p:spTgt spid="245770"/>
                                        </p:tgtEl>
                                        <p:attrNameLst>
                                          <p:attrName>style.visibility</p:attrName>
                                        </p:attrNameLst>
                                      </p:cBhvr>
                                      <p:to>
                                        <p:strVal val="visible"/>
                                      </p:to>
                                    </p:set>
                                    <p:animEffect transition="in" filter="wipe(up)">
                                      <p:cBhvr>
                                        <p:cTn id="37" dur="500"/>
                                        <p:tgtEl>
                                          <p:spTgt spid="245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245763" grpId="0"/>
      <p:bldP spid="245764" grpId="0"/>
      <p:bldP spid="245767" grpId="0"/>
      <p:bldP spid="245768" grpId="0"/>
      <p:bldP spid="245769" grpId="0"/>
      <p:bldP spid="24577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txBox="1">
            <a:spLocks noGrp="1"/>
          </p:cNvSpPr>
          <p:nvPr>
            <p:ph type="sldNum" sz="quarter" idx="12"/>
          </p:nvPr>
        </p:nvSpPr>
        <p:spPr>
          <a:ln/>
        </p:spPr>
        <p:txBody>
          <a:bodyPr vert="horz" wrap="square" lIns="91440" tIns="45720" rIns="91440" bIns="45720" numCol="1" rtlCol="0" anchor="ctr" anchorCtr="0" compatLnSpc="1"/>
          <a:lstStyle/>
          <a:p>
            <a:pPr marL="0" marR="0" lvl="0" indent="0" algn="r" defTabSz="914400" rtl="0" eaLnBrk="1" fontAlgn="base" latinLnBrk="0" hangingPunct="1">
              <a:lnSpc>
                <a:spcPct val="100000"/>
              </a:lnSpc>
              <a:spcBef>
                <a:spcPct val="50000"/>
              </a:spcBef>
              <a:spcAft>
                <a:spcPct val="0"/>
              </a:spcAft>
              <a:buClrTx/>
              <a:buSzTx/>
              <a:buFontTx/>
              <a:buNone/>
              <a:defRPr/>
            </a:pPr>
            <a:fld id="{3304A67E-C3AB-4A97-901E-3D50FE924C35}" type="slidenum">
              <a:rPr kumimoji="0" lang="zh-CN" altLang="en-US" sz="1200" b="0" i="0" u="none" strike="noStrike" kern="1200" cap="none" spc="0" normalizeH="0" baseline="0" noProof="1" dirty="0" smtClean="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1" smtClean="0">
              <a:ln>
                <a:noFill/>
              </a:ln>
              <a:solidFill>
                <a:schemeClr val="tx1">
                  <a:tint val="75000"/>
                </a:schemeClr>
              </a:solidFill>
              <a:effectLst/>
              <a:uLnTx/>
              <a:uFillTx/>
              <a:latin typeface="Times New Roman" panose="02020603050405020304" pitchFamily="18" charset="0"/>
              <a:ea typeface="+mn-ea"/>
              <a:cs typeface="+mn-cs"/>
            </a:endParaRPr>
          </a:p>
        </p:txBody>
      </p:sp>
      <p:graphicFrame>
        <p:nvGraphicFramePr>
          <p:cNvPr id="245781" name="对象 245780"/>
          <p:cNvGraphicFramePr/>
          <p:nvPr/>
        </p:nvGraphicFramePr>
        <p:xfrm>
          <a:off x="1739900" y="1887538"/>
          <a:ext cx="5664200" cy="774700"/>
        </p:xfrm>
        <a:graphic>
          <a:graphicData uri="http://schemas.openxmlformats.org/presentationml/2006/ole">
            <mc:AlternateContent xmlns:mc="http://schemas.openxmlformats.org/markup-compatibility/2006">
              <mc:Choice xmlns:v="urn:schemas-microsoft-com:vml" Requires="v">
                <p:oleObj spid="_x0000_s3398" name="" r:id="rId1" imgW="2159000" imgH="279400" progId="Equation.3">
                  <p:embed/>
                </p:oleObj>
              </mc:Choice>
              <mc:Fallback>
                <p:oleObj name="" r:id="rId1" imgW="2159000" imgH="279400" progId="Equation.3">
                  <p:embed/>
                  <p:pic>
                    <p:nvPicPr>
                      <p:cNvPr id="0" name="图片 3397"/>
                      <p:cNvPicPr/>
                      <p:nvPr/>
                    </p:nvPicPr>
                    <p:blipFill>
                      <a:blip r:embed="rId2"/>
                      <a:stretch>
                        <a:fillRect/>
                      </a:stretch>
                    </p:blipFill>
                    <p:spPr>
                      <a:xfrm>
                        <a:off x="1739900" y="1887538"/>
                        <a:ext cx="5664200" cy="774700"/>
                      </a:xfrm>
                      <a:prstGeom prst="rect">
                        <a:avLst/>
                      </a:prstGeom>
                      <a:noFill/>
                      <a:ln w="38100">
                        <a:noFill/>
                        <a:miter/>
                      </a:ln>
                    </p:spPr>
                  </p:pic>
                </p:oleObj>
              </mc:Fallback>
            </mc:AlternateContent>
          </a:graphicData>
        </a:graphic>
      </p:graphicFrame>
      <p:sp>
        <p:nvSpPr>
          <p:cNvPr id="245782" name="文本框 245781"/>
          <p:cNvSpPr txBox="1"/>
          <p:nvPr/>
        </p:nvSpPr>
        <p:spPr>
          <a:xfrm>
            <a:off x="1595438" y="2844800"/>
            <a:ext cx="6516687" cy="830263"/>
          </a:xfrm>
          <a:prstGeom prst="rect">
            <a:avLst/>
          </a:prstGeom>
          <a:noFill/>
          <a:ln w="41275">
            <a:noFill/>
          </a:ln>
        </p:spPr>
        <p:txBody>
          <a:bodyPr wrap="square" anchor="t" anchorCtr="0">
            <a:spAutoFit/>
          </a:bodyPr>
          <a:p>
            <a:r>
              <a:rPr lang="zh-CN" altLang="en-US" sz="2400" dirty="0">
                <a:solidFill>
                  <a:srgbClr val="000000"/>
                </a:solidFill>
                <a:latin typeface="微软雅黑" panose="020B0503020204020204" charset="-122"/>
                <a:ea typeface="微软雅黑" panose="020B0503020204020204" charset="-122"/>
              </a:rPr>
              <a:t>其中</a:t>
            </a:r>
            <a:r>
              <a:rPr lang="en-US" altLang="zh-CN" sz="2200" b="1" i="1" dirty="0">
                <a:solidFill>
                  <a:srgbClr val="000000"/>
                </a:solidFill>
                <a:latin typeface="Times New Roman" panose="02020603050405020304" pitchFamily="18" charset="0"/>
                <a:ea typeface="楷体_GB2312" pitchFamily="49" charset="-122"/>
              </a:rPr>
              <a:t>C</a:t>
            </a:r>
            <a:r>
              <a:rPr lang="en-US" altLang="zh-CN" sz="2200" b="1" baseline="-25000" dirty="0">
                <a:solidFill>
                  <a:srgbClr val="000000"/>
                </a:solidFill>
                <a:latin typeface="Times New Roman" panose="02020603050405020304" pitchFamily="18" charset="0"/>
                <a:ea typeface="楷体_GB2312" pitchFamily="49" charset="-122"/>
              </a:rPr>
              <a:t>1</a:t>
            </a:r>
            <a:r>
              <a:rPr lang="en-US" altLang="zh-CN" sz="2200" b="1" dirty="0">
                <a:solidFill>
                  <a:srgbClr val="000000"/>
                </a:solidFill>
                <a:latin typeface="Times New Roman" panose="02020603050405020304" pitchFamily="18" charset="0"/>
                <a:ea typeface="楷体_GB2312" pitchFamily="49" charset="-122"/>
              </a:rPr>
              <a:t>,</a:t>
            </a:r>
            <a:r>
              <a:rPr lang="en-US" altLang="zh-CN" sz="2200" b="1" i="1" dirty="0">
                <a:solidFill>
                  <a:srgbClr val="000000"/>
                </a:solidFill>
                <a:latin typeface="Times New Roman" panose="02020603050405020304" pitchFamily="18" charset="0"/>
                <a:ea typeface="楷体_GB2312" pitchFamily="49" charset="-122"/>
              </a:rPr>
              <a:t>C</a:t>
            </a:r>
            <a:r>
              <a:rPr lang="en-US" altLang="zh-CN" sz="2200" b="1" baseline="-25000" dirty="0">
                <a:solidFill>
                  <a:srgbClr val="000000"/>
                </a:solidFill>
                <a:latin typeface="Times New Roman" panose="02020603050405020304" pitchFamily="18" charset="0"/>
                <a:ea typeface="楷体_GB2312" pitchFamily="49" charset="-122"/>
              </a:rPr>
              <a:t>2</a:t>
            </a:r>
            <a:r>
              <a:rPr lang="zh-CN" altLang="en-US" sz="2400" dirty="0">
                <a:solidFill>
                  <a:srgbClr val="000000"/>
                </a:solidFill>
                <a:latin typeface="微软雅黑" panose="020B0503020204020204" charset="-122"/>
                <a:ea typeface="微软雅黑" panose="020B0503020204020204" charset="-122"/>
              </a:rPr>
              <a:t>是积分常数，由初始条件来决定，这种情况称为</a:t>
            </a:r>
            <a:r>
              <a:rPr lang="zh-CN" altLang="en-US" sz="2400" u="sng" dirty="0">
                <a:solidFill>
                  <a:srgbClr val="FF3300"/>
                </a:solidFill>
                <a:latin typeface="微软雅黑" panose="020B0503020204020204" charset="-122"/>
                <a:ea typeface="微软雅黑" panose="020B0503020204020204" charset="-122"/>
              </a:rPr>
              <a:t>过阻尼</a:t>
            </a:r>
            <a:r>
              <a:rPr lang="zh-CN" altLang="en-US" sz="2200" b="1" dirty="0">
                <a:latin typeface="楷体_GB2312" pitchFamily="49" charset="-122"/>
                <a:ea typeface="楷体_GB2312" pitchFamily="49" charset="-122"/>
              </a:rPr>
              <a:t>。</a:t>
            </a:r>
            <a:endParaRPr lang="zh-CN" altLang="en-US" sz="2200" b="1" dirty="0">
              <a:latin typeface="楷体_GB2312" pitchFamily="49" charset="-122"/>
              <a:ea typeface="楷体_GB2312" pitchFamily="49" charset="-122"/>
            </a:endParaRPr>
          </a:p>
        </p:txBody>
      </p:sp>
      <p:pic>
        <p:nvPicPr>
          <p:cNvPr id="245785" name="图片 245784"/>
          <p:cNvPicPr>
            <a:picLocks noChangeAspect="1"/>
          </p:cNvPicPr>
          <p:nvPr/>
        </p:nvPicPr>
        <p:blipFill>
          <a:blip r:embed="rId3"/>
          <a:stretch>
            <a:fillRect/>
          </a:stretch>
        </p:blipFill>
        <p:spPr>
          <a:xfrm>
            <a:off x="2670175" y="3857625"/>
            <a:ext cx="2819400" cy="2398713"/>
          </a:xfrm>
          <a:prstGeom prst="rect">
            <a:avLst/>
          </a:prstGeom>
          <a:noFill/>
          <a:ln w="9525">
            <a:noFill/>
          </a:ln>
        </p:spPr>
      </p:pic>
      <p:sp>
        <p:nvSpPr>
          <p:cNvPr id="245786" name="文本框 245785"/>
          <p:cNvSpPr txBox="1"/>
          <p:nvPr/>
        </p:nvSpPr>
        <p:spPr>
          <a:xfrm>
            <a:off x="4064000" y="4438650"/>
            <a:ext cx="1981200" cy="460375"/>
          </a:xfrm>
          <a:prstGeom prst="rect">
            <a:avLst/>
          </a:prstGeom>
          <a:noFill/>
          <a:ln w="41275">
            <a:noFill/>
          </a:ln>
        </p:spPr>
        <p:txBody>
          <a:bodyPr anchor="t" anchorCtr="0">
            <a:spAutoFit/>
          </a:bodyPr>
          <a:p>
            <a:r>
              <a:rPr lang="zh-CN" altLang="en-US" sz="2400" dirty="0">
                <a:solidFill>
                  <a:srgbClr val="FF3300"/>
                </a:solidFill>
                <a:latin typeface="微软雅黑" panose="020B0503020204020204" charset="-122"/>
                <a:ea typeface="微软雅黑" panose="020B0503020204020204" charset="-122"/>
              </a:rPr>
              <a:t>无振动发生</a:t>
            </a:r>
            <a:endParaRPr lang="zh-CN" altLang="en-US" sz="2400" dirty="0">
              <a:solidFill>
                <a:srgbClr val="FF3300"/>
              </a:solidFill>
              <a:latin typeface="微软雅黑" panose="020B0503020204020204" charset="-122"/>
              <a:ea typeface="微软雅黑" panose="020B0503020204020204" charset="-122"/>
            </a:endParaRPr>
          </a:p>
        </p:txBody>
      </p:sp>
      <p:sp>
        <p:nvSpPr>
          <p:cNvPr id="89094" name="文本框 241674"/>
          <p:cNvSpPr txBox="1"/>
          <p:nvPr/>
        </p:nvSpPr>
        <p:spPr>
          <a:xfrm>
            <a:off x="1116013" y="1114425"/>
            <a:ext cx="6911975" cy="460375"/>
          </a:xfrm>
          <a:prstGeom prst="rect">
            <a:avLst/>
          </a:prstGeom>
          <a:noFill/>
          <a:ln w="9525">
            <a:noFill/>
          </a:ln>
        </p:spPr>
        <p:txBody>
          <a:bodyPr anchor="t" anchorCtr="0">
            <a:spAutoFit/>
          </a:bodyPr>
          <a:p>
            <a:r>
              <a:rPr lang="zh-CN" altLang="en-US" sz="2400" dirty="0">
                <a:solidFill>
                  <a:srgbClr val="000000"/>
                </a:solidFill>
                <a:latin typeface="微软雅黑" panose="020B0503020204020204" charset="-122"/>
                <a:ea typeface="微软雅黑" panose="020B0503020204020204" charset="-122"/>
              </a:rPr>
              <a:t>2、</a:t>
            </a:r>
            <a:r>
              <a:rPr lang="en-US" altLang="zh-CN" sz="2400" b="1" dirty="0">
                <a:solidFill>
                  <a:srgbClr val="000000"/>
                </a:solidFill>
                <a:latin typeface="Times New Roman" panose="02020603050405020304" pitchFamily="18" charset="0"/>
                <a:ea typeface="宋体" panose="02010600030101010101" pitchFamily="2" charset="-122"/>
              </a:rPr>
              <a:t> </a:t>
            </a:r>
            <a:r>
              <a:rPr lang="en-US" altLang="zh-CN" sz="24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1" baseline="30000" dirty="0">
                <a:solidFill>
                  <a:srgbClr val="000000"/>
                </a:solidFill>
                <a:latin typeface="Times New Roman" panose="02020603050405020304" pitchFamily="18" charset="0"/>
                <a:ea typeface="宋体" panose="02010600030101010101" pitchFamily="2" charset="-122"/>
                <a:sym typeface="Symbol" panose="05050102010706020507" pitchFamily="18" charset="2"/>
              </a:rPr>
              <a:t>2</a:t>
            </a:r>
            <a:r>
              <a:rPr lang="en-US" altLang="zh-CN" sz="24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lang="zh-CN" altLang="en-US" sz="24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1" baseline="-25000" dirty="0">
                <a:solidFill>
                  <a:srgbClr val="000000"/>
                </a:solidFill>
                <a:latin typeface="Times New Roman" panose="02020603050405020304" pitchFamily="18" charset="0"/>
                <a:ea typeface="宋体" panose="02010600030101010101" pitchFamily="2" charset="-122"/>
                <a:sym typeface="Symbol" panose="05050102010706020507" pitchFamily="18" charset="2"/>
              </a:rPr>
              <a:t>0</a:t>
            </a:r>
            <a:r>
              <a:rPr lang="en-US" altLang="zh-CN" sz="2400" b="1" baseline="30000" dirty="0">
                <a:solidFill>
                  <a:srgbClr val="000000"/>
                </a:solidFill>
                <a:latin typeface="Times New Roman" panose="02020603050405020304" pitchFamily="18" charset="0"/>
                <a:ea typeface="宋体" panose="02010600030101010101" pitchFamily="2" charset="-122"/>
                <a:sym typeface="Symbol" panose="05050102010706020507" pitchFamily="18" charset="2"/>
              </a:rPr>
              <a:t>2</a:t>
            </a:r>
            <a:r>
              <a:rPr lang="en-US" altLang="zh-CN" sz="2400" dirty="0">
                <a:solidFill>
                  <a:srgbClr val="000000"/>
                </a:solidFill>
                <a:latin typeface="Times New Roman" panose="02020603050405020304" pitchFamily="18" charset="0"/>
                <a:ea typeface="宋体" panose="02010600030101010101" pitchFamily="2" charset="-122"/>
              </a:rPr>
              <a:t>  </a:t>
            </a:r>
            <a:r>
              <a:rPr lang="zh-CN" altLang="en-US" sz="2400" dirty="0">
                <a:solidFill>
                  <a:srgbClr val="000000"/>
                </a:solidFill>
                <a:latin typeface="微软雅黑" panose="020B0503020204020204" charset="-122"/>
                <a:ea typeface="微软雅黑" panose="020B0503020204020204" charset="-122"/>
              </a:rPr>
              <a:t> 阻尼较大时，方程的解：</a:t>
            </a:r>
            <a:r>
              <a:rPr lang="zh-CN" altLang="en-US" dirty="0">
                <a:solidFill>
                  <a:srgbClr val="000000"/>
                </a:solidFill>
                <a:latin typeface="楷体_GB2312" pitchFamily="49" charset="-122"/>
                <a:ea typeface="楷体_GB2312" pitchFamily="49" charset="-122"/>
              </a:rPr>
              <a:t>  </a:t>
            </a:r>
            <a:endParaRPr lang="zh-CN" altLang="en-US" dirty="0">
              <a:solidFill>
                <a:srgbClr val="0000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5785"/>
                                        </p:tgtEl>
                                        <p:attrNameLst>
                                          <p:attrName>style.visibility</p:attrName>
                                        </p:attrNameLst>
                                      </p:cBhvr>
                                      <p:to>
                                        <p:strVal val="visible"/>
                                      </p:to>
                                    </p:set>
                                    <p:animEffect transition="in" filter="wipe(left)">
                                      <p:cBhvr>
                                        <p:cTn id="7" dur="500"/>
                                        <p:tgtEl>
                                          <p:spTgt spid="24578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5781"/>
                                        </p:tgtEl>
                                        <p:attrNameLst>
                                          <p:attrName>style.visibility</p:attrName>
                                        </p:attrNameLst>
                                      </p:cBhvr>
                                      <p:to>
                                        <p:strVal val="visible"/>
                                      </p:to>
                                    </p:set>
                                    <p:animEffect transition="in" filter="wipe(left)">
                                      <p:cBhvr>
                                        <p:cTn id="11" dur="500"/>
                                        <p:tgtEl>
                                          <p:spTgt spid="24578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45782"/>
                                        </p:tgtEl>
                                        <p:attrNameLst>
                                          <p:attrName>style.visibility</p:attrName>
                                        </p:attrNameLst>
                                      </p:cBhvr>
                                      <p:to>
                                        <p:strVal val="visible"/>
                                      </p:to>
                                    </p:set>
                                    <p:animEffect transition="in" filter="wipe(left)">
                                      <p:cBhvr>
                                        <p:cTn id="15" dur="500"/>
                                        <p:tgtEl>
                                          <p:spTgt spid="245782"/>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45786"/>
                                        </p:tgtEl>
                                        <p:attrNameLst>
                                          <p:attrName>style.visibility</p:attrName>
                                        </p:attrNameLst>
                                      </p:cBhvr>
                                      <p:to>
                                        <p:strVal val="visible"/>
                                      </p:to>
                                    </p:set>
                                    <p:animEffect transition="in" filter="wipe(up)">
                                      <p:cBhvr>
                                        <p:cTn id="19" dur="500"/>
                                        <p:tgtEl>
                                          <p:spTgt spid="245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2" grpId="0"/>
      <p:bldP spid="24578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灯片编号占位符 3"/>
          <p:cNvSpPr txBox="1">
            <a:spLocks noGrp="1" noChangeArrowheads="1"/>
          </p:cNvSpPr>
          <p:nvPr>
            <p:ph type="sldNum" sz="quarter" idx="12"/>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BF6A82B-3BC4-486B-9FB4-9CF624331A5D}" type="slidenum">
              <a:rPr kumimoji="0" lang="en-US" altLang="zh-CN" sz="1400" b="0" i="0" u="none" strike="noStrike" kern="1200" cap="none" spc="0" normalizeH="0" baseline="0" noProof="1" smtClean="0">
                <a:ln>
                  <a:noFill/>
                </a:ln>
                <a:solidFill>
                  <a:schemeClr val="tx1"/>
                </a:solidFill>
                <a:effectLst/>
                <a:uLnTx/>
                <a:uFillTx/>
                <a:latin typeface="Arial" panose="020B0604020202020204" pitchFamily="34" charset="0"/>
                <a:ea typeface="+mn-ea"/>
                <a:cs typeface="+mn-cs"/>
              </a:rPr>
            </a:fld>
            <a:endParaRPr kumimoji="0" lang="en-US" altLang="zh-CN" sz="1400" b="0" i="0" u="none" strike="noStrike" kern="1200" cap="none" spc="0" normalizeH="0" baseline="0" noProof="1" smtClean="0">
              <a:ln>
                <a:noFill/>
              </a:ln>
              <a:solidFill>
                <a:schemeClr val="tx1"/>
              </a:solidFill>
              <a:effectLst/>
              <a:uLnTx/>
              <a:uFillTx/>
              <a:latin typeface="Arial" panose="020B0604020202020204" pitchFamily="34" charset="0"/>
              <a:ea typeface="+mn-ea"/>
              <a:cs typeface="+mn-cs"/>
            </a:endParaRPr>
          </a:p>
        </p:txBody>
      </p:sp>
      <p:sp>
        <p:nvSpPr>
          <p:cNvPr id="90114" name="Text Box 2"/>
          <p:cNvSpPr txBox="1"/>
          <p:nvPr/>
        </p:nvSpPr>
        <p:spPr>
          <a:xfrm>
            <a:off x="2195513" y="692150"/>
            <a:ext cx="4608512" cy="460375"/>
          </a:xfrm>
          <a:prstGeom prst="rect">
            <a:avLst/>
          </a:prstGeom>
          <a:noFill/>
          <a:ln w="9525">
            <a:noFill/>
          </a:ln>
        </p:spPr>
        <p:txBody>
          <a:bodyPr anchor="t" anchorCtr="0">
            <a:spAutoFit/>
          </a:bodyPr>
          <a:p>
            <a:pPr algn="just" eaLnBrk="0" hangingPunct="0">
              <a:spcBef>
                <a:spcPct val="50000"/>
              </a:spcBef>
            </a:pPr>
            <a:r>
              <a:rPr lang="zh-CN" altLang="en-US" sz="2400" dirty="0">
                <a:solidFill>
                  <a:srgbClr val="000000"/>
                </a:solidFill>
                <a:latin typeface="微软雅黑" panose="020B0503020204020204" charset="-122"/>
                <a:ea typeface="微软雅黑" panose="020B0503020204020204" charset="-122"/>
              </a:rPr>
              <a:t>应用：电表阻尼、天平阻尼</a:t>
            </a:r>
            <a:endParaRPr lang="zh-CN" altLang="en-US" sz="2400" dirty="0">
              <a:solidFill>
                <a:srgbClr val="000000"/>
              </a:solidFill>
              <a:latin typeface="Times New Roman" panose="02020603050405020304" pitchFamily="18" charset="0"/>
              <a:ea typeface="楷体_GB2312" pitchFamily="49" charset="-122"/>
            </a:endParaRPr>
          </a:p>
        </p:txBody>
      </p:sp>
      <p:pic>
        <p:nvPicPr>
          <p:cNvPr id="2" name="4-7 电磁阻尼">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1803400" y="1557020"/>
            <a:ext cx="5392420" cy="3974465"/>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endCondLst>
                    <p:cond evt="onNext">
                      <p:tgtEl>
                        <p:sldTgt/>
                      </p:tgtEl>
                    </p:cond>
                    <p:cond evt="onPrev">
                      <p:tgtEl>
                        <p:sldTgt/>
                      </p:tgtEl>
                    </p:cond>
                  </p:endCondLst>
                </p:cTn>
                <p:tgtEl>
                  <p:spTgt spid="2"/>
                </p:tgtEl>
              </p:cMediaNode>
            </p:video>
            <p:seq concurrent="1" nextAc="seek">
              <p:cTn id="3" restart="whenNotActive" fill="hold" evtFilter="cancelBubble" nodeType="interactiveSeq">
                <p:stCondLst>
                  <p:cond evt="onClick" delay="0">
                    <p:tgtEl>
                      <p:spTgt spid="2"/>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灯片编号占位符 3"/>
          <p:cNvSpPr txBox="1">
            <a:spLocks noGrp="1" noChangeArrowheads="1"/>
          </p:cNvSpPr>
          <p:nvPr>
            <p:ph type="sldNum" sz="quarter" idx="12"/>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0BCB66A-C390-461F-A3EB-0B51A914BD4A}" type="slidenum">
              <a:rPr kumimoji="0" lang="en-US" altLang="zh-CN" sz="1400" b="0" i="0" u="none" strike="noStrike" kern="1200" cap="none" spc="0" normalizeH="0" baseline="0" noProof="1" smtClean="0">
                <a:ln>
                  <a:noFill/>
                </a:ln>
                <a:solidFill>
                  <a:schemeClr val="tx1"/>
                </a:solidFill>
                <a:effectLst/>
                <a:uLnTx/>
                <a:uFillTx/>
                <a:latin typeface="Arial" panose="020B0604020202020204" pitchFamily="34" charset="0"/>
                <a:ea typeface="+mn-ea"/>
                <a:cs typeface="+mn-cs"/>
              </a:rPr>
            </a:fld>
            <a:endParaRPr kumimoji="0" lang="en-US" altLang="zh-CN" sz="1400" b="0" i="0" u="none" strike="noStrike" kern="1200" cap="none" spc="0" normalizeH="0" baseline="0" noProof="1" smtClean="0">
              <a:ln>
                <a:noFill/>
              </a:ln>
              <a:solidFill>
                <a:schemeClr val="tx1"/>
              </a:solidFill>
              <a:effectLst/>
              <a:uLnTx/>
              <a:uFillTx/>
              <a:latin typeface="Arial" panose="020B0604020202020204" pitchFamily="34" charset="0"/>
              <a:ea typeface="+mn-ea"/>
              <a:cs typeface="+mn-cs"/>
            </a:endParaRPr>
          </a:p>
        </p:txBody>
      </p:sp>
      <p:sp>
        <p:nvSpPr>
          <p:cNvPr id="155650" name="Rectangle 2"/>
          <p:cNvSpPr/>
          <p:nvPr/>
        </p:nvSpPr>
        <p:spPr>
          <a:xfrm>
            <a:off x="742950" y="1500188"/>
            <a:ext cx="7358063" cy="830262"/>
          </a:xfrm>
          <a:prstGeom prst="rect">
            <a:avLst/>
          </a:prstGeom>
          <a:noFill/>
          <a:ln w="9525">
            <a:noFill/>
          </a:ln>
        </p:spPr>
        <p:txBody>
          <a:bodyPr anchor="t" anchorCtr="0">
            <a:spAutoFit/>
          </a:bodyPr>
          <a:p>
            <a:r>
              <a:rPr lang="en-US" altLang="zh-CN" sz="2400" b="1" dirty="0">
                <a:latin typeface="楷体_GB2312" pitchFamily="49" charset="-122"/>
                <a:ea typeface="楷体_GB2312" pitchFamily="49" charset="-122"/>
              </a:rPr>
              <a:t>    </a:t>
            </a:r>
            <a:r>
              <a:rPr lang="zh-CN" altLang="en-US" sz="2400" dirty="0">
                <a:solidFill>
                  <a:srgbClr val="000000"/>
                </a:solidFill>
                <a:latin typeface="微软雅黑" panose="020B0503020204020204" charset="-122"/>
                <a:ea typeface="微软雅黑" panose="020B0503020204020204" charset="-122"/>
              </a:rPr>
              <a:t>物体在周期性外力的持续作用下发生的振动称为受迫振动。</a:t>
            </a:r>
            <a:endParaRPr lang="zh-CN" altLang="en-US" sz="2400" b="1" dirty="0">
              <a:latin typeface="楷体_GB2312" pitchFamily="49" charset="-122"/>
              <a:ea typeface="楷体_GB2312" pitchFamily="49" charset="-122"/>
            </a:endParaRPr>
          </a:p>
        </p:txBody>
      </p:sp>
      <p:sp>
        <p:nvSpPr>
          <p:cNvPr id="155651" name="Rectangle 3"/>
          <p:cNvSpPr/>
          <p:nvPr/>
        </p:nvSpPr>
        <p:spPr>
          <a:xfrm>
            <a:off x="1354138" y="2520950"/>
            <a:ext cx="3578225" cy="460375"/>
          </a:xfrm>
          <a:prstGeom prst="rect">
            <a:avLst/>
          </a:prstGeom>
          <a:noFill/>
          <a:ln w="9525">
            <a:noFill/>
          </a:ln>
        </p:spPr>
        <p:txBody>
          <a:bodyPr anchor="t" anchorCtr="0">
            <a:spAutoFit/>
          </a:bodyPr>
          <a:p>
            <a:r>
              <a:rPr lang="zh-CN" altLang="en-US" sz="2400" dirty="0">
                <a:solidFill>
                  <a:srgbClr val="000000"/>
                </a:solidFill>
                <a:latin typeface="微软雅黑" panose="020B0503020204020204" charset="-122"/>
                <a:ea typeface="微软雅黑" panose="020B0503020204020204" charset="-122"/>
              </a:rPr>
              <a:t>物体所受驱动力：</a:t>
            </a:r>
            <a:endParaRPr lang="zh-CN" altLang="en-US" sz="2400" b="1" dirty="0">
              <a:solidFill>
                <a:srgbClr val="000000"/>
              </a:solidFill>
              <a:latin typeface="楷体_GB2312" pitchFamily="49" charset="-122"/>
              <a:ea typeface="楷体_GB2312" pitchFamily="49" charset="-122"/>
            </a:endParaRPr>
          </a:p>
        </p:txBody>
      </p:sp>
      <p:sp>
        <p:nvSpPr>
          <p:cNvPr id="155653" name="Rectangle 5"/>
          <p:cNvSpPr/>
          <p:nvPr/>
        </p:nvSpPr>
        <p:spPr>
          <a:xfrm>
            <a:off x="1357313" y="3487738"/>
            <a:ext cx="2713037" cy="460375"/>
          </a:xfrm>
          <a:prstGeom prst="rect">
            <a:avLst/>
          </a:prstGeom>
          <a:noFill/>
          <a:ln w="9525">
            <a:noFill/>
          </a:ln>
        </p:spPr>
        <p:txBody>
          <a:bodyPr anchor="t" anchorCtr="0">
            <a:spAutoFit/>
          </a:bodyPr>
          <a:p>
            <a:r>
              <a:rPr lang="zh-CN" altLang="en-US" sz="2400" dirty="0">
                <a:solidFill>
                  <a:srgbClr val="000000"/>
                </a:solidFill>
                <a:latin typeface="微软雅黑" panose="020B0503020204020204" charset="-122"/>
                <a:ea typeface="微软雅黑" panose="020B0503020204020204" charset="-122"/>
              </a:rPr>
              <a:t>运动方程：</a:t>
            </a:r>
            <a:endParaRPr lang="zh-CN" altLang="en-US" sz="2400" b="1" dirty="0">
              <a:solidFill>
                <a:srgbClr val="000000"/>
              </a:solidFill>
              <a:latin typeface="楷体_GB2312" pitchFamily="49" charset="-122"/>
              <a:ea typeface="楷体_GB2312" pitchFamily="49" charset="-122"/>
            </a:endParaRPr>
          </a:p>
        </p:txBody>
      </p:sp>
      <p:graphicFrame>
        <p:nvGraphicFramePr>
          <p:cNvPr id="155654" name="Object 6"/>
          <p:cNvGraphicFramePr>
            <a:graphicFrameLocks noChangeAspect="1"/>
          </p:cNvGraphicFramePr>
          <p:nvPr/>
        </p:nvGraphicFramePr>
        <p:xfrm>
          <a:off x="3068638" y="3343275"/>
          <a:ext cx="3673475" cy="727075"/>
        </p:xfrm>
        <a:graphic>
          <a:graphicData uri="http://schemas.openxmlformats.org/presentationml/2006/ole">
            <mc:AlternateContent xmlns:mc="http://schemas.openxmlformats.org/markup-compatibility/2006">
              <mc:Choice xmlns:v="urn:schemas-microsoft-com:vml" Requires="v">
                <p:oleObj spid="_x0000_s3402" name="" r:id="rId1" imgW="4610735" imgH="908050" progId="Equation.3">
                  <p:embed/>
                </p:oleObj>
              </mc:Choice>
              <mc:Fallback>
                <p:oleObj name="" r:id="rId1" imgW="4610735" imgH="908050" progId="Equation.3">
                  <p:embed/>
                  <p:pic>
                    <p:nvPicPr>
                      <p:cNvPr id="0" name="图片 3401"/>
                      <p:cNvPicPr/>
                      <p:nvPr/>
                    </p:nvPicPr>
                    <p:blipFill>
                      <a:blip r:embed="rId2">
                        <a:clrChange>
                          <a:clrFrom>
                            <a:srgbClr val="000000"/>
                          </a:clrFrom>
                          <a:clrTo>
                            <a:srgbClr val="000000">
                              <a:alpha val="0"/>
                            </a:srgbClr>
                          </a:clrTo>
                        </a:clrChange>
                      </a:blip>
                      <a:stretch>
                        <a:fillRect/>
                      </a:stretch>
                    </p:blipFill>
                    <p:spPr>
                      <a:xfrm>
                        <a:off x="3068638" y="3343275"/>
                        <a:ext cx="3673475" cy="727075"/>
                      </a:xfrm>
                      <a:prstGeom prst="rect">
                        <a:avLst/>
                      </a:prstGeom>
                      <a:noFill/>
                      <a:ln w="38100">
                        <a:noFill/>
                        <a:miter/>
                      </a:ln>
                    </p:spPr>
                  </p:pic>
                </p:oleObj>
              </mc:Fallback>
            </mc:AlternateContent>
          </a:graphicData>
        </a:graphic>
      </p:graphicFrame>
      <p:sp>
        <p:nvSpPr>
          <p:cNvPr id="91142" name="矩形 1"/>
          <p:cNvSpPr/>
          <p:nvPr/>
        </p:nvSpPr>
        <p:spPr>
          <a:xfrm>
            <a:off x="742950" y="600075"/>
            <a:ext cx="7481888" cy="565150"/>
          </a:xfrm>
          <a:prstGeom prst="rect">
            <a:avLst/>
          </a:prstGeom>
          <a:noFill/>
          <a:ln w="9525">
            <a:noFill/>
          </a:ln>
        </p:spPr>
        <p:txBody>
          <a:bodyPr anchor="t" anchorCtr="0">
            <a:spAutoFit/>
          </a:bodyPr>
          <a:p>
            <a:pPr>
              <a:lnSpc>
                <a:spcPct val="110000"/>
              </a:lnSpc>
            </a:pPr>
            <a:r>
              <a:rPr lang="zh-CN" altLang="en-US" sz="2800" b="1" dirty="0">
                <a:solidFill>
                  <a:srgbClr val="254265"/>
                </a:solidFill>
                <a:latin typeface="微软雅黑" panose="020B0503020204020204" charset="-122"/>
                <a:ea typeface="微软雅黑" panose="020B0503020204020204" charset="-122"/>
              </a:rPr>
              <a:t>二、</a:t>
            </a:r>
            <a:r>
              <a:rPr lang="zh-CN" altLang="en-US" sz="2800" b="1" dirty="0">
                <a:solidFill>
                  <a:srgbClr val="254265"/>
                </a:solidFill>
                <a:latin typeface="微软雅黑" panose="020B0503020204020204" charset="-122"/>
                <a:ea typeface="微软雅黑" panose="020B0503020204020204" charset="-122"/>
                <a:sym typeface="宋体" panose="02010600030101010101" pitchFamily="2" charset="-122"/>
              </a:rPr>
              <a:t>受迫振动</a:t>
            </a:r>
            <a:endParaRPr lang="zh-CN" altLang="en-US" sz="2800" b="1" dirty="0">
              <a:solidFill>
                <a:srgbClr val="254265"/>
              </a:solidFill>
              <a:latin typeface="微软雅黑" panose="020B0503020204020204" charset="-122"/>
              <a:ea typeface="微软雅黑" panose="020B0503020204020204" charset="-122"/>
            </a:endParaRPr>
          </a:p>
        </p:txBody>
      </p:sp>
      <p:graphicFrame>
        <p:nvGraphicFramePr>
          <p:cNvPr id="3" name="Object 29"/>
          <p:cNvGraphicFramePr>
            <a:graphicFrameLocks noChangeAspect="1"/>
          </p:cNvGraphicFramePr>
          <p:nvPr/>
        </p:nvGraphicFramePr>
        <p:xfrm>
          <a:off x="4789488" y="4527550"/>
          <a:ext cx="892175" cy="773113"/>
        </p:xfrm>
        <a:graphic>
          <a:graphicData uri="http://schemas.openxmlformats.org/presentationml/2006/ole">
            <mc:AlternateContent xmlns:mc="http://schemas.openxmlformats.org/markup-compatibility/2006">
              <mc:Choice xmlns:v="urn:schemas-microsoft-com:vml" Requires="v">
                <p:oleObj spid="_x0000_s3404" name="" r:id="rId3" imgW="520700" imgH="393700" progId="Equation.3">
                  <p:embed/>
                </p:oleObj>
              </mc:Choice>
              <mc:Fallback>
                <p:oleObj name="" r:id="rId3" imgW="520700" imgH="393700" progId="Equation.3">
                  <p:embed/>
                  <p:pic>
                    <p:nvPicPr>
                      <p:cNvPr id="0" name="图片 3403"/>
                      <p:cNvPicPr/>
                      <p:nvPr/>
                    </p:nvPicPr>
                    <p:blipFill>
                      <a:blip r:embed="rId4"/>
                      <a:stretch>
                        <a:fillRect/>
                      </a:stretch>
                    </p:blipFill>
                    <p:spPr>
                      <a:xfrm>
                        <a:off x="4789488" y="4527550"/>
                        <a:ext cx="892175" cy="773113"/>
                      </a:xfrm>
                      <a:prstGeom prst="rect">
                        <a:avLst/>
                      </a:prstGeom>
                      <a:noFill/>
                      <a:ln w="38100">
                        <a:noFill/>
                        <a:miter/>
                      </a:ln>
                    </p:spPr>
                  </p:pic>
                </p:oleObj>
              </mc:Fallback>
            </mc:AlternateContent>
          </a:graphicData>
        </a:graphic>
      </p:graphicFrame>
      <p:sp>
        <p:nvSpPr>
          <p:cNvPr id="5" name="Text Box 30"/>
          <p:cNvSpPr txBox="1"/>
          <p:nvPr/>
        </p:nvSpPr>
        <p:spPr>
          <a:xfrm>
            <a:off x="1943100" y="4605338"/>
            <a:ext cx="762000" cy="460375"/>
          </a:xfrm>
          <a:prstGeom prst="rect">
            <a:avLst/>
          </a:prstGeom>
          <a:noFill/>
          <a:ln w="9525">
            <a:noFill/>
          </a:ln>
        </p:spPr>
        <p:txBody>
          <a:bodyPr anchor="t" anchorCtr="0">
            <a:spAutoFit/>
          </a:bodyPr>
          <a:p>
            <a:pPr>
              <a:spcBef>
                <a:spcPct val="50000"/>
              </a:spcBef>
            </a:pPr>
            <a:r>
              <a:rPr lang="zh-CN" altLang="en-US" sz="2400" dirty="0">
                <a:latin typeface="微软雅黑" panose="020B0503020204020204" charset="-122"/>
                <a:ea typeface="微软雅黑" panose="020B0503020204020204" charset="-122"/>
              </a:rPr>
              <a:t>令</a:t>
            </a:r>
            <a:endParaRPr lang="zh-CN" altLang="en-US" sz="2400" dirty="0">
              <a:latin typeface="微软雅黑" panose="020B0503020204020204" charset="-122"/>
              <a:ea typeface="微软雅黑" panose="020B0503020204020204" charset="-122"/>
            </a:endParaRPr>
          </a:p>
        </p:txBody>
      </p:sp>
      <p:graphicFrame>
        <p:nvGraphicFramePr>
          <p:cNvPr id="6" name="Object 32"/>
          <p:cNvGraphicFramePr>
            <a:graphicFrameLocks noChangeAspect="1"/>
          </p:cNvGraphicFramePr>
          <p:nvPr/>
        </p:nvGraphicFramePr>
        <p:xfrm>
          <a:off x="2905125" y="4425950"/>
          <a:ext cx="1122363" cy="819150"/>
        </p:xfrm>
        <a:graphic>
          <a:graphicData uri="http://schemas.openxmlformats.org/presentationml/2006/ole">
            <mc:AlternateContent xmlns:mc="http://schemas.openxmlformats.org/markup-compatibility/2006">
              <mc:Choice xmlns:v="urn:schemas-microsoft-com:vml" Requires="v">
                <p:oleObj spid="_x0000_s3403" name="" r:id="rId5" imgW="520065" imgH="405765" progId="Equation.3">
                  <p:embed/>
                </p:oleObj>
              </mc:Choice>
              <mc:Fallback>
                <p:oleObj name="" r:id="rId5" imgW="520065" imgH="405765" progId="Equation.3">
                  <p:embed/>
                  <p:pic>
                    <p:nvPicPr>
                      <p:cNvPr id="0" name="图片 3402"/>
                      <p:cNvPicPr/>
                      <p:nvPr/>
                    </p:nvPicPr>
                    <p:blipFill>
                      <a:blip r:embed="rId6"/>
                      <a:stretch>
                        <a:fillRect/>
                      </a:stretch>
                    </p:blipFill>
                    <p:spPr>
                      <a:xfrm>
                        <a:off x="2905125" y="4425950"/>
                        <a:ext cx="1122363" cy="819150"/>
                      </a:xfrm>
                      <a:prstGeom prst="rect">
                        <a:avLst/>
                      </a:prstGeom>
                      <a:noFill/>
                      <a:ln w="38100">
                        <a:noFill/>
                        <a:miter/>
                      </a:ln>
                    </p:spPr>
                  </p:pic>
                </p:oleObj>
              </mc:Fallback>
            </mc:AlternateContent>
          </a:graphicData>
        </a:graphic>
      </p:graphicFrame>
      <p:sp>
        <p:nvSpPr>
          <p:cNvPr id="8" name="AutoShape 10"/>
          <p:cNvSpPr/>
          <p:nvPr/>
        </p:nvSpPr>
        <p:spPr>
          <a:xfrm>
            <a:off x="2270125" y="5764213"/>
            <a:ext cx="533400" cy="215900"/>
          </a:xfrm>
          <a:prstGeom prst="notchedRightArrow">
            <a:avLst>
              <a:gd name="adj1" fmla="val 50000"/>
              <a:gd name="adj2" fmla="val 61638"/>
            </a:avLst>
          </a:prstGeom>
          <a:solidFill>
            <a:srgbClr val="66FF66"/>
          </a:solidFill>
          <a:ln w="9525" cap="flat" cmpd="sng">
            <a:solidFill>
              <a:srgbClr val="FF00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9" name="Object 11"/>
          <p:cNvGraphicFramePr>
            <a:graphicFrameLocks noChangeAspect="1"/>
          </p:cNvGraphicFramePr>
          <p:nvPr/>
        </p:nvGraphicFramePr>
        <p:xfrm>
          <a:off x="3148013" y="5435600"/>
          <a:ext cx="3816350" cy="754063"/>
        </p:xfrm>
        <a:graphic>
          <a:graphicData uri="http://schemas.openxmlformats.org/presentationml/2006/ole">
            <mc:AlternateContent xmlns:mc="http://schemas.openxmlformats.org/markup-compatibility/2006">
              <mc:Choice xmlns:v="urn:schemas-microsoft-com:vml" Requires="v">
                <p:oleObj spid="_x0000_s3399" name="" r:id="rId7" imgW="4610735" imgH="908050" progId="Equation.3">
                  <p:embed/>
                </p:oleObj>
              </mc:Choice>
              <mc:Fallback>
                <p:oleObj name="" r:id="rId7" imgW="4610735" imgH="908050" progId="Equation.3">
                  <p:embed/>
                  <p:pic>
                    <p:nvPicPr>
                      <p:cNvPr id="0" name="图片 3398"/>
                      <p:cNvPicPr/>
                      <p:nvPr/>
                    </p:nvPicPr>
                    <p:blipFill>
                      <a:blip r:embed="rId8">
                        <a:clrChange>
                          <a:clrFrom>
                            <a:srgbClr val="000000"/>
                          </a:clrFrom>
                          <a:clrTo>
                            <a:srgbClr val="000000">
                              <a:alpha val="0"/>
                            </a:srgbClr>
                          </a:clrTo>
                        </a:clrChange>
                      </a:blip>
                      <a:stretch>
                        <a:fillRect/>
                      </a:stretch>
                    </p:blipFill>
                    <p:spPr>
                      <a:xfrm>
                        <a:off x="3148013" y="5435600"/>
                        <a:ext cx="3816350" cy="754063"/>
                      </a:xfrm>
                      <a:prstGeom prst="rect">
                        <a:avLst/>
                      </a:prstGeom>
                      <a:noFill/>
                      <a:ln w="38100">
                        <a:noFill/>
                        <a:miter/>
                      </a:ln>
                    </p:spPr>
                  </p:pic>
                </p:oleObj>
              </mc:Fallback>
            </mc:AlternateContent>
          </a:graphicData>
        </a:graphic>
      </p:graphicFrame>
      <p:graphicFrame>
        <p:nvGraphicFramePr>
          <p:cNvPr id="2" name="对象 1">
            <a:hlinkClick r:id="" action="ppaction://ole?verb="/>
          </p:cNvPr>
          <p:cNvGraphicFramePr>
            <a:graphicFrameLocks noChangeAspect="1"/>
          </p:cNvGraphicFramePr>
          <p:nvPr/>
        </p:nvGraphicFramePr>
        <p:xfrm>
          <a:off x="3940175" y="2520950"/>
          <a:ext cx="1931988" cy="519113"/>
        </p:xfrm>
        <a:graphic>
          <a:graphicData uri="http://schemas.openxmlformats.org/presentationml/2006/ole">
            <mc:AlternateContent xmlns:mc="http://schemas.openxmlformats.org/markup-compatibility/2006">
              <mc:Choice xmlns:v="urn:schemas-microsoft-com:vml" Requires="v">
                <p:oleObj spid="_x0000_s3401" name="" r:id="rId9" imgW="850900" imgH="228600" progId="Equation.KSEE3">
                  <p:embed/>
                </p:oleObj>
              </mc:Choice>
              <mc:Fallback>
                <p:oleObj name="" r:id="rId9" imgW="850900" imgH="228600" progId="Equation.KSEE3">
                  <p:embed/>
                  <p:pic>
                    <p:nvPicPr>
                      <p:cNvPr id="0" name="图片 3400"/>
                      <p:cNvPicPr/>
                      <p:nvPr/>
                    </p:nvPicPr>
                    <p:blipFill>
                      <a:blip r:embed="rId10"/>
                      <a:stretch>
                        <a:fillRect/>
                      </a:stretch>
                    </p:blipFill>
                    <p:spPr>
                      <a:xfrm>
                        <a:off x="3940175" y="2520950"/>
                        <a:ext cx="1931988" cy="5191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5650">
                                            <p:txEl>
                                              <p:charRg st="0" end="31"/>
                                            </p:txEl>
                                          </p:spTgt>
                                        </p:tgtEl>
                                        <p:attrNameLst>
                                          <p:attrName>style.visibility</p:attrName>
                                        </p:attrNameLst>
                                      </p:cBhvr>
                                      <p:to>
                                        <p:strVal val="visible"/>
                                      </p:to>
                                    </p:set>
                                    <p:animEffect transition="in" filter="wipe(left)">
                                      <p:cBhvr>
                                        <p:cTn id="7" dur="500"/>
                                        <p:tgtEl>
                                          <p:spTgt spid="155650">
                                            <p:txEl>
                                              <p:charRg st="0" end="3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5651">
                                            <p:txEl>
                                              <p:charRg st="0" end="9"/>
                                            </p:txEl>
                                          </p:spTgt>
                                        </p:tgtEl>
                                        <p:attrNameLst>
                                          <p:attrName>style.visibility</p:attrName>
                                        </p:attrNameLst>
                                      </p:cBhvr>
                                      <p:to>
                                        <p:strVal val="visible"/>
                                      </p:to>
                                    </p:set>
                                    <p:animEffect transition="in" filter="wipe(left)">
                                      <p:cBhvr>
                                        <p:cTn id="12" dur="500"/>
                                        <p:tgtEl>
                                          <p:spTgt spid="155651">
                                            <p:txEl>
                                              <p:charRg st="0" end="9"/>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5653">
                                            <p:txEl>
                                              <p:charRg st="0" end="6"/>
                                            </p:txEl>
                                          </p:spTgt>
                                        </p:tgtEl>
                                        <p:attrNameLst>
                                          <p:attrName>style.visibility</p:attrName>
                                        </p:attrNameLst>
                                      </p:cBhvr>
                                      <p:to>
                                        <p:strVal val="visible"/>
                                      </p:to>
                                    </p:set>
                                    <p:animEffect transition="in" filter="wipe(left)">
                                      <p:cBhvr>
                                        <p:cTn id="21" dur="500"/>
                                        <p:tgtEl>
                                          <p:spTgt spid="155653">
                                            <p:txEl>
                                              <p:charRg st="0" end="6"/>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55654"/>
                                        </p:tgtEl>
                                        <p:attrNameLst>
                                          <p:attrName>style.visibility</p:attrName>
                                        </p:attrNameLst>
                                      </p:cBhvr>
                                      <p:to>
                                        <p:strVal val="visible"/>
                                      </p:to>
                                    </p:set>
                                    <p:animEffect transition="in" filter="wipe(left)">
                                      <p:cBhvr>
                                        <p:cTn id="25" dur="500"/>
                                        <p:tgtEl>
                                          <p:spTgt spid="15565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linds(horizontal)">
                                      <p:cBhvr>
                                        <p:cTn id="30" dur="500"/>
                                        <p:tgtEl>
                                          <p:spTgt spid="5"/>
                                        </p:tgtEl>
                                      </p:cBhvr>
                                    </p:animEffect>
                                  </p:childTnLst>
                                </p:cTn>
                              </p:par>
                            </p:childTnLst>
                          </p:cTn>
                        </p:par>
                        <p:par>
                          <p:cTn id="31" fill="hold">
                            <p:stCondLst>
                              <p:cond delay="500"/>
                            </p:stCondLst>
                            <p:childTnLst>
                              <p:par>
                                <p:cTn id="32" presetID="3" presetClass="entr" presetSubtype="10"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blinds(horizontal)">
                                      <p:cBhvr>
                                        <p:cTn id="34" dur="500"/>
                                        <p:tgtEl>
                                          <p:spTgt spid="6"/>
                                        </p:tgtEl>
                                      </p:cBhvr>
                                    </p:animEffect>
                                  </p:childTnLst>
                                </p:cTn>
                              </p:par>
                            </p:childTnLst>
                          </p:cTn>
                        </p:par>
                        <p:par>
                          <p:cTn id="35" fill="hold">
                            <p:stCondLst>
                              <p:cond delay="1000"/>
                            </p:stCondLst>
                            <p:childTnLst>
                              <p:par>
                                <p:cTn id="36" presetID="3" presetClass="entr" presetSubtype="10"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blinds(horizontal)">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build="p"/>
      <p:bldP spid="155651" grpId="0" build="p"/>
      <p:bldP spid="155653" grpId="0" build="p"/>
      <p:bldP spid="5" grpId="0"/>
      <p:bldP spid="8"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灯片编号占位符 3"/>
          <p:cNvSpPr txBox="1">
            <a:spLocks noGrp="1" noChangeArrowheads="1"/>
          </p:cNvSpPr>
          <p:nvPr>
            <p:ph type="sldNum" sz="quarter" idx="12"/>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5712FA2-BDB2-4A1E-B8CE-DF9128B80487}" type="slidenum">
              <a:rPr kumimoji="0" lang="en-US" altLang="zh-CN" sz="1400" b="0" i="0" u="none" strike="noStrike" kern="1200" cap="none" spc="0" normalizeH="0" baseline="0" noProof="1" smtClean="0">
                <a:ln>
                  <a:noFill/>
                </a:ln>
                <a:solidFill>
                  <a:schemeClr val="tx1"/>
                </a:solidFill>
                <a:effectLst/>
                <a:uLnTx/>
                <a:uFillTx/>
                <a:latin typeface="Arial" panose="020B0604020202020204" pitchFamily="34" charset="0"/>
                <a:ea typeface="+mn-ea"/>
                <a:cs typeface="+mn-cs"/>
              </a:rPr>
            </a:fld>
            <a:endParaRPr kumimoji="0" lang="en-US" altLang="zh-CN" sz="1400" b="0" i="0" u="none" strike="noStrike" kern="1200" cap="none" spc="0" normalizeH="0" baseline="0" noProof="1" smtClean="0">
              <a:ln>
                <a:noFill/>
              </a:ln>
              <a:solidFill>
                <a:schemeClr val="tx1"/>
              </a:solidFill>
              <a:effectLst/>
              <a:uLnTx/>
              <a:uFillTx/>
              <a:latin typeface="Arial" panose="020B0604020202020204" pitchFamily="34" charset="0"/>
              <a:ea typeface="+mn-ea"/>
              <a:cs typeface="+mn-cs"/>
            </a:endParaRPr>
          </a:p>
        </p:txBody>
      </p:sp>
      <p:sp>
        <p:nvSpPr>
          <p:cNvPr id="156674" name="Rectangle 2"/>
          <p:cNvSpPr/>
          <p:nvPr/>
        </p:nvSpPr>
        <p:spPr>
          <a:xfrm>
            <a:off x="728663" y="530225"/>
            <a:ext cx="7815262" cy="460375"/>
          </a:xfrm>
          <a:prstGeom prst="rect">
            <a:avLst/>
          </a:prstGeom>
          <a:noFill/>
          <a:ln w="9525">
            <a:noFill/>
          </a:ln>
        </p:spPr>
        <p:txBody>
          <a:bodyPr anchor="t" anchorCtr="0">
            <a:spAutoFit/>
          </a:bodyPr>
          <a:p>
            <a:r>
              <a:rPr lang="zh-CN" altLang="en-US" sz="2400" dirty="0">
                <a:solidFill>
                  <a:srgbClr val="000000"/>
                </a:solidFill>
                <a:latin typeface="微软雅黑" panose="020B0503020204020204" charset="-122"/>
                <a:ea typeface="微软雅黑" panose="020B0503020204020204" charset="-122"/>
              </a:rPr>
              <a:t>对于阻尼较小的情形，运动方程之解表为</a:t>
            </a:r>
            <a:r>
              <a:rPr lang="en-US" altLang="zh-CN" sz="2400" dirty="0">
                <a:solidFill>
                  <a:srgbClr val="000000"/>
                </a:solidFill>
                <a:latin typeface="微软雅黑" panose="020B0503020204020204" charset="-122"/>
                <a:ea typeface="微软雅黑" panose="020B0503020204020204" charset="-122"/>
              </a:rPr>
              <a:t>:</a:t>
            </a:r>
            <a:endParaRPr lang="en-US" altLang="zh-CN" sz="2400" dirty="0">
              <a:solidFill>
                <a:srgbClr val="000000"/>
              </a:solidFill>
              <a:latin typeface="微软雅黑" panose="020B0503020204020204" charset="-122"/>
              <a:ea typeface="微软雅黑" panose="020B0503020204020204" charset="-122"/>
            </a:endParaRPr>
          </a:p>
        </p:txBody>
      </p:sp>
      <p:grpSp>
        <p:nvGrpSpPr>
          <p:cNvPr id="156681" name="Group 9"/>
          <p:cNvGrpSpPr/>
          <p:nvPr/>
        </p:nvGrpSpPr>
        <p:grpSpPr>
          <a:xfrm>
            <a:off x="1168400" y="1973263"/>
            <a:ext cx="1890713" cy="533400"/>
            <a:chOff x="521" y="935"/>
            <a:chExt cx="1191" cy="336"/>
          </a:xfrm>
        </p:grpSpPr>
        <p:sp>
          <p:nvSpPr>
            <p:cNvPr id="92164" name="Rectangle 10"/>
            <p:cNvSpPr/>
            <p:nvPr/>
          </p:nvSpPr>
          <p:spPr>
            <a:xfrm>
              <a:off x="521" y="981"/>
              <a:ext cx="1191" cy="290"/>
            </a:xfrm>
            <a:prstGeom prst="rect">
              <a:avLst/>
            </a:prstGeom>
            <a:noFill/>
            <a:ln w="9525">
              <a:noFill/>
            </a:ln>
          </p:spPr>
          <p:txBody>
            <a:bodyPr anchor="t" anchorCtr="0">
              <a:spAutoFit/>
            </a:bodyPr>
            <a:p>
              <a:pPr algn="ctr"/>
              <a:r>
                <a:rPr lang="zh-CN" altLang="en-US" sz="2400" dirty="0">
                  <a:solidFill>
                    <a:srgbClr val="0000FF"/>
                  </a:solidFill>
                  <a:latin typeface="微软雅黑" panose="020B0503020204020204" charset="-122"/>
                  <a:ea typeface="微软雅黑" panose="020B0503020204020204" charset="-122"/>
                </a:rPr>
                <a:t>衰减项</a:t>
              </a:r>
              <a:endParaRPr lang="zh-CN" altLang="en-US" sz="2400" dirty="0">
                <a:solidFill>
                  <a:srgbClr val="0000FF"/>
                </a:solidFill>
                <a:latin typeface="微软雅黑" panose="020B0503020204020204" charset="-122"/>
                <a:ea typeface="微软雅黑" panose="020B0503020204020204" charset="-122"/>
              </a:endParaRPr>
            </a:p>
          </p:txBody>
        </p:sp>
        <p:sp>
          <p:nvSpPr>
            <p:cNvPr id="92165" name="Line 11"/>
            <p:cNvSpPr/>
            <p:nvPr/>
          </p:nvSpPr>
          <p:spPr>
            <a:xfrm>
              <a:off x="793" y="935"/>
              <a:ext cx="590" cy="0"/>
            </a:xfrm>
            <a:prstGeom prst="line">
              <a:avLst/>
            </a:prstGeom>
            <a:ln w="9525" cap="flat" cmpd="sng">
              <a:solidFill>
                <a:srgbClr val="FF0000"/>
              </a:solidFill>
              <a:prstDash val="solid"/>
              <a:round/>
              <a:headEnd type="none" w="med" len="med"/>
              <a:tailEnd type="none" w="lg" len="lg"/>
            </a:ln>
          </p:spPr>
        </p:sp>
      </p:grpSp>
      <p:grpSp>
        <p:nvGrpSpPr>
          <p:cNvPr id="156684" name="Group 12"/>
          <p:cNvGrpSpPr/>
          <p:nvPr/>
        </p:nvGrpSpPr>
        <p:grpSpPr>
          <a:xfrm>
            <a:off x="5851525" y="1973263"/>
            <a:ext cx="2160588" cy="533400"/>
            <a:chOff x="3334" y="935"/>
            <a:chExt cx="1361" cy="336"/>
          </a:xfrm>
        </p:grpSpPr>
        <p:sp>
          <p:nvSpPr>
            <p:cNvPr id="92167" name="Rectangle 13"/>
            <p:cNvSpPr/>
            <p:nvPr/>
          </p:nvSpPr>
          <p:spPr>
            <a:xfrm>
              <a:off x="3334" y="981"/>
              <a:ext cx="1361" cy="290"/>
            </a:xfrm>
            <a:prstGeom prst="rect">
              <a:avLst/>
            </a:prstGeom>
            <a:noFill/>
            <a:ln w="9525">
              <a:noFill/>
            </a:ln>
          </p:spPr>
          <p:txBody>
            <a:bodyPr anchor="t" anchorCtr="0">
              <a:spAutoFit/>
            </a:bodyPr>
            <a:p>
              <a:pPr algn="ctr"/>
              <a:r>
                <a:rPr lang="zh-CN" altLang="en-US" sz="2400" dirty="0">
                  <a:solidFill>
                    <a:srgbClr val="FF0000"/>
                  </a:solidFill>
                  <a:latin typeface="微软雅黑" panose="020B0503020204020204" charset="-122"/>
                  <a:ea typeface="微软雅黑" panose="020B0503020204020204" charset="-122"/>
                </a:rPr>
                <a:t>稳态项</a:t>
              </a:r>
              <a:endParaRPr lang="zh-CN" altLang="en-US" sz="2400" dirty="0">
                <a:solidFill>
                  <a:srgbClr val="FF0000"/>
                </a:solidFill>
                <a:latin typeface="微软雅黑" panose="020B0503020204020204" charset="-122"/>
                <a:ea typeface="微软雅黑" panose="020B0503020204020204" charset="-122"/>
              </a:endParaRPr>
            </a:p>
          </p:txBody>
        </p:sp>
        <p:sp>
          <p:nvSpPr>
            <p:cNvPr id="92168" name="Line 14"/>
            <p:cNvSpPr/>
            <p:nvPr/>
          </p:nvSpPr>
          <p:spPr>
            <a:xfrm>
              <a:off x="3470" y="935"/>
              <a:ext cx="1134" cy="0"/>
            </a:xfrm>
            <a:prstGeom prst="line">
              <a:avLst/>
            </a:prstGeom>
            <a:ln w="9525" cap="flat" cmpd="sng">
              <a:solidFill>
                <a:srgbClr val="000000"/>
              </a:solidFill>
              <a:prstDash val="solid"/>
              <a:round/>
              <a:headEnd type="none" w="med" len="med"/>
              <a:tailEnd type="none" w="lg" len="lg"/>
            </a:ln>
          </p:spPr>
        </p:sp>
      </p:grpSp>
      <p:graphicFrame>
        <p:nvGraphicFramePr>
          <p:cNvPr id="2" name="对象 1">
            <a:hlinkClick r:id="" action="ppaction://ole?verb="/>
          </p:cNvPr>
          <p:cNvGraphicFramePr>
            <a:graphicFrameLocks noChangeAspect="1"/>
          </p:cNvGraphicFramePr>
          <p:nvPr/>
        </p:nvGraphicFramePr>
        <p:xfrm>
          <a:off x="995363" y="1247775"/>
          <a:ext cx="7016750" cy="757238"/>
        </p:xfrm>
        <a:graphic>
          <a:graphicData uri="http://schemas.openxmlformats.org/presentationml/2006/ole">
            <mc:AlternateContent xmlns:mc="http://schemas.openxmlformats.org/markup-compatibility/2006">
              <mc:Choice xmlns:v="urn:schemas-microsoft-com:vml" Requires="v">
                <p:oleObj spid="_x0000_s3400" name="" r:id="rId1" imgW="2933700" imgH="316865" progId="Equation.KSEE3">
                  <p:embed/>
                </p:oleObj>
              </mc:Choice>
              <mc:Fallback>
                <p:oleObj name="" r:id="rId1" imgW="2933700" imgH="316865" progId="Equation.KSEE3">
                  <p:embed/>
                  <p:pic>
                    <p:nvPicPr>
                      <p:cNvPr id="0" name="图片 3399"/>
                      <p:cNvPicPr/>
                      <p:nvPr/>
                    </p:nvPicPr>
                    <p:blipFill>
                      <a:blip r:embed="rId2"/>
                      <a:stretch>
                        <a:fillRect/>
                      </a:stretch>
                    </p:blipFill>
                    <p:spPr>
                      <a:xfrm>
                        <a:off x="995363" y="1247775"/>
                        <a:ext cx="7016750" cy="757238"/>
                      </a:xfrm>
                      <a:prstGeom prst="rect">
                        <a:avLst/>
                      </a:prstGeom>
                      <a:noFill/>
                      <a:ln w="38100">
                        <a:noFill/>
                        <a:miter/>
                      </a:ln>
                    </p:spPr>
                  </p:pic>
                </p:oleObj>
              </mc:Fallback>
            </mc:AlternateContent>
          </a:graphicData>
        </a:graphic>
      </p:graphicFrame>
      <p:sp>
        <p:nvSpPr>
          <p:cNvPr id="3" name="Rectangle 4"/>
          <p:cNvSpPr/>
          <p:nvPr/>
        </p:nvSpPr>
        <p:spPr>
          <a:xfrm>
            <a:off x="684213" y="2697163"/>
            <a:ext cx="7848600" cy="428625"/>
          </a:xfrm>
          <a:prstGeom prst="rect">
            <a:avLst/>
          </a:prstGeom>
          <a:noFill/>
          <a:ln w="9525">
            <a:noFill/>
          </a:ln>
        </p:spPr>
        <p:txBody>
          <a:bodyPr anchor="t" anchorCtr="0">
            <a:spAutoFit/>
          </a:bodyPr>
          <a:p>
            <a:r>
              <a:rPr lang="zh-CN" altLang="en-US" sz="2400" dirty="0">
                <a:solidFill>
                  <a:srgbClr val="000000"/>
                </a:solidFill>
                <a:latin typeface="微软雅黑" panose="020B0503020204020204" charset="-122"/>
                <a:ea typeface="微软雅黑" panose="020B0503020204020204" charset="-122"/>
              </a:rPr>
              <a:t>经过一段时间后，衰减项忽略不计，仅考虑稳态项。</a:t>
            </a:r>
            <a:endParaRPr lang="zh-CN" altLang="en-US" sz="2200" b="1" dirty="0">
              <a:solidFill>
                <a:srgbClr val="000000"/>
              </a:solidFill>
              <a:latin typeface="楷体_GB2312" pitchFamily="49" charset="-122"/>
              <a:ea typeface="楷体_GB2312" pitchFamily="49" charset="-122"/>
            </a:endParaRPr>
          </a:p>
        </p:txBody>
      </p:sp>
      <p:graphicFrame>
        <p:nvGraphicFramePr>
          <p:cNvPr id="17" name="对象 16">
            <a:hlinkClick r:id="" action="ppaction://ole?verb="/>
          </p:cNvPr>
          <p:cNvGraphicFramePr>
            <a:graphicFrameLocks noChangeAspect="1"/>
          </p:cNvGraphicFramePr>
          <p:nvPr/>
        </p:nvGraphicFramePr>
        <p:xfrm>
          <a:off x="2330450" y="3295650"/>
          <a:ext cx="2914650" cy="596900"/>
        </p:xfrm>
        <a:graphic>
          <a:graphicData uri="http://schemas.openxmlformats.org/presentationml/2006/ole">
            <mc:AlternateContent xmlns:mc="http://schemas.openxmlformats.org/markup-compatibility/2006">
              <mc:Choice xmlns:v="urn:schemas-microsoft-com:vml" Requires="v">
                <p:oleObj spid="_x0000_s3407" name="" r:id="rId3" imgW="1117600" imgH="228600" progId="Equation.KSEE3">
                  <p:embed/>
                </p:oleObj>
              </mc:Choice>
              <mc:Fallback>
                <p:oleObj name="" r:id="rId3" imgW="1117600" imgH="228600" progId="Equation.KSEE3">
                  <p:embed/>
                  <p:pic>
                    <p:nvPicPr>
                      <p:cNvPr id="0" name="图片 3406"/>
                      <p:cNvPicPr/>
                      <p:nvPr/>
                    </p:nvPicPr>
                    <p:blipFill>
                      <a:blip r:embed="rId4"/>
                      <a:stretch>
                        <a:fillRect/>
                      </a:stretch>
                    </p:blipFill>
                    <p:spPr>
                      <a:xfrm>
                        <a:off x="2330450" y="3295650"/>
                        <a:ext cx="2914650" cy="596900"/>
                      </a:xfrm>
                      <a:prstGeom prst="rect">
                        <a:avLst/>
                      </a:prstGeom>
                      <a:noFill/>
                      <a:ln w="38100">
                        <a:noFill/>
                        <a:miter/>
                      </a:ln>
                    </p:spPr>
                  </p:pic>
                </p:oleObj>
              </mc:Fallback>
            </mc:AlternateContent>
          </a:graphicData>
        </a:graphic>
      </p:graphicFrame>
      <p:sp>
        <p:nvSpPr>
          <p:cNvPr id="19" name="AutoShape 6"/>
          <p:cNvSpPr/>
          <p:nvPr/>
        </p:nvSpPr>
        <p:spPr>
          <a:xfrm>
            <a:off x="1443038" y="4411663"/>
            <a:ext cx="533400" cy="142875"/>
          </a:xfrm>
          <a:prstGeom prst="notchedRightArrow">
            <a:avLst>
              <a:gd name="adj1" fmla="val 50000"/>
              <a:gd name="adj2" fmla="val 93143"/>
            </a:avLst>
          </a:prstGeom>
          <a:solidFill>
            <a:srgbClr val="66FF66"/>
          </a:solidFill>
          <a:ln w="9525" cap="flat" cmpd="sng">
            <a:solidFill>
              <a:srgbClr val="FF00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20" name="对象 19">
            <a:hlinkClick r:id="" action="ppaction://ole?verb="/>
          </p:cNvPr>
          <p:cNvGraphicFramePr>
            <a:graphicFrameLocks noChangeAspect="1"/>
          </p:cNvGraphicFramePr>
          <p:nvPr/>
        </p:nvGraphicFramePr>
        <p:xfrm>
          <a:off x="2263775" y="4014788"/>
          <a:ext cx="3951288" cy="1103312"/>
        </p:xfrm>
        <a:graphic>
          <a:graphicData uri="http://schemas.openxmlformats.org/presentationml/2006/ole">
            <mc:AlternateContent xmlns:mc="http://schemas.openxmlformats.org/markup-compatibility/2006">
              <mc:Choice xmlns:v="urn:schemas-microsoft-com:vml" Requires="v">
                <p:oleObj spid="_x0000_s3410" name="" r:id="rId5" imgW="1777365" imgH="495300" progId="Equation.KSEE3">
                  <p:embed/>
                </p:oleObj>
              </mc:Choice>
              <mc:Fallback>
                <p:oleObj name="" r:id="rId5" imgW="1777365" imgH="495300" progId="Equation.KSEE3">
                  <p:embed/>
                  <p:pic>
                    <p:nvPicPr>
                      <p:cNvPr id="0" name="图片 3409"/>
                      <p:cNvPicPr/>
                      <p:nvPr/>
                    </p:nvPicPr>
                    <p:blipFill>
                      <a:blip r:embed="rId6"/>
                      <a:stretch>
                        <a:fillRect/>
                      </a:stretch>
                    </p:blipFill>
                    <p:spPr>
                      <a:xfrm>
                        <a:off x="2263775" y="4014788"/>
                        <a:ext cx="3951288" cy="1103312"/>
                      </a:xfrm>
                      <a:prstGeom prst="rect">
                        <a:avLst/>
                      </a:prstGeom>
                      <a:noFill/>
                      <a:ln w="38100">
                        <a:noFill/>
                        <a:miter/>
                      </a:ln>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2263775" y="5364163"/>
          <a:ext cx="2347913" cy="904875"/>
        </p:xfrm>
        <a:graphic>
          <a:graphicData uri="http://schemas.openxmlformats.org/presentationml/2006/ole">
            <mc:AlternateContent xmlns:mc="http://schemas.openxmlformats.org/markup-compatibility/2006">
              <mc:Choice xmlns:v="urn:schemas-microsoft-com:vml" Requires="v">
                <p:oleObj spid="_x0000_s3406" name="" r:id="rId7" imgW="1155700" imgH="444500" progId="Equation.KSEE3">
                  <p:embed/>
                </p:oleObj>
              </mc:Choice>
              <mc:Fallback>
                <p:oleObj name="" r:id="rId7" imgW="1155700" imgH="444500" progId="Equation.KSEE3">
                  <p:embed/>
                  <p:pic>
                    <p:nvPicPr>
                      <p:cNvPr id="0" name="图片 3405"/>
                      <p:cNvPicPr/>
                      <p:nvPr/>
                    </p:nvPicPr>
                    <p:blipFill>
                      <a:blip r:embed="rId8"/>
                      <a:stretch>
                        <a:fillRect/>
                      </a:stretch>
                    </p:blipFill>
                    <p:spPr>
                      <a:xfrm>
                        <a:off x="2263775" y="5364163"/>
                        <a:ext cx="2347913" cy="9048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6674">
                                            <p:txEl>
                                              <p:charRg st="0" end="20"/>
                                            </p:txEl>
                                          </p:spTgt>
                                        </p:tgtEl>
                                        <p:attrNameLst>
                                          <p:attrName>style.visibility</p:attrName>
                                        </p:attrNameLst>
                                      </p:cBhvr>
                                      <p:to>
                                        <p:strVal val="visible"/>
                                      </p:to>
                                    </p:set>
                                    <p:animEffect transition="in" filter="wipe(left)">
                                      <p:cBhvr>
                                        <p:cTn id="7" dur="500"/>
                                        <p:tgtEl>
                                          <p:spTgt spid="156674">
                                            <p:txEl>
                                              <p:charRg st="0" end="2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56681"/>
                                        </p:tgtEl>
                                        <p:attrNameLst>
                                          <p:attrName>style.visibility</p:attrName>
                                        </p:attrNameLst>
                                      </p:cBhvr>
                                      <p:to>
                                        <p:strVal val="visible"/>
                                      </p:to>
                                    </p:set>
                                    <p:animEffect transition="in" filter="wipe(left)">
                                      <p:cBhvr>
                                        <p:cTn id="16" dur="500"/>
                                        <p:tgtEl>
                                          <p:spTgt spid="156681"/>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56684"/>
                                        </p:tgtEl>
                                        <p:attrNameLst>
                                          <p:attrName>style.visibility</p:attrName>
                                        </p:attrNameLst>
                                      </p:cBhvr>
                                      <p:to>
                                        <p:strVal val="visible"/>
                                      </p:to>
                                    </p:set>
                                    <p:animEffect transition="in" filter="wipe(left)">
                                      <p:cBhvr>
                                        <p:cTn id="20" dur="500"/>
                                        <p:tgtEl>
                                          <p:spTgt spid="15668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charRg st="0" end="24"/>
                                            </p:txEl>
                                          </p:spTgt>
                                        </p:tgtEl>
                                        <p:attrNameLst>
                                          <p:attrName>style.visibility</p:attrName>
                                        </p:attrNameLst>
                                      </p:cBhvr>
                                      <p:to>
                                        <p:strVal val="visible"/>
                                      </p:to>
                                    </p:set>
                                    <p:animEffect transition="in" filter="wipe(left)">
                                      <p:cBhvr>
                                        <p:cTn id="25" dur="500"/>
                                        <p:tgtEl>
                                          <p:spTgt spid="3">
                                            <p:txEl>
                                              <p:charRg st="0" end="24"/>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500"/>
                                        <p:tgtEl>
                                          <p:spTgt spid="19"/>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left)">
                                      <p:cBhvr>
                                        <p:cTn id="38" dur="500"/>
                                        <p:tgtEl>
                                          <p:spTgt spid="20"/>
                                        </p:tgtEl>
                                      </p:cBhvr>
                                    </p:animEffect>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4" grpId="0" build="p"/>
      <p:bldP spid="3" grpId="0" build="p"/>
      <p:bldP spid="19"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灯片编号占位符 3"/>
          <p:cNvSpPr txBox="1">
            <a:spLocks noGrp="1" noChangeArrowheads="1"/>
          </p:cNvSpPr>
          <p:nvPr>
            <p:ph type="sldNum" sz="quarter" idx="12"/>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5712FA2-BDB2-4A1E-B8CE-DF9128B80487}" type="slidenum">
              <a:rPr kumimoji="0" lang="en-US" altLang="zh-CN" sz="1400" b="0" i="0" u="none" strike="noStrike" kern="1200" cap="none" spc="0" normalizeH="0" baseline="0" noProof="1" smtClean="0">
                <a:ln>
                  <a:noFill/>
                </a:ln>
                <a:solidFill>
                  <a:schemeClr val="tx1"/>
                </a:solidFill>
                <a:effectLst/>
                <a:uLnTx/>
                <a:uFillTx/>
                <a:latin typeface="Arial" panose="020B0604020202020204" pitchFamily="34" charset="0"/>
                <a:ea typeface="+mn-ea"/>
                <a:cs typeface="+mn-cs"/>
              </a:rPr>
            </a:fld>
            <a:endParaRPr kumimoji="0" lang="en-US" altLang="zh-CN" sz="1400" b="0" i="0" u="none" strike="noStrike" kern="1200" cap="none" spc="0" normalizeH="0" baseline="0" noProof="1" smtClean="0">
              <a:ln>
                <a:noFill/>
              </a:ln>
              <a:solidFill>
                <a:schemeClr val="tx1"/>
              </a:solidFill>
              <a:effectLst/>
              <a:uLnTx/>
              <a:uFillTx/>
              <a:latin typeface="Arial" panose="020B0604020202020204" pitchFamily="34" charset="0"/>
              <a:ea typeface="+mn-ea"/>
              <a:cs typeface="+mn-cs"/>
            </a:endParaRPr>
          </a:p>
        </p:txBody>
      </p:sp>
      <p:sp>
        <p:nvSpPr>
          <p:cNvPr id="11" name="Rectangle 15"/>
          <p:cNvSpPr/>
          <p:nvPr/>
        </p:nvSpPr>
        <p:spPr>
          <a:xfrm>
            <a:off x="942975" y="592138"/>
            <a:ext cx="4895850" cy="460375"/>
          </a:xfrm>
          <a:prstGeom prst="rect">
            <a:avLst/>
          </a:prstGeom>
          <a:noFill/>
          <a:ln w="9525">
            <a:noFill/>
          </a:ln>
        </p:spPr>
        <p:txBody>
          <a:bodyPr anchor="t" anchorCtr="0">
            <a:spAutoFit/>
          </a:bodyPr>
          <a:p>
            <a:r>
              <a:rPr lang="zh-CN" altLang="en-US" sz="2400" dirty="0">
                <a:solidFill>
                  <a:srgbClr val="000000"/>
                </a:solidFill>
                <a:latin typeface="微软雅黑" panose="020B0503020204020204" charset="-122"/>
                <a:ea typeface="微软雅黑" panose="020B0503020204020204" charset="-122"/>
              </a:rPr>
              <a:t>稳态时振动物体速度：</a:t>
            </a:r>
            <a:endParaRPr lang="zh-CN" altLang="en-US" sz="2400" dirty="0">
              <a:solidFill>
                <a:srgbClr val="000000"/>
              </a:solidFill>
              <a:latin typeface="微软雅黑" panose="020B0503020204020204" charset="-122"/>
              <a:ea typeface="微软雅黑" panose="020B0503020204020204" charset="-122"/>
            </a:endParaRPr>
          </a:p>
        </p:txBody>
      </p:sp>
      <p:graphicFrame>
        <p:nvGraphicFramePr>
          <p:cNvPr id="4" name="对象 3">
            <a:hlinkClick r:id="" action="ppaction://ole?verb="/>
          </p:cNvPr>
          <p:cNvGraphicFramePr>
            <a:graphicFrameLocks noChangeAspect="1"/>
          </p:cNvGraphicFramePr>
          <p:nvPr/>
        </p:nvGraphicFramePr>
        <p:xfrm>
          <a:off x="1677988" y="1285875"/>
          <a:ext cx="4057650" cy="906463"/>
        </p:xfrm>
        <a:graphic>
          <a:graphicData uri="http://schemas.openxmlformats.org/presentationml/2006/ole">
            <mc:AlternateContent xmlns:mc="http://schemas.openxmlformats.org/markup-compatibility/2006">
              <mc:Choice xmlns:v="urn:schemas-microsoft-com:vml" Requires="v">
                <p:oleObj spid="_x0000_s3408" name="" r:id="rId1" imgW="1765300" imgH="393700" progId="Equation.KSEE3">
                  <p:embed/>
                </p:oleObj>
              </mc:Choice>
              <mc:Fallback>
                <p:oleObj name="" r:id="rId1" imgW="1765300" imgH="393700" progId="Equation.KSEE3">
                  <p:embed/>
                  <p:pic>
                    <p:nvPicPr>
                      <p:cNvPr id="0" name="图片 3407"/>
                      <p:cNvPicPr/>
                      <p:nvPr/>
                    </p:nvPicPr>
                    <p:blipFill>
                      <a:blip r:embed="rId2"/>
                      <a:stretch>
                        <a:fillRect/>
                      </a:stretch>
                    </p:blipFill>
                    <p:spPr>
                      <a:xfrm>
                        <a:off x="1677988" y="1285875"/>
                        <a:ext cx="4057650" cy="906463"/>
                      </a:xfrm>
                      <a:prstGeom prst="rect">
                        <a:avLst/>
                      </a:prstGeom>
                      <a:noFill/>
                      <a:ln w="38100">
                        <a:noFill/>
                        <a:miter/>
                      </a:ln>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1677988" y="2397125"/>
          <a:ext cx="3922712" cy="1063625"/>
        </p:xfrm>
        <a:graphic>
          <a:graphicData uri="http://schemas.openxmlformats.org/presentationml/2006/ole">
            <mc:AlternateContent xmlns:mc="http://schemas.openxmlformats.org/markup-compatibility/2006">
              <mc:Choice xmlns:v="urn:schemas-microsoft-com:vml" Requires="v">
                <p:oleObj spid="_x0000_s3405" name="" r:id="rId3" imgW="1828800" imgH="495300" progId="Equation.KSEE3">
                  <p:embed/>
                </p:oleObj>
              </mc:Choice>
              <mc:Fallback>
                <p:oleObj name="" r:id="rId3" imgW="1828800" imgH="495300" progId="Equation.KSEE3">
                  <p:embed/>
                  <p:pic>
                    <p:nvPicPr>
                      <p:cNvPr id="0" name="图片 3404"/>
                      <p:cNvPicPr/>
                      <p:nvPr/>
                    </p:nvPicPr>
                    <p:blipFill>
                      <a:blip r:embed="rId4"/>
                      <a:stretch>
                        <a:fillRect/>
                      </a:stretch>
                    </p:blipFill>
                    <p:spPr>
                      <a:xfrm>
                        <a:off x="1677988" y="2397125"/>
                        <a:ext cx="3922712" cy="1063625"/>
                      </a:xfrm>
                      <a:prstGeom prst="rect">
                        <a:avLst/>
                      </a:prstGeom>
                      <a:noFill/>
                      <a:ln w="38100">
                        <a:noFill/>
                        <a:miter/>
                      </a:ln>
                    </p:spPr>
                  </p:pic>
                </p:oleObj>
              </mc:Fallback>
            </mc:AlternateContent>
          </a:graphicData>
        </a:graphic>
      </p:graphicFrame>
      <p:sp>
        <p:nvSpPr>
          <p:cNvPr id="8" name="Rectangle 18"/>
          <p:cNvSpPr/>
          <p:nvPr/>
        </p:nvSpPr>
        <p:spPr>
          <a:xfrm>
            <a:off x="1104900" y="3568700"/>
            <a:ext cx="6934200" cy="1754188"/>
          </a:xfrm>
          <a:prstGeom prst="rect">
            <a:avLst/>
          </a:prstGeom>
          <a:noFill/>
          <a:ln w="9525" cap="rnd" cmpd="sng">
            <a:solidFill>
              <a:srgbClr val="FF3300"/>
            </a:solidFill>
            <a:prstDash val="sysDot"/>
            <a:miter/>
            <a:headEnd type="none" w="med" len="med"/>
            <a:tailEnd type="none" w="med" len="med"/>
          </a:ln>
        </p:spPr>
        <p:txBody>
          <a:bodyPr wrap="square" anchor="t" anchorCtr="0">
            <a:spAutoFit/>
          </a:bodyPr>
          <a:p>
            <a:pPr>
              <a:lnSpc>
                <a:spcPct val="150000"/>
              </a:lnSpc>
            </a:pPr>
            <a:r>
              <a:rPr lang="en-US" altLang="zh-CN" sz="2200" b="1" dirty="0">
                <a:solidFill>
                  <a:srgbClr val="FF3300"/>
                </a:solidFill>
                <a:latin typeface="楷体_GB2312" pitchFamily="49" charset="-122"/>
                <a:ea typeface="楷体_GB2312" pitchFamily="49" charset="-122"/>
              </a:rPr>
              <a:t>    </a:t>
            </a:r>
            <a:r>
              <a:rPr lang="zh-CN" altLang="en-US" sz="2400" dirty="0">
                <a:latin typeface="微软雅黑" panose="020B0503020204020204" charset="-122"/>
                <a:ea typeface="微软雅黑" panose="020B0503020204020204" charset="-122"/>
              </a:rPr>
              <a:t>在受迫振动中，周期性的驱动力对振动系统提供能量，另一方面系统又因阻尼而消耗能量，若二者相等，则系统达到稳定振动状态。</a:t>
            </a:r>
            <a:endParaRPr lang="zh-CN" altLang="en-US" sz="2400" dirty="0">
              <a:latin typeface="微软雅黑" panose="020B0503020204020204" charset="-122"/>
              <a:ea typeface="微软雅黑" panose="020B0503020204020204" charset="-122"/>
            </a:endParaRPr>
          </a:p>
        </p:txBody>
      </p:sp>
      <p:sp>
        <p:nvSpPr>
          <p:cNvPr id="5" name="Text Box 7"/>
          <p:cNvSpPr txBox="1"/>
          <p:nvPr/>
        </p:nvSpPr>
        <p:spPr>
          <a:xfrm>
            <a:off x="2613025" y="5626100"/>
            <a:ext cx="3451225" cy="762000"/>
          </a:xfrm>
          <a:prstGeom prst="rect">
            <a:avLst/>
          </a:prstGeom>
          <a:noFill/>
          <a:ln w="15875" cap="flat" cmpd="sng">
            <a:solidFill>
              <a:srgbClr val="00B050"/>
            </a:solidFill>
            <a:prstDash val="solid"/>
            <a:miter/>
            <a:headEnd type="none" w="med" len="med"/>
            <a:tailEnd type="none" w="med" len="med"/>
          </a:ln>
        </p:spPr>
        <p:txBody>
          <a:bodyPr wrap="square" anchor="t" anchorCtr="0">
            <a:spAutoFit/>
          </a:bodyPr>
          <a:p>
            <a:pPr>
              <a:lnSpc>
                <a:spcPct val="90000"/>
              </a:lnSpc>
              <a:spcBef>
                <a:spcPts val="50"/>
              </a:spcBef>
            </a:pPr>
            <a:r>
              <a:rPr lang="zh-CN" altLang="en-US" sz="2400" dirty="0">
                <a:solidFill>
                  <a:srgbClr val="C00000"/>
                </a:solidFill>
                <a:latin typeface="Times New Roman" panose="02020603050405020304" pitchFamily="18" charset="0"/>
                <a:ea typeface="微软雅黑" panose="020B0503020204020204" charset="-122"/>
              </a:rPr>
              <a:t>思想与观念：</a:t>
            </a:r>
            <a:endParaRPr lang="zh-CN" altLang="en-US" sz="2400" dirty="0">
              <a:solidFill>
                <a:srgbClr val="254265"/>
              </a:solidFill>
              <a:latin typeface="Times New Roman" panose="02020603050405020304" pitchFamily="18" charset="0"/>
              <a:ea typeface="微软雅黑" panose="020B0503020204020204" charset="-122"/>
            </a:endParaRPr>
          </a:p>
          <a:p>
            <a:pPr>
              <a:lnSpc>
                <a:spcPct val="90000"/>
              </a:lnSpc>
              <a:spcBef>
                <a:spcPts val="50"/>
              </a:spcBef>
            </a:pPr>
            <a:r>
              <a:rPr lang="zh-CN" altLang="en-US" sz="2400" dirty="0">
                <a:solidFill>
                  <a:srgbClr val="254265"/>
                </a:solidFill>
                <a:latin typeface="Times New Roman" panose="02020603050405020304" pitchFamily="18" charset="0"/>
                <a:ea typeface="微软雅黑" panose="020B0503020204020204" charset="-122"/>
              </a:rPr>
              <a:t>自我定位，目标驱动</a:t>
            </a:r>
            <a:r>
              <a:rPr lang="zh-CN" altLang="en-US" sz="2400" dirty="0">
                <a:solidFill>
                  <a:srgbClr val="254265"/>
                </a:solidFill>
                <a:latin typeface="Times New Roman" panose="02020603050405020304" pitchFamily="18" charset="0"/>
                <a:ea typeface="微软雅黑" panose="020B0503020204020204" charset="-122"/>
                <a:sym typeface="宋体" panose="02010600030101010101" pitchFamily="2" charset="-122"/>
              </a:rPr>
              <a:t>。</a:t>
            </a:r>
            <a:endParaRPr lang="zh-CN" altLang="en-US" sz="2400" dirty="0">
              <a:solidFill>
                <a:srgbClr val="254265"/>
              </a:solidFill>
              <a:latin typeface="Times New Roman" panose="02020603050405020304" pitchFamily="18" charset="0"/>
              <a:ea typeface="微软雅黑" panose="020B0503020204020204"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xEl>
                                              <p:charRg st="0" end="11"/>
                                            </p:txEl>
                                          </p:spTgt>
                                        </p:tgtEl>
                                        <p:attrNameLst>
                                          <p:attrName>style.visibility</p:attrName>
                                        </p:attrNameLst>
                                      </p:cBhvr>
                                      <p:to>
                                        <p:strVal val="visible"/>
                                      </p:to>
                                    </p:set>
                                    <p:animEffect transition="in" filter="wipe(left)">
                                      <p:cBhvr>
                                        <p:cTn id="7" dur="500"/>
                                        <p:tgtEl>
                                          <p:spTgt spid="11">
                                            <p:txEl>
                                              <p:charRg st="0" end="1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par>
                          <p:cTn id="16" fill="hold">
                            <p:stCondLst>
                              <p:cond delay="1500"/>
                            </p:stCondLst>
                            <p:childTnLst>
                              <p:par>
                                <p:cTn id="17" presetID="16" presetClass="entr" presetSubtype="2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childTnLst>
                          </p:cTn>
                        </p:par>
                        <p:par>
                          <p:cTn id="20" fill="hold">
                            <p:stCondLst>
                              <p:cond delay="2000"/>
                            </p:stCondLst>
                            <p:childTnLst>
                              <p:par>
                                <p:cTn id="21" presetID="4" presetClass="entr" presetSubtype="32"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ox(out)">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8" grpId="0" bldLvl="0" animBg="1"/>
      <p:bldP spid="5"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txBox="1">
            <a:spLocks noGrp="1"/>
          </p:cNvSpPr>
          <p:nvPr>
            <p:ph type="sldNum" sz="quarter" idx="12"/>
          </p:nvPr>
        </p:nvSpPr>
        <p:spPr>
          <a:ln/>
        </p:spPr>
        <p:txBody>
          <a:bodyPr vert="horz" wrap="square" lIns="91440" tIns="45720" rIns="91440" bIns="45720" numCol="1" rtlCol="0" anchor="ctr" anchorCtr="0" compatLnSpc="1"/>
          <a:lstStyle/>
          <a:p>
            <a:pPr marL="0" marR="0" lvl="0" indent="0" algn="r" defTabSz="914400" rtl="0" eaLnBrk="1" fontAlgn="base" latinLnBrk="0" hangingPunct="1">
              <a:lnSpc>
                <a:spcPct val="100000"/>
              </a:lnSpc>
              <a:spcBef>
                <a:spcPct val="50000"/>
              </a:spcBef>
              <a:spcAft>
                <a:spcPct val="0"/>
              </a:spcAft>
              <a:buClrTx/>
              <a:buSzTx/>
              <a:buFontTx/>
              <a:buNone/>
              <a:defRPr/>
            </a:pPr>
            <a:fld id="{E71253D4-24FD-44BF-9322-087C44B3BE52}" type="slidenum">
              <a:rPr kumimoji="0" lang="zh-CN" altLang="en-US" sz="1200" b="0" i="0" u="none" strike="noStrike" kern="1200" cap="none" spc="0" normalizeH="0" baseline="0" noProof="1" dirty="0" smtClean="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1" smtClean="0">
              <a:ln>
                <a:noFill/>
              </a:ln>
              <a:solidFill>
                <a:schemeClr val="tx1">
                  <a:tint val="75000"/>
                </a:schemeClr>
              </a:solidFill>
              <a:effectLst/>
              <a:uLnTx/>
              <a:uFillTx/>
              <a:latin typeface="Times New Roman" panose="02020603050405020304" pitchFamily="18" charset="0"/>
              <a:ea typeface="+mn-ea"/>
              <a:cs typeface="+mn-cs"/>
            </a:endParaRPr>
          </a:p>
        </p:txBody>
      </p:sp>
      <p:sp>
        <p:nvSpPr>
          <p:cNvPr id="266243" name="文本框 266242"/>
          <p:cNvSpPr txBox="1"/>
          <p:nvPr/>
        </p:nvSpPr>
        <p:spPr>
          <a:xfrm>
            <a:off x="679450" y="1047750"/>
            <a:ext cx="3887788" cy="3106738"/>
          </a:xfrm>
          <a:prstGeom prst="rect">
            <a:avLst/>
          </a:prstGeom>
          <a:noFill/>
          <a:ln w="9525">
            <a:noFill/>
          </a:ln>
        </p:spPr>
        <p:txBody>
          <a:bodyPr anchor="t" anchorCtr="0">
            <a:spAutoFit/>
          </a:bodyPr>
          <a:p>
            <a:pPr algn="just"/>
            <a:r>
              <a:rPr lang="en-US" altLang="zh-CN" b="1" dirty="0">
                <a:solidFill>
                  <a:srgbClr val="000000"/>
                </a:solidFill>
                <a:latin typeface="楷体_GB2312" pitchFamily="49" charset="-122"/>
                <a:ea typeface="楷体_GB2312" pitchFamily="49" charset="-122"/>
              </a:rPr>
              <a:t>    </a:t>
            </a:r>
            <a:r>
              <a:rPr lang="zh-CN" altLang="en-US" sz="2800" dirty="0">
                <a:solidFill>
                  <a:srgbClr val="000000"/>
                </a:solidFill>
                <a:latin typeface="微软雅黑" panose="020B0503020204020204" charset="-122"/>
                <a:ea typeface="微软雅黑" panose="020B0503020204020204" charset="-122"/>
              </a:rPr>
              <a:t>对于受迫振动，当外力幅值恒定时，稳定态振幅随驱动力的频率而变化。当驱动力的角频率等于某个特定值时，位移振幅达到最大值的现象称为</a:t>
            </a:r>
            <a:r>
              <a:rPr lang="zh-CN" altLang="en-US" sz="2800" dirty="0">
                <a:solidFill>
                  <a:srgbClr val="FF0000"/>
                </a:solidFill>
                <a:latin typeface="微软雅黑" panose="020B0503020204020204" charset="-122"/>
                <a:ea typeface="微软雅黑" panose="020B0503020204020204" charset="-122"/>
              </a:rPr>
              <a:t>位移共振。</a:t>
            </a:r>
            <a:endParaRPr lang="zh-CN" altLang="en-US" sz="2800" dirty="0">
              <a:solidFill>
                <a:srgbClr val="FF0000"/>
              </a:solidFill>
              <a:latin typeface="微软雅黑" panose="020B0503020204020204" charset="-122"/>
              <a:ea typeface="微软雅黑" panose="020B0503020204020204" charset="-122"/>
            </a:endParaRPr>
          </a:p>
        </p:txBody>
      </p:sp>
      <p:sp>
        <p:nvSpPr>
          <p:cNvPr id="94211" name="矩形 2"/>
          <p:cNvSpPr/>
          <p:nvPr/>
        </p:nvSpPr>
        <p:spPr>
          <a:xfrm>
            <a:off x="679450" y="298450"/>
            <a:ext cx="7481888" cy="565150"/>
          </a:xfrm>
          <a:prstGeom prst="rect">
            <a:avLst/>
          </a:prstGeom>
          <a:noFill/>
          <a:ln w="9525">
            <a:noFill/>
          </a:ln>
        </p:spPr>
        <p:txBody>
          <a:bodyPr anchor="t" anchorCtr="0">
            <a:spAutoFit/>
          </a:bodyPr>
          <a:p>
            <a:pPr>
              <a:lnSpc>
                <a:spcPct val="110000"/>
              </a:lnSpc>
            </a:pPr>
            <a:r>
              <a:rPr lang="zh-CN" altLang="en-US" sz="2800" b="1" dirty="0">
                <a:solidFill>
                  <a:srgbClr val="254265"/>
                </a:solidFill>
                <a:latin typeface="微软雅黑" panose="020B0503020204020204" charset="-122"/>
                <a:ea typeface="微软雅黑" panose="020B0503020204020204" charset="-122"/>
              </a:rPr>
              <a:t>三、</a:t>
            </a:r>
            <a:r>
              <a:rPr lang="zh-CN" altLang="en-US" sz="2800" b="1" dirty="0">
                <a:solidFill>
                  <a:srgbClr val="254265"/>
                </a:solidFill>
                <a:latin typeface="微软雅黑" panose="020B0503020204020204" charset="-122"/>
                <a:ea typeface="微软雅黑" panose="020B0503020204020204" charset="-122"/>
                <a:sym typeface="宋体" panose="02010600030101010101" pitchFamily="2" charset="-122"/>
              </a:rPr>
              <a:t>共振</a:t>
            </a:r>
            <a:endParaRPr lang="zh-CN" altLang="en-US" sz="2800" b="1" dirty="0">
              <a:solidFill>
                <a:srgbClr val="254265"/>
              </a:solidFill>
              <a:latin typeface="微软雅黑" panose="020B0503020204020204" charset="-122"/>
              <a:ea typeface="微软雅黑" panose="020B0503020204020204" charset="-122"/>
            </a:endParaRPr>
          </a:p>
        </p:txBody>
      </p:sp>
      <p:graphicFrame>
        <p:nvGraphicFramePr>
          <p:cNvPr id="94212" name="对象 19">
            <a:hlinkClick r:id="" action="ppaction://ole?verb="/>
          </p:cNvPr>
          <p:cNvGraphicFramePr>
            <a:graphicFrameLocks noChangeAspect="1"/>
          </p:cNvGraphicFramePr>
          <p:nvPr/>
        </p:nvGraphicFramePr>
        <p:xfrm>
          <a:off x="4210050" y="227013"/>
          <a:ext cx="3951288" cy="1101725"/>
        </p:xfrm>
        <a:graphic>
          <a:graphicData uri="http://schemas.openxmlformats.org/presentationml/2006/ole">
            <mc:AlternateContent xmlns:mc="http://schemas.openxmlformats.org/markup-compatibility/2006">
              <mc:Choice xmlns:v="urn:schemas-microsoft-com:vml" Requires="v">
                <p:oleObj spid="_x0000_s3409" name="" r:id="rId1" imgW="1777365" imgH="495300" progId="Equation.KSEE3">
                  <p:embed/>
                </p:oleObj>
              </mc:Choice>
              <mc:Fallback>
                <p:oleObj name="" r:id="rId1" imgW="1777365" imgH="495300" progId="Equation.KSEE3">
                  <p:embed/>
                  <p:pic>
                    <p:nvPicPr>
                      <p:cNvPr id="0" name="图片 3408"/>
                      <p:cNvPicPr/>
                      <p:nvPr/>
                    </p:nvPicPr>
                    <p:blipFill>
                      <a:blip r:embed="rId2"/>
                      <a:stretch>
                        <a:fillRect/>
                      </a:stretch>
                    </p:blipFill>
                    <p:spPr>
                      <a:xfrm>
                        <a:off x="4210050" y="227013"/>
                        <a:ext cx="3951288" cy="1101725"/>
                      </a:xfrm>
                      <a:prstGeom prst="rect">
                        <a:avLst/>
                      </a:prstGeom>
                      <a:noFill/>
                      <a:ln w="38100">
                        <a:noFill/>
                        <a:miter/>
                      </a:ln>
                    </p:spPr>
                  </p:pic>
                </p:oleObj>
              </mc:Fallback>
            </mc:AlternateContent>
          </a:graphicData>
        </a:graphic>
      </p:graphicFrame>
      <p:sp>
        <p:nvSpPr>
          <p:cNvPr id="4" name="矩形 3"/>
          <p:cNvSpPr/>
          <p:nvPr/>
        </p:nvSpPr>
        <p:spPr>
          <a:xfrm>
            <a:off x="1233488" y="4424363"/>
            <a:ext cx="1073150" cy="522287"/>
          </a:xfrm>
          <a:prstGeom prst="rect">
            <a:avLst/>
          </a:prstGeom>
          <a:noFill/>
          <a:ln w="9525">
            <a:noFill/>
          </a:ln>
        </p:spPr>
        <p:txBody>
          <a:bodyPr wrap="square" anchor="t" anchorCtr="0">
            <a:spAutoFit/>
          </a:bodyPr>
          <a:p>
            <a:r>
              <a:rPr lang="zh-CN" altLang="en-US" sz="2800" dirty="0">
                <a:solidFill>
                  <a:srgbClr val="000000"/>
                </a:solidFill>
                <a:latin typeface="微软雅黑" panose="020B0503020204020204" charset="-122"/>
                <a:ea typeface="微软雅黑" panose="020B0503020204020204" charset="-122"/>
              </a:rPr>
              <a:t>根据</a:t>
            </a:r>
            <a:endParaRPr lang="zh-CN" altLang="en-US" b="1" dirty="0">
              <a:solidFill>
                <a:srgbClr val="000000"/>
              </a:solidFill>
              <a:latin typeface="楷体_GB2312" pitchFamily="49" charset="-122"/>
              <a:ea typeface="楷体_GB2312" pitchFamily="49" charset="-122"/>
            </a:endParaRPr>
          </a:p>
        </p:txBody>
      </p:sp>
      <p:sp>
        <p:nvSpPr>
          <p:cNvPr id="6" name="燕尾形箭头 5"/>
          <p:cNvSpPr/>
          <p:nvPr/>
        </p:nvSpPr>
        <p:spPr>
          <a:xfrm>
            <a:off x="1008063" y="5332413"/>
            <a:ext cx="533400" cy="201612"/>
          </a:xfrm>
          <a:prstGeom prst="notchedRightArrow">
            <a:avLst>
              <a:gd name="adj1" fmla="val 50000"/>
              <a:gd name="adj2" fmla="val 66080"/>
            </a:avLst>
          </a:prstGeom>
          <a:solidFill>
            <a:srgbClr val="66FF66"/>
          </a:solidFill>
          <a:ln w="9525" cap="flat" cmpd="sng">
            <a:solidFill>
              <a:srgbClr val="FF3300"/>
            </a:solidFill>
            <a:prstDash val="solid"/>
            <a:miter/>
            <a:headEnd type="none" w="med" len="med"/>
            <a:tailEnd type="none" w="med" len="med"/>
          </a:ln>
        </p:spPr>
        <p:txBody>
          <a:bodyPr anchor="t" anchorCtr="0"/>
          <a:p>
            <a:endParaRPr lang="zh-CN" altLang="en-US" dirty="0">
              <a:latin typeface="Calibri" panose="020F0502020204030204" charset="0"/>
              <a:ea typeface="宋体" panose="02010600030101010101" pitchFamily="2" charset="-122"/>
            </a:endParaRPr>
          </a:p>
        </p:txBody>
      </p:sp>
      <p:graphicFrame>
        <p:nvGraphicFramePr>
          <p:cNvPr id="7" name="对象 6"/>
          <p:cNvGraphicFramePr/>
          <p:nvPr/>
        </p:nvGraphicFramePr>
        <p:xfrm>
          <a:off x="1673225" y="5132388"/>
          <a:ext cx="2454275" cy="579437"/>
        </p:xfrm>
        <a:graphic>
          <a:graphicData uri="http://schemas.openxmlformats.org/presentationml/2006/ole">
            <mc:AlternateContent xmlns:mc="http://schemas.openxmlformats.org/markup-compatibility/2006">
              <mc:Choice xmlns:v="urn:schemas-microsoft-com:vml" Requires="v">
                <p:oleObj spid="_x0000_s3411" name="" r:id="rId3" imgW="1167765" imgH="292100" progId="Equation.3">
                  <p:embed/>
                </p:oleObj>
              </mc:Choice>
              <mc:Fallback>
                <p:oleObj name="" r:id="rId3" imgW="1167765" imgH="292100" progId="Equation.3">
                  <p:embed/>
                  <p:pic>
                    <p:nvPicPr>
                      <p:cNvPr id="0" name="图片 3410"/>
                      <p:cNvPicPr/>
                      <p:nvPr/>
                    </p:nvPicPr>
                    <p:blipFill>
                      <a:blip r:embed="rId4"/>
                      <a:stretch>
                        <a:fillRect/>
                      </a:stretch>
                    </p:blipFill>
                    <p:spPr>
                      <a:xfrm>
                        <a:off x="1673225" y="5132388"/>
                        <a:ext cx="2454275" cy="579437"/>
                      </a:xfrm>
                      <a:prstGeom prst="rect">
                        <a:avLst/>
                      </a:prstGeom>
                      <a:noFill/>
                      <a:ln w="38100">
                        <a:noFill/>
                        <a:miter/>
                      </a:ln>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2306638" y="4338638"/>
          <a:ext cx="941387" cy="768350"/>
        </p:xfrm>
        <a:graphic>
          <a:graphicData uri="http://schemas.openxmlformats.org/presentationml/2006/ole">
            <mc:AlternateContent xmlns:mc="http://schemas.openxmlformats.org/markup-compatibility/2006">
              <mc:Choice xmlns:v="urn:schemas-microsoft-com:vml" Requires="v">
                <p:oleObj spid="_x0000_s3413" name="" r:id="rId5" imgW="482600" imgH="393700" progId="Equation.KSEE3">
                  <p:embed/>
                </p:oleObj>
              </mc:Choice>
              <mc:Fallback>
                <p:oleObj name="" r:id="rId5" imgW="482600" imgH="393700" progId="Equation.KSEE3">
                  <p:embed/>
                  <p:pic>
                    <p:nvPicPr>
                      <p:cNvPr id="0" name="图片 3412"/>
                      <p:cNvPicPr/>
                      <p:nvPr/>
                    </p:nvPicPr>
                    <p:blipFill>
                      <a:blip r:embed="rId6"/>
                      <a:stretch>
                        <a:fillRect/>
                      </a:stretch>
                    </p:blipFill>
                    <p:spPr>
                      <a:xfrm>
                        <a:off x="2306638" y="4338638"/>
                        <a:ext cx="941387" cy="768350"/>
                      </a:xfrm>
                      <a:prstGeom prst="rect">
                        <a:avLst/>
                      </a:prstGeom>
                      <a:noFill/>
                      <a:ln w="38100">
                        <a:noFill/>
                        <a:miter/>
                      </a:ln>
                    </p:spPr>
                  </p:pic>
                </p:oleObj>
              </mc:Fallback>
            </mc:AlternateContent>
          </a:graphicData>
        </a:graphic>
      </p:graphicFrame>
      <p:sp>
        <p:nvSpPr>
          <p:cNvPr id="11" name="Text Box 7"/>
          <p:cNvSpPr txBox="1"/>
          <p:nvPr/>
        </p:nvSpPr>
        <p:spPr>
          <a:xfrm>
            <a:off x="1152525" y="5875338"/>
            <a:ext cx="4721225" cy="762000"/>
          </a:xfrm>
          <a:prstGeom prst="rect">
            <a:avLst/>
          </a:prstGeom>
          <a:noFill/>
          <a:ln w="15875" cap="flat" cmpd="sng">
            <a:solidFill>
              <a:srgbClr val="00B050"/>
            </a:solidFill>
            <a:prstDash val="solid"/>
            <a:miter/>
            <a:headEnd type="none" w="med" len="med"/>
            <a:tailEnd type="none" w="med" len="med"/>
          </a:ln>
        </p:spPr>
        <p:txBody>
          <a:bodyPr wrap="square" anchor="t" anchorCtr="0">
            <a:spAutoFit/>
          </a:bodyPr>
          <a:p>
            <a:pPr>
              <a:lnSpc>
                <a:spcPct val="90000"/>
              </a:lnSpc>
              <a:spcBef>
                <a:spcPts val="50"/>
              </a:spcBef>
            </a:pPr>
            <a:r>
              <a:rPr lang="zh-CN" altLang="en-US" sz="2400" dirty="0">
                <a:solidFill>
                  <a:srgbClr val="C00000"/>
                </a:solidFill>
                <a:latin typeface="Times New Roman" panose="02020603050405020304" pitchFamily="18" charset="0"/>
                <a:ea typeface="微软雅黑" panose="020B0503020204020204" charset="-122"/>
              </a:rPr>
              <a:t>思想与观念：</a:t>
            </a:r>
            <a:endParaRPr lang="zh-CN" altLang="en-US" sz="2400" dirty="0">
              <a:solidFill>
                <a:srgbClr val="254265"/>
              </a:solidFill>
              <a:latin typeface="Times New Roman" panose="02020603050405020304" pitchFamily="18" charset="0"/>
              <a:ea typeface="微软雅黑" panose="020B0503020204020204" charset="-122"/>
            </a:endParaRPr>
          </a:p>
          <a:p>
            <a:pPr>
              <a:lnSpc>
                <a:spcPct val="90000"/>
              </a:lnSpc>
              <a:spcBef>
                <a:spcPts val="50"/>
              </a:spcBef>
            </a:pPr>
            <a:r>
              <a:rPr lang="zh-CN" altLang="en-US" sz="2400" dirty="0">
                <a:solidFill>
                  <a:srgbClr val="254265"/>
                </a:solidFill>
                <a:latin typeface="Times New Roman" panose="02020603050405020304" pitchFamily="18" charset="0"/>
                <a:ea typeface="微软雅黑" panose="020B0503020204020204" charset="-122"/>
              </a:rPr>
              <a:t>与时代同步伐，与人民共命运</a:t>
            </a:r>
            <a:r>
              <a:rPr lang="zh-CN" altLang="en-US" sz="2400" dirty="0">
                <a:solidFill>
                  <a:srgbClr val="254265"/>
                </a:solidFill>
                <a:latin typeface="Times New Roman" panose="02020603050405020304" pitchFamily="18" charset="0"/>
                <a:ea typeface="微软雅黑" panose="020B0503020204020204" charset="-122"/>
                <a:sym typeface="宋体" panose="02010600030101010101" pitchFamily="2" charset="-122"/>
              </a:rPr>
              <a:t>。</a:t>
            </a:r>
            <a:endParaRPr lang="zh-CN" altLang="en-US" sz="2400" dirty="0">
              <a:solidFill>
                <a:srgbClr val="254265"/>
              </a:solidFill>
              <a:latin typeface="Times New Roman" panose="02020603050405020304" pitchFamily="18" charset="0"/>
              <a:ea typeface="微软雅黑" panose="020B0503020204020204" charset="-122"/>
              <a:sym typeface="宋体" panose="02010600030101010101" pitchFamily="2" charset="-122"/>
            </a:endParaRPr>
          </a:p>
        </p:txBody>
      </p:sp>
      <p:grpSp>
        <p:nvGrpSpPr>
          <p:cNvPr id="12" name="组合 11"/>
          <p:cNvGrpSpPr/>
          <p:nvPr/>
        </p:nvGrpSpPr>
        <p:grpSpPr>
          <a:xfrm>
            <a:off x="5241925" y="1609725"/>
            <a:ext cx="2459038" cy="3116263"/>
            <a:chOff x="3508" y="1059"/>
            <a:chExt cx="1549" cy="1963"/>
          </a:xfrm>
        </p:grpSpPr>
        <p:sp>
          <p:nvSpPr>
            <p:cNvPr id="94219" name="任意多边形 266244"/>
            <p:cNvSpPr/>
            <p:nvPr/>
          </p:nvSpPr>
          <p:spPr>
            <a:xfrm>
              <a:off x="3508" y="1081"/>
              <a:ext cx="564" cy="1885"/>
            </a:xfrm>
            <a:custGeom>
              <a:avLst/>
              <a:gdLst/>
              <a:ahLst/>
              <a:cxnLst>
                <a:cxn ang="0">
                  <a:pos x="0" y="1884"/>
                </a:cxn>
                <a:cxn ang="0">
                  <a:pos x="77" y="1791"/>
                </a:cxn>
                <a:cxn ang="0">
                  <a:pos x="116" y="1744"/>
                </a:cxn>
                <a:cxn ang="0">
                  <a:pos x="152" y="1695"/>
                </a:cxn>
                <a:cxn ang="0">
                  <a:pos x="187" y="1645"/>
                </a:cxn>
                <a:cxn ang="0">
                  <a:pos x="221" y="1593"/>
                </a:cxn>
                <a:cxn ang="0">
                  <a:pos x="252" y="1539"/>
                </a:cxn>
                <a:cxn ang="0">
                  <a:pos x="281" y="1482"/>
                </a:cxn>
                <a:cxn ang="0">
                  <a:pos x="308" y="1424"/>
                </a:cxn>
                <a:cxn ang="0">
                  <a:pos x="331" y="1362"/>
                </a:cxn>
                <a:cxn ang="0">
                  <a:pos x="354" y="1298"/>
                </a:cxn>
                <a:cxn ang="0">
                  <a:pos x="374" y="1233"/>
                </a:cxn>
                <a:cxn ang="0">
                  <a:pos x="392" y="1165"/>
                </a:cxn>
                <a:cxn ang="0">
                  <a:pos x="410" y="1098"/>
                </a:cxn>
                <a:cxn ang="0">
                  <a:pos x="426" y="1030"/>
                </a:cxn>
                <a:cxn ang="0">
                  <a:pos x="442" y="961"/>
                </a:cxn>
                <a:cxn ang="0">
                  <a:pos x="449" y="927"/>
                </a:cxn>
                <a:cxn ang="0">
                  <a:pos x="456" y="892"/>
                </a:cxn>
                <a:cxn ang="0">
                  <a:pos x="469" y="821"/>
                </a:cxn>
                <a:cxn ang="0">
                  <a:pos x="479" y="747"/>
                </a:cxn>
                <a:cxn ang="0">
                  <a:pos x="489" y="674"/>
                </a:cxn>
                <a:cxn ang="0">
                  <a:pos x="498" y="601"/>
                </a:cxn>
                <a:cxn ang="0">
                  <a:pos x="507" y="531"/>
                </a:cxn>
                <a:cxn ang="0">
                  <a:pos x="510" y="496"/>
                </a:cxn>
                <a:cxn ang="0">
                  <a:pos x="515" y="464"/>
                </a:cxn>
                <a:cxn ang="0">
                  <a:pos x="519" y="431"/>
                </a:cxn>
                <a:cxn ang="0">
                  <a:pos x="523" y="401"/>
                </a:cxn>
                <a:cxn ang="0">
                  <a:pos x="525" y="371"/>
                </a:cxn>
                <a:cxn ang="0">
                  <a:pos x="529" y="341"/>
                </a:cxn>
                <a:cxn ang="0">
                  <a:pos x="536" y="287"/>
                </a:cxn>
                <a:cxn ang="0">
                  <a:pos x="542" y="235"/>
                </a:cxn>
                <a:cxn ang="0">
                  <a:pos x="547" y="185"/>
                </a:cxn>
                <a:cxn ang="0">
                  <a:pos x="551" y="137"/>
                </a:cxn>
                <a:cxn ang="0">
                  <a:pos x="555" y="91"/>
                </a:cxn>
                <a:cxn ang="0">
                  <a:pos x="560" y="45"/>
                </a:cxn>
                <a:cxn ang="0">
                  <a:pos x="563" y="0"/>
                </a:cxn>
              </a:cxnLst>
              <a:pathLst>
                <a:path w="627" h="2098">
                  <a:moveTo>
                    <a:pt x="0" y="2097"/>
                  </a:moveTo>
                  <a:lnTo>
                    <a:pt x="86" y="1993"/>
                  </a:lnTo>
                  <a:lnTo>
                    <a:pt x="129" y="1941"/>
                  </a:lnTo>
                  <a:lnTo>
                    <a:pt x="169" y="1886"/>
                  </a:lnTo>
                  <a:lnTo>
                    <a:pt x="208" y="1831"/>
                  </a:lnTo>
                  <a:lnTo>
                    <a:pt x="246" y="1773"/>
                  </a:lnTo>
                  <a:lnTo>
                    <a:pt x="280" y="1713"/>
                  </a:lnTo>
                  <a:lnTo>
                    <a:pt x="312" y="1650"/>
                  </a:lnTo>
                  <a:lnTo>
                    <a:pt x="342" y="1585"/>
                  </a:lnTo>
                  <a:lnTo>
                    <a:pt x="368" y="1516"/>
                  </a:lnTo>
                  <a:lnTo>
                    <a:pt x="393" y="1445"/>
                  </a:lnTo>
                  <a:lnTo>
                    <a:pt x="416" y="1372"/>
                  </a:lnTo>
                  <a:lnTo>
                    <a:pt x="436" y="1297"/>
                  </a:lnTo>
                  <a:lnTo>
                    <a:pt x="456" y="1222"/>
                  </a:lnTo>
                  <a:lnTo>
                    <a:pt x="474" y="1146"/>
                  </a:lnTo>
                  <a:lnTo>
                    <a:pt x="491" y="1070"/>
                  </a:lnTo>
                  <a:lnTo>
                    <a:pt x="499" y="1032"/>
                  </a:lnTo>
                  <a:lnTo>
                    <a:pt x="507" y="993"/>
                  </a:lnTo>
                  <a:lnTo>
                    <a:pt x="521" y="914"/>
                  </a:lnTo>
                  <a:lnTo>
                    <a:pt x="533" y="831"/>
                  </a:lnTo>
                  <a:lnTo>
                    <a:pt x="544" y="750"/>
                  </a:lnTo>
                  <a:lnTo>
                    <a:pt x="554" y="669"/>
                  </a:lnTo>
                  <a:lnTo>
                    <a:pt x="564" y="591"/>
                  </a:lnTo>
                  <a:lnTo>
                    <a:pt x="567" y="552"/>
                  </a:lnTo>
                  <a:lnTo>
                    <a:pt x="572" y="516"/>
                  </a:lnTo>
                  <a:lnTo>
                    <a:pt x="577" y="480"/>
                  </a:lnTo>
                  <a:lnTo>
                    <a:pt x="581" y="446"/>
                  </a:lnTo>
                  <a:lnTo>
                    <a:pt x="584" y="413"/>
                  </a:lnTo>
                  <a:lnTo>
                    <a:pt x="588" y="380"/>
                  </a:lnTo>
                  <a:lnTo>
                    <a:pt x="596" y="319"/>
                  </a:lnTo>
                  <a:lnTo>
                    <a:pt x="602" y="262"/>
                  </a:lnTo>
                  <a:lnTo>
                    <a:pt x="608" y="206"/>
                  </a:lnTo>
                  <a:lnTo>
                    <a:pt x="612" y="153"/>
                  </a:lnTo>
                  <a:lnTo>
                    <a:pt x="617" y="101"/>
                  </a:lnTo>
                  <a:lnTo>
                    <a:pt x="622" y="50"/>
                  </a:lnTo>
                  <a:lnTo>
                    <a:pt x="626" y="0"/>
                  </a:lnTo>
                </a:path>
              </a:pathLst>
            </a:custGeom>
            <a:noFill/>
            <a:ln w="25400" cap="flat" cmpd="sng">
              <a:solidFill>
                <a:schemeClr val="bg2"/>
              </a:solidFill>
              <a:prstDash val="sysDot"/>
              <a:round/>
              <a:headEnd type="none" w="sm" len="sm"/>
              <a:tailEnd type="none" w="sm" len="sm"/>
            </a:ln>
          </p:spPr>
          <p:txBody>
            <a:bodyPr/>
            <a:p>
              <a:endParaRPr lang="zh-CN" altLang="en-US"/>
            </a:p>
          </p:txBody>
        </p:sp>
        <p:sp>
          <p:nvSpPr>
            <p:cNvPr id="94220" name="任意多边形 266245"/>
            <p:cNvSpPr/>
            <p:nvPr/>
          </p:nvSpPr>
          <p:spPr>
            <a:xfrm>
              <a:off x="4290" y="1059"/>
              <a:ext cx="767" cy="1963"/>
            </a:xfrm>
            <a:custGeom>
              <a:avLst/>
              <a:gdLst/>
              <a:ahLst/>
              <a:cxnLst>
                <a:cxn ang="0">
                  <a:pos x="766" y="1962"/>
                </a:cxn>
                <a:cxn ang="0">
                  <a:pos x="658" y="1865"/>
                </a:cxn>
                <a:cxn ang="0">
                  <a:pos x="606" y="1816"/>
                </a:cxn>
                <a:cxn ang="0">
                  <a:pos x="557" y="1765"/>
                </a:cxn>
                <a:cxn ang="0">
                  <a:pos x="510" y="1713"/>
                </a:cxn>
                <a:cxn ang="0">
                  <a:pos x="463" y="1659"/>
                </a:cxn>
                <a:cxn ang="0">
                  <a:pos x="421" y="1603"/>
                </a:cxn>
                <a:cxn ang="0">
                  <a:pos x="383" y="1544"/>
                </a:cxn>
                <a:cxn ang="0">
                  <a:pos x="346" y="1483"/>
                </a:cxn>
                <a:cxn ang="0">
                  <a:pos x="314" y="1419"/>
                </a:cxn>
                <a:cxn ang="0">
                  <a:pos x="283" y="1352"/>
                </a:cxn>
                <a:cxn ang="0">
                  <a:pos x="255" y="1284"/>
                </a:cxn>
                <a:cxn ang="0">
                  <a:pos x="231" y="1214"/>
                </a:cxn>
                <a:cxn ang="0">
                  <a:pos x="206" y="1144"/>
                </a:cxn>
                <a:cxn ang="0">
                  <a:pos x="184" y="1073"/>
                </a:cxn>
                <a:cxn ang="0">
                  <a:pos x="164" y="1002"/>
                </a:cxn>
                <a:cxn ang="0">
                  <a:pos x="153" y="966"/>
                </a:cxn>
                <a:cxn ang="0">
                  <a:pos x="144" y="930"/>
                </a:cxn>
                <a:cxn ang="0">
                  <a:pos x="127" y="856"/>
                </a:cxn>
                <a:cxn ang="0">
                  <a:pos x="112" y="778"/>
                </a:cxn>
                <a:cxn ang="0">
                  <a:pos x="99" y="702"/>
                </a:cxn>
                <a:cxn ang="0">
                  <a:pos x="86" y="627"/>
                </a:cxn>
                <a:cxn ang="0">
                  <a:pos x="74" y="554"/>
                </a:cxn>
                <a:cxn ang="0">
                  <a:pos x="70" y="517"/>
                </a:cxn>
                <a:cxn ang="0">
                  <a:pos x="64" y="484"/>
                </a:cxn>
                <a:cxn ang="0">
                  <a:pos x="59" y="450"/>
                </a:cxn>
                <a:cxn ang="0">
                  <a:pos x="53" y="418"/>
                </a:cxn>
                <a:cxn ang="0">
                  <a:pos x="50" y="387"/>
                </a:cxn>
                <a:cxn ang="0">
                  <a:pos x="45" y="356"/>
                </a:cxn>
                <a:cxn ang="0">
                  <a:pos x="35" y="299"/>
                </a:cxn>
                <a:cxn ang="0">
                  <a:pos x="28" y="246"/>
                </a:cxn>
                <a:cxn ang="0">
                  <a:pos x="20" y="194"/>
                </a:cxn>
                <a:cxn ang="0">
                  <a:pos x="15" y="144"/>
                </a:cxn>
                <a:cxn ang="0">
                  <a:pos x="10" y="95"/>
                </a:cxn>
                <a:cxn ang="0">
                  <a:pos x="3" y="48"/>
                </a:cxn>
                <a:cxn ang="0">
                  <a:pos x="0" y="0"/>
                </a:cxn>
              </a:cxnLst>
              <a:pathLst>
                <a:path w="721" h="2099">
                  <a:moveTo>
                    <a:pt x="720" y="2098"/>
                  </a:moveTo>
                  <a:lnTo>
                    <a:pt x="619" y="1994"/>
                  </a:lnTo>
                  <a:lnTo>
                    <a:pt x="570" y="1942"/>
                  </a:lnTo>
                  <a:lnTo>
                    <a:pt x="524" y="1887"/>
                  </a:lnTo>
                  <a:lnTo>
                    <a:pt x="479" y="1832"/>
                  </a:lnTo>
                  <a:lnTo>
                    <a:pt x="435" y="1774"/>
                  </a:lnTo>
                  <a:lnTo>
                    <a:pt x="396" y="1714"/>
                  </a:lnTo>
                  <a:lnTo>
                    <a:pt x="360" y="1651"/>
                  </a:lnTo>
                  <a:lnTo>
                    <a:pt x="325" y="1586"/>
                  </a:lnTo>
                  <a:lnTo>
                    <a:pt x="295" y="1517"/>
                  </a:lnTo>
                  <a:lnTo>
                    <a:pt x="266" y="1446"/>
                  </a:lnTo>
                  <a:lnTo>
                    <a:pt x="240" y="1373"/>
                  </a:lnTo>
                  <a:lnTo>
                    <a:pt x="217" y="1298"/>
                  </a:lnTo>
                  <a:lnTo>
                    <a:pt x="194" y="1223"/>
                  </a:lnTo>
                  <a:lnTo>
                    <a:pt x="173" y="1147"/>
                  </a:lnTo>
                  <a:lnTo>
                    <a:pt x="154" y="1071"/>
                  </a:lnTo>
                  <a:lnTo>
                    <a:pt x="144" y="1033"/>
                  </a:lnTo>
                  <a:lnTo>
                    <a:pt x="135" y="994"/>
                  </a:lnTo>
                  <a:lnTo>
                    <a:pt x="119" y="915"/>
                  </a:lnTo>
                  <a:lnTo>
                    <a:pt x="105" y="832"/>
                  </a:lnTo>
                  <a:lnTo>
                    <a:pt x="93" y="751"/>
                  </a:lnTo>
                  <a:lnTo>
                    <a:pt x="81" y="670"/>
                  </a:lnTo>
                  <a:lnTo>
                    <a:pt x="70" y="592"/>
                  </a:lnTo>
                  <a:lnTo>
                    <a:pt x="66" y="553"/>
                  </a:lnTo>
                  <a:lnTo>
                    <a:pt x="60" y="517"/>
                  </a:lnTo>
                  <a:lnTo>
                    <a:pt x="55" y="481"/>
                  </a:lnTo>
                  <a:lnTo>
                    <a:pt x="50" y="447"/>
                  </a:lnTo>
                  <a:lnTo>
                    <a:pt x="47" y="414"/>
                  </a:lnTo>
                  <a:lnTo>
                    <a:pt x="42" y="381"/>
                  </a:lnTo>
                  <a:lnTo>
                    <a:pt x="33" y="320"/>
                  </a:lnTo>
                  <a:lnTo>
                    <a:pt x="26" y="263"/>
                  </a:lnTo>
                  <a:lnTo>
                    <a:pt x="19" y="207"/>
                  </a:lnTo>
                  <a:lnTo>
                    <a:pt x="14" y="154"/>
                  </a:lnTo>
                  <a:lnTo>
                    <a:pt x="9" y="102"/>
                  </a:lnTo>
                  <a:lnTo>
                    <a:pt x="3" y="51"/>
                  </a:lnTo>
                  <a:lnTo>
                    <a:pt x="0" y="0"/>
                  </a:lnTo>
                </a:path>
              </a:pathLst>
            </a:custGeom>
            <a:noFill/>
            <a:ln w="25400" cap="flat" cmpd="sng">
              <a:solidFill>
                <a:schemeClr val="bg2"/>
              </a:solidFill>
              <a:prstDash val="sysDot"/>
              <a:round/>
              <a:headEnd type="none" w="sm" len="sm"/>
              <a:tailEnd type="none" w="sm" len="sm"/>
            </a:ln>
          </p:spPr>
          <p:txBody>
            <a:bodyPr/>
            <a:p>
              <a:endParaRPr lang="zh-CN" altLang="en-US"/>
            </a:p>
          </p:txBody>
        </p:sp>
      </p:grpSp>
      <p:grpSp>
        <p:nvGrpSpPr>
          <p:cNvPr id="15" name="组合 14"/>
          <p:cNvGrpSpPr/>
          <p:nvPr/>
        </p:nvGrpSpPr>
        <p:grpSpPr>
          <a:xfrm>
            <a:off x="4660900" y="1555750"/>
            <a:ext cx="442913" cy="3997325"/>
            <a:chOff x="3142" y="1025"/>
            <a:chExt cx="279" cy="2518"/>
          </a:xfrm>
        </p:grpSpPr>
        <p:sp>
          <p:nvSpPr>
            <p:cNvPr id="94222" name="直接连接符 266247"/>
            <p:cNvSpPr/>
            <p:nvPr/>
          </p:nvSpPr>
          <p:spPr>
            <a:xfrm>
              <a:off x="3421" y="1047"/>
              <a:ext cx="0" cy="2496"/>
            </a:xfrm>
            <a:prstGeom prst="line">
              <a:avLst/>
            </a:prstGeom>
            <a:ln w="28575" cap="flat" cmpd="sng">
              <a:solidFill>
                <a:schemeClr val="tx1"/>
              </a:solidFill>
              <a:prstDash val="solid"/>
              <a:round/>
              <a:headEnd type="triangle" w="med" len="lg"/>
              <a:tailEnd type="none" w="sm" len="sm"/>
            </a:ln>
          </p:spPr>
        </p:sp>
        <p:graphicFrame>
          <p:nvGraphicFramePr>
            <p:cNvPr id="94223" name="对象 266248"/>
            <p:cNvGraphicFramePr/>
            <p:nvPr/>
          </p:nvGraphicFramePr>
          <p:xfrm>
            <a:off x="3142" y="1025"/>
            <a:ext cx="163" cy="183"/>
          </p:xfrm>
          <a:graphic>
            <a:graphicData uri="http://schemas.openxmlformats.org/presentationml/2006/ole">
              <mc:AlternateContent xmlns:mc="http://schemas.openxmlformats.org/markup-compatibility/2006">
                <mc:Choice xmlns:v="urn:schemas-microsoft-com:vml" Requires="v">
                  <p:oleObj spid="_x0000_s3415" name="" r:id="rId7" imgW="330200" imgH="368300" progId="Equation.3">
                    <p:embed/>
                  </p:oleObj>
                </mc:Choice>
                <mc:Fallback>
                  <p:oleObj name="" r:id="rId7" imgW="330200" imgH="368300" progId="Equation.3">
                    <p:embed/>
                    <p:pic>
                      <p:nvPicPr>
                        <p:cNvPr id="0" name="图片 3414"/>
                        <p:cNvPicPr/>
                        <p:nvPr/>
                      </p:nvPicPr>
                      <p:blipFill>
                        <a:blip r:embed="rId8"/>
                        <a:stretch>
                          <a:fillRect/>
                        </a:stretch>
                      </p:blipFill>
                      <p:spPr>
                        <a:xfrm>
                          <a:off x="3142" y="1025"/>
                          <a:ext cx="163" cy="183"/>
                        </a:xfrm>
                        <a:prstGeom prst="rect">
                          <a:avLst/>
                        </a:prstGeom>
                        <a:noFill/>
                        <a:ln w="38100">
                          <a:noFill/>
                          <a:miter/>
                        </a:ln>
                      </p:spPr>
                    </p:pic>
                  </p:oleObj>
                </mc:Fallback>
              </mc:AlternateContent>
            </a:graphicData>
          </a:graphic>
        </p:graphicFrame>
      </p:grpSp>
      <p:grpSp>
        <p:nvGrpSpPr>
          <p:cNvPr id="19" name="组合 18"/>
          <p:cNvGrpSpPr/>
          <p:nvPr/>
        </p:nvGrpSpPr>
        <p:grpSpPr>
          <a:xfrm>
            <a:off x="4851400" y="5480050"/>
            <a:ext cx="3478213" cy="238125"/>
            <a:chOff x="3262" y="3497"/>
            <a:chExt cx="2191" cy="150"/>
          </a:xfrm>
        </p:grpSpPr>
        <p:sp>
          <p:nvSpPr>
            <p:cNvPr id="94225" name="直接连接符 266250"/>
            <p:cNvSpPr/>
            <p:nvPr/>
          </p:nvSpPr>
          <p:spPr>
            <a:xfrm>
              <a:off x="3404" y="3535"/>
              <a:ext cx="1797" cy="0"/>
            </a:xfrm>
            <a:prstGeom prst="line">
              <a:avLst/>
            </a:prstGeom>
            <a:ln w="28575" cap="flat" cmpd="sng">
              <a:solidFill>
                <a:schemeClr val="tx1"/>
              </a:solidFill>
              <a:prstDash val="solid"/>
              <a:round/>
              <a:headEnd type="none" w="sm" len="sm"/>
              <a:tailEnd type="triangle" w="med" len="lg"/>
            </a:ln>
          </p:spPr>
        </p:sp>
        <p:graphicFrame>
          <p:nvGraphicFramePr>
            <p:cNvPr id="94226" name="对象 266251"/>
            <p:cNvGraphicFramePr/>
            <p:nvPr/>
          </p:nvGraphicFramePr>
          <p:xfrm>
            <a:off x="3262" y="3521"/>
            <a:ext cx="145" cy="126"/>
          </p:xfrm>
          <a:graphic>
            <a:graphicData uri="http://schemas.openxmlformats.org/presentationml/2006/ole">
              <mc:AlternateContent xmlns:mc="http://schemas.openxmlformats.org/markup-compatibility/2006">
                <mc:Choice xmlns:v="urn:schemas-microsoft-com:vml" Requires="v">
                  <p:oleObj spid="_x0000_s3412" name="" r:id="rId9" imgW="342900" imgH="381000" progId="Equation.3">
                    <p:embed/>
                  </p:oleObj>
                </mc:Choice>
                <mc:Fallback>
                  <p:oleObj name="" r:id="rId9" imgW="342900" imgH="381000" progId="Equation.3">
                    <p:embed/>
                    <p:pic>
                      <p:nvPicPr>
                        <p:cNvPr id="0" name="图片 3411"/>
                        <p:cNvPicPr/>
                        <p:nvPr/>
                      </p:nvPicPr>
                      <p:blipFill>
                        <a:blip r:embed="rId10"/>
                        <a:stretch>
                          <a:fillRect/>
                        </a:stretch>
                      </p:blipFill>
                      <p:spPr>
                        <a:xfrm>
                          <a:off x="3262" y="3521"/>
                          <a:ext cx="145" cy="126"/>
                        </a:xfrm>
                        <a:prstGeom prst="rect">
                          <a:avLst/>
                        </a:prstGeom>
                        <a:noFill/>
                        <a:ln w="38100">
                          <a:noFill/>
                          <a:miter/>
                        </a:ln>
                      </p:spPr>
                    </p:pic>
                  </p:oleObj>
                </mc:Fallback>
              </mc:AlternateContent>
            </a:graphicData>
          </a:graphic>
        </p:graphicFrame>
        <p:graphicFrame>
          <p:nvGraphicFramePr>
            <p:cNvPr id="94227" name="对象 266252"/>
            <p:cNvGraphicFramePr/>
            <p:nvPr/>
          </p:nvGraphicFramePr>
          <p:xfrm>
            <a:off x="5240" y="3497"/>
            <a:ext cx="213" cy="129"/>
          </p:xfrm>
          <a:graphic>
            <a:graphicData uri="http://schemas.openxmlformats.org/presentationml/2006/ole">
              <mc:AlternateContent xmlns:mc="http://schemas.openxmlformats.org/markup-compatibility/2006">
                <mc:Choice xmlns:v="urn:schemas-microsoft-com:vml" Requires="v">
                  <p:oleObj spid="_x0000_s3414" name="" r:id="rId11" imgW="342265" imgH="266065" progId="Equation.3">
                    <p:embed/>
                  </p:oleObj>
                </mc:Choice>
                <mc:Fallback>
                  <p:oleObj name="" r:id="rId11" imgW="342265" imgH="266065" progId="Equation.3">
                    <p:embed/>
                    <p:pic>
                      <p:nvPicPr>
                        <p:cNvPr id="0" name="图片 3413"/>
                        <p:cNvPicPr/>
                        <p:nvPr/>
                      </p:nvPicPr>
                      <p:blipFill>
                        <a:blip r:embed="rId12"/>
                        <a:stretch>
                          <a:fillRect/>
                        </a:stretch>
                      </p:blipFill>
                      <p:spPr>
                        <a:xfrm>
                          <a:off x="5240" y="3497"/>
                          <a:ext cx="213" cy="129"/>
                        </a:xfrm>
                        <a:prstGeom prst="rect">
                          <a:avLst/>
                        </a:prstGeom>
                        <a:noFill/>
                        <a:ln w="38100">
                          <a:noFill/>
                          <a:miter/>
                        </a:ln>
                      </p:spPr>
                    </p:pic>
                  </p:oleObj>
                </mc:Fallback>
              </mc:AlternateContent>
            </a:graphicData>
          </a:graphic>
        </p:graphicFrame>
      </p:grpSp>
      <p:grpSp>
        <p:nvGrpSpPr>
          <p:cNvPr id="25" name="组合 24"/>
          <p:cNvGrpSpPr/>
          <p:nvPr/>
        </p:nvGrpSpPr>
        <p:grpSpPr>
          <a:xfrm>
            <a:off x="6199188" y="2047875"/>
            <a:ext cx="349250" cy="3902075"/>
            <a:chOff x="4111" y="1335"/>
            <a:chExt cx="220" cy="2458"/>
          </a:xfrm>
        </p:grpSpPr>
        <p:sp>
          <p:nvSpPr>
            <p:cNvPr id="94229" name="直接连接符 266254"/>
            <p:cNvSpPr/>
            <p:nvPr/>
          </p:nvSpPr>
          <p:spPr>
            <a:xfrm>
              <a:off x="4189" y="1335"/>
              <a:ext cx="0" cy="2208"/>
            </a:xfrm>
            <a:prstGeom prst="line">
              <a:avLst/>
            </a:prstGeom>
            <a:ln w="25400" cap="flat" cmpd="sng">
              <a:solidFill>
                <a:schemeClr val="tx1"/>
              </a:solidFill>
              <a:prstDash val="dash"/>
              <a:round/>
              <a:headEnd type="none" w="sm" len="sm"/>
              <a:tailEnd type="none" w="sm" len="sm"/>
            </a:ln>
          </p:spPr>
        </p:sp>
        <p:graphicFrame>
          <p:nvGraphicFramePr>
            <p:cNvPr id="94230" name="对象 266255"/>
            <p:cNvGraphicFramePr/>
            <p:nvPr/>
          </p:nvGraphicFramePr>
          <p:xfrm>
            <a:off x="4111" y="3542"/>
            <a:ext cx="220" cy="251"/>
          </p:xfrm>
          <a:graphic>
            <a:graphicData uri="http://schemas.openxmlformats.org/presentationml/2006/ole">
              <mc:AlternateContent xmlns:mc="http://schemas.openxmlformats.org/markup-compatibility/2006">
                <mc:Choice xmlns:v="urn:schemas-microsoft-com:vml" Requires="v">
                  <p:oleObj spid="_x0000_s3417" name="" r:id="rId13" imgW="457200" imgH="520700" progId="Equation.3">
                    <p:embed/>
                  </p:oleObj>
                </mc:Choice>
                <mc:Fallback>
                  <p:oleObj name="" r:id="rId13" imgW="457200" imgH="520700" progId="Equation.3">
                    <p:embed/>
                    <p:pic>
                      <p:nvPicPr>
                        <p:cNvPr id="0" name="图片 3416"/>
                        <p:cNvPicPr/>
                        <p:nvPr/>
                      </p:nvPicPr>
                      <p:blipFill>
                        <a:blip r:embed="rId14"/>
                        <a:stretch>
                          <a:fillRect/>
                        </a:stretch>
                      </p:blipFill>
                      <p:spPr>
                        <a:xfrm>
                          <a:off x="4111" y="3542"/>
                          <a:ext cx="220" cy="251"/>
                        </a:xfrm>
                        <a:prstGeom prst="rect">
                          <a:avLst/>
                        </a:prstGeom>
                        <a:noFill/>
                        <a:ln w="38100">
                          <a:noFill/>
                          <a:miter/>
                        </a:ln>
                      </p:spPr>
                    </p:pic>
                  </p:oleObj>
                </mc:Fallback>
              </mc:AlternateContent>
            </a:graphicData>
          </a:graphic>
        </p:graphicFrame>
      </p:grpSp>
      <p:grpSp>
        <p:nvGrpSpPr>
          <p:cNvPr id="29" name="组合 28"/>
          <p:cNvGrpSpPr/>
          <p:nvPr/>
        </p:nvGrpSpPr>
        <p:grpSpPr>
          <a:xfrm>
            <a:off x="5148263" y="2217738"/>
            <a:ext cx="2722562" cy="2514600"/>
            <a:chOff x="3449" y="1442"/>
            <a:chExt cx="1715" cy="1584"/>
          </a:xfrm>
        </p:grpSpPr>
        <p:sp>
          <p:nvSpPr>
            <p:cNvPr id="94232" name="任意多边形 266257"/>
            <p:cNvSpPr/>
            <p:nvPr/>
          </p:nvSpPr>
          <p:spPr>
            <a:xfrm>
              <a:off x="3449" y="1442"/>
              <a:ext cx="1574" cy="1584"/>
            </a:xfrm>
            <a:custGeom>
              <a:avLst/>
              <a:gdLst/>
              <a:ahLst/>
              <a:cxnLst>
                <a:cxn ang="0">
                  <a:pos x="72" y="1513"/>
                </a:cxn>
                <a:cxn ang="0">
                  <a:pos x="213" y="1371"/>
                </a:cxn>
                <a:cxn ang="0">
                  <a:pos x="281" y="1296"/>
                </a:cxn>
                <a:cxn ang="0">
                  <a:pos x="344" y="1217"/>
                </a:cxn>
                <a:cxn ang="0">
                  <a:pos x="405" y="1134"/>
                </a:cxn>
                <a:cxn ang="0">
                  <a:pos x="460" y="1045"/>
                </a:cxn>
                <a:cxn ang="0">
                  <a:pos x="508" y="949"/>
                </a:cxn>
                <a:cxn ang="0">
                  <a:pos x="531" y="895"/>
                </a:cxn>
                <a:cxn ang="0">
                  <a:pos x="551" y="832"/>
                </a:cxn>
                <a:cxn ang="0">
                  <a:pos x="569" y="763"/>
                </a:cxn>
                <a:cxn ang="0">
                  <a:pos x="586" y="689"/>
                </a:cxn>
                <a:cxn ang="0">
                  <a:pos x="601" y="611"/>
                </a:cxn>
                <a:cxn ang="0">
                  <a:pos x="629" y="452"/>
                </a:cxn>
                <a:cxn ang="0">
                  <a:pos x="648" y="336"/>
                </a:cxn>
                <a:cxn ang="0">
                  <a:pos x="660" y="262"/>
                </a:cxn>
                <a:cxn ang="0">
                  <a:pos x="671" y="195"/>
                </a:cxn>
                <a:cxn ang="0">
                  <a:pos x="683" y="135"/>
                </a:cxn>
                <a:cxn ang="0">
                  <a:pos x="694" y="84"/>
                </a:cxn>
                <a:cxn ang="0">
                  <a:pos x="706" y="43"/>
                </a:cxn>
                <a:cxn ang="0">
                  <a:pos x="716" y="21"/>
                </a:cxn>
                <a:cxn ang="0">
                  <a:pos x="723" y="10"/>
                </a:cxn>
                <a:cxn ang="0">
                  <a:pos x="729" y="3"/>
                </a:cxn>
                <a:cxn ang="0">
                  <a:pos x="736" y="0"/>
                </a:cxn>
                <a:cxn ang="0">
                  <a:pos x="744" y="0"/>
                </a:cxn>
                <a:cxn ang="0">
                  <a:pos x="751" y="5"/>
                </a:cxn>
                <a:cxn ang="0">
                  <a:pos x="757" y="14"/>
                </a:cxn>
                <a:cxn ang="0">
                  <a:pos x="763" y="26"/>
                </a:cxn>
                <a:cxn ang="0">
                  <a:pos x="770" y="42"/>
                </a:cxn>
                <a:cxn ang="0">
                  <a:pos x="779" y="71"/>
                </a:cxn>
                <a:cxn ang="0">
                  <a:pos x="789" y="120"/>
                </a:cxn>
                <a:cxn ang="0">
                  <a:pos x="800" y="178"/>
                </a:cxn>
                <a:cxn ang="0">
                  <a:pos x="811" y="246"/>
                </a:cxn>
                <a:cxn ang="0">
                  <a:pos x="821" y="320"/>
                </a:cxn>
                <a:cxn ang="0">
                  <a:pos x="832" y="398"/>
                </a:cxn>
                <a:cxn ang="0">
                  <a:pos x="857" y="562"/>
                </a:cxn>
                <a:cxn ang="0">
                  <a:pos x="880" y="685"/>
                </a:cxn>
                <a:cxn ang="0">
                  <a:pos x="896" y="763"/>
                </a:cxn>
                <a:cxn ang="0">
                  <a:pos x="914" y="837"/>
                </a:cxn>
                <a:cxn ang="0">
                  <a:pos x="936" y="904"/>
                </a:cxn>
                <a:cxn ang="0">
                  <a:pos x="959" y="962"/>
                </a:cxn>
                <a:cxn ang="0">
                  <a:pos x="998" y="1038"/>
                </a:cxn>
                <a:cxn ang="0">
                  <a:pos x="1059" y="1127"/>
                </a:cxn>
                <a:cxn ang="0">
                  <a:pos x="1126" y="1211"/>
                </a:cxn>
                <a:cxn ang="0">
                  <a:pos x="1198" y="1287"/>
                </a:cxn>
                <a:cxn ang="0">
                  <a:pos x="1277" y="1357"/>
                </a:cxn>
                <a:cxn ang="0">
                  <a:pos x="1358" y="1425"/>
                </a:cxn>
                <a:cxn ang="0">
                  <a:pos x="1486" y="1520"/>
                </a:cxn>
              </a:cxnLst>
              <a:pathLst>
                <a:path w="1574" h="1584">
                  <a:moveTo>
                    <a:pt x="0" y="1583"/>
                  </a:moveTo>
                  <a:lnTo>
                    <a:pt x="72" y="1513"/>
                  </a:lnTo>
                  <a:lnTo>
                    <a:pt x="144" y="1443"/>
                  </a:lnTo>
                  <a:lnTo>
                    <a:pt x="213" y="1371"/>
                  </a:lnTo>
                  <a:lnTo>
                    <a:pt x="248" y="1333"/>
                  </a:lnTo>
                  <a:lnTo>
                    <a:pt x="281" y="1296"/>
                  </a:lnTo>
                  <a:lnTo>
                    <a:pt x="314" y="1257"/>
                  </a:lnTo>
                  <a:lnTo>
                    <a:pt x="344" y="1217"/>
                  </a:lnTo>
                  <a:lnTo>
                    <a:pt x="375" y="1176"/>
                  </a:lnTo>
                  <a:lnTo>
                    <a:pt x="405" y="1134"/>
                  </a:lnTo>
                  <a:lnTo>
                    <a:pt x="433" y="1091"/>
                  </a:lnTo>
                  <a:lnTo>
                    <a:pt x="460" y="1045"/>
                  </a:lnTo>
                  <a:lnTo>
                    <a:pt x="485" y="998"/>
                  </a:lnTo>
                  <a:lnTo>
                    <a:pt x="508" y="949"/>
                  </a:lnTo>
                  <a:lnTo>
                    <a:pt x="520" y="923"/>
                  </a:lnTo>
                  <a:lnTo>
                    <a:pt x="531" y="895"/>
                  </a:lnTo>
                  <a:lnTo>
                    <a:pt x="541" y="865"/>
                  </a:lnTo>
                  <a:lnTo>
                    <a:pt x="551" y="832"/>
                  </a:lnTo>
                  <a:lnTo>
                    <a:pt x="561" y="798"/>
                  </a:lnTo>
                  <a:lnTo>
                    <a:pt x="569" y="763"/>
                  </a:lnTo>
                  <a:lnTo>
                    <a:pt x="578" y="726"/>
                  </a:lnTo>
                  <a:lnTo>
                    <a:pt x="586" y="689"/>
                  </a:lnTo>
                  <a:lnTo>
                    <a:pt x="594" y="650"/>
                  </a:lnTo>
                  <a:lnTo>
                    <a:pt x="601" y="611"/>
                  </a:lnTo>
                  <a:lnTo>
                    <a:pt x="616" y="532"/>
                  </a:lnTo>
                  <a:lnTo>
                    <a:pt x="629" y="452"/>
                  </a:lnTo>
                  <a:lnTo>
                    <a:pt x="642" y="373"/>
                  </a:lnTo>
                  <a:lnTo>
                    <a:pt x="648" y="336"/>
                  </a:lnTo>
                  <a:lnTo>
                    <a:pt x="655" y="298"/>
                  </a:lnTo>
                  <a:lnTo>
                    <a:pt x="660" y="262"/>
                  </a:lnTo>
                  <a:lnTo>
                    <a:pt x="665" y="228"/>
                  </a:lnTo>
                  <a:lnTo>
                    <a:pt x="671" y="195"/>
                  </a:lnTo>
                  <a:lnTo>
                    <a:pt x="677" y="163"/>
                  </a:lnTo>
                  <a:lnTo>
                    <a:pt x="683" y="135"/>
                  </a:lnTo>
                  <a:lnTo>
                    <a:pt x="689" y="109"/>
                  </a:lnTo>
                  <a:lnTo>
                    <a:pt x="694" y="84"/>
                  </a:lnTo>
                  <a:lnTo>
                    <a:pt x="700" y="62"/>
                  </a:lnTo>
                  <a:lnTo>
                    <a:pt x="706" y="43"/>
                  </a:lnTo>
                  <a:lnTo>
                    <a:pt x="713" y="28"/>
                  </a:lnTo>
                  <a:lnTo>
                    <a:pt x="716" y="21"/>
                  </a:lnTo>
                  <a:lnTo>
                    <a:pt x="720" y="15"/>
                  </a:lnTo>
                  <a:lnTo>
                    <a:pt x="723" y="10"/>
                  </a:lnTo>
                  <a:lnTo>
                    <a:pt x="726" y="6"/>
                  </a:lnTo>
                  <a:lnTo>
                    <a:pt x="729" y="3"/>
                  </a:lnTo>
                  <a:lnTo>
                    <a:pt x="733" y="1"/>
                  </a:lnTo>
                  <a:lnTo>
                    <a:pt x="736" y="0"/>
                  </a:lnTo>
                  <a:lnTo>
                    <a:pt x="740" y="0"/>
                  </a:lnTo>
                  <a:lnTo>
                    <a:pt x="744" y="0"/>
                  </a:lnTo>
                  <a:lnTo>
                    <a:pt x="747" y="2"/>
                  </a:lnTo>
                  <a:lnTo>
                    <a:pt x="751" y="5"/>
                  </a:lnTo>
                  <a:lnTo>
                    <a:pt x="754" y="9"/>
                  </a:lnTo>
                  <a:lnTo>
                    <a:pt x="757" y="14"/>
                  </a:lnTo>
                  <a:lnTo>
                    <a:pt x="760" y="19"/>
                  </a:lnTo>
                  <a:lnTo>
                    <a:pt x="763" y="26"/>
                  </a:lnTo>
                  <a:lnTo>
                    <a:pt x="766" y="33"/>
                  </a:lnTo>
                  <a:lnTo>
                    <a:pt x="770" y="42"/>
                  </a:lnTo>
                  <a:lnTo>
                    <a:pt x="773" y="51"/>
                  </a:lnTo>
                  <a:lnTo>
                    <a:pt x="779" y="71"/>
                  </a:lnTo>
                  <a:lnTo>
                    <a:pt x="784" y="94"/>
                  </a:lnTo>
                  <a:lnTo>
                    <a:pt x="789" y="120"/>
                  </a:lnTo>
                  <a:lnTo>
                    <a:pt x="795" y="149"/>
                  </a:lnTo>
                  <a:lnTo>
                    <a:pt x="800" y="178"/>
                  </a:lnTo>
                  <a:lnTo>
                    <a:pt x="806" y="211"/>
                  </a:lnTo>
                  <a:lnTo>
                    <a:pt x="811" y="246"/>
                  </a:lnTo>
                  <a:lnTo>
                    <a:pt x="817" y="283"/>
                  </a:lnTo>
                  <a:lnTo>
                    <a:pt x="821" y="320"/>
                  </a:lnTo>
                  <a:lnTo>
                    <a:pt x="826" y="358"/>
                  </a:lnTo>
                  <a:lnTo>
                    <a:pt x="832" y="398"/>
                  </a:lnTo>
                  <a:lnTo>
                    <a:pt x="844" y="480"/>
                  </a:lnTo>
                  <a:lnTo>
                    <a:pt x="857" y="562"/>
                  </a:lnTo>
                  <a:lnTo>
                    <a:pt x="872" y="644"/>
                  </a:lnTo>
                  <a:lnTo>
                    <a:pt x="880" y="685"/>
                  </a:lnTo>
                  <a:lnTo>
                    <a:pt x="887" y="725"/>
                  </a:lnTo>
                  <a:lnTo>
                    <a:pt x="896" y="763"/>
                  </a:lnTo>
                  <a:lnTo>
                    <a:pt x="905" y="800"/>
                  </a:lnTo>
                  <a:lnTo>
                    <a:pt x="914" y="837"/>
                  </a:lnTo>
                  <a:lnTo>
                    <a:pt x="925" y="871"/>
                  </a:lnTo>
                  <a:lnTo>
                    <a:pt x="936" y="904"/>
                  </a:lnTo>
                  <a:lnTo>
                    <a:pt x="946" y="934"/>
                  </a:lnTo>
                  <a:lnTo>
                    <a:pt x="959" y="962"/>
                  </a:lnTo>
                  <a:lnTo>
                    <a:pt x="972" y="989"/>
                  </a:lnTo>
                  <a:lnTo>
                    <a:pt x="998" y="1038"/>
                  </a:lnTo>
                  <a:lnTo>
                    <a:pt x="1027" y="1084"/>
                  </a:lnTo>
                  <a:lnTo>
                    <a:pt x="1059" y="1127"/>
                  </a:lnTo>
                  <a:lnTo>
                    <a:pt x="1092" y="1169"/>
                  </a:lnTo>
                  <a:lnTo>
                    <a:pt x="1126" y="1211"/>
                  </a:lnTo>
                  <a:lnTo>
                    <a:pt x="1161" y="1250"/>
                  </a:lnTo>
                  <a:lnTo>
                    <a:pt x="1198" y="1287"/>
                  </a:lnTo>
                  <a:lnTo>
                    <a:pt x="1237" y="1323"/>
                  </a:lnTo>
                  <a:lnTo>
                    <a:pt x="1277" y="1357"/>
                  </a:lnTo>
                  <a:lnTo>
                    <a:pt x="1318" y="1392"/>
                  </a:lnTo>
                  <a:lnTo>
                    <a:pt x="1358" y="1425"/>
                  </a:lnTo>
                  <a:lnTo>
                    <a:pt x="1401" y="1457"/>
                  </a:lnTo>
                  <a:lnTo>
                    <a:pt x="1486" y="1520"/>
                  </a:lnTo>
                  <a:lnTo>
                    <a:pt x="1573" y="1583"/>
                  </a:lnTo>
                </a:path>
              </a:pathLst>
            </a:custGeom>
            <a:noFill/>
            <a:ln w="25400" cap="rnd" cmpd="sng">
              <a:solidFill>
                <a:srgbClr val="FF0000"/>
              </a:solidFill>
              <a:prstDash val="solid"/>
              <a:round/>
              <a:headEnd type="none" w="sm" len="sm"/>
              <a:tailEnd type="none" w="sm" len="sm"/>
            </a:ln>
          </p:spPr>
          <p:txBody>
            <a:bodyPr/>
            <a:p>
              <a:endParaRPr lang="zh-CN" altLang="en-US"/>
            </a:p>
          </p:txBody>
        </p:sp>
        <p:sp>
          <p:nvSpPr>
            <p:cNvPr id="94233" name="矩形 266258"/>
            <p:cNvSpPr/>
            <p:nvPr/>
          </p:nvSpPr>
          <p:spPr>
            <a:xfrm>
              <a:off x="4332" y="1979"/>
              <a:ext cx="832" cy="231"/>
            </a:xfrm>
            <a:prstGeom prst="rect">
              <a:avLst/>
            </a:prstGeom>
            <a:noFill/>
            <a:ln w="9525">
              <a:noFill/>
            </a:ln>
          </p:spPr>
          <p:txBody>
            <a:bodyPr anchor="t" anchorCtr="0">
              <a:spAutoFit/>
            </a:bodyPr>
            <a:p>
              <a:r>
                <a:rPr lang="zh-CN" altLang="en-US" b="1" dirty="0">
                  <a:solidFill>
                    <a:srgbClr val="FF0000"/>
                  </a:solidFill>
                  <a:latin typeface="楷体_GB2312" pitchFamily="49" charset="-122"/>
                  <a:ea typeface="楷体_GB2312" pitchFamily="49" charset="-122"/>
                </a:rPr>
                <a:t>阻尼</a:t>
              </a:r>
              <a:r>
                <a:rPr lang="en-US" altLang="zh-CN" b="1" dirty="0">
                  <a:solidFill>
                    <a:srgbClr val="FF0000"/>
                  </a:solidFill>
                  <a:latin typeface="楷体_GB2312" pitchFamily="49" charset="-122"/>
                  <a:ea typeface="楷体_GB2312" pitchFamily="49" charset="-122"/>
                </a:rPr>
                <a:t>=0</a:t>
              </a:r>
              <a:endParaRPr lang="en-US" altLang="zh-CN" b="1" dirty="0">
                <a:solidFill>
                  <a:srgbClr val="FF0000"/>
                </a:solidFill>
                <a:latin typeface="楷体_GB2312" pitchFamily="49" charset="-122"/>
                <a:ea typeface="楷体_GB2312" pitchFamily="49" charset="-122"/>
              </a:endParaRPr>
            </a:p>
          </p:txBody>
        </p:sp>
      </p:grpSp>
      <p:grpSp>
        <p:nvGrpSpPr>
          <p:cNvPr id="32" name="组合 31"/>
          <p:cNvGrpSpPr/>
          <p:nvPr/>
        </p:nvGrpSpPr>
        <p:grpSpPr>
          <a:xfrm>
            <a:off x="5113338" y="3757613"/>
            <a:ext cx="3614737" cy="971550"/>
            <a:chOff x="3427" y="2412"/>
            <a:chExt cx="2277" cy="612"/>
          </a:xfrm>
        </p:grpSpPr>
        <p:sp>
          <p:nvSpPr>
            <p:cNvPr id="94235" name="任意多边形 266260"/>
            <p:cNvSpPr/>
            <p:nvPr/>
          </p:nvSpPr>
          <p:spPr>
            <a:xfrm>
              <a:off x="3427" y="2412"/>
              <a:ext cx="1490" cy="612"/>
            </a:xfrm>
            <a:custGeom>
              <a:avLst/>
              <a:gdLst/>
              <a:ahLst/>
              <a:cxnLst>
                <a:cxn ang="0">
                  <a:pos x="0" y="611"/>
                </a:cxn>
                <a:cxn ang="0">
                  <a:pos x="108" y="543"/>
                </a:cxn>
                <a:cxn ang="0">
                  <a:pos x="162" y="509"/>
                </a:cxn>
                <a:cxn ang="0">
                  <a:pos x="215" y="475"/>
                </a:cxn>
                <a:cxn ang="0">
                  <a:pos x="266" y="440"/>
                </a:cxn>
                <a:cxn ang="0">
                  <a:pos x="316" y="404"/>
                </a:cxn>
                <a:cxn ang="0">
                  <a:pos x="364" y="366"/>
                </a:cxn>
                <a:cxn ang="0">
                  <a:pos x="410" y="329"/>
                </a:cxn>
                <a:cxn ang="0">
                  <a:pos x="433" y="308"/>
                </a:cxn>
                <a:cxn ang="0">
                  <a:pos x="455" y="287"/>
                </a:cxn>
                <a:cxn ang="0">
                  <a:pos x="475" y="263"/>
                </a:cxn>
                <a:cxn ang="0">
                  <a:pos x="497" y="239"/>
                </a:cxn>
                <a:cxn ang="0">
                  <a:pos x="537" y="187"/>
                </a:cxn>
                <a:cxn ang="0">
                  <a:pos x="577" y="136"/>
                </a:cxn>
                <a:cxn ang="0">
                  <a:pos x="597" y="111"/>
                </a:cxn>
                <a:cxn ang="0">
                  <a:pos x="615" y="88"/>
                </a:cxn>
                <a:cxn ang="0">
                  <a:pos x="633" y="67"/>
                </a:cxn>
                <a:cxn ang="0">
                  <a:pos x="650" y="49"/>
                </a:cxn>
                <a:cxn ang="0">
                  <a:pos x="668" y="32"/>
                </a:cxn>
                <a:cxn ang="0">
                  <a:pos x="685" y="18"/>
                </a:cxn>
                <a:cxn ang="0">
                  <a:pos x="702" y="8"/>
                </a:cxn>
                <a:cxn ang="0">
                  <a:pos x="710" y="4"/>
                </a:cxn>
                <a:cxn ang="0">
                  <a:pos x="718" y="1"/>
                </a:cxn>
                <a:cxn ang="0">
                  <a:pos x="726" y="0"/>
                </a:cxn>
                <a:cxn ang="0">
                  <a:pos x="734" y="0"/>
                </a:cxn>
                <a:cxn ang="0">
                  <a:pos x="749" y="0"/>
                </a:cxn>
                <a:cxn ang="0">
                  <a:pos x="764" y="4"/>
                </a:cxn>
                <a:cxn ang="0">
                  <a:pos x="778" y="12"/>
                </a:cxn>
                <a:cxn ang="0">
                  <a:pos x="792" y="22"/>
                </a:cxn>
                <a:cxn ang="0">
                  <a:pos x="805" y="34"/>
                </a:cxn>
                <a:cxn ang="0">
                  <a:pos x="818" y="48"/>
                </a:cxn>
                <a:cxn ang="0">
                  <a:pos x="831" y="62"/>
                </a:cxn>
                <a:cxn ang="0">
                  <a:pos x="843" y="79"/>
                </a:cxn>
                <a:cxn ang="0">
                  <a:pos x="855" y="96"/>
                </a:cxn>
                <a:cxn ang="0">
                  <a:pos x="878" y="130"/>
                </a:cxn>
                <a:cxn ang="0">
                  <a:pos x="889" y="146"/>
                </a:cxn>
                <a:cxn ang="0">
                  <a:pos x="901" y="161"/>
                </a:cxn>
                <a:cxn ang="0">
                  <a:pos x="913" y="176"/>
                </a:cxn>
                <a:cxn ang="0">
                  <a:pos x="924" y="189"/>
                </a:cxn>
                <a:cxn ang="0">
                  <a:pos x="934" y="201"/>
                </a:cxn>
                <a:cxn ang="0">
                  <a:pos x="944" y="212"/>
                </a:cxn>
                <a:cxn ang="0">
                  <a:pos x="960" y="235"/>
                </a:cxn>
                <a:cxn ang="0">
                  <a:pos x="974" y="257"/>
                </a:cxn>
                <a:cxn ang="0">
                  <a:pos x="988" y="280"/>
                </a:cxn>
                <a:cxn ang="0">
                  <a:pos x="1004" y="303"/>
                </a:cxn>
                <a:cxn ang="0">
                  <a:pos x="1013" y="313"/>
                </a:cxn>
                <a:cxn ang="0">
                  <a:pos x="1022" y="326"/>
                </a:cxn>
                <a:cxn ang="0">
                  <a:pos x="1033" y="338"/>
                </a:cxn>
                <a:cxn ang="0">
                  <a:pos x="1046" y="351"/>
                </a:cxn>
                <a:cxn ang="0">
                  <a:pos x="1061" y="363"/>
                </a:cxn>
                <a:cxn ang="0">
                  <a:pos x="1078" y="376"/>
                </a:cxn>
                <a:cxn ang="0">
                  <a:pos x="1096" y="390"/>
                </a:cxn>
                <a:cxn ang="0">
                  <a:pos x="1116" y="404"/>
                </a:cxn>
                <a:cxn ang="0">
                  <a:pos x="1137" y="417"/>
                </a:cxn>
                <a:cxn ang="0">
                  <a:pos x="1159" y="431"/>
                </a:cxn>
                <a:cxn ang="0">
                  <a:pos x="1183" y="446"/>
                </a:cxn>
                <a:cxn ang="0">
                  <a:pos x="1207" y="459"/>
                </a:cxn>
                <a:cxn ang="0">
                  <a:pos x="1259" y="490"/>
                </a:cxn>
                <a:cxn ang="0">
                  <a:pos x="1314" y="518"/>
                </a:cxn>
                <a:cxn ang="0">
                  <a:pos x="1371" y="549"/>
                </a:cxn>
                <a:cxn ang="0">
                  <a:pos x="1429" y="580"/>
                </a:cxn>
                <a:cxn ang="0">
                  <a:pos x="1489" y="611"/>
                </a:cxn>
              </a:cxnLst>
              <a:pathLst>
                <a:path w="1490" h="612">
                  <a:moveTo>
                    <a:pt x="0" y="611"/>
                  </a:moveTo>
                  <a:lnTo>
                    <a:pt x="108" y="543"/>
                  </a:lnTo>
                  <a:lnTo>
                    <a:pt x="162" y="509"/>
                  </a:lnTo>
                  <a:lnTo>
                    <a:pt x="215" y="475"/>
                  </a:lnTo>
                  <a:lnTo>
                    <a:pt x="266" y="440"/>
                  </a:lnTo>
                  <a:lnTo>
                    <a:pt x="316" y="404"/>
                  </a:lnTo>
                  <a:lnTo>
                    <a:pt x="364" y="366"/>
                  </a:lnTo>
                  <a:lnTo>
                    <a:pt x="410" y="329"/>
                  </a:lnTo>
                  <a:lnTo>
                    <a:pt x="433" y="308"/>
                  </a:lnTo>
                  <a:lnTo>
                    <a:pt x="455" y="287"/>
                  </a:lnTo>
                  <a:lnTo>
                    <a:pt x="475" y="263"/>
                  </a:lnTo>
                  <a:lnTo>
                    <a:pt x="497" y="239"/>
                  </a:lnTo>
                  <a:lnTo>
                    <a:pt x="537" y="187"/>
                  </a:lnTo>
                  <a:lnTo>
                    <a:pt x="577" y="136"/>
                  </a:lnTo>
                  <a:lnTo>
                    <a:pt x="597" y="111"/>
                  </a:lnTo>
                  <a:lnTo>
                    <a:pt x="615" y="88"/>
                  </a:lnTo>
                  <a:lnTo>
                    <a:pt x="633" y="67"/>
                  </a:lnTo>
                  <a:lnTo>
                    <a:pt x="650" y="49"/>
                  </a:lnTo>
                  <a:lnTo>
                    <a:pt x="668" y="32"/>
                  </a:lnTo>
                  <a:lnTo>
                    <a:pt x="685" y="18"/>
                  </a:lnTo>
                  <a:lnTo>
                    <a:pt x="702" y="8"/>
                  </a:lnTo>
                  <a:lnTo>
                    <a:pt x="710" y="4"/>
                  </a:lnTo>
                  <a:lnTo>
                    <a:pt x="718" y="1"/>
                  </a:lnTo>
                  <a:lnTo>
                    <a:pt x="726" y="0"/>
                  </a:lnTo>
                  <a:lnTo>
                    <a:pt x="734" y="0"/>
                  </a:lnTo>
                  <a:lnTo>
                    <a:pt x="749" y="0"/>
                  </a:lnTo>
                  <a:lnTo>
                    <a:pt x="764" y="4"/>
                  </a:lnTo>
                  <a:lnTo>
                    <a:pt x="778" y="12"/>
                  </a:lnTo>
                  <a:lnTo>
                    <a:pt x="792" y="22"/>
                  </a:lnTo>
                  <a:lnTo>
                    <a:pt x="805" y="34"/>
                  </a:lnTo>
                  <a:lnTo>
                    <a:pt x="818" y="48"/>
                  </a:lnTo>
                  <a:lnTo>
                    <a:pt x="831" y="62"/>
                  </a:lnTo>
                  <a:lnTo>
                    <a:pt x="843" y="79"/>
                  </a:lnTo>
                  <a:lnTo>
                    <a:pt x="855" y="96"/>
                  </a:lnTo>
                  <a:lnTo>
                    <a:pt x="878" y="130"/>
                  </a:lnTo>
                  <a:lnTo>
                    <a:pt x="889" y="146"/>
                  </a:lnTo>
                  <a:lnTo>
                    <a:pt x="901" y="161"/>
                  </a:lnTo>
                  <a:lnTo>
                    <a:pt x="913" y="176"/>
                  </a:lnTo>
                  <a:lnTo>
                    <a:pt x="924" y="189"/>
                  </a:lnTo>
                  <a:lnTo>
                    <a:pt x="934" y="201"/>
                  </a:lnTo>
                  <a:lnTo>
                    <a:pt x="944" y="212"/>
                  </a:lnTo>
                  <a:lnTo>
                    <a:pt x="960" y="235"/>
                  </a:lnTo>
                  <a:lnTo>
                    <a:pt x="974" y="257"/>
                  </a:lnTo>
                  <a:lnTo>
                    <a:pt x="988" y="280"/>
                  </a:lnTo>
                  <a:lnTo>
                    <a:pt x="1004" y="303"/>
                  </a:lnTo>
                  <a:lnTo>
                    <a:pt x="1013" y="313"/>
                  </a:lnTo>
                  <a:lnTo>
                    <a:pt x="1022" y="326"/>
                  </a:lnTo>
                  <a:lnTo>
                    <a:pt x="1033" y="338"/>
                  </a:lnTo>
                  <a:lnTo>
                    <a:pt x="1046" y="351"/>
                  </a:lnTo>
                  <a:lnTo>
                    <a:pt x="1061" y="363"/>
                  </a:lnTo>
                  <a:lnTo>
                    <a:pt x="1078" y="376"/>
                  </a:lnTo>
                  <a:lnTo>
                    <a:pt x="1096" y="390"/>
                  </a:lnTo>
                  <a:lnTo>
                    <a:pt x="1116" y="404"/>
                  </a:lnTo>
                  <a:lnTo>
                    <a:pt x="1137" y="417"/>
                  </a:lnTo>
                  <a:lnTo>
                    <a:pt x="1159" y="431"/>
                  </a:lnTo>
                  <a:lnTo>
                    <a:pt x="1183" y="446"/>
                  </a:lnTo>
                  <a:lnTo>
                    <a:pt x="1207" y="459"/>
                  </a:lnTo>
                  <a:lnTo>
                    <a:pt x="1259" y="490"/>
                  </a:lnTo>
                  <a:lnTo>
                    <a:pt x="1314" y="518"/>
                  </a:lnTo>
                  <a:lnTo>
                    <a:pt x="1371" y="549"/>
                  </a:lnTo>
                  <a:lnTo>
                    <a:pt x="1429" y="580"/>
                  </a:lnTo>
                  <a:lnTo>
                    <a:pt x="1489" y="611"/>
                  </a:lnTo>
                </a:path>
              </a:pathLst>
            </a:custGeom>
            <a:noFill/>
            <a:ln w="25400" cap="rnd" cmpd="sng">
              <a:solidFill>
                <a:schemeClr val="tx1"/>
              </a:solidFill>
              <a:prstDash val="solid"/>
              <a:round/>
              <a:headEnd type="none" w="sm" len="sm"/>
              <a:tailEnd type="none" w="sm" len="sm"/>
            </a:ln>
          </p:spPr>
          <p:txBody>
            <a:bodyPr/>
            <a:p>
              <a:endParaRPr lang="zh-CN" altLang="en-US"/>
            </a:p>
          </p:txBody>
        </p:sp>
        <p:sp>
          <p:nvSpPr>
            <p:cNvPr id="94236" name="矩形 266261"/>
            <p:cNvSpPr/>
            <p:nvPr/>
          </p:nvSpPr>
          <p:spPr>
            <a:xfrm>
              <a:off x="4796" y="2718"/>
              <a:ext cx="908" cy="231"/>
            </a:xfrm>
            <a:prstGeom prst="rect">
              <a:avLst/>
            </a:prstGeom>
            <a:noFill/>
            <a:ln w="9525">
              <a:noFill/>
            </a:ln>
          </p:spPr>
          <p:txBody>
            <a:bodyPr anchor="t" anchorCtr="0">
              <a:spAutoFit/>
            </a:bodyPr>
            <a:p>
              <a:r>
                <a:rPr lang="zh-CN" altLang="en-US" b="1" dirty="0">
                  <a:solidFill>
                    <a:srgbClr val="000000"/>
                  </a:solidFill>
                  <a:latin typeface="楷体_GB2312" pitchFamily="49" charset="-122"/>
                  <a:ea typeface="楷体_GB2312" pitchFamily="49" charset="-122"/>
                </a:rPr>
                <a:t>阻尼较小</a:t>
              </a:r>
              <a:endParaRPr lang="zh-CN" altLang="en-US" b="1" dirty="0">
                <a:solidFill>
                  <a:srgbClr val="000000"/>
                </a:solidFill>
                <a:latin typeface="楷体_GB2312" pitchFamily="49" charset="-122"/>
                <a:ea typeface="楷体_GB2312" pitchFamily="49" charset="-122"/>
              </a:endParaRPr>
            </a:p>
          </p:txBody>
        </p:sp>
      </p:grpSp>
      <p:grpSp>
        <p:nvGrpSpPr>
          <p:cNvPr id="35" name="组合 34"/>
          <p:cNvGrpSpPr/>
          <p:nvPr/>
        </p:nvGrpSpPr>
        <p:grpSpPr>
          <a:xfrm>
            <a:off x="5087938" y="4329113"/>
            <a:ext cx="3549650" cy="765175"/>
            <a:chOff x="3411" y="2772"/>
            <a:chExt cx="2236" cy="482"/>
          </a:xfrm>
        </p:grpSpPr>
        <p:sp>
          <p:nvSpPr>
            <p:cNvPr id="94238" name="任意多边形 266263"/>
            <p:cNvSpPr/>
            <p:nvPr/>
          </p:nvSpPr>
          <p:spPr>
            <a:xfrm>
              <a:off x="3411" y="2772"/>
              <a:ext cx="1490" cy="482"/>
            </a:xfrm>
            <a:custGeom>
              <a:avLst/>
              <a:gdLst/>
              <a:ahLst/>
              <a:cxnLst>
                <a:cxn ang="0">
                  <a:pos x="0" y="481"/>
                </a:cxn>
                <a:cxn ang="0">
                  <a:pos x="108" y="428"/>
                </a:cxn>
                <a:cxn ang="0">
                  <a:pos x="162" y="401"/>
                </a:cxn>
                <a:cxn ang="0">
                  <a:pos x="215" y="374"/>
                </a:cxn>
                <a:cxn ang="0">
                  <a:pos x="266" y="347"/>
                </a:cxn>
                <a:cxn ang="0">
                  <a:pos x="316" y="318"/>
                </a:cxn>
                <a:cxn ang="0">
                  <a:pos x="364" y="288"/>
                </a:cxn>
                <a:cxn ang="0">
                  <a:pos x="410" y="259"/>
                </a:cxn>
                <a:cxn ang="0">
                  <a:pos x="433" y="243"/>
                </a:cxn>
                <a:cxn ang="0">
                  <a:pos x="455" y="226"/>
                </a:cxn>
                <a:cxn ang="0">
                  <a:pos x="475" y="207"/>
                </a:cxn>
                <a:cxn ang="0">
                  <a:pos x="497" y="188"/>
                </a:cxn>
                <a:cxn ang="0">
                  <a:pos x="537" y="147"/>
                </a:cxn>
                <a:cxn ang="0">
                  <a:pos x="577" y="107"/>
                </a:cxn>
                <a:cxn ang="0">
                  <a:pos x="597" y="87"/>
                </a:cxn>
                <a:cxn ang="0">
                  <a:pos x="615" y="69"/>
                </a:cxn>
                <a:cxn ang="0">
                  <a:pos x="633" y="53"/>
                </a:cxn>
                <a:cxn ang="0">
                  <a:pos x="650" y="39"/>
                </a:cxn>
                <a:cxn ang="0">
                  <a:pos x="668" y="25"/>
                </a:cxn>
                <a:cxn ang="0">
                  <a:pos x="685" y="14"/>
                </a:cxn>
                <a:cxn ang="0">
                  <a:pos x="702" y="6"/>
                </a:cxn>
                <a:cxn ang="0">
                  <a:pos x="710" y="3"/>
                </a:cxn>
                <a:cxn ang="0">
                  <a:pos x="718" y="1"/>
                </a:cxn>
                <a:cxn ang="0">
                  <a:pos x="726" y="0"/>
                </a:cxn>
                <a:cxn ang="0">
                  <a:pos x="734" y="0"/>
                </a:cxn>
                <a:cxn ang="0">
                  <a:pos x="749" y="0"/>
                </a:cxn>
                <a:cxn ang="0">
                  <a:pos x="764" y="3"/>
                </a:cxn>
                <a:cxn ang="0">
                  <a:pos x="778" y="9"/>
                </a:cxn>
                <a:cxn ang="0">
                  <a:pos x="792" y="17"/>
                </a:cxn>
                <a:cxn ang="0">
                  <a:pos x="805" y="27"/>
                </a:cxn>
                <a:cxn ang="0">
                  <a:pos x="818" y="38"/>
                </a:cxn>
                <a:cxn ang="0">
                  <a:pos x="831" y="49"/>
                </a:cxn>
                <a:cxn ang="0">
                  <a:pos x="843" y="62"/>
                </a:cxn>
                <a:cxn ang="0">
                  <a:pos x="855" y="76"/>
                </a:cxn>
                <a:cxn ang="0">
                  <a:pos x="878" y="102"/>
                </a:cxn>
                <a:cxn ang="0">
                  <a:pos x="889" y="115"/>
                </a:cxn>
                <a:cxn ang="0">
                  <a:pos x="901" y="127"/>
                </a:cxn>
                <a:cxn ang="0">
                  <a:pos x="913" y="139"/>
                </a:cxn>
                <a:cxn ang="0">
                  <a:pos x="924" y="149"/>
                </a:cxn>
                <a:cxn ang="0">
                  <a:pos x="934" y="158"/>
                </a:cxn>
                <a:cxn ang="0">
                  <a:pos x="944" y="167"/>
                </a:cxn>
                <a:cxn ang="0">
                  <a:pos x="960" y="185"/>
                </a:cxn>
                <a:cxn ang="0">
                  <a:pos x="974" y="202"/>
                </a:cxn>
                <a:cxn ang="0">
                  <a:pos x="988" y="221"/>
                </a:cxn>
                <a:cxn ang="0">
                  <a:pos x="1004" y="239"/>
                </a:cxn>
                <a:cxn ang="0">
                  <a:pos x="1013" y="247"/>
                </a:cxn>
                <a:cxn ang="0">
                  <a:pos x="1022" y="257"/>
                </a:cxn>
                <a:cxn ang="0">
                  <a:pos x="1033" y="266"/>
                </a:cxn>
                <a:cxn ang="0">
                  <a:pos x="1046" y="276"/>
                </a:cxn>
                <a:cxn ang="0">
                  <a:pos x="1061" y="286"/>
                </a:cxn>
                <a:cxn ang="0">
                  <a:pos x="1078" y="296"/>
                </a:cxn>
                <a:cxn ang="0">
                  <a:pos x="1096" y="307"/>
                </a:cxn>
                <a:cxn ang="0">
                  <a:pos x="1116" y="318"/>
                </a:cxn>
                <a:cxn ang="0">
                  <a:pos x="1137" y="328"/>
                </a:cxn>
                <a:cxn ang="0">
                  <a:pos x="1159" y="339"/>
                </a:cxn>
                <a:cxn ang="0">
                  <a:pos x="1183" y="351"/>
                </a:cxn>
                <a:cxn ang="0">
                  <a:pos x="1207" y="362"/>
                </a:cxn>
                <a:cxn ang="0">
                  <a:pos x="1259" y="386"/>
                </a:cxn>
                <a:cxn ang="0">
                  <a:pos x="1314" y="408"/>
                </a:cxn>
                <a:cxn ang="0">
                  <a:pos x="1371" y="432"/>
                </a:cxn>
                <a:cxn ang="0">
                  <a:pos x="1429" y="457"/>
                </a:cxn>
                <a:cxn ang="0">
                  <a:pos x="1489" y="481"/>
                </a:cxn>
              </a:cxnLst>
              <a:pathLst>
                <a:path w="1490" h="612">
                  <a:moveTo>
                    <a:pt x="0" y="611"/>
                  </a:moveTo>
                  <a:lnTo>
                    <a:pt x="108" y="543"/>
                  </a:lnTo>
                  <a:lnTo>
                    <a:pt x="162" y="509"/>
                  </a:lnTo>
                  <a:lnTo>
                    <a:pt x="215" y="475"/>
                  </a:lnTo>
                  <a:lnTo>
                    <a:pt x="266" y="440"/>
                  </a:lnTo>
                  <a:lnTo>
                    <a:pt x="316" y="404"/>
                  </a:lnTo>
                  <a:lnTo>
                    <a:pt x="364" y="366"/>
                  </a:lnTo>
                  <a:lnTo>
                    <a:pt x="410" y="329"/>
                  </a:lnTo>
                  <a:lnTo>
                    <a:pt x="433" y="308"/>
                  </a:lnTo>
                  <a:lnTo>
                    <a:pt x="455" y="287"/>
                  </a:lnTo>
                  <a:lnTo>
                    <a:pt x="475" y="263"/>
                  </a:lnTo>
                  <a:lnTo>
                    <a:pt x="497" y="239"/>
                  </a:lnTo>
                  <a:lnTo>
                    <a:pt x="537" y="187"/>
                  </a:lnTo>
                  <a:lnTo>
                    <a:pt x="577" y="136"/>
                  </a:lnTo>
                  <a:lnTo>
                    <a:pt x="597" y="111"/>
                  </a:lnTo>
                  <a:lnTo>
                    <a:pt x="615" y="88"/>
                  </a:lnTo>
                  <a:lnTo>
                    <a:pt x="633" y="67"/>
                  </a:lnTo>
                  <a:lnTo>
                    <a:pt x="650" y="49"/>
                  </a:lnTo>
                  <a:lnTo>
                    <a:pt x="668" y="32"/>
                  </a:lnTo>
                  <a:lnTo>
                    <a:pt x="685" y="18"/>
                  </a:lnTo>
                  <a:lnTo>
                    <a:pt x="702" y="8"/>
                  </a:lnTo>
                  <a:lnTo>
                    <a:pt x="710" y="4"/>
                  </a:lnTo>
                  <a:lnTo>
                    <a:pt x="718" y="1"/>
                  </a:lnTo>
                  <a:lnTo>
                    <a:pt x="726" y="0"/>
                  </a:lnTo>
                  <a:lnTo>
                    <a:pt x="734" y="0"/>
                  </a:lnTo>
                  <a:lnTo>
                    <a:pt x="749" y="0"/>
                  </a:lnTo>
                  <a:lnTo>
                    <a:pt x="764" y="4"/>
                  </a:lnTo>
                  <a:lnTo>
                    <a:pt x="778" y="12"/>
                  </a:lnTo>
                  <a:lnTo>
                    <a:pt x="792" y="22"/>
                  </a:lnTo>
                  <a:lnTo>
                    <a:pt x="805" y="34"/>
                  </a:lnTo>
                  <a:lnTo>
                    <a:pt x="818" y="48"/>
                  </a:lnTo>
                  <a:lnTo>
                    <a:pt x="831" y="62"/>
                  </a:lnTo>
                  <a:lnTo>
                    <a:pt x="843" y="79"/>
                  </a:lnTo>
                  <a:lnTo>
                    <a:pt x="855" y="96"/>
                  </a:lnTo>
                  <a:lnTo>
                    <a:pt x="878" y="130"/>
                  </a:lnTo>
                  <a:lnTo>
                    <a:pt x="889" y="146"/>
                  </a:lnTo>
                  <a:lnTo>
                    <a:pt x="901" y="161"/>
                  </a:lnTo>
                  <a:lnTo>
                    <a:pt x="913" y="176"/>
                  </a:lnTo>
                  <a:lnTo>
                    <a:pt x="924" y="189"/>
                  </a:lnTo>
                  <a:lnTo>
                    <a:pt x="934" y="201"/>
                  </a:lnTo>
                  <a:lnTo>
                    <a:pt x="944" y="212"/>
                  </a:lnTo>
                  <a:lnTo>
                    <a:pt x="960" y="235"/>
                  </a:lnTo>
                  <a:lnTo>
                    <a:pt x="974" y="257"/>
                  </a:lnTo>
                  <a:lnTo>
                    <a:pt x="988" y="280"/>
                  </a:lnTo>
                  <a:lnTo>
                    <a:pt x="1004" y="303"/>
                  </a:lnTo>
                  <a:lnTo>
                    <a:pt x="1013" y="313"/>
                  </a:lnTo>
                  <a:lnTo>
                    <a:pt x="1022" y="326"/>
                  </a:lnTo>
                  <a:lnTo>
                    <a:pt x="1033" y="338"/>
                  </a:lnTo>
                  <a:lnTo>
                    <a:pt x="1046" y="351"/>
                  </a:lnTo>
                  <a:lnTo>
                    <a:pt x="1061" y="363"/>
                  </a:lnTo>
                  <a:lnTo>
                    <a:pt x="1078" y="376"/>
                  </a:lnTo>
                  <a:lnTo>
                    <a:pt x="1096" y="390"/>
                  </a:lnTo>
                  <a:lnTo>
                    <a:pt x="1116" y="404"/>
                  </a:lnTo>
                  <a:lnTo>
                    <a:pt x="1137" y="417"/>
                  </a:lnTo>
                  <a:lnTo>
                    <a:pt x="1159" y="431"/>
                  </a:lnTo>
                  <a:lnTo>
                    <a:pt x="1183" y="446"/>
                  </a:lnTo>
                  <a:lnTo>
                    <a:pt x="1207" y="459"/>
                  </a:lnTo>
                  <a:lnTo>
                    <a:pt x="1259" y="490"/>
                  </a:lnTo>
                  <a:lnTo>
                    <a:pt x="1314" y="518"/>
                  </a:lnTo>
                  <a:lnTo>
                    <a:pt x="1371" y="549"/>
                  </a:lnTo>
                  <a:lnTo>
                    <a:pt x="1429" y="580"/>
                  </a:lnTo>
                  <a:lnTo>
                    <a:pt x="1489" y="611"/>
                  </a:lnTo>
                </a:path>
              </a:pathLst>
            </a:custGeom>
            <a:noFill/>
            <a:ln w="25400" cap="rnd" cmpd="sng">
              <a:solidFill>
                <a:srgbClr val="0000FF"/>
              </a:solidFill>
              <a:prstDash val="solid"/>
              <a:round/>
              <a:headEnd type="none" w="sm" len="sm"/>
              <a:tailEnd type="none" w="sm" len="sm"/>
            </a:ln>
          </p:spPr>
          <p:txBody>
            <a:bodyPr/>
            <a:p>
              <a:endParaRPr lang="zh-CN" altLang="en-US"/>
            </a:p>
          </p:txBody>
        </p:sp>
        <p:sp>
          <p:nvSpPr>
            <p:cNvPr id="94239" name="矩形 266264"/>
            <p:cNvSpPr/>
            <p:nvPr/>
          </p:nvSpPr>
          <p:spPr>
            <a:xfrm>
              <a:off x="4785" y="3022"/>
              <a:ext cx="862" cy="231"/>
            </a:xfrm>
            <a:prstGeom prst="rect">
              <a:avLst/>
            </a:prstGeom>
            <a:noFill/>
            <a:ln w="9525">
              <a:noFill/>
            </a:ln>
          </p:spPr>
          <p:txBody>
            <a:bodyPr anchor="t" anchorCtr="0">
              <a:spAutoFit/>
            </a:bodyPr>
            <a:p>
              <a:r>
                <a:rPr lang="zh-CN" altLang="en-US" b="1" dirty="0">
                  <a:solidFill>
                    <a:srgbClr val="0000FF"/>
                  </a:solidFill>
                  <a:latin typeface="楷体_GB2312" pitchFamily="49" charset="-122"/>
                  <a:ea typeface="楷体_GB2312" pitchFamily="49" charset="-122"/>
                </a:rPr>
                <a:t>阻尼较大</a:t>
              </a:r>
              <a:endParaRPr lang="zh-CN" altLang="en-US" b="1" dirty="0">
                <a:solidFill>
                  <a:srgbClr val="0000FF"/>
                </a:solidFill>
                <a:latin typeface="楷体_GB2312" pitchFamily="49" charset="-122"/>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6243">
                                            <p:txEl>
                                              <p:charRg st="0" end="73"/>
                                            </p:txEl>
                                          </p:spTgt>
                                        </p:tgtEl>
                                        <p:attrNameLst>
                                          <p:attrName>style.visibility</p:attrName>
                                        </p:attrNameLst>
                                      </p:cBhvr>
                                      <p:to>
                                        <p:strVal val="visible"/>
                                      </p:to>
                                    </p:set>
                                    <p:animEffect transition="in" filter="wipe(left)">
                                      <p:cBhvr>
                                        <p:cTn id="7" dur="500"/>
                                        <p:tgtEl>
                                          <p:spTgt spid="266243">
                                            <p:txEl>
                                              <p:charRg st="0" end="7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charRg st="0" end="3"/>
                                            </p:txEl>
                                          </p:spTgt>
                                        </p:tgtEl>
                                        <p:attrNameLst>
                                          <p:attrName>style.visibility</p:attrName>
                                        </p:attrNameLst>
                                      </p:cBhvr>
                                      <p:to>
                                        <p:strVal val="visible"/>
                                      </p:to>
                                    </p:set>
                                    <p:animEffect transition="in" filter="wipe(left)">
                                      <p:cBhvr>
                                        <p:cTn id="12" dur="500"/>
                                        <p:tgtEl>
                                          <p:spTgt spid="4">
                                            <p:txEl>
                                              <p:charRg st="0" end="3"/>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par>
                          <p:cTn id="21" fill="hold">
                            <p:stCondLst>
                              <p:cond delay="1500"/>
                            </p:stCondLst>
                            <p:childTnLst>
                              <p:par>
                                <p:cTn id="22" presetID="1" presetClass="entr" presetSubtype="0"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par>
                          <p:cTn id="24" fill="hold">
                            <p:stCondLst>
                              <p:cond delay="1500"/>
                            </p:stCondLst>
                            <p:childTnLst>
                              <p:par>
                                <p:cTn id="25" presetID="4" presetClass="entr" presetSubtype="32"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ox(ou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32"/>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nodeType="afterEffect">
                                  <p:stCondLst>
                                    <p:cond delay="0"/>
                                  </p:stCondLst>
                                  <p:childTnLst>
                                    <p:set>
                                      <p:cBhvr>
                                        <p:cTn id="4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3" grpId="0" build="p"/>
      <p:bldP spid="4" grpId="0" build="p"/>
      <p:bldP spid="11"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txBox="1">
            <a:spLocks noGrp="1"/>
          </p:cNvSpPr>
          <p:nvPr>
            <p:ph type="sldNum" sz="quarter" idx="12"/>
          </p:nvPr>
        </p:nvSpPr>
        <p:spPr>
          <a:ln/>
        </p:spPr>
        <p:txBody>
          <a:bodyPr vert="horz" wrap="square" lIns="91440" tIns="45720" rIns="91440" bIns="45720" numCol="1" rtlCol="0" anchor="ctr" anchorCtr="0" compatLnSpc="1"/>
          <a:lstStyle/>
          <a:p>
            <a:pPr marL="0" marR="0" lvl="0" indent="0" algn="r" defTabSz="914400" rtl="0" eaLnBrk="1" fontAlgn="base" latinLnBrk="0" hangingPunct="1">
              <a:lnSpc>
                <a:spcPct val="100000"/>
              </a:lnSpc>
              <a:spcBef>
                <a:spcPct val="50000"/>
              </a:spcBef>
              <a:spcAft>
                <a:spcPct val="0"/>
              </a:spcAft>
              <a:buClrTx/>
              <a:buSzTx/>
              <a:buFontTx/>
              <a:buNone/>
              <a:defRPr/>
            </a:pPr>
            <a:fld id="{5580F4D7-0F2F-4EEB-B636-25B44DA1BC67}" type="slidenum">
              <a:rPr kumimoji="0" lang="zh-CN" altLang="en-US" sz="1200" b="0" i="0" u="none" strike="noStrike" kern="1200" cap="none" spc="0" normalizeH="0" baseline="0" noProof="1" dirty="0" smtClean="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1" smtClean="0">
              <a:ln>
                <a:noFill/>
              </a:ln>
              <a:solidFill>
                <a:schemeClr val="tx1">
                  <a:tint val="75000"/>
                </a:schemeClr>
              </a:solidFill>
              <a:effectLst/>
              <a:uLnTx/>
              <a:uFillTx/>
              <a:latin typeface="Times New Roman" panose="02020603050405020304" pitchFamily="18" charset="0"/>
              <a:ea typeface="+mn-ea"/>
              <a:cs typeface="+mn-cs"/>
            </a:endParaRPr>
          </a:p>
        </p:txBody>
      </p:sp>
      <p:sp>
        <p:nvSpPr>
          <p:cNvPr id="267267" name="文本框 267266"/>
          <p:cNvSpPr txBox="1"/>
          <p:nvPr/>
        </p:nvSpPr>
        <p:spPr>
          <a:xfrm>
            <a:off x="611188" y="1628775"/>
            <a:ext cx="3671887" cy="1198563"/>
          </a:xfrm>
          <a:prstGeom prst="rect">
            <a:avLst/>
          </a:prstGeom>
          <a:noFill/>
          <a:ln w="9525">
            <a:noFill/>
          </a:ln>
        </p:spPr>
        <p:txBody>
          <a:bodyPr anchor="t" anchorCtr="0">
            <a:spAutoFit/>
          </a:bodyPr>
          <a:p>
            <a:pPr algn="just"/>
            <a:r>
              <a:rPr lang="en-US" altLang="zh-CN" b="1" dirty="0">
                <a:solidFill>
                  <a:srgbClr val="000000"/>
                </a:solidFill>
                <a:latin typeface="楷体_GB2312" pitchFamily="49" charset="-122"/>
                <a:ea typeface="楷体_GB2312" pitchFamily="49" charset="-122"/>
              </a:rPr>
              <a:t>    </a:t>
            </a:r>
            <a:r>
              <a:rPr lang="zh-CN" altLang="en-US" sz="2400" dirty="0">
                <a:solidFill>
                  <a:srgbClr val="000000"/>
                </a:solidFill>
                <a:latin typeface="微软雅黑" panose="020B0503020204020204" charset="-122"/>
                <a:ea typeface="微软雅黑" panose="020B0503020204020204" charset="-122"/>
              </a:rPr>
              <a:t>受迫振动速度在一定条件下发生共振的的现象称为</a:t>
            </a:r>
            <a:r>
              <a:rPr lang="zh-CN" altLang="en-US" sz="2400" dirty="0">
                <a:solidFill>
                  <a:srgbClr val="CC0000"/>
                </a:solidFill>
                <a:latin typeface="微软雅黑" panose="020B0503020204020204" charset="-122"/>
                <a:ea typeface="微软雅黑" panose="020B0503020204020204" charset="-122"/>
              </a:rPr>
              <a:t>速度共振。</a:t>
            </a:r>
            <a:endParaRPr lang="zh-CN" altLang="en-US" sz="2400" dirty="0">
              <a:solidFill>
                <a:srgbClr val="CC0000"/>
              </a:solidFill>
              <a:latin typeface="微软雅黑" panose="020B0503020204020204" charset="-122"/>
              <a:ea typeface="微软雅黑" panose="020B0503020204020204" charset="-122"/>
            </a:endParaRPr>
          </a:p>
        </p:txBody>
      </p:sp>
      <p:graphicFrame>
        <p:nvGraphicFramePr>
          <p:cNvPr id="95235" name="对象 5">
            <a:hlinkClick r:id="" action="ppaction://ole?verb="/>
          </p:cNvPr>
          <p:cNvGraphicFramePr>
            <a:graphicFrameLocks noChangeAspect="1"/>
          </p:cNvGraphicFramePr>
          <p:nvPr/>
        </p:nvGraphicFramePr>
        <p:xfrm>
          <a:off x="1054100" y="230188"/>
          <a:ext cx="3924300" cy="1063625"/>
        </p:xfrm>
        <a:graphic>
          <a:graphicData uri="http://schemas.openxmlformats.org/presentationml/2006/ole">
            <mc:AlternateContent xmlns:mc="http://schemas.openxmlformats.org/markup-compatibility/2006">
              <mc:Choice xmlns:v="urn:schemas-microsoft-com:vml" Requires="v">
                <p:oleObj spid="_x0000_s3416" name="" r:id="rId1" imgW="1828800" imgH="495300" progId="Equation.KSEE3">
                  <p:embed/>
                </p:oleObj>
              </mc:Choice>
              <mc:Fallback>
                <p:oleObj name="" r:id="rId1" imgW="1828800" imgH="495300" progId="Equation.KSEE3">
                  <p:embed/>
                  <p:pic>
                    <p:nvPicPr>
                      <p:cNvPr id="0" name="图片 3415"/>
                      <p:cNvPicPr/>
                      <p:nvPr/>
                    </p:nvPicPr>
                    <p:blipFill>
                      <a:blip r:embed="rId2"/>
                      <a:stretch>
                        <a:fillRect/>
                      </a:stretch>
                    </p:blipFill>
                    <p:spPr>
                      <a:xfrm>
                        <a:off x="1054100" y="230188"/>
                        <a:ext cx="3924300" cy="1063625"/>
                      </a:xfrm>
                      <a:prstGeom prst="rect">
                        <a:avLst/>
                      </a:prstGeom>
                      <a:noFill/>
                      <a:ln w="38100">
                        <a:noFill/>
                        <a:miter/>
                      </a:ln>
                    </p:spPr>
                  </p:pic>
                </p:oleObj>
              </mc:Fallback>
            </mc:AlternateContent>
          </a:graphicData>
        </a:graphic>
      </p:graphicFrame>
      <p:sp>
        <p:nvSpPr>
          <p:cNvPr id="5" name="矩形 4"/>
          <p:cNvSpPr/>
          <p:nvPr/>
        </p:nvSpPr>
        <p:spPr>
          <a:xfrm>
            <a:off x="949325" y="3182938"/>
            <a:ext cx="1209675" cy="368300"/>
          </a:xfrm>
          <a:prstGeom prst="rect">
            <a:avLst/>
          </a:prstGeom>
          <a:noFill/>
          <a:ln w="9525">
            <a:noFill/>
          </a:ln>
        </p:spPr>
        <p:txBody>
          <a:bodyPr anchor="t" anchorCtr="0">
            <a:spAutoFit/>
          </a:bodyPr>
          <a:p>
            <a:r>
              <a:rPr lang="zh-CN" altLang="en-US" sz="2400" dirty="0">
                <a:solidFill>
                  <a:srgbClr val="000000"/>
                </a:solidFill>
                <a:latin typeface="微软雅黑" panose="020B0503020204020204" charset="-122"/>
                <a:ea typeface="微软雅黑" panose="020B0503020204020204" charset="-122"/>
              </a:rPr>
              <a:t>根据</a:t>
            </a:r>
            <a:endParaRPr lang="zh-CN" altLang="en-US" b="1" dirty="0">
              <a:solidFill>
                <a:srgbClr val="000000"/>
              </a:solidFill>
              <a:latin typeface="楷体_GB2312" pitchFamily="49" charset="-122"/>
              <a:ea typeface="楷体_GB2312" pitchFamily="49" charset="-122"/>
            </a:endParaRPr>
          </a:p>
        </p:txBody>
      </p:sp>
      <p:sp>
        <p:nvSpPr>
          <p:cNvPr id="6" name="燕尾形箭头 5"/>
          <p:cNvSpPr/>
          <p:nvPr/>
        </p:nvSpPr>
        <p:spPr>
          <a:xfrm>
            <a:off x="1252538" y="4076700"/>
            <a:ext cx="533400" cy="230188"/>
          </a:xfrm>
          <a:prstGeom prst="notchedRightArrow">
            <a:avLst>
              <a:gd name="adj1" fmla="val 50000"/>
              <a:gd name="adj2" fmla="val 57877"/>
            </a:avLst>
          </a:prstGeom>
          <a:solidFill>
            <a:srgbClr val="66FF66"/>
          </a:solidFill>
          <a:ln w="9525" cap="flat" cmpd="sng">
            <a:solidFill>
              <a:srgbClr val="FF3300"/>
            </a:solidFill>
            <a:prstDash val="solid"/>
            <a:miter/>
            <a:headEnd type="none" w="med" len="med"/>
            <a:tailEnd type="none" w="med" len="med"/>
          </a:ln>
        </p:spPr>
        <p:txBody>
          <a:bodyPr anchor="t" anchorCtr="0"/>
          <a:p>
            <a:endParaRPr lang="zh-CN" altLang="en-US" dirty="0">
              <a:latin typeface="Calibri" panose="020F0502020204030204" charset="0"/>
              <a:ea typeface="宋体" panose="02010600030101010101" pitchFamily="2" charset="-122"/>
            </a:endParaRPr>
          </a:p>
        </p:txBody>
      </p:sp>
      <p:sp>
        <p:nvSpPr>
          <p:cNvPr id="7" name="文本框 6"/>
          <p:cNvSpPr txBox="1"/>
          <p:nvPr/>
        </p:nvSpPr>
        <p:spPr>
          <a:xfrm>
            <a:off x="719138" y="4535488"/>
            <a:ext cx="3455987" cy="1198562"/>
          </a:xfrm>
          <a:prstGeom prst="rect">
            <a:avLst/>
          </a:prstGeom>
          <a:noFill/>
          <a:ln w="9525">
            <a:noFill/>
          </a:ln>
        </p:spPr>
        <p:txBody>
          <a:bodyPr anchor="t" anchorCtr="0">
            <a:spAutoFit/>
          </a:bodyPr>
          <a:p>
            <a:pPr algn="just"/>
            <a:r>
              <a:rPr lang="en-US" altLang="zh-CN" b="1" dirty="0">
                <a:latin typeface="楷体_GB2312" pitchFamily="49" charset="-122"/>
                <a:ea typeface="楷体_GB2312" pitchFamily="49" charset="-122"/>
              </a:rPr>
              <a:t>    </a:t>
            </a:r>
            <a:r>
              <a:rPr lang="zh-CN" altLang="en-US" sz="2400" dirty="0">
                <a:solidFill>
                  <a:srgbClr val="000000"/>
                </a:solidFill>
                <a:latin typeface="微软雅黑" panose="020B0503020204020204" charset="-122"/>
                <a:ea typeface="微软雅黑" panose="020B0503020204020204" charset="-122"/>
              </a:rPr>
              <a:t>在阻尼很小的前提下，</a:t>
            </a:r>
            <a:r>
              <a:rPr lang="zh-CN" altLang="en-US" sz="2400" dirty="0">
                <a:solidFill>
                  <a:srgbClr val="FF0000"/>
                </a:solidFill>
                <a:latin typeface="微软雅黑" panose="020B0503020204020204" charset="-122"/>
                <a:ea typeface="微软雅黑" panose="020B0503020204020204" charset="-122"/>
              </a:rPr>
              <a:t>速度共振</a:t>
            </a:r>
            <a:r>
              <a:rPr lang="zh-CN" altLang="en-US" sz="2400" dirty="0">
                <a:solidFill>
                  <a:srgbClr val="000000"/>
                </a:solidFill>
                <a:latin typeface="微软雅黑" panose="020B0503020204020204" charset="-122"/>
                <a:ea typeface="微软雅黑" panose="020B0503020204020204" charset="-122"/>
              </a:rPr>
              <a:t>和</a:t>
            </a:r>
            <a:r>
              <a:rPr lang="zh-CN" altLang="en-US" sz="2400" dirty="0">
                <a:solidFill>
                  <a:srgbClr val="FF0000"/>
                </a:solidFill>
                <a:latin typeface="微软雅黑" panose="020B0503020204020204" charset="-122"/>
                <a:ea typeface="微软雅黑" panose="020B0503020204020204" charset="-122"/>
              </a:rPr>
              <a:t>位移共振</a:t>
            </a:r>
            <a:r>
              <a:rPr lang="zh-CN" altLang="en-US" sz="2400" dirty="0">
                <a:solidFill>
                  <a:srgbClr val="000000"/>
                </a:solidFill>
                <a:latin typeface="微软雅黑" panose="020B0503020204020204" charset="-122"/>
                <a:ea typeface="微软雅黑" panose="020B0503020204020204" charset="-122"/>
              </a:rPr>
              <a:t>可以认为等同。</a:t>
            </a:r>
            <a:endParaRPr lang="zh-CN" altLang="en-US" sz="2400" dirty="0">
              <a:solidFill>
                <a:srgbClr val="000000"/>
              </a:solidFill>
              <a:latin typeface="微软雅黑" panose="020B0503020204020204" charset="-122"/>
              <a:ea typeface="微软雅黑" panose="020B0503020204020204" charset="-122"/>
            </a:endParaRPr>
          </a:p>
        </p:txBody>
      </p:sp>
      <p:graphicFrame>
        <p:nvGraphicFramePr>
          <p:cNvPr id="8" name="对象 7"/>
          <p:cNvGraphicFramePr/>
          <p:nvPr/>
        </p:nvGraphicFramePr>
        <p:xfrm>
          <a:off x="2006600" y="3910013"/>
          <a:ext cx="1295400" cy="465137"/>
        </p:xfrm>
        <a:graphic>
          <a:graphicData uri="http://schemas.openxmlformats.org/presentationml/2006/ole">
            <mc:AlternateContent xmlns:mc="http://schemas.openxmlformats.org/markup-compatibility/2006">
              <mc:Choice xmlns:v="urn:schemas-microsoft-com:vml" Requires="v">
                <p:oleObj spid="_x0000_s3420" name="" r:id="rId3" imgW="635000" imgH="228600" progId="Equation.3">
                  <p:embed/>
                </p:oleObj>
              </mc:Choice>
              <mc:Fallback>
                <p:oleObj name="" r:id="rId3" imgW="635000" imgH="228600" progId="Equation.3">
                  <p:embed/>
                  <p:pic>
                    <p:nvPicPr>
                      <p:cNvPr id="0" name="图片 3419"/>
                      <p:cNvPicPr/>
                      <p:nvPr/>
                    </p:nvPicPr>
                    <p:blipFill>
                      <a:blip r:embed="rId4"/>
                      <a:stretch>
                        <a:fillRect/>
                      </a:stretch>
                    </p:blipFill>
                    <p:spPr>
                      <a:xfrm>
                        <a:off x="2006600" y="3910013"/>
                        <a:ext cx="1295400" cy="465137"/>
                      </a:xfrm>
                      <a:prstGeom prst="rect">
                        <a:avLst/>
                      </a:prstGeom>
                      <a:noFill/>
                      <a:ln w="38100">
                        <a:noFill/>
                        <a:miter/>
                      </a:ln>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2120900" y="2982913"/>
          <a:ext cx="1065213" cy="766762"/>
        </p:xfrm>
        <a:graphic>
          <a:graphicData uri="http://schemas.openxmlformats.org/presentationml/2006/ole">
            <mc:AlternateContent xmlns:mc="http://schemas.openxmlformats.org/markup-compatibility/2006">
              <mc:Choice xmlns:v="urn:schemas-microsoft-com:vml" Requires="v">
                <p:oleObj spid="_x0000_s3422" name="" r:id="rId5" imgW="545465" imgH="393700" progId="Equation.KSEE3">
                  <p:embed/>
                </p:oleObj>
              </mc:Choice>
              <mc:Fallback>
                <p:oleObj name="" r:id="rId5" imgW="545465" imgH="393700" progId="Equation.KSEE3">
                  <p:embed/>
                  <p:pic>
                    <p:nvPicPr>
                      <p:cNvPr id="0" name="图片 3421"/>
                      <p:cNvPicPr/>
                      <p:nvPr/>
                    </p:nvPicPr>
                    <p:blipFill>
                      <a:blip r:embed="rId6"/>
                      <a:stretch>
                        <a:fillRect/>
                      </a:stretch>
                    </p:blipFill>
                    <p:spPr>
                      <a:xfrm>
                        <a:off x="2120900" y="2982913"/>
                        <a:ext cx="1065213" cy="766762"/>
                      </a:xfrm>
                      <a:prstGeom prst="rect">
                        <a:avLst/>
                      </a:prstGeom>
                      <a:noFill/>
                      <a:ln w="38100">
                        <a:noFill/>
                        <a:miter/>
                      </a:ln>
                    </p:spPr>
                  </p:pic>
                </p:oleObj>
              </mc:Fallback>
            </mc:AlternateContent>
          </a:graphicData>
        </a:graphic>
      </p:graphicFrame>
      <p:sp>
        <p:nvSpPr>
          <p:cNvPr id="12" name="文本框 11"/>
          <p:cNvSpPr txBox="1"/>
          <p:nvPr/>
        </p:nvSpPr>
        <p:spPr>
          <a:xfrm>
            <a:off x="1785938" y="5826125"/>
            <a:ext cx="3863975" cy="706438"/>
          </a:xfrm>
          <a:prstGeom prst="rect">
            <a:avLst/>
          </a:prstGeom>
          <a:noFill/>
          <a:ln w="19050" cap="flat" cmpd="sng">
            <a:solidFill>
              <a:srgbClr val="00B050"/>
            </a:solidFill>
            <a:prstDash val="solid"/>
            <a:round/>
            <a:headEnd type="none" w="med" len="med"/>
            <a:tailEnd type="none" w="med" len="med"/>
          </a:ln>
        </p:spPr>
        <p:txBody>
          <a:bodyPr wrap="square" anchor="t" anchorCtr="0">
            <a:spAutoFit/>
          </a:bodyPr>
          <a:p>
            <a:pPr indent="127000"/>
            <a:r>
              <a:rPr lang="zh-CN" altLang="zh-CN" sz="2000">
                <a:solidFill>
                  <a:srgbClr val="C00000"/>
                </a:solidFill>
                <a:latin typeface="微软雅黑" panose="020B0503020204020204" charset="-122"/>
                <a:ea typeface="微软雅黑" panose="020B0503020204020204" charset="-122"/>
              </a:rPr>
              <a:t>现代物理研究：</a:t>
            </a:r>
            <a:endParaRPr lang="zh-CN" altLang="zh-CN" sz="2000">
              <a:solidFill>
                <a:srgbClr val="C00000"/>
              </a:solidFill>
              <a:latin typeface="微软雅黑" panose="020B0503020204020204" charset="-122"/>
              <a:ea typeface="微软雅黑" panose="020B0503020204020204" charset="-122"/>
            </a:endParaRPr>
          </a:p>
          <a:p>
            <a:pPr indent="127000"/>
            <a:r>
              <a:rPr lang="zh-CN" altLang="zh-CN" sz="2000">
                <a:solidFill>
                  <a:srgbClr val="000000"/>
                </a:solidFill>
                <a:latin typeface="微软雅黑" panose="020B0503020204020204" charset="-122"/>
                <a:ea typeface="微软雅黑" panose="020B0503020204020204" charset="-122"/>
              </a:rPr>
              <a:t>分子振动特性与共振拉曼光谱</a:t>
            </a:r>
            <a:endParaRPr lang="zh-CN" altLang="zh-CN" sz="2000">
              <a:solidFill>
                <a:srgbClr val="000000"/>
              </a:solidFill>
              <a:latin typeface="微软雅黑" panose="020B0503020204020204" charset="-122"/>
              <a:ea typeface="微软雅黑" panose="020B0503020204020204" charset="-122"/>
            </a:endParaRPr>
          </a:p>
        </p:txBody>
      </p:sp>
      <p:grpSp>
        <p:nvGrpSpPr>
          <p:cNvPr id="13" name="组合 12"/>
          <p:cNvGrpSpPr/>
          <p:nvPr/>
        </p:nvGrpSpPr>
        <p:grpSpPr>
          <a:xfrm>
            <a:off x="5370513" y="1296988"/>
            <a:ext cx="2336800" cy="3332162"/>
            <a:chOff x="3383" y="998"/>
            <a:chExt cx="1472" cy="2099"/>
          </a:xfrm>
        </p:grpSpPr>
        <p:sp>
          <p:nvSpPr>
            <p:cNvPr id="95243" name="任意多边形 267275"/>
            <p:cNvSpPr/>
            <p:nvPr/>
          </p:nvSpPr>
          <p:spPr>
            <a:xfrm>
              <a:off x="3383" y="1001"/>
              <a:ext cx="579" cy="2064"/>
            </a:xfrm>
            <a:custGeom>
              <a:avLst/>
              <a:gdLst/>
              <a:ahLst/>
              <a:cxnLst>
                <a:cxn ang="0">
                  <a:pos x="0" y="2063"/>
                </a:cxn>
                <a:cxn ang="0">
                  <a:pos x="79" y="1961"/>
                </a:cxn>
                <a:cxn ang="0">
                  <a:pos x="119" y="1910"/>
                </a:cxn>
                <a:cxn ang="0">
                  <a:pos x="156" y="1855"/>
                </a:cxn>
                <a:cxn ang="0">
                  <a:pos x="192" y="1801"/>
                </a:cxn>
                <a:cxn ang="0">
                  <a:pos x="227" y="1744"/>
                </a:cxn>
                <a:cxn ang="0">
                  <a:pos x="259" y="1685"/>
                </a:cxn>
                <a:cxn ang="0">
                  <a:pos x="288" y="1623"/>
                </a:cxn>
                <a:cxn ang="0">
                  <a:pos x="316" y="1559"/>
                </a:cxn>
                <a:cxn ang="0">
                  <a:pos x="340" y="1491"/>
                </a:cxn>
                <a:cxn ang="0">
                  <a:pos x="363" y="1422"/>
                </a:cxn>
                <a:cxn ang="0">
                  <a:pos x="384" y="1350"/>
                </a:cxn>
                <a:cxn ang="0">
                  <a:pos x="403" y="1276"/>
                </a:cxn>
                <a:cxn ang="0">
                  <a:pos x="421" y="1202"/>
                </a:cxn>
                <a:cxn ang="0">
                  <a:pos x="438" y="1127"/>
                </a:cxn>
                <a:cxn ang="0">
                  <a:pos x="453" y="1053"/>
                </a:cxn>
                <a:cxn ang="0">
                  <a:pos x="461" y="1015"/>
                </a:cxn>
                <a:cxn ang="0">
                  <a:pos x="468" y="977"/>
                </a:cxn>
                <a:cxn ang="0">
                  <a:pos x="481" y="899"/>
                </a:cxn>
                <a:cxn ang="0">
                  <a:pos x="492" y="818"/>
                </a:cxn>
                <a:cxn ang="0">
                  <a:pos x="502" y="738"/>
                </a:cxn>
                <a:cxn ang="0">
                  <a:pos x="512" y="658"/>
                </a:cxn>
                <a:cxn ang="0">
                  <a:pos x="521" y="581"/>
                </a:cxn>
                <a:cxn ang="0">
                  <a:pos x="524" y="543"/>
                </a:cxn>
                <a:cxn ang="0">
                  <a:pos x="528" y="508"/>
                </a:cxn>
                <a:cxn ang="0">
                  <a:pos x="533" y="472"/>
                </a:cxn>
                <a:cxn ang="0">
                  <a:pos x="537" y="439"/>
                </a:cxn>
                <a:cxn ang="0">
                  <a:pos x="539" y="406"/>
                </a:cxn>
                <a:cxn ang="0">
                  <a:pos x="543" y="374"/>
                </a:cxn>
                <a:cxn ang="0">
                  <a:pos x="550" y="314"/>
                </a:cxn>
                <a:cxn ang="0">
                  <a:pos x="556" y="258"/>
                </a:cxn>
                <a:cxn ang="0">
                  <a:pos x="561" y="203"/>
                </a:cxn>
                <a:cxn ang="0">
                  <a:pos x="565" y="151"/>
                </a:cxn>
                <a:cxn ang="0">
                  <a:pos x="570" y="99"/>
                </a:cxn>
                <a:cxn ang="0">
                  <a:pos x="574" y="49"/>
                </a:cxn>
                <a:cxn ang="0">
                  <a:pos x="578" y="0"/>
                </a:cxn>
              </a:cxnLst>
              <a:pathLst>
                <a:path w="627" h="2098">
                  <a:moveTo>
                    <a:pt x="0" y="2097"/>
                  </a:moveTo>
                  <a:lnTo>
                    <a:pt x="86" y="1993"/>
                  </a:lnTo>
                  <a:lnTo>
                    <a:pt x="129" y="1941"/>
                  </a:lnTo>
                  <a:lnTo>
                    <a:pt x="169" y="1886"/>
                  </a:lnTo>
                  <a:lnTo>
                    <a:pt x="208" y="1831"/>
                  </a:lnTo>
                  <a:lnTo>
                    <a:pt x="246" y="1773"/>
                  </a:lnTo>
                  <a:lnTo>
                    <a:pt x="280" y="1713"/>
                  </a:lnTo>
                  <a:lnTo>
                    <a:pt x="312" y="1650"/>
                  </a:lnTo>
                  <a:lnTo>
                    <a:pt x="342" y="1585"/>
                  </a:lnTo>
                  <a:lnTo>
                    <a:pt x="368" y="1516"/>
                  </a:lnTo>
                  <a:lnTo>
                    <a:pt x="393" y="1445"/>
                  </a:lnTo>
                  <a:lnTo>
                    <a:pt x="416" y="1372"/>
                  </a:lnTo>
                  <a:lnTo>
                    <a:pt x="436" y="1297"/>
                  </a:lnTo>
                  <a:lnTo>
                    <a:pt x="456" y="1222"/>
                  </a:lnTo>
                  <a:lnTo>
                    <a:pt x="474" y="1146"/>
                  </a:lnTo>
                  <a:lnTo>
                    <a:pt x="491" y="1070"/>
                  </a:lnTo>
                  <a:lnTo>
                    <a:pt x="499" y="1032"/>
                  </a:lnTo>
                  <a:lnTo>
                    <a:pt x="507" y="993"/>
                  </a:lnTo>
                  <a:lnTo>
                    <a:pt x="521" y="914"/>
                  </a:lnTo>
                  <a:lnTo>
                    <a:pt x="533" y="831"/>
                  </a:lnTo>
                  <a:lnTo>
                    <a:pt x="544" y="750"/>
                  </a:lnTo>
                  <a:lnTo>
                    <a:pt x="554" y="669"/>
                  </a:lnTo>
                  <a:lnTo>
                    <a:pt x="564" y="591"/>
                  </a:lnTo>
                  <a:lnTo>
                    <a:pt x="567" y="552"/>
                  </a:lnTo>
                  <a:lnTo>
                    <a:pt x="572" y="516"/>
                  </a:lnTo>
                  <a:lnTo>
                    <a:pt x="577" y="480"/>
                  </a:lnTo>
                  <a:lnTo>
                    <a:pt x="581" y="446"/>
                  </a:lnTo>
                  <a:lnTo>
                    <a:pt x="584" y="413"/>
                  </a:lnTo>
                  <a:lnTo>
                    <a:pt x="588" y="380"/>
                  </a:lnTo>
                  <a:lnTo>
                    <a:pt x="596" y="319"/>
                  </a:lnTo>
                  <a:lnTo>
                    <a:pt x="602" y="262"/>
                  </a:lnTo>
                  <a:lnTo>
                    <a:pt x="608" y="206"/>
                  </a:lnTo>
                  <a:lnTo>
                    <a:pt x="612" y="153"/>
                  </a:lnTo>
                  <a:lnTo>
                    <a:pt x="617" y="101"/>
                  </a:lnTo>
                  <a:lnTo>
                    <a:pt x="622" y="50"/>
                  </a:lnTo>
                  <a:lnTo>
                    <a:pt x="626" y="0"/>
                  </a:lnTo>
                </a:path>
              </a:pathLst>
            </a:custGeom>
            <a:noFill/>
            <a:ln w="25400" cap="flat" cmpd="sng">
              <a:solidFill>
                <a:schemeClr val="bg2"/>
              </a:solidFill>
              <a:prstDash val="sysDot"/>
              <a:round/>
              <a:headEnd type="none" w="sm" len="sm"/>
              <a:tailEnd type="none" w="sm" len="sm"/>
            </a:ln>
          </p:spPr>
          <p:txBody>
            <a:bodyPr/>
            <a:p>
              <a:endParaRPr lang="zh-CN" altLang="en-US"/>
            </a:p>
          </p:txBody>
        </p:sp>
        <p:sp>
          <p:nvSpPr>
            <p:cNvPr id="95244" name="任意多边形 267276"/>
            <p:cNvSpPr/>
            <p:nvPr/>
          </p:nvSpPr>
          <p:spPr>
            <a:xfrm>
              <a:off x="4134" y="998"/>
              <a:ext cx="721" cy="2099"/>
            </a:xfrm>
            <a:custGeom>
              <a:avLst/>
              <a:gdLst/>
              <a:ahLst/>
              <a:cxnLst>
                <a:cxn ang="0">
                  <a:pos x="720" y="2098"/>
                </a:cxn>
                <a:cxn ang="0">
                  <a:pos x="619" y="1994"/>
                </a:cxn>
                <a:cxn ang="0">
                  <a:pos x="570" y="1942"/>
                </a:cxn>
                <a:cxn ang="0">
                  <a:pos x="524" y="1887"/>
                </a:cxn>
                <a:cxn ang="0">
                  <a:pos x="479" y="1832"/>
                </a:cxn>
                <a:cxn ang="0">
                  <a:pos x="435" y="1774"/>
                </a:cxn>
                <a:cxn ang="0">
                  <a:pos x="396" y="1714"/>
                </a:cxn>
                <a:cxn ang="0">
                  <a:pos x="360" y="1651"/>
                </a:cxn>
                <a:cxn ang="0">
                  <a:pos x="325" y="1586"/>
                </a:cxn>
                <a:cxn ang="0">
                  <a:pos x="295" y="1517"/>
                </a:cxn>
                <a:cxn ang="0">
                  <a:pos x="266" y="1446"/>
                </a:cxn>
                <a:cxn ang="0">
                  <a:pos x="240" y="1373"/>
                </a:cxn>
                <a:cxn ang="0">
                  <a:pos x="217" y="1298"/>
                </a:cxn>
                <a:cxn ang="0">
                  <a:pos x="194" y="1223"/>
                </a:cxn>
                <a:cxn ang="0">
                  <a:pos x="173" y="1147"/>
                </a:cxn>
                <a:cxn ang="0">
                  <a:pos x="154" y="1071"/>
                </a:cxn>
                <a:cxn ang="0">
                  <a:pos x="144" y="1033"/>
                </a:cxn>
                <a:cxn ang="0">
                  <a:pos x="135" y="994"/>
                </a:cxn>
                <a:cxn ang="0">
                  <a:pos x="119" y="915"/>
                </a:cxn>
                <a:cxn ang="0">
                  <a:pos x="105" y="832"/>
                </a:cxn>
                <a:cxn ang="0">
                  <a:pos x="93" y="751"/>
                </a:cxn>
                <a:cxn ang="0">
                  <a:pos x="81" y="670"/>
                </a:cxn>
                <a:cxn ang="0">
                  <a:pos x="70" y="592"/>
                </a:cxn>
                <a:cxn ang="0">
                  <a:pos x="66" y="553"/>
                </a:cxn>
                <a:cxn ang="0">
                  <a:pos x="60" y="517"/>
                </a:cxn>
                <a:cxn ang="0">
                  <a:pos x="55" y="481"/>
                </a:cxn>
                <a:cxn ang="0">
                  <a:pos x="50" y="447"/>
                </a:cxn>
                <a:cxn ang="0">
                  <a:pos x="47" y="414"/>
                </a:cxn>
                <a:cxn ang="0">
                  <a:pos x="42" y="381"/>
                </a:cxn>
                <a:cxn ang="0">
                  <a:pos x="33" y="320"/>
                </a:cxn>
                <a:cxn ang="0">
                  <a:pos x="26" y="263"/>
                </a:cxn>
                <a:cxn ang="0">
                  <a:pos x="19" y="207"/>
                </a:cxn>
                <a:cxn ang="0">
                  <a:pos x="14" y="154"/>
                </a:cxn>
                <a:cxn ang="0">
                  <a:pos x="9" y="102"/>
                </a:cxn>
                <a:cxn ang="0">
                  <a:pos x="3" y="51"/>
                </a:cxn>
                <a:cxn ang="0">
                  <a:pos x="0" y="0"/>
                </a:cxn>
              </a:cxnLst>
              <a:pathLst>
                <a:path w="721" h="2099">
                  <a:moveTo>
                    <a:pt x="720" y="2098"/>
                  </a:moveTo>
                  <a:lnTo>
                    <a:pt x="619" y="1994"/>
                  </a:lnTo>
                  <a:lnTo>
                    <a:pt x="570" y="1942"/>
                  </a:lnTo>
                  <a:lnTo>
                    <a:pt x="524" y="1887"/>
                  </a:lnTo>
                  <a:lnTo>
                    <a:pt x="479" y="1832"/>
                  </a:lnTo>
                  <a:lnTo>
                    <a:pt x="435" y="1774"/>
                  </a:lnTo>
                  <a:lnTo>
                    <a:pt x="396" y="1714"/>
                  </a:lnTo>
                  <a:lnTo>
                    <a:pt x="360" y="1651"/>
                  </a:lnTo>
                  <a:lnTo>
                    <a:pt x="325" y="1586"/>
                  </a:lnTo>
                  <a:lnTo>
                    <a:pt x="295" y="1517"/>
                  </a:lnTo>
                  <a:lnTo>
                    <a:pt x="266" y="1446"/>
                  </a:lnTo>
                  <a:lnTo>
                    <a:pt x="240" y="1373"/>
                  </a:lnTo>
                  <a:lnTo>
                    <a:pt x="217" y="1298"/>
                  </a:lnTo>
                  <a:lnTo>
                    <a:pt x="194" y="1223"/>
                  </a:lnTo>
                  <a:lnTo>
                    <a:pt x="173" y="1147"/>
                  </a:lnTo>
                  <a:lnTo>
                    <a:pt x="154" y="1071"/>
                  </a:lnTo>
                  <a:lnTo>
                    <a:pt x="144" y="1033"/>
                  </a:lnTo>
                  <a:lnTo>
                    <a:pt x="135" y="994"/>
                  </a:lnTo>
                  <a:lnTo>
                    <a:pt x="119" y="915"/>
                  </a:lnTo>
                  <a:lnTo>
                    <a:pt x="105" y="832"/>
                  </a:lnTo>
                  <a:lnTo>
                    <a:pt x="93" y="751"/>
                  </a:lnTo>
                  <a:lnTo>
                    <a:pt x="81" y="670"/>
                  </a:lnTo>
                  <a:lnTo>
                    <a:pt x="70" y="592"/>
                  </a:lnTo>
                  <a:lnTo>
                    <a:pt x="66" y="553"/>
                  </a:lnTo>
                  <a:lnTo>
                    <a:pt x="60" y="517"/>
                  </a:lnTo>
                  <a:lnTo>
                    <a:pt x="55" y="481"/>
                  </a:lnTo>
                  <a:lnTo>
                    <a:pt x="50" y="447"/>
                  </a:lnTo>
                  <a:lnTo>
                    <a:pt x="47" y="414"/>
                  </a:lnTo>
                  <a:lnTo>
                    <a:pt x="42" y="381"/>
                  </a:lnTo>
                  <a:lnTo>
                    <a:pt x="33" y="320"/>
                  </a:lnTo>
                  <a:lnTo>
                    <a:pt x="26" y="263"/>
                  </a:lnTo>
                  <a:lnTo>
                    <a:pt x="19" y="207"/>
                  </a:lnTo>
                  <a:lnTo>
                    <a:pt x="14" y="154"/>
                  </a:lnTo>
                  <a:lnTo>
                    <a:pt x="9" y="102"/>
                  </a:lnTo>
                  <a:lnTo>
                    <a:pt x="3" y="51"/>
                  </a:lnTo>
                  <a:lnTo>
                    <a:pt x="0" y="0"/>
                  </a:lnTo>
                </a:path>
              </a:pathLst>
            </a:custGeom>
            <a:noFill/>
            <a:ln w="25400" cap="flat" cmpd="sng">
              <a:solidFill>
                <a:schemeClr val="bg2"/>
              </a:solidFill>
              <a:prstDash val="sysDot"/>
              <a:round/>
              <a:headEnd type="none" w="sm" len="sm"/>
              <a:tailEnd type="none" w="sm" len="sm"/>
            </a:ln>
          </p:spPr>
          <p:txBody>
            <a:bodyPr/>
            <a:p>
              <a:endParaRPr lang="zh-CN" altLang="en-US"/>
            </a:p>
          </p:txBody>
        </p:sp>
      </p:grpSp>
      <p:grpSp>
        <p:nvGrpSpPr>
          <p:cNvPr id="95245" name="组合 267307"/>
          <p:cNvGrpSpPr/>
          <p:nvPr/>
        </p:nvGrpSpPr>
        <p:grpSpPr>
          <a:xfrm>
            <a:off x="4787900" y="1125538"/>
            <a:ext cx="3700463" cy="4321175"/>
            <a:chOff x="3016" y="890"/>
            <a:chExt cx="2331" cy="2722"/>
          </a:xfrm>
        </p:grpSpPr>
        <p:sp>
          <p:nvSpPr>
            <p:cNvPr id="95246" name="直接连接符 267278"/>
            <p:cNvSpPr/>
            <p:nvPr/>
          </p:nvSpPr>
          <p:spPr>
            <a:xfrm>
              <a:off x="3313" y="1002"/>
              <a:ext cx="0" cy="2496"/>
            </a:xfrm>
            <a:prstGeom prst="line">
              <a:avLst/>
            </a:prstGeom>
            <a:ln w="28575" cap="flat" cmpd="sng">
              <a:solidFill>
                <a:schemeClr val="tx1"/>
              </a:solidFill>
              <a:prstDash val="solid"/>
              <a:round/>
              <a:headEnd type="triangle" w="med" len="lg"/>
              <a:tailEnd type="none" w="sm" len="sm"/>
            </a:ln>
          </p:spPr>
        </p:sp>
        <p:graphicFrame>
          <p:nvGraphicFramePr>
            <p:cNvPr id="95247" name="对象 267279"/>
            <p:cNvGraphicFramePr/>
            <p:nvPr/>
          </p:nvGraphicFramePr>
          <p:xfrm>
            <a:off x="3016" y="890"/>
            <a:ext cx="303" cy="324"/>
          </p:xfrm>
          <a:graphic>
            <a:graphicData uri="http://schemas.openxmlformats.org/presentationml/2006/ole">
              <mc:AlternateContent xmlns:mc="http://schemas.openxmlformats.org/markup-compatibility/2006">
                <mc:Choice xmlns:v="urn:schemas-microsoft-com:vml" Requires="v">
                  <p:oleObj spid="_x0000_s3418" name="" r:id="rId7" imgW="190500" imgH="203200" progId="Equation.3">
                    <p:embed/>
                  </p:oleObj>
                </mc:Choice>
                <mc:Fallback>
                  <p:oleObj name="" r:id="rId7" imgW="190500" imgH="203200" progId="Equation.3">
                    <p:embed/>
                    <p:pic>
                      <p:nvPicPr>
                        <p:cNvPr id="0" name="图片 3417"/>
                        <p:cNvPicPr/>
                        <p:nvPr/>
                      </p:nvPicPr>
                      <p:blipFill>
                        <a:blip r:embed="rId8"/>
                        <a:stretch>
                          <a:fillRect/>
                        </a:stretch>
                      </p:blipFill>
                      <p:spPr>
                        <a:xfrm>
                          <a:off x="3016" y="890"/>
                          <a:ext cx="303" cy="324"/>
                        </a:xfrm>
                        <a:prstGeom prst="rect">
                          <a:avLst/>
                        </a:prstGeom>
                        <a:noFill/>
                        <a:ln w="38100">
                          <a:noFill/>
                          <a:miter/>
                        </a:ln>
                      </p:spPr>
                    </p:pic>
                  </p:oleObj>
                </mc:Fallback>
              </mc:AlternateContent>
            </a:graphicData>
          </a:graphic>
        </p:graphicFrame>
        <p:grpSp>
          <p:nvGrpSpPr>
            <p:cNvPr id="95248" name="组合 267298"/>
            <p:cNvGrpSpPr/>
            <p:nvPr/>
          </p:nvGrpSpPr>
          <p:grpSpPr>
            <a:xfrm>
              <a:off x="3180" y="3449"/>
              <a:ext cx="2167" cy="163"/>
              <a:chOff x="3180" y="3449"/>
              <a:chExt cx="2167" cy="163"/>
            </a:xfrm>
          </p:grpSpPr>
          <p:sp>
            <p:nvSpPr>
              <p:cNvPr id="95249" name="直接连接符 267281"/>
              <p:cNvSpPr/>
              <p:nvPr/>
            </p:nvSpPr>
            <p:spPr>
              <a:xfrm>
                <a:off x="3313" y="3498"/>
                <a:ext cx="1823" cy="0"/>
              </a:xfrm>
              <a:prstGeom prst="line">
                <a:avLst/>
              </a:prstGeom>
              <a:ln w="28575" cap="flat" cmpd="sng">
                <a:solidFill>
                  <a:schemeClr val="tx1"/>
                </a:solidFill>
                <a:prstDash val="solid"/>
                <a:round/>
                <a:headEnd type="none" w="sm" len="sm"/>
                <a:tailEnd type="triangle" w="med" len="lg"/>
              </a:ln>
            </p:spPr>
          </p:sp>
          <p:graphicFrame>
            <p:nvGraphicFramePr>
              <p:cNvPr id="95250" name="对象 267282"/>
              <p:cNvGraphicFramePr/>
              <p:nvPr/>
            </p:nvGraphicFramePr>
            <p:xfrm>
              <a:off x="3180" y="3492"/>
              <a:ext cx="108" cy="120"/>
            </p:xfrm>
            <a:graphic>
              <a:graphicData uri="http://schemas.openxmlformats.org/presentationml/2006/ole">
                <mc:AlternateContent xmlns:mc="http://schemas.openxmlformats.org/markup-compatibility/2006">
                  <mc:Choice xmlns:v="urn:schemas-microsoft-com:vml" Requires="v">
                    <p:oleObj spid="_x0000_s3419" name="" r:id="rId9" imgW="342900" imgH="381000" progId="Equation.3">
                      <p:embed/>
                    </p:oleObj>
                  </mc:Choice>
                  <mc:Fallback>
                    <p:oleObj name="" r:id="rId9" imgW="342900" imgH="381000" progId="Equation.3">
                      <p:embed/>
                      <p:pic>
                        <p:nvPicPr>
                          <p:cNvPr id="0" name="图片 3418"/>
                          <p:cNvPicPr/>
                          <p:nvPr/>
                        </p:nvPicPr>
                        <p:blipFill>
                          <a:blip r:embed="rId10"/>
                          <a:stretch>
                            <a:fillRect/>
                          </a:stretch>
                        </p:blipFill>
                        <p:spPr>
                          <a:xfrm>
                            <a:off x="3180" y="3492"/>
                            <a:ext cx="108" cy="120"/>
                          </a:xfrm>
                          <a:prstGeom prst="rect">
                            <a:avLst/>
                          </a:prstGeom>
                          <a:noFill/>
                          <a:ln w="38100">
                            <a:noFill/>
                            <a:miter/>
                          </a:ln>
                        </p:spPr>
                      </p:pic>
                    </p:oleObj>
                  </mc:Fallback>
                </mc:AlternateContent>
              </a:graphicData>
            </a:graphic>
          </p:graphicFrame>
          <p:graphicFrame>
            <p:nvGraphicFramePr>
              <p:cNvPr id="95251" name="对象 267283"/>
              <p:cNvGraphicFramePr/>
              <p:nvPr/>
            </p:nvGraphicFramePr>
            <p:xfrm>
              <a:off x="5175" y="3449"/>
              <a:ext cx="172" cy="134"/>
            </p:xfrm>
            <a:graphic>
              <a:graphicData uri="http://schemas.openxmlformats.org/presentationml/2006/ole">
                <mc:AlternateContent xmlns:mc="http://schemas.openxmlformats.org/markup-compatibility/2006">
                  <mc:Choice xmlns:v="urn:schemas-microsoft-com:vml" Requires="v">
                    <p:oleObj spid="_x0000_s3421" name="" r:id="rId11" imgW="342265" imgH="266065" progId="Equation.3">
                      <p:embed/>
                    </p:oleObj>
                  </mc:Choice>
                  <mc:Fallback>
                    <p:oleObj name="" r:id="rId11" imgW="342265" imgH="266065" progId="Equation.3">
                      <p:embed/>
                      <p:pic>
                        <p:nvPicPr>
                          <p:cNvPr id="0" name="图片 3420"/>
                          <p:cNvPicPr/>
                          <p:nvPr/>
                        </p:nvPicPr>
                        <p:blipFill>
                          <a:blip r:embed="rId12"/>
                          <a:stretch>
                            <a:fillRect/>
                          </a:stretch>
                        </p:blipFill>
                        <p:spPr>
                          <a:xfrm>
                            <a:off x="5175" y="3449"/>
                            <a:ext cx="172" cy="134"/>
                          </a:xfrm>
                          <a:prstGeom prst="rect">
                            <a:avLst/>
                          </a:prstGeom>
                          <a:noFill/>
                          <a:ln w="38100">
                            <a:noFill/>
                            <a:miter/>
                          </a:ln>
                        </p:spPr>
                      </p:pic>
                    </p:oleObj>
                  </mc:Fallback>
                </mc:AlternateContent>
              </a:graphicData>
            </a:graphic>
          </p:graphicFrame>
        </p:grpSp>
      </p:grpSp>
      <p:grpSp>
        <p:nvGrpSpPr>
          <p:cNvPr id="26" name="组合 25"/>
          <p:cNvGrpSpPr/>
          <p:nvPr/>
        </p:nvGrpSpPr>
        <p:grpSpPr>
          <a:xfrm>
            <a:off x="6310313" y="1760538"/>
            <a:ext cx="349250" cy="3879850"/>
            <a:chOff x="3975" y="1290"/>
            <a:chExt cx="220" cy="2444"/>
          </a:xfrm>
        </p:grpSpPr>
        <p:sp>
          <p:nvSpPr>
            <p:cNvPr id="95253" name="直接连接符 267285"/>
            <p:cNvSpPr/>
            <p:nvPr/>
          </p:nvSpPr>
          <p:spPr>
            <a:xfrm>
              <a:off x="4047" y="1290"/>
              <a:ext cx="0" cy="2208"/>
            </a:xfrm>
            <a:prstGeom prst="line">
              <a:avLst/>
            </a:prstGeom>
            <a:ln w="25400" cap="flat" cmpd="sng">
              <a:solidFill>
                <a:schemeClr val="tx1"/>
              </a:solidFill>
              <a:prstDash val="dash"/>
              <a:round/>
              <a:headEnd type="none" w="sm" len="sm"/>
              <a:tailEnd type="none" w="sm" len="sm"/>
            </a:ln>
          </p:spPr>
        </p:sp>
        <p:graphicFrame>
          <p:nvGraphicFramePr>
            <p:cNvPr id="95254" name="对象 267286"/>
            <p:cNvGraphicFramePr/>
            <p:nvPr/>
          </p:nvGraphicFramePr>
          <p:xfrm>
            <a:off x="3975" y="3483"/>
            <a:ext cx="220" cy="251"/>
          </p:xfrm>
          <a:graphic>
            <a:graphicData uri="http://schemas.openxmlformats.org/presentationml/2006/ole">
              <mc:AlternateContent xmlns:mc="http://schemas.openxmlformats.org/markup-compatibility/2006">
                <mc:Choice xmlns:v="urn:schemas-microsoft-com:vml" Requires="v">
                  <p:oleObj spid="_x0000_s3423" name="" r:id="rId13" imgW="457200" imgH="520700" progId="Equation.3">
                    <p:embed/>
                  </p:oleObj>
                </mc:Choice>
                <mc:Fallback>
                  <p:oleObj name="" r:id="rId13" imgW="457200" imgH="520700" progId="Equation.3">
                    <p:embed/>
                    <p:pic>
                      <p:nvPicPr>
                        <p:cNvPr id="0" name="图片 3422"/>
                        <p:cNvPicPr/>
                        <p:nvPr/>
                      </p:nvPicPr>
                      <p:blipFill>
                        <a:blip r:embed="rId14"/>
                        <a:stretch>
                          <a:fillRect/>
                        </a:stretch>
                      </p:blipFill>
                      <p:spPr>
                        <a:xfrm>
                          <a:off x="3975" y="3483"/>
                          <a:ext cx="220" cy="251"/>
                        </a:xfrm>
                        <a:prstGeom prst="rect">
                          <a:avLst/>
                        </a:prstGeom>
                        <a:noFill/>
                        <a:ln w="38100">
                          <a:noFill/>
                          <a:miter/>
                        </a:ln>
                      </p:spPr>
                    </p:pic>
                  </p:oleObj>
                </mc:Fallback>
              </mc:AlternateContent>
            </a:graphicData>
          </a:graphic>
        </p:graphicFrame>
      </p:grpSp>
      <p:grpSp>
        <p:nvGrpSpPr>
          <p:cNvPr id="30" name="组合 29"/>
          <p:cNvGrpSpPr/>
          <p:nvPr/>
        </p:nvGrpSpPr>
        <p:grpSpPr>
          <a:xfrm>
            <a:off x="5259388" y="2219325"/>
            <a:ext cx="2967037" cy="2514600"/>
            <a:chOff x="3313" y="1579"/>
            <a:chExt cx="1869" cy="1584"/>
          </a:xfrm>
        </p:grpSpPr>
        <p:sp>
          <p:nvSpPr>
            <p:cNvPr id="95256" name="任意多边形 267288"/>
            <p:cNvSpPr/>
            <p:nvPr/>
          </p:nvSpPr>
          <p:spPr>
            <a:xfrm>
              <a:off x="3313" y="1579"/>
              <a:ext cx="1574" cy="1584"/>
            </a:xfrm>
            <a:custGeom>
              <a:avLst/>
              <a:gdLst/>
              <a:ahLst/>
              <a:cxnLst>
                <a:cxn ang="0">
                  <a:pos x="72" y="1513"/>
                </a:cxn>
                <a:cxn ang="0">
                  <a:pos x="213" y="1371"/>
                </a:cxn>
                <a:cxn ang="0">
                  <a:pos x="281" y="1296"/>
                </a:cxn>
                <a:cxn ang="0">
                  <a:pos x="344" y="1217"/>
                </a:cxn>
                <a:cxn ang="0">
                  <a:pos x="405" y="1134"/>
                </a:cxn>
                <a:cxn ang="0">
                  <a:pos x="460" y="1045"/>
                </a:cxn>
                <a:cxn ang="0">
                  <a:pos x="508" y="949"/>
                </a:cxn>
                <a:cxn ang="0">
                  <a:pos x="531" y="895"/>
                </a:cxn>
                <a:cxn ang="0">
                  <a:pos x="551" y="832"/>
                </a:cxn>
                <a:cxn ang="0">
                  <a:pos x="569" y="763"/>
                </a:cxn>
                <a:cxn ang="0">
                  <a:pos x="586" y="689"/>
                </a:cxn>
                <a:cxn ang="0">
                  <a:pos x="601" y="611"/>
                </a:cxn>
                <a:cxn ang="0">
                  <a:pos x="629" y="452"/>
                </a:cxn>
                <a:cxn ang="0">
                  <a:pos x="648" y="336"/>
                </a:cxn>
                <a:cxn ang="0">
                  <a:pos x="660" y="262"/>
                </a:cxn>
                <a:cxn ang="0">
                  <a:pos x="671" y="195"/>
                </a:cxn>
                <a:cxn ang="0">
                  <a:pos x="683" y="135"/>
                </a:cxn>
                <a:cxn ang="0">
                  <a:pos x="694" y="84"/>
                </a:cxn>
                <a:cxn ang="0">
                  <a:pos x="706" y="43"/>
                </a:cxn>
                <a:cxn ang="0">
                  <a:pos x="716" y="21"/>
                </a:cxn>
                <a:cxn ang="0">
                  <a:pos x="723" y="10"/>
                </a:cxn>
                <a:cxn ang="0">
                  <a:pos x="729" y="3"/>
                </a:cxn>
                <a:cxn ang="0">
                  <a:pos x="736" y="0"/>
                </a:cxn>
                <a:cxn ang="0">
                  <a:pos x="744" y="0"/>
                </a:cxn>
                <a:cxn ang="0">
                  <a:pos x="751" y="5"/>
                </a:cxn>
                <a:cxn ang="0">
                  <a:pos x="757" y="14"/>
                </a:cxn>
                <a:cxn ang="0">
                  <a:pos x="763" y="26"/>
                </a:cxn>
                <a:cxn ang="0">
                  <a:pos x="770" y="42"/>
                </a:cxn>
                <a:cxn ang="0">
                  <a:pos x="779" y="71"/>
                </a:cxn>
                <a:cxn ang="0">
                  <a:pos x="789" y="120"/>
                </a:cxn>
                <a:cxn ang="0">
                  <a:pos x="800" y="178"/>
                </a:cxn>
                <a:cxn ang="0">
                  <a:pos x="811" y="246"/>
                </a:cxn>
                <a:cxn ang="0">
                  <a:pos x="821" y="320"/>
                </a:cxn>
                <a:cxn ang="0">
                  <a:pos x="832" y="398"/>
                </a:cxn>
                <a:cxn ang="0">
                  <a:pos x="857" y="562"/>
                </a:cxn>
                <a:cxn ang="0">
                  <a:pos x="880" y="685"/>
                </a:cxn>
                <a:cxn ang="0">
                  <a:pos x="896" y="763"/>
                </a:cxn>
                <a:cxn ang="0">
                  <a:pos x="914" y="837"/>
                </a:cxn>
                <a:cxn ang="0">
                  <a:pos x="936" y="904"/>
                </a:cxn>
                <a:cxn ang="0">
                  <a:pos x="959" y="962"/>
                </a:cxn>
                <a:cxn ang="0">
                  <a:pos x="998" y="1038"/>
                </a:cxn>
                <a:cxn ang="0">
                  <a:pos x="1059" y="1127"/>
                </a:cxn>
                <a:cxn ang="0">
                  <a:pos x="1126" y="1211"/>
                </a:cxn>
                <a:cxn ang="0">
                  <a:pos x="1198" y="1287"/>
                </a:cxn>
                <a:cxn ang="0">
                  <a:pos x="1277" y="1357"/>
                </a:cxn>
                <a:cxn ang="0">
                  <a:pos x="1358" y="1425"/>
                </a:cxn>
                <a:cxn ang="0">
                  <a:pos x="1486" y="1520"/>
                </a:cxn>
              </a:cxnLst>
              <a:pathLst>
                <a:path w="1574" h="1584">
                  <a:moveTo>
                    <a:pt x="0" y="1583"/>
                  </a:moveTo>
                  <a:lnTo>
                    <a:pt x="72" y="1513"/>
                  </a:lnTo>
                  <a:lnTo>
                    <a:pt x="144" y="1443"/>
                  </a:lnTo>
                  <a:lnTo>
                    <a:pt x="213" y="1371"/>
                  </a:lnTo>
                  <a:lnTo>
                    <a:pt x="248" y="1333"/>
                  </a:lnTo>
                  <a:lnTo>
                    <a:pt x="281" y="1296"/>
                  </a:lnTo>
                  <a:lnTo>
                    <a:pt x="314" y="1257"/>
                  </a:lnTo>
                  <a:lnTo>
                    <a:pt x="344" y="1217"/>
                  </a:lnTo>
                  <a:lnTo>
                    <a:pt x="375" y="1176"/>
                  </a:lnTo>
                  <a:lnTo>
                    <a:pt x="405" y="1134"/>
                  </a:lnTo>
                  <a:lnTo>
                    <a:pt x="433" y="1091"/>
                  </a:lnTo>
                  <a:lnTo>
                    <a:pt x="460" y="1045"/>
                  </a:lnTo>
                  <a:lnTo>
                    <a:pt x="485" y="998"/>
                  </a:lnTo>
                  <a:lnTo>
                    <a:pt x="508" y="949"/>
                  </a:lnTo>
                  <a:lnTo>
                    <a:pt x="520" y="923"/>
                  </a:lnTo>
                  <a:lnTo>
                    <a:pt x="531" y="895"/>
                  </a:lnTo>
                  <a:lnTo>
                    <a:pt x="541" y="865"/>
                  </a:lnTo>
                  <a:lnTo>
                    <a:pt x="551" y="832"/>
                  </a:lnTo>
                  <a:lnTo>
                    <a:pt x="561" y="798"/>
                  </a:lnTo>
                  <a:lnTo>
                    <a:pt x="569" y="763"/>
                  </a:lnTo>
                  <a:lnTo>
                    <a:pt x="578" y="726"/>
                  </a:lnTo>
                  <a:lnTo>
                    <a:pt x="586" y="689"/>
                  </a:lnTo>
                  <a:lnTo>
                    <a:pt x="594" y="650"/>
                  </a:lnTo>
                  <a:lnTo>
                    <a:pt x="601" y="611"/>
                  </a:lnTo>
                  <a:lnTo>
                    <a:pt x="616" y="532"/>
                  </a:lnTo>
                  <a:lnTo>
                    <a:pt x="629" y="452"/>
                  </a:lnTo>
                  <a:lnTo>
                    <a:pt x="642" y="373"/>
                  </a:lnTo>
                  <a:lnTo>
                    <a:pt x="648" y="336"/>
                  </a:lnTo>
                  <a:lnTo>
                    <a:pt x="655" y="298"/>
                  </a:lnTo>
                  <a:lnTo>
                    <a:pt x="660" y="262"/>
                  </a:lnTo>
                  <a:lnTo>
                    <a:pt x="665" y="228"/>
                  </a:lnTo>
                  <a:lnTo>
                    <a:pt x="671" y="195"/>
                  </a:lnTo>
                  <a:lnTo>
                    <a:pt x="677" y="163"/>
                  </a:lnTo>
                  <a:lnTo>
                    <a:pt x="683" y="135"/>
                  </a:lnTo>
                  <a:lnTo>
                    <a:pt x="689" y="109"/>
                  </a:lnTo>
                  <a:lnTo>
                    <a:pt x="694" y="84"/>
                  </a:lnTo>
                  <a:lnTo>
                    <a:pt x="700" y="62"/>
                  </a:lnTo>
                  <a:lnTo>
                    <a:pt x="706" y="43"/>
                  </a:lnTo>
                  <a:lnTo>
                    <a:pt x="713" y="28"/>
                  </a:lnTo>
                  <a:lnTo>
                    <a:pt x="716" y="21"/>
                  </a:lnTo>
                  <a:lnTo>
                    <a:pt x="720" y="15"/>
                  </a:lnTo>
                  <a:lnTo>
                    <a:pt x="723" y="10"/>
                  </a:lnTo>
                  <a:lnTo>
                    <a:pt x="726" y="6"/>
                  </a:lnTo>
                  <a:lnTo>
                    <a:pt x="729" y="3"/>
                  </a:lnTo>
                  <a:lnTo>
                    <a:pt x="733" y="1"/>
                  </a:lnTo>
                  <a:lnTo>
                    <a:pt x="736" y="0"/>
                  </a:lnTo>
                  <a:lnTo>
                    <a:pt x="740" y="0"/>
                  </a:lnTo>
                  <a:lnTo>
                    <a:pt x="744" y="0"/>
                  </a:lnTo>
                  <a:lnTo>
                    <a:pt x="747" y="2"/>
                  </a:lnTo>
                  <a:lnTo>
                    <a:pt x="751" y="5"/>
                  </a:lnTo>
                  <a:lnTo>
                    <a:pt x="754" y="9"/>
                  </a:lnTo>
                  <a:lnTo>
                    <a:pt x="757" y="14"/>
                  </a:lnTo>
                  <a:lnTo>
                    <a:pt x="760" y="19"/>
                  </a:lnTo>
                  <a:lnTo>
                    <a:pt x="763" y="26"/>
                  </a:lnTo>
                  <a:lnTo>
                    <a:pt x="766" y="33"/>
                  </a:lnTo>
                  <a:lnTo>
                    <a:pt x="770" y="42"/>
                  </a:lnTo>
                  <a:lnTo>
                    <a:pt x="773" y="51"/>
                  </a:lnTo>
                  <a:lnTo>
                    <a:pt x="779" y="71"/>
                  </a:lnTo>
                  <a:lnTo>
                    <a:pt x="784" y="94"/>
                  </a:lnTo>
                  <a:lnTo>
                    <a:pt x="789" y="120"/>
                  </a:lnTo>
                  <a:lnTo>
                    <a:pt x="795" y="149"/>
                  </a:lnTo>
                  <a:lnTo>
                    <a:pt x="800" y="178"/>
                  </a:lnTo>
                  <a:lnTo>
                    <a:pt x="806" y="211"/>
                  </a:lnTo>
                  <a:lnTo>
                    <a:pt x="811" y="246"/>
                  </a:lnTo>
                  <a:lnTo>
                    <a:pt x="817" y="283"/>
                  </a:lnTo>
                  <a:lnTo>
                    <a:pt x="821" y="320"/>
                  </a:lnTo>
                  <a:lnTo>
                    <a:pt x="826" y="358"/>
                  </a:lnTo>
                  <a:lnTo>
                    <a:pt x="832" y="398"/>
                  </a:lnTo>
                  <a:lnTo>
                    <a:pt x="844" y="480"/>
                  </a:lnTo>
                  <a:lnTo>
                    <a:pt x="857" y="562"/>
                  </a:lnTo>
                  <a:lnTo>
                    <a:pt x="872" y="644"/>
                  </a:lnTo>
                  <a:lnTo>
                    <a:pt x="880" y="685"/>
                  </a:lnTo>
                  <a:lnTo>
                    <a:pt x="887" y="725"/>
                  </a:lnTo>
                  <a:lnTo>
                    <a:pt x="896" y="763"/>
                  </a:lnTo>
                  <a:lnTo>
                    <a:pt x="905" y="800"/>
                  </a:lnTo>
                  <a:lnTo>
                    <a:pt x="914" y="837"/>
                  </a:lnTo>
                  <a:lnTo>
                    <a:pt x="925" y="871"/>
                  </a:lnTo>
                  <a:lnTo>
                    <a:pt x="936" y="904"/>
                  </a:lnTo>
                  <a:lnTo>
                    <a:pt x="946" y="934"/>
                  </a:lnTo>
                  <a:lnTo>
                    <a:pt x="959" y="962"/>
                  </a:lnTo>
                  <a:lnTo>
                    <a:pt x="972" y="989"/>
                  </a:lnTo>
                  <a:lnTo>
                    <a:pt x="998" y="1038"/>
                  </a:lnTo>
                  <a:lnTo>
                    <a:pt x="1027" y="1084"/>
                  </a:lnTo>
                  <a:lnTo>
                    <a:pt x="1059" y="1127"/>
                  </a:lnTo>
                  <a:lnTo>
                    <a:pt x="1092" y="1169"/>
                  </a:lnTo>
                  <a:lnTo>
                    <a:pt x="1126" y="1211"/>
                  </a:lnTo>
                  <a:lnTo>
                    <a:pt x="1161" y="1250"/>
                  </a:lnTo>
                  <a:lnTo>
                    <a:pt x="1198" y="1287"/>
                  </a:lnTo>
                  <a:lnTo>
                    <a:pt x="1237" y="1323"/>
                  </a:lnTo>
                  <a:lnTo>
                    <a:pt x="1277" y="1357"/>
                  </a:lnTo>
                  <a:lnTo>
                    <a:pt x="1318" y="1392"/>
                  </a:lnTo>
                  <a:lnTo>
                    <a:pt x="1358" y="1425"/>
                  </a:lnTo>
                  <a:lnTo>
                    <a:pt x="1401" y="1457"/>
                  </a:lnTo>
                  <a:lnTo>
                    <a:pt x="1486" y="1520"/>
                  </a:lnTo>
                  <a:lnTo>
                    <a:pt x="1573" y="1583"/>
                  </a:lnTo>
                </a:path>
              </a:pathLst>
            </a:custGeom>
            <a:noFill/>
            <a:ln w="25400" cap="rnd" cmpd="sng">
              <a:solidFill>
                <a:srgbClr val="FF0000"/>
              </a:solidFill>
              <a:prstDash val="solid"/>
              <a:round/>
              <a:headEnd type="none" w="sm" len="sm"/>
              <a:tailEnd type="none" w="sm" len="sm"/>
            </a:ln>
          </p:spPr>
          <p:txBody>
            <a:bodyPr/>
            <a:p>
              <a:endParaRPr lang="zh-CN" altLang="en-US"/>
            </a:p>
          </p:txBody>
        </p:sp>
        <p:sp>
          <p:nvSpPr>
            <p:cNvPr id="95257" name="矩形 267289"/>
            <p:cNvSpPr/>
            <p:nvPr/>
          </p:nvSpPr>
          <p:spPr>
            <a:xfrm>
              <a:off x="4241" y="2160"/>
              <a:ext cx="941" cy="231"/>
            </a:xfrm>
            <a:prstGeom prst="rect">
              <a:avLst/>
            </a:prstGeom>
            <a:noFill/>
            <a:ln w="9525">
              <a:noFill/>
            </a:ln>
          </p:spPr>
          <p:txBody>
            <a:bodyPr anchor="t" anchorCtr="0">
              <a:spAutoFit/>
            </a:bodyPr>
            <a:p>
              <a:r>
                <a:rPr lang="zh-CN" altLang="en-US" b="1" dirty="0">
                  <a:solidFill>
                    <a:srgbClr val="FF0000"/>
                  </a:solidFill>
                  <a:latin typeface="楷体_GB2312" pitchFamily="49" charset="-122"/>
                  <a:ea typeface="楷体_GB2312" pitchFamily="49" charset="-122"/>
                </a:rPr>
                <a:t>阻尼</a:t>
              </a:r>
              <a:r>
                <a:rPr lang="en-US" altLang="zh-CN" b="1" dirty="0">
                  <a:solidFill>
                    <a:srgbClr val="FF0000"/>
                  </a:solidFill>
                  <a:latin typeface="楷体_GB2312" pitchFamily="49" charset="-122"/>
                  <a:ea typeface="楷体_GB2312" pitchFamily="49" charset="-122"/>
                </a:rPr>
                <a:t>=0</a:t>
              </a:r>
              <a:endParaRPr lang="en-US" altLang="zh-CN" b="1" dirty="0">
                <a:solidFill>
                  <a:srgbClr val="FF0000"/>
                </a:solidFill>
                <a:latin typeface="楷体_GB2312" pitchFamily="49" charset="-122"/>
                <a:ea typeface="楷体_GB2312" pitchFamily="49" charset="-122"/>
              </a:endParaRPr>
            </a:p>
          </p:txBody>
        </p:sp>
      </p:grpSp>
      <p:grpSp>
        <p:nvGrpSpPr>
          <p:cNvPr id="33" name="组合 32"/>
          <p:cNvGrpSpPr/>
          <p:nvPr/>
        </p:nvGrpSpPr>
        <p:grpSpPr>
          <a:xfrm>
            <a:off x="5257800" y="3724275"/>
            <a:ext cx="3562350" cy="1009650"/>
            <a:chOff x="3312" y="2527"/>
            <a:chExt cx="2244" cy="636"/>
          </a:xfrm>
        </p:grpSpPr>
        <p:sp>
          <p:nvSpPr>
            <p:cNvPr id="95259" name="任意多边形 267291"/>
            <p:cNvSpPr/>
            <p:nvPr/>
          </p:nvSpPr>
          <p:spPr>
            <a:xfrm>
              <a:off x="3312" y="2551"/>
              <a:ext cx="1490" cy="612"/>
            </a:xfrm>
            <a:custGeom>
              <a:avLst/>
              <a:gdLst/>
              <a:ahLst/>
              <a:cxnLst>
                <a:cxn ang="0">
                  <a:pos x="0" y="611"/>
                </a:cxn>
                <a:cxn ang="0">
                  <a:pos x="108" y="543"/>
                </a:cxn>
                <a:cxn ang="0">
                  <a:pos x="162" y="509"/>
                </a:cxn>
                <a:cxn ang="0">
                  <a:pos x="215" y="475"/>
                </a:cxn>
                <a:cxn ang="0">
                  <a:pos x="266" y="440"/>
                </a:cxn>
                <a:cxn ang="0">
                  <a:pos x="316" y="404"/>
                </a:cxn>
                <a:cxn ang="0">
                  <a:pos x="364" y="366"/>
                </a:cxn>
                <a:cxn ang="0">
                  <a:pos x="410" y="329"/>
                </a:cxn>
                <a:cxn ang="0">
                  <a:pos x="433" y="308"/>
                </a:cxn>
                <a:cxn ang="0">
                  <a:pos x="455" y="287"/>
                </a:cxn>
                <a:cxn ang="0">
                  <a:pos x="475" y="263"/>
                </a:cxn>
                <a:cxn ang="0">
                  <a:pos x="497" y="239"/>
                </a:cxn>
                <a:cxn ang="0">
                  <a:pos x="537" y="187"/>
                </a:cxn>
                <a:cxn ang="0">
                  <a:pos x="577" y="136"/>
                </a:cxn>
                <a:cxn ang="0">
                  <a:pos x="597" y="111"/>
                </a:cxn>
                <a:cxn ang="0">
                  <a:pos x="615" y="88"/>
                </a:cxn>
                <a:cxn ang="0">
                  <a:pos x="633" y="67"/>
                </a:cxn>
                <a:cxn ang="0">
                  <a:pos x="650" y="49"/>
                </a:cxn>
                <a:cxn ang="0">
                  <a:pos x="668" y="32"/>
                </a:cxn>
                <a:cxn ang="0">
                  <a:pos x="685" y="18"/>
                </a:cxn>
                <a:cxn ang="0">
                  <a:pos x="702" y="8"/>
                </a:cxn>
                <a:cxn ang="0">
                  <a:pos x="710" y="4"/>
                </a:cxn>
                <a:cxn ang="0">
                  <a:pos x="718" y="1"/>
                </a:cxn>
                <a:cxn ang="0">
                  <a:pos x="726" y="0"/>
                </a:cxn>
                <a:cxn ang="0">
                  <a:pos x="734" y="0"/>
                </a:cxn>
                <a:cxn ang="0">
                  <a:pos x="749" y="0"/>
                </a:cxn>
                <a:cxn ang="0">
                  <a:pos x="764" y="4"/>
                </a:cxn>
                <a:cxn ang="0">
                  <a:pos x="778" y="12"/>
                </a:cxn>
                <a:cxn ang="0">
                  <a:pos x="792" y="22"/>
                </a:cxn>
                <a:cxn ang="0">
                  <a:pos x="805" y="34"/>
                </a:cxn>
                <a:cxn ang="0">
                  <a:pos x="818" y="48"/>
                </a:cxn>
                <a:cxn ang="0">
                  <a:pos x="831" y="62"/>
                </a:cxn>
                <a:cxn ang="0">
                  <a:pos x="843" y="79"/>
                </a:cxn>
                <a:cxn ang="0">
                  <a:pos x="855" y="96"/>
                </a:cxn>
                <a:cxn ang="0">
                  <a:pos x="878" y="130"/>
                </a:cxn>
                <a:cxn ang="0">
                  <a:pos x="889" y="146"/>
                </a:cxn>
                <a:cxn ang="0">
                  <a:pos x="901" y="161"/>
                </a:cxn>
                <a:cxn ang="0">
                  <a:pos x="913" y="176"/>
                </a:cxn>
                <a:cxn ang="0">
                  <a:pos x="924" y="189"/>
                </a:cxn>
                <a:cxn ang="0">
                  <a:pos x="934" y="201"/>
                </a:cxn>
                <a:cxn ang="0">
                  <a:pos x="944" y="212"/>
                </a:cxn>
                <a:cxn ang="0">
                  <a:pos x="960" y="235"/>
                </a:cxn>
                <a:cxn ang="0">
                  <a:pos x="974" y="257"/>
                </a:cxn>
                <a:cxn ang="0">
                  <a:pos x="988" y="280"/>
                </a:cxn>
                <a:cxn ang="0">
                  <a:pos x="1004" y="303"/>
                </a:cxn>
                <a:cxn ang="0">
                  <a:pos x="1013" y="313"/>
                </a:cxn>
                <a:cxn ang="0">
                  <a:pos x="1022" y="326"/>
                </a:cxn>
                <a:cxn ang="0">
                  <a:pos x="1033" y="338"/>
                </a:cxn>
                <a:cxn ang="0">
                  <a:pos x="1046" y="351"/>
                </a:cxn>
                <a:cxn ang="0">
                  <a:pos x="1061" y="363"/>
                </a:cxn>
                <a:cxn ang="0">
                  <a:pos x="1078" y="376"/>
                </a:cxn>
                <a:cxn ang="0">
                  <a:pos x="1096" y="390"/>
                </a:cxn>
                <a:cxn ang="0">
                  <a:pos x="1116" y="404"/>
                </a:cxn>
                <a:cxn ang="0">
                  <a:pos x="1137" y="417"/>
                </a:cxn>
                <a:cxn ang="0">
                  <a:pos x="1159" y="431"/>
                </a:cxn>
                <a:cxn ang="0">
                  <a:pos x="1183" y="446"/>
                </a:cxn>
                <a:cxn ang="0">
                  <a:pos x="1207" y="459"/>
                </a:cxn>
                <a:cxn ang="0">
                  <a:pos x="1259" y="490"/>
                </a:cxn>
                <a:cxn ang="0">
                  <a:pos x="1314" y="518"/>
                </a:cxn>
                <a:cxn ang="0">
                  <a:pos x="1371" y="549"/>
                </a:cxn>
                <a:cxn ang="0">
                  <a:pos x="1429" y="580"/>
                </a:cxn>
                <a:cxn ang="0">
                  <a:pos x="1489" y="611"/>
                </a:cxn>
              </a:cxnLst>
              <a:pathLst>
                <a:path w="1490" h="612">
                  <a:moveTo>
                    <a:pt x="0" y="611"/>
                  </a:moveTo>
                  <a:lnTo>
                    <a:pt x="108" y="543"/>
                  </a:lnTo>
                  <a:lnTo>
                    <a:pt x="162" y="509"/>
                  </a:lnTo>
                  <a:lnTo>
                    <a:pt x="215" y="475"/>
                  </a:lnTo>
                  <a:lnTo>
                    <a:pt x="266" y="440"/>
                  </a:lnTo>
                  <a:lnTo>
                    <a:pt x="316" y="404"/>
                  </a:lnTo>
                  <a:lnTo>
                    <a:pt x="364" y="366"/>
                  </a:lnTo>
                  <a:lnTo>
                    <a:pt x="410" y="329"/>
                  </a:lnTo>
                  <a:lnTo>
                    <a:pt x="433" y="308"/>
                  </a:lnTo>
                  <a:lnTo>
                    <a:pt x="455" y="287"/>
                  </a:lnTo>
                  <a:lnTo>
                    <a:pt x="475" y="263"/>
                  </a:lnTo>
                  <a:lnTo>
                    <a:pt x="497" y="239"/>
                  </a:lnTo>
                  <a:lnTo>
                    <a:pt x="537" y="187"/>
                  </a:lnTo>
                  <a:lnTo>
                    <a:pt x="577" y="136"/>
                  </a:lnTo>
                  <a:lnTo>
                    <a:pt x="597" y="111"/>
                  </a:lnTo>
                  <a:lnTo>
                    <a:pt x="615" y="88"/>
                  </a:lnTo>
                  <a:lnTo>
                    <a:pt x="633" y="67"/>
                  </a:lnTo>
                  <a:lnTo>
                    <a:pt x="650" y="49"/>
                  </a:lnTo>
                  <a:lnTo>
                    <a:pt x="668" y="32"/>
                  </a:lnTo>
                  <a:lnTo>
                    <a:pt x="685" y="18"/>
                  </a:lnTo>
                  <a:lnTo>
                    <a:pt x="702" y="8"/>
                  </a:lnTo>
                  <a:lnTo>
                    <a:pt x="710" y="4"/>
                  </a:lnTo>
                  <a:lnTo>
                    <a:pt x="718" y="1"/>
                  </a:lnTo>
                  <a:lnTo>
                    <a:pt x="726" y="0"/>
                  </a:lnTo>
                  <a:lnTo>
                    <a:pt x="734" y="0"/>
                  </a:lnTo>
                  <a:lnTo>
                    <a:pt x="749" y="0"/>
                  </a:lnTo>
                  <a:lnTo>
                    <a:pt x="764" y="4"/>
                  </a:lnTo>
                  <a:lnTo>
                    <a:pt x="778" y="12"/>
                  </a:lnTo>
                  <a:lnTo>
                    <a:pt x="792" y="22"/>
                  </a:lnTo>
                  <a:lnTo>
                    <a:pt x="805" y="34"/>
                  </a:lnTo>
                  <a:lnTo>
                    <a:pt x="818" y="48"/>
                  </a:lnTo>
                  <a:lnTo>
                    <a:pt x="831" y="62"/>
                  </a:lnTo>
                  <a:lnTo>
                    <a:pt x="843" y="79"/>
                  </a:lnTo>
                  <a:lnTo>
                    <a:pt x="855" y="96"/>
                  </a:lnTo>
                  <a:lnTo>
                    <a:pt x="878" y="130"/>
                  </a:lnTo>
                  <a:lnTo>
                    <a:pt x="889" y="146"/>
                  </a:lnTo>
                  <a:lnTo>
                    <a:pt x="901" y="161"/>
                  </a:lnTo>
                  <a:lnTo>
                    <a:pt x="913" y="176"/>
                  </a:lnTo>
                  <a:lnTo>
                    <a:pt x="924" y="189"/>
                  </a:lnTo>
                  <a:lnTo>
                    <a:pt x="934" y="201"/>
                  </a:lnTo>
                  <a:lnTo>
                    <a:pt x="944" y="212"/>
                  </a:lnTo>
                  <a:lnTo>
                    <a:pt x="960" y="235"/>
                  </a:lnTo>
                  <a:lnTo>
                    <a:pt x="974" y="257"/>
                  </a:lnTo>
                  <a:lnTo>
                    <a:pt x="988" y="280"/>
                  </a:lnTo>
                  <a:lnTo>
                    <a:pt x="1004" y="303"/>
                  </a:lnTo>
                  <a:lnTo>
                    <a:pt x="1013" y="313"/>
                  </a:lnTo>
                  <a:lnTo>
                    <a:pt x="1022" y="326"/>
                  </a:lnTo>
                  <a:lnTo>
                    <a:pt x="1033" y="338"/>
                  </a:lnTo>
                  <a:lnTo>
                    <a:pt x="1046" y="351"/>
                  </a:lnTo>
                  <a:lnTo>
                    <a:pt x="1061" y="363"/>
                  </a:lnTo>
                  <a:lnTo>
                    <a:pt x="1078" y="376"/>
                  </a:lnTo>
                  <a:lnTo>
                    <a:pt x="1096" y="390"/>
                  </a:lnTo>
                  <a:lnTo>
                    <a:pt x="1116" y="404"/>
                  </a:lnTo>
                  <a:lnTo>
                    <a:pt x="1137" y="417"/>
                  </a:lnTo>
                  <a:lnTo>
                    <a:pt x="1159" y="431"/>
                  </a:lnTo>
                  <a:lnTo>
                    <a:pt x="1183" y="446"/>
                  </a:lnTo>
                  <a:lnTo>
                    <a:pt x="1207" y="459"/>
                  </a:lnTo>
                  <a:lnTo>
                    <a:pt x="1259" y="490"/>
                  </a:lnTo>
                  <a:lnTo>
                    <a:pt x="1314" y="518"/>
                  </a:lnTo>
                  <a:lnTo>
                    <a:pt x="1371" y="549"/>
                  </a:lnTo>
                  <a:lnTo>
                    <a:pt x="1429" y="580"/>
                  </a:lnTo>
                  <a:lnTo>
                    <a:pt x="1489" y="611"/>
                  </a:lnTo>
                </a:path>
              </a:pathLst>
            </a:custGeom>
            <a:noFill/>
            <a:ln w="25400" cap="rnd" cmpd="sng">
              <a:solidFill>
                <a:schemeClr val="tx1"/>
              </a:solidFill>
              <a:prstDash val="solid"/>
              <a:round/>
              <a:headEnd type="none" w="sm" len="sm"/>
              <a:tailEnd type="none" w="sm" len="sm"/>
            </a:ln>
          </p:spPr>
          <p:txBody>
            <a:bodyPr/>
            <a:p>
              <a:endParaRPr lang="zh-CN" altLang="en-US"/>
            </a:p>
          </p:txBody>
        </p:sp>
        <p:sp>
          <p:nvSpPr>
            <p:cNvPr id="95260" name="矩形 267292"/>
            <p:cNvSpPr/>
            <p:nvPr/>
          </p:nvSpPr>
          <p:spPr>
            <a:xfrm>
              <a:off x="4422" y="2527"/>
              <a:ext cx="1134" cy="231"/>
            </a:xfrm>
            <a:prstGeom prst="rect">
              <a:avLst/>
            </a:prstGeom>
            <a:noFill/>
            <a:ln w="9525">
              <a:noFill/>
            </a:ln>
          </p:spPr>
          <p:txBody>
            <a:bodyPr anchor="t" anchorCtr="0">
              <a:spAutoFit/>
            </a:bodyPr>
            <a:p>
              <a:r>
                <a:rPr lang="zh-CN" altLang="en-US" b="1" dirty="0">
                  <a:solidFill>
                    <a:srgbClr val="000000"/>
                  </a:solidFill>
                  <a:latin typeface="楷体_GB2312" pitchFamily="49" charset="-122"/>
                  <a:ea typeface="楷体_GB2312" pitchFamily="49" charset="-122"/>
                </a:rPr>
                <a:t>阻尼较小</a:t>
              </a:r>
              <a:endParaRPr lang="zh-CN" altLang="en-US" b="1" dirty="0">
                <a:solidFill>
                  <a:srgbClr val="000000"/>
                </a:solidFill>
                <a:latin typeface="楷体_GB2312" pitchFamily="49" charset="-122"/>
                <a:ea typeface="楷体_GB2312" pitchFamily="49" charset="-122"/>
              </a:endParaRPr>
            </a:p>
          </p:txBody>
        </p:sp>
      </p:grpSp>
      <p:grpSp>
        <p:nvGrpSpPr>
          <p:cNvPr id="36" name="组合 35"/>
          <p:cNvGrpSpPr/>
          <p:nvPr/>
        </p:nvGrpSpPr>
        <p:grpSpPr>
          <a:xfrm>
            <a:off x="5265738" y="4041775"/>
            <a:ext cx="3649662" cy="765175"/>
            <a:chOff x="3303" y="2727"/>
            <a:chExt cx="2299" cy="482"/>
          </a:xfrm>
        </p:grpSpPr>
        <p:sp>
          <p:nvSpPr>
            <p:cNvPr id="95262" name="任意多边形 267294"/>
            <p:cNvSpPr/>
            <p:nvPr/>
          </p:nvSpPr>
          <p:spPr>
            <a:xfrm>
              <a:off x="3303" y="2727"/>
              <a:ext cx="1490" cy="482"/>
            </a:xfrm>
            <a:custGeom>
              <a:avLst/>
              <a:gdLst/>
              <a:ahLst/>
              <a:cxnLst>
                <a:cxn ang="0">
                  <a:pos x="0" y="481"/>
                </a:cxn>
                <a:cxn ang="0">
                  <a:pos x="108" y="428"/>
                </a:cxn>
                <a:cxn ang="0">
                  <a:pos x="162" y="401"/>
                </a:cxn>
                <a:cxn ang="0">
                  <a:pos x="215" y="374"/>
                </a:cxn>
                <a:cxn ang="0">
                  <a:pos x="266" y="347"/>
                </a:cxn>
                <a:cxn ang="0">
                  <a:pos x="316" y="318"/>
                </a:cxn>
                <a:cxn ang="0">
                  <a:pos x="364" y="288"/>
                </a:cxn>
                <a:cxn ang="0">
                  <a:pos x="410" y="259"/>
                </a:cxn>
                <a:cxn ang="0">
                  <a:pos x="433" y="243"/>
                </a:cxn>
                <a:cxn ang="0">
                  <a:pos x="455" y="226"/>
                </a:cxn>
                <a:cxn ang="0">
                  <a:pos x="475" y="207"/>
                </a:cxn>
                <a:cxn ang="0">
                  <a:pos x="497" y="188"/>
                </a:cxn>
                <a:cxn ang="0">
                  <a:pos x="537" y="147"/>
                </a:cxn>
                <a:cxn ang="0">
                  <a:pos x="577" y="107"/>
                </a:cxn>
                <a:cxn ang="0">
                  <a:pos x="597" y="87"/>
                </a:cxn>
                <a:cxn ang="0">
                  <a:pos x="615" y="69"/>
                </a:cxn>
                <a:cxn ang="0">
                  <a:pos x="633" y="53"/>
                </a:cxn>
                <a:cxn ang="0">
                  <a:pos x="650" y="39"/>
                </a:cxn>
                <a:cxn ang="0">
                  <a:pos x="668" y="25"/>
                </a:cxn>
                <a:cxn ang="0">
                  <a:pos x="685" y="14"/>
                </a:cxn>
                <a:cxn ang="0">
                  <a:pos x="702" y="6"/>
                </a:cxn>
                <a:cxn ang="0">
                  <a:pos x="710" y="3"/>
                </a:cxn>
                <a:cxn ang="0">
                  <a:pos x="718" y="1"/>
                </a:cxn>
                <a:cxn ang="0">
                  <a:pos x="726" y="0"/>
                </a:cxn>
                <a:cxn ang="0">
                  <a:pos x="734" y="0"/>
                </a:cxn>
                <a:cxn ang="0">
                  <a:pos x="749" y="0"/>
                </a:cxn>
                <a:cxn ang="0">
                  <a:pos x="764" y="3"/>
                </a:cxn>
                <a:cxn ang="0">
                  <a:pos x="778" y="9"/>
                </a:cxn>
                <a:cxn ang="0">
                  <a:pos x="792" y="17"/>
                </a:cxn>
                <a:cxn ang="0">
                  <a:pos x="805" y="27"/>
                </a:cxn>
                <a:cxn ang="0">
                  <a:pos x="818" y="38"/>
                </a:cxn>
                <a:cxn ang="0">
                  <a:pos x="831" y="49"/>
                </a:cxn>
                <a:cxn ang="0">
                  <a:pos x="843" y="62"/>
                </a:cxn>
                <a:cxn ang="0">
                  <a:pos x="855" y="76"/>
                </a:cxn>
                <a:cxn ang="0">
                  <a:pos x="878" y="102"/>
                </a:cxn>
                <a:cxn ang="0">
                  <a:pos x="889" y="115"/>
                </a:cxn>
                <a:cxn ang="0">
                  <a:pos x="901" y="127"/>
                </a:cxn>
                <a:cxn ang="0">
                  <a:pos x="913" y="139"/>
                </a:cxn>
                <a:cxn ang="0">
                  <a:pos x="924" y="149"/>
                </a:cxn>
                <a:cxn ang="0">
                  <a:pos x="934" y="158"/>
                </a:cxn>
                <a:cxn ang="0">
                  <a:pos x="944" y="167"/>
                </a:cxn>
                <a:cxn ang="0">
                  <a:pos x="960" y="185"/>
                </a:cxn>
                <a:cxn ang="0">
                  <a:pos x="974" y="202"/>
                </a:cxn>
                <a:cxn ang="0">
                  <a:pos x="988" y="221"/>
                </a:cxn>
                <a:cxn ang="0">
                  <a:pos x="1004" y="239"/>
                </a:cxn>
                <a:cxn ang="0">
                  <a:pos x="1013" y="247"/>
                </a:cxn>
                <a:cxn ang="0">
                  <a:pos x="1022" y="257"/>
                </a:cxn>
                <a:cxn ang="0">
                  <a:pos x="1033" y="266"/>
                </a:cxn>
                <a:cxn ang="0">
                  <a:pos x="1046" y="276"/>
                </a:cxn>
                <a:cxn ang="0">
                  <a:pos x="1061" y="286"/>
                </a:cxn>
                <a:cxn ang="0">
                  <a:pos x="1078" y="296"/>
                </a:cxn>
                <a:cxn ang="0">
                  <a:pos x="1096" y="307"/>
                </a:cxn>
                <a:cxn ang="0">
                  <a:pos x="1116" y="318"/>
                </a:cxn>
                <a:cxn ang="0">
                  <a:pos x="1137" y="328"/>
                </a:cxn>
                <a:cxn ang="0">
                  <a:pos x="1159" y="339"/>
                </a:cxn>
                <a:cxn ang="0">
                  <a:pos x="1183" y="351"/>
                </a:cxn>
                <a:cxn ang="0">
                  <a:pos x="1207" y="362"/>
                </a:cxn>
                <a:cxn ang="0">
                  <a:pos x="1259" y="386"/>
                </a:cxn>
                <a:cxn ang="0">
                  <a:pos x="1314" y="408"/>
                </a:cxn>
                <a:cxn ang="0">
                  <a:pos x="1371" y="432"/>
                </a:cxn>
                <a:cxn ang="0">
                  <a:pos x="1429" y="457"/>
                </a:cxn>
                <a:cxn ang="0">
                  <a:pos x="1489" y="481"/>
                </a:cxn>
              </a:cxnLst>
              <a:pathLst>
                <a:path w="1490" h="612">
                  <a:moveTo>
                    <a:pt x="0" y="611"/>
                  </a:moveTo>
                  <a:lnTo>
                    <a:pt x="108" y="543"/>
                  </a:lnTo>
                  <a:lnTo>
                    <a:pt x="162" y="509"/>
                  </a:lnTo>
                  <a:lnTo>
                    <a:pt x="215" y="475"/>
                  </a:lnTo>
                  <a:lnTo>
                    <a:pt x="266" y="440"/>
                  </a:lnTo>
                  <a:lnTo>
                    <a:pt x="316" y="404"/>
                  </a:lnTo>
                  <a:lnTo>
                    <a:pt x="364" y="366"/>
                  </a:lnTo>
                  <a:lnTo>
                    <a:pt x="410" y="329"/>
                  </a:lnTo>
                  <a:lnTo>
                    <a:pt x="433" y="308"/>
                  </a:lnTo>
                  <a:lnTo>
                    <a:pt x="455" y="287"/>
                  </a:lnTo>
                  <a:lnTo>
                    <a:pt x="475" y="263"/>
                  </a:lnTo>
                  <a:lnTo>
                    <a:pt x="497" y="239"/>
                  </a:lnTo>
                  <a:lnTo>
                    <a:pt x="537" y="187"/>
                  </a:lnTo>
                  <a:lnTo>
                    <a:pt x="577" y="136"/>
                  </a:lnTo>
                  <a:lnTo>
                    <a:pt x="597" y="111"/>
                  </a:lnTo>
                  <a:lnTo>
                    <a:pt x="615" y="88"/>
                  </a:lnTo>
                  <a:lnTo>
                    <a:pt x="633" y="67"/>
                  </a:lnTo>
                  <a:lnTo>
                    <a:pt x="650" y="49"/>
                  </a:lnTo>
                  <a:lnTo>
                    <a:pt x="668" y="32"/>
                  </a:lnTo>
                  <a:lnTo>
                    <a:pt x="685" y="18"/>
                  </a:lnTo>
                  <a:lnTo>
                    <a:pt x="702" y="8"/>
                  </a:lnTo>
                  <a:lnTo>
                    <a:pt x="710" y="4"/>
                  </a:lnTo>
                  <a:lnTo>
                    <a:pt x="718" y="1"/>
                  </a:lnTo>
                  <a:lnTo>
                    <a:pt x="726" y="0"/>
                  </a:lnTo>
                  <a:lnTo>
                    <a:pt x="734" y="0"/>
                  </a:lnTo>
                  <a:lnTo>
                    <a:pt x="749" y="0"/>
                  </a:lnTo>
                  <a:lnTo>
                    <a:pt x="764" y="4"/>
                  </a:lnTo>
                  <a:lnTo>
                    <a:pt x="778" y="12"/>
                  </a:lnTo>
                  <a:lnTo>
                    <a:pt x="792" y="22"/>
                  </a:lnTo>
                  <a:lnTo>
                    <a:pt x="805" y="34"/>
                  </a:lnTo>
                  <a:lnTo>
                    <a:pt x="818" y="48"/>
                  </a:lnTo>
                  <a:lnTo>
                    <a:pt x="831" y="62"/>
                  </a:lnTo>
                  <a:lnTo>
                    <a:pt x="843" y="79"/>
                  </a:lnTo>
                  <a:lnTo>
                    <a:pt x="855" y="96"/>
                  </a:lnTo>
                  <a:lnTo>
                    <a:pt x="878" y="130"/>
                  </a:lnTo>
                  <a:lnTo>
                    <a:pt x="889" y="146"/>
                  </a:lnTo>
                  <a:lnTo>
                    <a:pt x="901" y="161"/>
                  </a:lnTo>
                  <a:lnTo>
                    <a:pt x="913" y="176"/>
                  </a:lnTo>
                  <a:lnTo>
                    <a:pt x="924" y="189"/>
                  </a:lnTo>
                  <a:lnTo>
                    <a:pt x="934" y="201"/>
                  </a:lnTo>
                  <a:lnTo>
                    <a:pt x="944" y="212"/>
                  </a:lnTo>
                  <a:lnTo>
                    <a:pt x="960" y="235"/>
                  </a:lnTo>
                  <a:lnTo>
                    <a:pt x="974" y="257"/>
                  </a:lnTo>
                  <a:lnTo>
                    <a:pt x="988" y="280"/>
                  </a:lnTo>
                  <a:lnTo>
                    <a:pt x="1004" y="303"/>
                  </a:lnTo>
                  <a:lnTo>
                    <a:pt x="1013" y="313"/>
                  </a:lnTo>
                  <a:lnTo>
                    <a:pt x="1022" y="326"/>
                  </a:lnTo>
                  <a:lnTo>
                    <a:pt x="1033" y="338"/>
                  </a:lnTo>
                  <a:lnTo>
                    <a:pt x="1046" y="351"/>
                  </a:lnTo>
                  <a:lnTo>
                    <a:pt x="1061" y="363"/>
                  </a:lnTo>
                  <a:lnTo>
                    <a:pt x="1078" y="376"/>
                  </a:lnTo>
                  <a:lnTo>
                    <a:pt x="1096" y="390"/>
                  </a:lnTo>
                  <a:lnTo>
                    <a:pt x="1116" y="404"/>
                  </a:lnTo>
                  <a:lnTo>
                    <a:pt x="1137" y="417"/>
                  </a:lnTo>
                  <a:lnTo>
                    <a:pt x="1159" y="431"/>
                  </a:lnTo>
                  <a:lnTo>
                    <a:pt x="1183" y="446"/>
                  </a:lnTo>
                  <a:lnTo>
                    <a:pt x="1207" y="459"/>
                  </a:lnTo>
                  <a:lnTo>
                    <a:pt x="1259" y="490"/>
                  </a:lnTo>
                  <a:lnTo>
                    <a:pt x="1314" y="518"/>
                  </a:lnTo>
                  <a:lnTo>
                    <a:pt x="1371" y="549"/>
                  </a:lnTo>
                  <a:lnTo>
                    <a:pt x="1429" y="580"/>
                  </a:lnTo>
                  <a:lnTo>
                    <a:pt x="1489" y="611"/>
                  </a:lnTo>
                </a:path>
              </a:pathLst>
            </a:custGeom>
            <a:noFill/>
            <a:ln w="25400" cap="rnd" cmpd="sng">
              <a:solidFill>
                <a:srgbClr val="0000FF"/>
              </a:solidFill>
              <a:prstDash val="solid"/>
              <a:round/>
              <a:headEnd type="none" w="sm" len="sm"/>
              <a:tailEnd type="none" w="sm" len="sm"/>
            </a:ln>
          </p:spPr>
          <p:txBody>
            <a:bodyPr/>
            <a:p>
              <a:endParaRPr lang="zh-CN" altLang="en-US"/>
            </a:p>
          </p:txBody>
        </p:sp>
        <p:sp>
          <p:nvSpPr>
            <p:cNvPr id="95263" name="矩形 267295"/>
            <p:cNvSpPr/>
            <p:nvPr/>
          </p:nvSpPr>
          <p:spPr>
            <a:xfrm>
              <a:off x="4604" y="2844"/>
              <a:ext cx="998" cy="231"/>
            </a:xfrm>
            <a:prstGeom prst="rect">
              <a:avLst/>
            </a:prstGeom>
            <a:noFill/>
            <a:ln w="9525">
              <a:noFill/>
            </a:ln>
          </p:spPr>
          <p:txBody>
            <a:bodyPr anchor="t" anchorCtr="0">
              <a:spAutoFit/>
            </a:bodyPr>
            <a:p>
              <a:r>
                <a:rPr lang="zh-CN" altLang="en-US" b="1" dirty="0">
                  <a:solidFill>
                    <a:srgbClr val="0000FF"/>
                  </a:solidFill>
                  <a:latin typeface="楷体_GB2312" pitchFamily="49" charset="-122"/>
                  <a:ea typeface="楷体_GB2312" pitchFamily="49" charset="-122"/>
                </a:rPr>
                <a:t>阻尼较大</a:t>
              </a:r>
              <a:endParaRPr lang="zh-CN" altLang="en-US" b="1" dirty="0">
                <a:solidFill>
                  <a:srgbClr val="0000FF"/>
                </a:solidFill>
                <a:latin typeface="楷体_GB2312" pitchFamily="49" charset="-122"/>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7267">
                                            <p:txEl>
                                              <p:charRg st="0" end="32"/>
                                            </p:txEl>
                                          </p:spTgt>
                                        </p:tgtEl>
                                        <p:attrNameLst>
                                          <p:attrName>style.visibility</p:attrName>
                                        </p:attrNameLst>
                                      </p:cBhvr>
                                      <p:to>
                                        <p:strVal val="visible"/>
                                      </p:to>
                                    </p:set>
                                    <p:animEffect transition="in" filter="wipe(left)">
                                      <p:cBhvr>
                                        <p:cTn id="7" dur="500"/>
                                        <p:tgtEl>
                                          <p:spTgt spid="267267">
                                            <p:txEl>
                                              <p:charRg st="0"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charRg st="0" end="3"/>
                                            </p:txEl>
                                          </p:spTgt>
                                        </p:tgtEl>
                                        <p:attrNameLst>
                                          <p:attrName>style.visibility</p:attrName>
                                        </p:attrNameLst>
                                      </p:cBhvr>
                                      <p:to>
                                        <p:strVal val="visible"/>
                                      </p:to>
                                    </p:set>
                                    <p:animEffect transition="in" filter="wipe(left)">
                                      <p:cBhvr>
                                        <p:cTn id="12" dur="500"/>
                                        <p:tgtEl>
                                          <p:spTgt spid="5">
                                            <p:txEl>
                                              <p:charRg st="0" end="3"/>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7">
                                            <p:txEl>
                                              <p:charRg st="0" end="31"/>
                                            </p:txEl>
                                          </p:spTgt>
                                        </p:tgtEl>
                                        <p:attrNameLst>
                                          <p:attrName>style.visibility</p:attrName>
                                        </p:attrNameLst>
                                      </p:cBhvr>
                                      <p:to>
                                        <p:strVal val="visible"/>
                                      </p:to>
                                    </p:set>
                                    <p:animEffect transition="in" filter="wipe(left)">
                                      <p:cBhvr>
                                        <p:cTn id="28" dur="500"/>
                                        <p:tgtEl>
                                          <p:spTgt spid="7">
                                            <p:txEl>
                                              <p:charRg st="0" end="31"/>
                                            </p:txEl>
                                          </p:spTgt>
                                        </p:tgtEl>
                                      </p:cBhvr>
                                    </p:animEffect>
                                  </p:childTnLst>
                                </p:cTn>
                              </p:par>
                            </p:childTnLst>
                          </p:cTn>
                        </p:par>
                        <p:par>
                          <p:cTn id="29" fill="hold">
                            <p:stCondLst>
                              <p:cond delay="1000"/>
                            </p:stCondLst>
                            <p:childTnLst>
                              <p:par>
                                <p:cTn id="30" presetID="1" presetClass="entr" presetSubtype="0"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nodeType="afterEffect">
                                  <p:stCondLst>
                                    <p:cond delay="0"/>
                                  </p:stCondLst>
                                  <p:childTnLst>
                                    <p:set>
                                      <p:cBhvr>
                                        <p:cTn id="41" dur="1" fill="hold">
                                          <p:stCondLst>
                                            <p:cond delay="0"/>
                                          </p:stCondLst>
                                        </p:cTn>
                                        <p:tgtEl>
                                          <p:spTgt spid="33"/>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7" grpId="0" build="p"/>
      <p:bldP spid="5" grpId="0" build="p"/>
      <p:bldP spid="7" grpId="0" build="p"/>
      <p:bldP spid="12"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txBox="1">
            <a:spLocks noGrp="1"/>
          </p:cNvSpPr>
          <p:nvPr>
            <p:ph type="sldNum" sz="quarter" idx="12"/>
          </p:nvPr>
        </p:nvSpPr>
        <p:spPr>
          <a:ln/>
        </p:spPr>
        <p:txBody>
          <a:bodyPr vert="horz" wrap="square" lIns="91440" tIns="45720" rIns="91440" bIns="45720" numCol="1" rtlCol="0" anchor="ctr" anchorCtr="0" compatLnSpc="1"/>
          <a:lstStyle/>
          <a:p>
            <a:pPr marL="0" marR="0" lvl="0" indent="0" algn="r" defTabSz="914400" rtl="0" eaLnBrk="1" fontAlgn="base" latinLnBrk="0" hangingPunct="1">
              <a:lnSpc>
                <a:spcPct val="100000"/>
              </a:lnSpc>
              <a:spcBef>
                <a:spcPct val="50000"/>
              </a:spcBef>
              <a:spcAft>
                <a:spcPct val="0"/>
              </a:spcAft>
              <a:buClrTx/>
              <a:buSzTx/>
              <a:buFontTx/>
              <a:buNone/>
              <a:defRPr/>
            </a:pPr>
            <a:fld id="{AF0A6198-C641-43E9-9C79-F87FF01AB59F}" type="slidenum">
              <a:rPr kumimoji="0" lang="zh-CN" altLang="en-US" sz="1200" b="0" i="0" u="none" strike="noStrike" kern="1200" cap="none" spc="0" normalizeH="0" baseline="0" noProof="1" dirty="0" smtClean="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1" smtClean="0">
              <a:ln>
                <a:noFill/>
              </a:ln>
              <a:solidFill>
                <a:schemeClr val="tx1">
                  <a:tint val="75000"/>
                </a:schemeClr>
              </a:solidFill>
              <a:effectLst/>
              <a:uLnTx/>
              <a:uFillTx/>
              <a:latin typeface="Times New Roman" panose="02020603050405020304" pitchFamily="18" charset="0"/>
              <a:ea typeface="+mn-ea"/>
              <a:cs typeface="+mn-cs"/>
            </a:endParaRPr>
          </a:p>
        </p:txBody>
      </p:sp>
      <p:sp>
        <p:nvSpPr>
          <p:cNvPr id="96258" name="文本框 344068"/>
          <p:cNvSpPr txBox="1"/>
          <p:nvPr/>
        </p:nvSpPr>
        <p:spPr>
          <a:xfrm>
            <a:off x="755650" y="692150"/>
            <a:ext cx="7848600" cy="1870075"/>
          </a:xfrm>
          <a:prstGeom prst="rect">
            <a:avLst/>
          </a:prstGeom>
          <a:noFill/>
          <a:ln w="9525">
            <a:noFill/>
          </a:ln>
        </p:spPr>
        <p:txBody>
          <a:bodyPr anchor="t" anchorCtr="0">
            <a:spAutoFit/>
          </a:bodyPr>
          <a:p>
            <a:pPr>
              <a:spcAft>
                <a:spcPct val="20000"/>
              </a:spcAft>
            </a:pPr>
            <a:r>
              <a:rPr lang="zh-CN" altLang="en-US" sz="2400" dirty="0">
                <a:solidFill>
                  <a:srgbClr val="FF0000"/>
                </a:solidFill>
                <a:latin typeface="微软雅黑" panose="020B0503020204020204" charset="-122"/>
                <a:ea typeface="微软雅黑" panose="020B0503020204020204" charset="-122"/>
              </a:rPr>
              <a:t>共振现象的应用：</a:t>
            </a:r>
            <a:endParaRPr lang="zh-CN" altLang="en-US" sz="2400" dirty="0">
              <a:solidFill>
                <a:srgbClr val="FF0000"/>
              </a:solidFill>
              <a:latin typeface="微软雅黑" panose="020B0503020204020204" charset="-122"/>
              <a:ea typeface="微软雅黑" panose="020B0503020204020204" charset="-122"/>
            </a:endParaRPr>
          </a:p>
          <a:p>
            <a:pPr>
              <a:spcAft>
                <a:spcPct val="20000"/>
              </a:spcAft>
            </a:pPr>
            <a:r>
              <a:rPr lang="zh-CN" altLang="en-US" sz="2400" dirty="0">
                <a:solidFill>
                  <a:srgbClr val="000000"/>
                </a:solidFill>
                <a:latin typeface="微软雅黑" panose="020B0503020204020204" charset="-122"/>
                <a:ea typeface="微软雅黑" panose="020B0503020204020204" charset="-122"/>
              </a:rPr>
              <a:t>钢琴、小提琴等乐器利用共振来调音；</a:t>
            </a:r>
            <a:endParaRPr lang="zh-CN" altLang="en-US" sz="2400" dirty="0">
              <a:solidFill>
                <a:srgbClr val="000000"/>
              </a:solidFill>
              <a:latin typeface="微软雅黑" panose="020B0503020204020204" charset="-122"/>
              <a:ea typeface="微软雅黑" panose="020B0503020204020204" charset="-122"/>
            </a:endParaRPr>
          </a:p>
          <a:p>
            <a:pPr>
              <a:spcAft>
                <a:spcPct val="20000"/>
              </a:spcAft>
            </a:pPr>
            <a:r>
              <a:rPr lang="zh-CN" altLang="en-US" sz="2400" dirty="0">
                <a:solidFill>
                  <a:srgbClr val="000000"/>
                </a:solidFill>
                <a:latin typeface="微软雅黑" panose="020B0503020204020204" charset="-122"/>
                <a:ea typeface="微软雅黑" panose="020B0503020204020204" charset="-122"/>
              </a:rPr>
              <a:t>收音机利用电磁共振进行选台；</a:t>
            </a:r>
            <a:endParaRPr lang="zh-CN" altLang="en-US" sz="2400" dirty="0">
              <a:solidFill>
                <a:srgbClr val="000000"/>
              </a:solidFill>
              <a:latin typeface="微软雅黑" panose="020B0503020204020204" charset="-122"/>
              <a:ea typeface="微软雅黑" panose="020B0503020204020204" charset="-122"/>
            </a:endParaRPr>
          </a:p>
          <a:p>
            <a:pPr>
              <a:spcAft>
                <a:spcPct val="20000"/>
              </a:spcAft>
            </a:pPr>
            <a:r>
              <a:rPr lang="zh-CN" altLang="en-US" sz="2400" dirty="0">
                <a:solidFill>
                  <a:srgbClr val="000000"/>
                </a:solidFill>
                <a:latin typeface="微软雅黑" panose="020B0503020204020204" charset="-122"/>
                <a:ea typeface="微软雅黑" panose="020B0503020204020204" charset="-122"/>
              </a:rPr>
              <a:t>核内的核磁共振被用来进行物质结构的研究和医疗诊断等。</a:t>
            </a:r>
            <a:endParaRPr lang="zh-CN" altLang="en-US" b="1" dirty="0">
              <a:solidFill>
                <a:srgbClr val="080808"/>
              </a:solidFill>
              <a:latin typeface="楷体_GB2312" pitchFamily="49" charset="-122"/>
              <a:ea typeface="楷体_GB2312" pitchFamily="49" charset="-122"/>
            </a:endParaRPr>
          </a:p>
        </p:txBody>
      </p:sp>
      <p:pic>
        <p:nvPicPr>
          <p:cNvPr id="96259" name="Picture 2" descr="https://timgsa.baidu.com/timg?image&amp;quality=80&amp;size=b9999_10000&amp;sec=1563268919108&amp;di=1a521866f0f0eeb3367a008822be3244&amp;imgtype=0&amp;src=http%3A%2F%2Fimg1.gtimg.com%2Fhn%2Fpics%2Fhv1%2F78%2F234%2F2133%2F138758073.jpg"/>
          <p:cNvPicPr>
            <a:picLocks noChangeAspect="1"/>
          </p:cNvPicPr>
          <p:nvPr/>
        </p:nvPicPr>
        <p:blipFill>
          <a:blip r:embed="rId1"/>
          <a:stretch>
            <a:fillRect/>
          </a:stretch>
        </p:blipFill>
        <p:spPr>
          <a:xfrm>
            <a:off x="5654675" y="3362325"/>
            <a:ext cx="2794000" cy="1862138"/>
          </a:xfrm>
          <a:prstGeom prst="rect">
            <a:avLst/>
          </a:prstGeom>
          <a:noFill/>
          <a:ln w="9525">
            <a:noFill/>
          </a:ln>
        </p:spPr>
      </p:pic>
      <p:pic>
        <p:nvPicPr>
          <p:cNvPr id="96260" name="Picture 2" descr="https://timgsa.baidu.com/timg?image&amp;quality=80&amp;size=b9999_10000&amp;sec=1563269095661&amp;di=c0135196356a99729be2c148870cff62&amp;imgtype=0&amp;src=http%3A%2F%2Fs9.sinaimg.cn%2Fmw690%2F006btRIjgy70SAouqxO28%26690"/>
          <p:cNvPicPr>
            <a:picLocks noChangeAspect="1"/>
          </p:cNvPicPr>
          <p:nvPr/>
        </p:nvPicPr>
        <p:blipFill>
          <a:blip r:embed="rId2"/>
          <a:stretch>
            <a:fillRect/>
          </a:stretch>
        </p:blipFill>
        <p:spPr>
          <a:xfrm>
            <a:off x="519113" y="3362325"/>
            <a:ext cx="2566987" cy="1839913"/>
          </a:xfrm>
          <a:prstGeom prst="rect">
            <a:avLst/>
          </a:prstGeom>
          <a:noFill/>
          <a:ln w="9525">
            <a:noFill/>
          </a:ln>
        </p:spPr>
      </p:pic>
      <p:pic>
        <p:nvPicPr>
          <p:cNvPr id="96261" name="Picture 4" descr="https://ss1.bdstatic.com/70cFvXSh_Q1YnxGkpoWK1HF6hhy/it/u=2079205406,4063651641&amp;fm=26&amp;gp=0.jpg"/>
          <p:cNvPicPr>
            <a:picLocks noChangeAspect="1"/>
          </p:cNvPicPr>
          <p:nvPr/>
        </p:nvPicPr>
        <p:blipFill>
          <a:blip r:embed="rId3"/>
          <a:stretch>
            <a:fillRect/>
          </a:stretch>
        </p:blipFill>
        <p:spPr>
          <a:xfrm>
            <a:off x="3270250" y="3362325"/>
            <a:ext cx="2200275" cy="1862138"/>
          </a:xfrm>
          <a:prstGeom prst="rect">
            <a:avLst/>
          </a:prstGeom>
          <a:noFill/>
          <a:ln w="9525">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文本框 344069"/>
          <p:cNvSpPr txBox="1"/>
          <p:nvPr/>
        </p:nvSpPr>
        <p:spPr>
          <a:xfrm>
            <a:off x="755650" y="1216025"/>
            <a:ext cx="7632700" cy="3784600"/>
          </a:xfrm>
          <a:prstGeom prst="rect">
            <a:avLst/>
          </a:prstGeom>
          <a:noFill/>
          <a:ln w="9525">
            <a:noFill/>
          </a:ln>
        </p:spPr>
        <p:txBody>
          <a:bodyPr wrap="square" anchor="t" anchorCtr="0">
            <a:spAutoFit/>
          </a:bodyPr>
          <a:p>
            <a:r>
              <a:rPr lang="zh-CN" altLang="en-US" sz="2400" dirty="0">
                <a:solidFill>
                  <a:srgbClr val="FF0000"/>
                </a:solidFill>
                <a:latin typeface="微软雅黑" panose="020B0503020204020204" charset="-122"/>
                <a:ea typeface="微软雅黑" panose="020B0503020204020204" charset="-122"/>
              </a:rPr>
              <a:t>危害：</a:t>
            </a:r>
            <a:endParaRPr lang="zh-CN" altLang="en-US" sz="2000" b="1" dirty="0">
              <a:solidFill>
                <a:srgbClr val="FF0000"/>
              </a:solidFill>
              <a:latin typeface="Times New Roman" panose="02020603050405020304" pitchFamily="18" charset="0"/>
              <a:ea typeface="宋体" panose="02010600030101010101" pitchFamily="2" charset="-122"/>
            </a:endParaRPr>
          </a:p>
          <a:p>
            <a:pPr>
              <a:lnSpc>
                <a:spcPct val="150000"/>
              </a:lnSpc>
            </a:pPr>
            <a:r>
              <a:rPr lang="zh-CN" altLang="en-US" sz="2400" dirty="0">
                <a:solidFill>
                  <a:srgbClr val="000000"/>
                </a:solidFill>
                <a:latin typeface="微软雅黑" panose="020B0503020204020204" charset="-122"/>
                <a:ea typeface="微软雅黑" panose="020B0503020204020204" charset="-122"/>
              </a:rPr>
              <a:t>(1) 1904年，一队俄国士兵以整齐的步法通过彼得堡的一座桥时，由于产生共振而使桥倒塌；</a:t>
            </a:r>
            <a:endParaRPr lang="zh-CN" altLang="en-US" sz="2400" dirty="0">
              <a:solidFill>
                <a:srgbClr val="000000"/>
              </a:solidFill>
              <a:latin typeface="微软雅黑" panose="020B0503020204020204" charset="-122"/>
              <a:ea typeface="微软雅黑" panose="020B0503020204020204" charset="-122"/>
            </a:endParaRPr>
          </a:p>
          <a:p>
            <a:pPr>
              <a:lnSpc>
                <a:spcPct val="150000"/>
              </a:lnSpc>
            </a:pPr>
            <a:r>
              <a:rPr lang="zh-CN" altLang="en-US" sz="2400" dirty="0">
                <a:solidFill>
                  <a:srgbClr val="000000"/>
                </a:solidFill>
                <a:latin typeface="微软雅黑" panose="020B0503020204020204" charset="-122"/>
                <a:ea typeface="微软雅黑" panose="020B0503020204020204" charset="-122"/>
              </a:rPr>
              <a:t>(2) 1940年，美国华盛顿州的塔科麦桥，因大风引起的振荡作用同桥的固有频率相近，产生共振而导致毁坏；</a:t>
            </a:r>
            <a:endParaRPr lang="zh-CN" altLang="en-US" sz="2400" dirty="0">
              <a:solidFill>
                <a:srgbClr val="000000"/>
              </a:solidFill>
              <a:latin typeface="微软雅黑" panose="020B0503020204020204" charset="-122"/>
              <a:ea typeface="微软雅黑" panose="020B0503020204020204" charset="-122"/>
            </a:endParaRPr>
          </a:p>
          <a:p>
            <a:pPr>
              <a:lnSpc>
                <a:spcPct val="150000"/>
              </a:lnSpc>
            </a:pPr>
            <a:r>
              <a:rPr lang="zh-CN" altLang="en-US" sz="2400" dirty="0">
                <a:solidFill>
                  <a:srgbClr val="000000"/>
                </a:solidFill>
                <a:latin typeface="微软雅黑" panose="020B0503020204020204" charset="-122"/>
                <a:ea typeface="微软雅黑" panose="020B0503020204020204" charset="-122"/>
              </a:rPr>
              <a:t>(3) 汽车行驶时，若发动机的频率接近于车身的固有频率，车身也会车身强烈的振动而受到损坏。</a:t>
            </a:r>
            <a:endParaRPr lang="zh-CN" altLang="en-US" sz="2400" dirty="0">
              <a:solidFill>
                <a:srgbClr val="000000"/>
              </a:solidFill>
              <a:latin typeface="微软雅黑" panose="020B0503020204020204" charset="-122"/>
              <a:ea typeface="微软雅黑" panose="020B0503020204020204"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txBox="1">
            <a:spLocks noGrp="1"/>
          </p:cNvSpPr>
          <p:nvPr>
            <p:ph type="sldNum" sz="quarter" idx="12"/>
          </p:nvPr>
        </p:nvSpPr>
        <p:spPr>
          <a:ln/>
        </p:spPr>
        <p:txBody>
          <a:bodyPr vert="horz" wrap="square" lIns="91440" tIns="45720" rIns="91440" bIns="45720" numCol="1" rtlCol="0" anchor="ctr" anchorCtr="0" compatLnSpc="1"/>
          <a:lstStyle/>
          <a:p>
            <a:pPr marL="0" marR="0" lvl="0" indent="0" algn="r" defTabSz="914400" rtl="0" eaLnBrk="1" fontAlgn="base" latinLnBrk="0" hangingPunct="1">
              <a:lnSpc>
                <a:spcPct val="100000"/>
              </a:lnSpc>
              <a:spcBef>
                <a:spcPct val="50000"/>
              </a:spcBef>
              <a:spcAft>
                <a:spcPct val="0"/>
              </a:spcAft>
              <a:buClrTx/>
              <a:buSzTx/>
              <a:buFontTx/>
              <a:buNone/>
              <a:defRPr/>
            </a:pPr>
            <a:fld id="{AF0A6198-C641-43E9-9C79-F87FF01AB59F}" type="slidenum">
              <a:rPr kumimoji="0" lang="zh-CN" altLang="en-US" sz="1200" b="0" i="0" u="none" strike="noStrike" kern="1200" cap="none" spc="0" normalizeH="0" baseline="0" noProof="1" dirty="0" smtClean="0">
                <a:ln>
                  <a:noFill/>
                </a:ln>
                <a:solidFill>
                  <a:schemeClr val="tx1">
                    <a:tint val="75000"/>
                  </a:schemeClr>
                </a:solidFill>
                <a:effectLst/>
                <a:uLnTx/>
                <a:uFillTx/>
                <a:latin typeface="Times New Roman" panose="02020603050405020304" pitchFamily="18" charset="0"/>
                <a:ea typeface="+mn-ea"/>
                <a:cs typeface="+mn-cs"/>
              </a:rPr>
            </a:fld>
            <a:endParaRPr kumimoji="0" lang="zh-CN" altLang="en-US" sz="1200" b="0" i="0" u="none" strike="noStrike" kern="1200" cap="none" spc="0" normalizeH="0" baseline="0" noProof="1" smtClean="0">
              <a:ln>
                <a:noFill/>
              </a:ln>
              <a:solidFill>
                <a:schemeClr val="tx1">
                  <a:tint val="75000"/>
                </a:schemeClr>
              </a:solidFill>
              <a:effectLst/>
              <a:uLnTx/>
              <a:uFillTx/>
              <a:latin typeface="Times New Roman" panose="02020603050405020304" pitchFamily="18" charset="0"/>
              <a:ea typeface="+mn-ea"/>
              <a:cs typeface="+mn-cs"/>
            </a:endParaRPr>
          </a:p>
        </p:txBody>
      </p:sp>
      <p:sp>
        <p:nvSpPr>
          <p:cNvPr id="98306" name="文本框 344070"/>
          <p:cNvSpPr txBox="1"/>
          <p:nvPr/>
        </p:nvSpPr>
        <p:spPr>
          <a:xfrm>
            <a:off x="871538" y="887413"/>
            <a:ext cx="7273925" cy="2403475"/>
          </a:xfrm>
          <a:prstGeom prst="rect">
            <a:avLst/>
          </a:prstGeom>
          <a:noFill/>
          <a:ln w="9525">
            <a:noFill/>
          </a:ln>
        </p:spPr>
        <p:txBody>
          <a:bodyPr wrap="square" anchor="t" anchorCtr="0">
            <a:spAutoFit/>
          </a:bodyPr>
          <a:p>
            <a:pPr>
              <a:lnSpc>
                <a:spcPct val="125000"/>
              </a:lnSpc>
              <a:spcBef>
                <a:spcPct val="5000"/>
              </a:spcBef>
            </a:pPr>
            <a:r>
              <a:rPr lang="zh-CN" altLang="en-US" sz="2400" dirty="0">
                <a:solidFill>
                  <a:srgbClr val="FF0000"/>
                </a:solidFill>
                <a:latin typeface="微软雅黑" panose="020B0503020204020204" charset="-122"/>
                <a:ea typeface="微软雅黑" panose="020B0503020204020204" charset="-122"/>
              </a:rPr>
              <a:t>防止共振：</a:t>
            </a:r>
            <a:endParaRPr lang="zh-CN" altLang="en-US" sz="2000" b="1" dirty="0">
              <a:solidFill>
                <a:srgbClr val="FF0000"/>
              </a:solidFill>
              <a:latin typeface="Times New Roman" panose="02020603050405020304" pitchFamily="18" charset="0"/>
              <a:ea typeface="宋体" panose="02010600030101010101" pitchFamily="2" charset="-122"/>
            </a:endParaRPr>
          </a:p>
          <a:p>
            <a:pPr>
              <a:spcBef>
                <a:spcPct val="5000"/>
              </a:spcBef>
              <a:spcAft>
                <a:spcPct val="20000"/>
              </a:spcAft>
              <a:buSzTx/>
            </a:pPr>
            <a:r>
              <a:rPr lang="zh-CN" altLang="en-US" sz="2400" dirty="0">
                <a:solidFill>
                  <a:srgbClr val="000000"/>
                </a:solidFill>
                <a:latin typeface="微软雅黑" panose="020B0503020204020204" charset="-122"/>
                <a:ea typeface="微软雅黑" panose="020B0503020204020204" charset="-122"/>
              </a:rPr>
              <a:t>(1)改变系统的固有频率或外力的频率；</a:t>
            </a:r>
            <a:endParaRPr lang="zh-CN" altLang="en-US" sz="2400" dirty="0">
              <a:solidFill>
                <a:srgbClr val="000000"/>
              </a:solidFill>
              <a:latin typeface="微软雅黑" panose="020B0503020204020204" charset="-122"/>
              <a:ea typeface="微软雅黑" panose="020B0503020204020204" charset="-122"/>
            </a:endParaRPr>
          </a:p>
          <a:p>
            <a:pPr>
              <a:spcBef>
                <a:spcPct val="5000"/>
              </a:spcBef>
              <a:spcAft>
                <a:spcPct val="20000"/>
              </a:spcAft>
              <a:buSzTx/>
            </a:pPr>
            <a:r>
              <a:rPr lang="zh-CN" altLang="en-US" sz="2400" dirty="0">
                <a:solidFill>
                  <a:srgbClr val="000000"/>
                </a:solidFill>
                <a:latin typeface="微软雅黑" panose="020B0503020204020204" charset="-122"/>
                <a:ea typeface="微软雅黑" panose="020B0503020204020204" charset="-122"/>
              </a:rPr>
              <a:t>(2)破坏外力的周期性；</a:t>
            </a:r>
            <a:endParaRPr lang="zh-CN" altLang="en-US" sz="2400" dirty="0">
              <a:solidFill>
                <a:srgbClr val="000000"/>
              </a:solidFill>
              <a:latin typeface="微软雅黑" panose="020B0503020204020204" charset="-122"/>
              <a:ea typeface="微软雅黑" panose="020B0503020204020204" charset="-122"/>
            </a:endParaRPr>
          </a:p>
          <a:p>
            <a:pPr>
              <a:spcBef>
                <a:spcPct val="5000"/>
              </a:spcBef>
              <a:spcAft>
                <a:spcPct val="20000"/>
              </a:spcAft>
              <a:buSzTx/>
            </a:pPr>
            <a:r>
              <a:rPr lang="zh-CN" altLang="en-US" sz="2400" dirty="0">
                <a:solidFill>
                  <a:srgbClr val="000000"/>
                </a:solidFill>
                <a:latin typeface="微软雅黑" panose="020B0503020204020204" charset="-122"/>
                <a:ea typeface="微软雅黑" panose="020B0503020204020204" charset="-122"/>
              </a:rPr>
              <a:t>(3)增大系统的阻尼；</a:t>
            </a:r>
            <a:endParaRPr lang="zh-CN" altLang="en-US" sz="2400" dirty="0">
              <a:solidFill>
                <a:srgbClr val="000000"/>
              </a:solidFill>
              <a:latin typeface="微软雅黑" panose="020B0503020204020204" charset="-122"/>
              <a:ea typeface="微软雅黑" panose="020B0503020204020204" charset="-122"/>
            </a:endParaRPr>
          </a:p>
          <a:p>
            <a:pPr>
              <a:spcBef>
                <a:spcPct val="5000"/>
              </a:spcBef>
              <a:spcAft>
                <a:spcPct val="20000"/>
              </a:spcAft>
              <a:buSzTx/>
            </a:pPr>
            <a:r>
              <a:rPr lang="zh-CN" altLang="en-US" sz="2400" dirty="0">
                <a:solidFill>
                  <a:srgbClr val="000000"/>
                </a:solidFill>
                <a:latin typeface="微软雅黑" panose="020B0503020204020204" charset="-122"/>
                <a:ea typeface="微软雅黑" panose="020B0503020204020204" charset="-122"/>
                <a:sym typeface="宋体" panose="02010600030101010101" pitchFamily="2" charset="-122"/>
              </a:rPr>
              <a:t>(</a:t>
            </a:r>
            <a:r>
              <a:rPr lang="en-US" altLang="zh-CN" sz="2400" dirty="0">
                <a:solidFill>
                  <a:srgbClr val="000000"/>
                </a:solidFill>
                <a:latin typeface="微软雅黑" panose="020B0503020204020204" charset="-122"/>
                <a:ea typeface="微软雅黑" panose="020B0503020204020204" charset="-122"/>
                <a:sym typeface="宋体" panose="02010600030101010101" pitchFamily="2" charset="-122"/>
              </a:rPr>
              <a:t>4</a:t>
            </a:r>
            <a:r>
              <a:rPr lang="zh-CN" altLang="en-US" sz="2400" dirty="0">
                <a:solidFill>
                  <a:srgbClr val="000000"/>
                </a:solidFill>
                <a:latin typeface="微软雅黑" panose="020B0503020204020204" charset="-122"/>
                <a:ea typeface="微软雅黑" panose="020B0503020204020204" charset="-122"/>
                <a:sym typeface="宋体" panose="02010600030101010101" pitchFamily="2" charset="-122"/>
              </a:rPr>
              <a:t>)</a:t>
            </a:r>
            <a:r>
              <a:rPr lang="zh-CN" altLang="en-US" sz="2400" dirty="0">
                <a:solidFill>
                  <a:srgbClr val="000000"/>
                </a:solidFill>
                <a:latin typeface="微软雅黑" panose="020B0503020204020204" charset="-122"/>
                <a:ea typeface="微软雅黑" panose="020B0503020204020204" charset="-122"/>
              </a:rPr>
              <a:t>对精密仪器使用减振台。</a:t>
            </a:r>
            <a:endParaRPr lang="zh-CN" altLang="en-US" sz="2000" b="1" dirty="0">
              <a:solidFill>
                <a:srgbClr val="080808"/>
              </a:solidFill>
              <a:latin typeface="楷体_GB2312" pitchFamily="49" charset="-122"/>
              <a:ea typeface="楷体_GB2312" pitchFamily="49" charset="-122"/>
            </a:endParaRPr>
          </a:p>
        </p:txBody>
      </p:sp>
      <p:grpSp>
        <p:nvGrpSpPr>
          <p:cNvPr id="98307" name="组合 344078"/>
          <p:cNvGrpSpPr/>
          <p:nvPr/>
        </p:nvGrpSpPr>
        <p:grpSpPr>
          <a:xfrm>
            <a:off x="4643438" y="3290888"/>
            <a:ext cx="3130550" cy="2392362"/>
            <a:chOff x="3334" y="2160"/>
            <a:chExt cx="1972" cy="1507"/>
          </a:xfrm>
        </p:grpSpPr>
        <p:pic>
          <p:nvPicPr>
            <p:cNvPr id="98308" name="Picture 6" descr="1524b"/>
            <p:cNvPicPr>
              <a:picLocks noChangeAspect="1"/>
            </p:cNvPicPr>
            <p:nvPr/>
          </p:nvPicPr>
          <p:blipFill>
            <a:blip r:embed="rId1"/>
            <a:srcRect b="13510"/>
            <a:stretch>
              <a:fillRect/>
            </a:stretch>
          </p:blipFill>
          <p:spPr>
            <a:xfrm>
              <a:off x="4059" y="2160"/>
              <a:ext cx="1247" cy="1417"/>
            </a:xfrm>
            <a:prstGeom prst="rect">
              <a:avLst/>
            </a:prstGeom>
            <a:noFill/>
            <a:ln w="9525">
              <a:noFill/>
            </a:ln>
          </p:spPr>
        </p:pic>
        <p:pic>
          <p:nvPicPr>
            <p:cNvPr id="98309" name="Picture 10" descr="1524a"/>
            <p:cNvPicPr>
              <a:picLocks noChangeAspect="1"/>
            </p:cNvPicPr>
            <p:nvPr/>
          </p:nvPicPr>
          <p:blipFill>
            <a:blip r:embed="rId2"/>
            <a:srcRect b="9457"/>
            <a:stretch>
              <a:fillRect/>
            </a:stretch>
          </p:blipFill>
          <p:spPr>
            <a:xfrm>
              <a:off x="3334" y="2160"/>
              <a:ext cx="776" cy="1381"/>
            </a:xfrm>
            <a:prstGeom prst="rect">
              <a:avLst/>
            </a:prstGeom>
            <a:noFill/>
            <a:ln w="9525">
              <a:noFill/>
            </a:ln>
          </p:spPr>
        </p:pic>
        <p:sp>
          <p:nvSpPr>
            <p:cNvPr id="98310" name="Text Box 12"/>
            <p:cNvSpPr txBox="1"/>
            <p:nvPr/>
          </p:nvSpPr>
          <p:spPr>
            <a:xfrm>
              <a:off x="3696" y="3475"/>
              <a:ext cx="898" cy="192"/>
            </a:xfrm>
            <a:prstGeom prst="rect">
              <a:avLst/>
            </a:prstGeom>
            <a:noFill/>
            <a:ln w="9525">
              <a:noFill/>
            </a:ln>
          </p:spPr>
          <p:txBody>
            <a:bodyPr wrap="none" anchor="t" anchorCtr="0">
              <a:spAutoFit/>
            </a:bodyPr>
            <a:p>
              <a:r>
                <a:rPr lang="en-US" altLang="zh-CN" sz="1400" dirty="0">
                  <a:latin typeface="Arial" panose="020B0604020202020204" pitchFamily="34" charset="0"/>
                  <a:ea typeface="MS PGothic" panose="020B0600070205080204" pitchFamily="34" charset="-128"/>
                </a:rPr>
                <a:t>Shock absorber</a:t>
              </a:r>
              <a:endParaRPr lang="en-US" altLang="zh-CN" sz="1400" dirty="0">
                <a:latin typeface="Arial" panose="020B0604020202020204" pitchFamily="34" charset="0"/>
                <a:ea typeface="MS PGothic" panose="020B0600070205080204" pitchFamily="34" charset="-128"/>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灯片编号占位符 1"/>
          <p:cNvSpPr txBox="1">
            <a:spLocks noGrp="1" noChangeArrowheads="1"/>
          </p:cNvSpPr>
          <p:nvPr>
            <p:ph type="sldNum" sz="quarter" idx="12"/>
          </p:nvPr>
        </p:nvSpPr>
        <p:spPr bwMode="auto">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B7E2E24-3A9C-47CE-9B2C-9A4C8125BC61}" type="slidenum">
              <a:rPr kumimoji="0" lang="zh-CN" altLang="en-US" sz="1400" b="0" i="0" u="none" strike="noStrike" kern="1200" cap="none" spc="0" normalizeH="0" baseline="0" noProof="1" smtClean="0">
                <a:ln>
                  <a:noFill/>
                </a:ln>
                <a:solidFill>
                  <a:schemeClr val="tx1"/>
                </a:solidFill>
                <a:effectLst/>
                <a:uLnTx/>
                <a:uFillTx/>
                <a:latin typeface="Arial" panose="020B0604020202020204" pitchFamily="34" charset="0"/>
                <a:ea typeface="+mn-ea"/>
                <a:cs typeface="+mn-cs"/>
              </a:rPr>
            </a:fld>
            <a:endParaRPr kumimoji="0" lang="zh-CN" altLang="en-US" sz="1400" b="0" i="0" u="none" strike="noStrike" kern="1200" cap="none" spc="0" normalizeH="0" baseline="0" noProof="1" smtClean="0">
              <a:ln>
                <a:noFill/>
              </a:ln>
              <a:solidFill>
                <a:schemeClr val="tx1"/>
              </a:solidFill>
              <a:effectLst/>
              <a:uLnTx/>
              <a:uFillTx/>
              <a:latin typeface="Arial" panose="020B0604020202020204" pitchFamily="34" charset="0"/>
              <a:ea typeface="+mn-ea"/>
              <a:cs typeface="+mn-cs"/>
            </a:endParaRPr>
          </a:p>
        </p:txBody>
      </p:sp>
      <p:sp>
        <p:nvSpPr>
          <p:cNvPr id="99330" name="Rectangle 6"/>
          <p:cNvSpPr/>
          <p:nvPr/>
        </p:nvSpPr>
        <p:spPr>
          <a:xfrm>
            <a:off x="1397000" y="5284788"/>
            <a:ext cx="6516688" cy="903287"/>
          </a:xfrm>
          <a:prstGeom prst="rect">
            <a:avLst/>
          </a:prstGeom>
          <a:noFill/>
          <a:ln w="9525">
            <a:noFill/>
          </a:ln>
        </p:spPr>
        <p:txBody>
          <a:bodyPr anchor="t" anchorCtr="0">
            <a:spAutoFit/>
          </a:bodyPr>
          <a:p>
            <a:pPr>
              <a:lnSpc>
                <a:spcPct val="110000"/>
              </a:lnSpc>
            </a:pPr>
            <a:r>
              <a:rPr lang="zh-CN" altLang="en-US" sz="2400" dirty="0">
                <a:solidFill>
                  <a:srgbClr val="000000"/>
                </a:solidFill>
                <a:latin typeface="微软雅黑" panose="020B0503020204020204" charset="-122"/>
                <a:ea typeface="微软雅黑" panose="020B0503020204020204" charset="-122"/>
              </a:rPr>
              <a:t>1940年华盛顿的塔科马大桥在大风中产生振动，随后在大风中因产生共振而断塌</a:t>
            </a:r>
            <a:endParaRPr lang="zh-CN" altLang="en-US" sz="2400" dirty="0">
              <a:solidFill>
                <a:srgbClr val="000000"/>
              </a:solidFill>
              <a:latin typeface="微软雅黑" panose="020B0503020204020204" charset="-122"/>
              <a:ea typeface="微软雅黑" panose="020B0503020204020204" charset="-122"/>
            </a:endParaRPr>
          </a:p>
        </p:txBody>
      </p:sp>
      <p:sp>
        <p:nvSpPr>
          <p:cNvPr id="99331" name="Text Box 7" descr="宽下对角线">
            <a:hlinkClick r:id="rId1" action="ppaction://hlinkfile"/>
          </p:cNvPr>
          <p:cNvSpPr txBox="1"/>
          <p:nvPr/>
        </p:nvSpPr>
        <p:spPr>
          <a:xfrm>
            <a:off x="695325" y="993775"/>
            <a:ext cx="3960813" cy="398463"/>
          </a:xfrm>
          <a:prstGeom prst="rect">
            <a:avLst/>
          </a:prstGeom>
          <a:noFill/>
          <a:ln w="19050">
            <a:noFill/>
          </a:ln>
        </p:spPr>
        <p:txBody>
          <a:bodyPr anchor="t" anchorCtr="0">
            <a:spAutoFit/>
          </a:bodyPr>
          <a:p>
            <a:pPr algn="ctr"/>
            <a:r>
              <a:rPr lang="en-US" altLang="zh-CN" sz="2000" b="1" u="sng" dirty="0">
                <a:solidFill>
                  <a:srgbClr val="9ED3D7"/>
                </a:solidFill>
                <a:latin typeface="Times New Roman" panose="02020603050405020304" pitchFamily="18" charset="0"/>
                <a:ea typeface="楷体_GB2312" pitchFamily="49" charset="-122"/>
              </a:rPr>
              <a:t>1940</a:t>
            </a:r>
            <a:r>
              <a:rPr lang="zh-CN" altLang="en-US" sz="2000" b="1" u="sng" dirty="0">
                <a:solidFill>
                  <a:srgbClr val="9ED3D7"/>
                </a:solidFill>
                <a:latin typeface="Times New Roman" panose="02020603050405020304" pitchFamily="18" charset="0"/>
                <a:ea typeface="楷体_GB2312" pitchFamily="49" charset="-122"/>
              </a:rPr>
              <a:t>年</a:t>
            </a:r>
            <a:r>
              <a:rPr lang="zh-CN" altLang="zh-CN" sz="2000" b="1" u="sng" dirty="0">
                <a:solidFill>
                  <a:srgbClr val="9ED3D7"/>
                </a:solidFill>
                <a:latin typeface="Times New Roman" panose="02020603050405020304" pitchFamily="18" charset="0"/>
                <a:ea typeface="楷体_GB2312" pitchFamily="49" charset="-122"/>
              </a:rPr>
              <a:t> 塔科马大桥</a:t>
            </a:r>
            <a:r>
              <a:rPr lang="en-US" altLang="zh-CN" sz="2000" b="1" dirty="0">
                <a:solidFill>
                  <a:srgbClr val="D1D1F0"/>
                </a:solidFill>
                <a:latin typeface="Times New Roman" panose="02020603050405020304" pitchFamily="18" charset="0"/>
                <a:ea typeface="楷体_GB2312" pitchFamily="49" charset="-122"/>
              </a:rPr>
              <a:t> </a:t>
            </a:r>
            <a:endParaRPr lang="en-US" altLang="zh-CN" sz="2000" b="1" dirty="0">
              <a:solidFill>
                <a:srgbClr val="D1D1F0"/>
              </a:solidFill>
              <a:latin typeface="Times New Roman" panose="02020603050405020304" pitchFamily="18" charset="0"/>
              <a:ea typeface="楷体_GB2312" pitchFamily="49" charset="-122"/>
            </a:endParaRPr>
          </a:p>
        </p:txBody>
      </p:sp>
      <p:sp>
        <p:nvSpPr>
          <p:cNvPr id="99332" name="Text Box 7" descr="宽下对角线">
            <a:hlinkClick r:id="rId2" action="ppaction://hlinkfile"/>
          </p:cNvPr>
          <p:cNvSpPr txBox="1"/>
          <p:nvPr/>
        </p:nvSpPr>
        <p:spPr>
          <a:xfrm>
            <a:off x="4656138" y="993775"/>
            <a:ext cx="3960812" cy="398463"/>
          </a:xfrm>
          <a:prstGeom prst="rect">
            <a:avLst/>
          </a:prstGeom>
          <a:noFill/>
          <a:ln w="19050">
            <a:noFill/>
          </a:ln>
        </p:spPr>
        <p:txBody>
          <a:bodyPr anchor="t" anchorCtr="0">
            <a:spAutoFit/>
          </a:bodyPr>
          <a:p>
            <a:pPr algn="ctr"/>
            <a:r>
              <a:rPr lang="en-US" altLang="zh-CN" sz="2000" b="1" u="sng" dirty="0">
                <a:solidFill>
                  <a:srgbClr val="9ED3D7"/>
                </a:solidFill>
                <a:latin typeface="Times New Roman" panose="02020603050405020304" pitchFamily="18" charset="0"/>
                <a:ea typeface="楷体_GB2312" pitchFamily="49" charset="-122"/>
              </a:rPr>
              <a:t>2020</a:t>
            </a:r>
            <a:r>
              <a:rPr lang="zh-CN" altLang="en-US" sz="2000" b="1" u="sng" dirty="0">
                <a:solidFill>
                  <a:srgbClr val="9ED3D7"/>
                </a:solidFill>
                <a:latin typeface="Times New Roman" panose="02020603050405020304" pitchFamily="18" charset="0"/>
                <a:ea typeface="楷体_GB2312" pitchFamily="49" charset="-122"/>
              </a:rPr>
              <a:t>年</a:t>
            </a:r>
            <a:r>
              <a:rPr lang="zh-CN" altLang="zh-CN" sz="2000" b="1" u="sng" dirty="0">
                <a:solidFill>
                  <a:srgbClr val="9ED3D7"/>
                </a:solidFill>
                <a:latin typeface="Times New Roman" panose="02020603050405020304" pitchFamily="18" charset="0"/>
                <a:ea typeface="楷体_GB2312" pitchFamily="49" charset="-122"/>
              </a:rPr>
              <a:t> 虎门大桥异常振动</a:t>
            </a:r>
            <a:r>
              <a:rPr lang="en-US" altLang="zh-CN" sz="2000" b="1" dirty="0">
                <a:solidFill>
                  <a:srgbClr val="9ED3D7"/>
                </a:solidFill>
                <a:latin typeface="Times New Roman" panose="02020603050405020304" pitchFamily="18" charset="0"/>
                <a:ea typeface="楷体_GB2312" pitchFamily="49" charset="-122"/>
              </a:rPr>
              <a:t> </a:t>
            </a:r>
            <a:endParaRPr lang="en-US" altLang="zh-CN" sz="2000" b="1" dirty="0">
              <a:solidFill>
                <a:srgbClr val="9ED3D7"/>
              </a:solidFill>
              <a:latin typeface="Times New Roman" panose="02020603050405020304" pitchFamily="18" charset="0"/>
              <a:ea typeface="楷体_GB2312" pitchFamily="49" charset="-122"/>
            </a:endParaRPr>
          </a:p>
        </p:txBody>
      </p:sp>
      <p:pic>
        <p:nvPicPr>
          <p:cNvPr id="6" name="4-12 虎门大桥异常振动2020.5.5">
            <a:hlinkClick r:id="" action="ppaction://media"/>
          </p:cNvPr>
          <p:cNvPicPr/>
          <p:nvPr/>
        </p:nvPicPr>
        <p:blipFill>
          <a:blip r:embed="rId3"/>
          <a:stretch>
            <a:fillRect/>
          </a:stretch>
        </p:blipFill>
        <p:spPr>
          <a:xfrm>
            <a:off x="4530725" y="1997075"/>
            <a:ext cx="4156075" cy="2863850"/>
          </a:xfrm>
          <a:prstGeom prst="rect">
            <a:avLst/>
          </a:prstGeom>
          <a:noFill/>
          <a:ln w="9525">
            <a:noFill/>
          </a:ln>
        </p:spPr>
      </p:pic>
      <p:pic>
        <p:nvPicPr>
          <p:cNvPr id="3" name="塔科马bridge_07_兼容格式 MP4_480x360">
            <a:hlinkClick r:id="" action="ppaction://media"/>
          </p:cNvPr>
          <p:cNvPicPr>
            <a:picLocks noChangeAspect="1"/>
          </p:cNvPicPr>
          <p:nvPr>
            <a:wavAudioFile r:embed="rId4"/>
          </p:nvPr>
        </p:nvPicPr>
        <p:blipFill>
          <a:blip r:embed="rId5"/>
          <a:stretch>
            <a:fillRect/>
          </a:stretch>
        </p:blipFill>
        <p:spPr>
          <a:xfrm>
            <a:off x="611188" y="1997075"/>
            <a:ext cx="3736975" cy="28638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26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seq concurrent="1" nextAc="seek">
              <p:cTn id="12" restart="whenNotActive" fill="hold" evtFilter="cancelBubble" nodeType="interactiveSeq">
                <p:stCondLst>
                  <p:cond evt="onClick" delay="0">
                    <p:tgtEl>
                      <p:spTgt spid="3"/>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矩形 12"/>
          <p:cNvSpPr/>
          <p:nvPr/>
        </p:nvSpPr>
        <p:spPr>
          <a:xfrm>
            <a:off x="107950" y="115888"/>
            <a:ext cx="8928100" cy="6629400"/>
          </a:xfrm>
          <a:prstGeom prst="rect">
            <a:avLst/>
          </a:prstGeom>
          <a:noFill/>
          <a:ln w="19050">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80898" name="文本框 1"/>
          <p:cNvSpPr txBox="1"/>
          <p:nvPr/>
        </p:nvSpPr>
        <p:spPr>
          <a:xfrm>
            <a:off x="841375" y="285750"/>
            <a:ext cx="2747963" cy="460375"/>
          </a:xfrm>
          <a:prstGeom prst="rect">
            <a:avLst/>
          </a:prstGeom>
          <a:noFill/>
          <a:ln w="9525">
            <a:noFill/>
          </a:ln>
        </p:spPr>
        <p:txBody>
          <a:bodyPr wrap="none" anchor="t" anchorCtr="0">
            <a:spAutoFit/>
          </a:bodyPr>
          <a:p>
            <a:pPr indent="127000"/>
            <a:r>
              <a:rPr lang="zh-CN" altLang="zh-CN" sz="2400">
                <a:solidFill>
                  <a:srgbClr val="C00000"/>
                </a:solidFill>
                <a:latin typeface="微软雅黑" panose="020B0503020204020204" charset="-122"/>
                <a:ea typeface="微软雅黑" panose="020B0503020204020204" charset="-122"/>
              </a:rPr>
              <a:t>实际问题与应用：</a:t>
            </a:r>
            <a:endParaRPr lang="zh-CN" altLang="zh-CN" sz="2400">
              <a:solidFill>
                <a:srgbClr val="C00000"/>
              </a:solidFill>
              <a:latin typeface="微软雅黑" panose="020B0503020204020204" charset="-122"/>
              <a:ea typeface="微软雅黑" panose="020B0503020204020204" charset="-122"/>
            </a:endParaRPr>
          </a:p>
        </p:txBody>
      </p:sp>
      <p:sp>
        <p:nvSpPr>
          <p:cNvPr id="80899" name="文本框 14"/>
          <p:cNvSpPr txBox="1"/>
          <p:nvPr/>
        </p:nvSpPr>
        <p:spPr>
          <a:xfrm>
            <a:off x="1336675" y="822325"/>
            <a:ext cx="1866900" cy="520700"/>
          </a:xfrm>
          <a:prstGeom prst="rect">
            <a:avLst/>
          </a:prstGeom>
          <a:noFill/>
          <a:ln w="9525">
            <a:noFill/>
          </a:ln>
        </p:spPr>
        <p:txBody>
          <a:bodyPr wrap="square" anchor="t" anchorCtr="0">
            <a:spAutoFit/>
          </a:bodyPr>
          <a:p>
            <a:r>
              <a:rPr lang="zh-CN" altLang="en-US" sz="2800" b="1" dirty="0">
                <a:solidFill>
                  <a:srgbClr val="0070C0"/>
                </a:solidFill>
                <a:latin typeface="微软雅黑" panose="020B0503020204020204" charset="-122"/>
                <a:ea typeface="微软雅黑" panose="020B0503020204020204" charset="-122"/>
              </a:rPr>
              <a:t>防振锤</a:t>
            </a:r>
            <a:endParaRPr lang="zh-CN" altLang="en-US" sz="2800" b="1" dirty="0">
              <a:solidFill>
                <a:srgbClr val="0070C0"/>
              </a:solidFill>
              <a:latin typeface="微软雅黑" panose="020B0503020204020204" charset="-122"/>
              <a:ea typeface="微软雅黑" panose="020B0503020204020204" charset="-122"/>
            </a:endParaRPr>
          </a:p>
        </p:txBody>
      </p:sp>
      <p:sp>
        <p:nvSpPr>
          <p:cNvPr id="80900" name="文本框 2"/>
          <p:cNvSpPr txBox="1"/>
          <p:nvPr/>
        </p:nvSpPr>
        <p:spPr>
          <a:xfrm>
            <a:off x="425450" y="2676525"/>
            <a:ext cx="8355013" cy="1198563"/>
          </a:xfrm>
          <a:prstGeom prst="rect">
            <a:avLst/>
          </a:prstGeom>
          <a:noFill/>
          <a:ln w="9525">
            <a:noFill/>
          </a:ln>
        </p:spPr>
        <p:txBody>
          <a:bodyPr wrap="square" anchor="t" anchorCtr="0">
            <a:spAutoFit/>
          </a:bodyPr>
          <a:p>
            <a:r>
              <a:rPr lang="en-US" altLang="zh-CN">
                <a:latin typeface="Arial" panose="020B0604020202020204" pitchFamily="34" charset="0"/>
                <a:ea typeface="宋体" panose="02010600030101010101" pitchFamily="2" charset="-122"/>
              </a:rPr>
              <a:t>       </a:t>
            </a:r>
            <a:r>
              <a:rPr lang="zh-CN" altLang="en-US">
                <a:latin typeface="Arial" panose="020B0604020202020204" pitchFamily="34" charset="0"/>
                <a:ea typeface="宋体" panose="02010600030101010101" pitchFamily="2" charset="-122"/>
              </a:rPr>
              <a:t>架空电力线路受风、冰、低温等气象条件的作用，使线路产生振动和舞</a:t>
            </a:r>
            <a:r>
              <a:rPr lang="zh-CN" altLang="en-US">
                <a:latin typeface="Arial" panose="020B0604020202020204" pitchFamily="34" charset="0"/>
                <a:ea typeface="宋体" panose="02010600030101010101" pitchFamily="2" charset="-122"/>
                <a:sym typeface="宋体" panose="02010600030101010101" pitchFamily="2" charset="-122"/>
              </a:rPr>
              <a:t>动</a:t>
            </a:r>
            <a:r>
              <a:rPr lang="zh-CN" altLang="en-US">
                <a:latin typeface="Arial" panose="020B0604020202020204" pitchFamily="34" charset="0"/>
                <a:ea typeface="宋体" panose="02010600030101010101" pitchFamily="2" charset="-122"/>
              </a:rPr>
              <a:t>。振动频率较高而振幅很小，风振动使架空线在悬点处反复被拗折，引起材料疲劳，最后导致断股、断线事故。舞动的频率很低，而振幅却很大，很容易引起相间闪络，造成线路跳闸、停电或烧伤导线等严重事故。</a:t>
            </a:r>
            <a:endParaRPr lang="zh-CN" altLang="en-US">
              <a:latin typeface="Arial" panose="020B0604020202020204" pitchFamily="34" charset="0"/>
              <a:ea typeface="宋体" panose="02010600030101010101" pitchFamily="2" charset="-122"/>
            </a:endParaRPr>
          </a:p>
        </p:txBody>
      </p:sp>
      <p:sp>
        <p:nvSpPr>
          <p:cNvPr id="80901" name="文本框 4"/>
          <p:cNvSpPr txBox="1"/>
          <p:nvPr/>
        </p:nvSpPr>
        <p:spPr>
          <a:xfrm>
            <a:off x="425450" y="3978275"/>
            <a:ext cx="8107363" cy="644525"/>
          </a:xfrm>
          <a:prstGeom prst="rect">
            <a:avLst/>
          </a:prstGeom>
          <a:noFill/>
          <a:ln w="9525">
            <a:noFill/>
          </a:ln>
        </p:spPr>
        <p:txBody>
          <a:bodyPr wrap="square" anchor="t" anchorCtr="0">
            <a:spAutoFit/>
          </a:bodyPr>
          <a:p>
            <a:r>
              <a:rPr lang="en-US" altLang="zh-CN">
                <a:latin typeface="Arial" panose="020B0604020202020204" pitchFamily="34" charset="0"/>
                <a:ea typeface="宋体" panose="02010600030101010101" pitchFamily="2" charset="-122"/>
              </a:rPr>
              <a:t>       </a:t>
            </a:r>
            <a:r>
              <a:rPr lang="zh-CN" altLang="en-US">
                <a:latin typeface="Arial" panose="020B0604020202020204" pitchFamily="34" charset="0"/>
                <a:ea typeface="宋体" panose="02010600030101010101" pitchFamily="2" charset="-122"/>
              </a:rPr>
              <a:t>在高压架空线路上，安装</a:t>
            </a:r>
            <a:r>
              <a:rPr lang="zh-CN" altLang="en-US">
                <a:solidFill>
                  <a:srgbClr val="FF0000"/>
                </a:solidFill>
                <a:latin typeface="Arial" panose="020B0604020202020204" pitchFamily="34" charset="0"/>
                <a:ea typeface="宋体" panose="02010600030101010101" pitchFamily="2" charset="-122"/>
              </a:rPr>
              <a:t>防振锤</a:t>
            </a:r>
            <a:r>
              <a:rPr lang="zh-CN" altLang="en-US">
                <a:latin typeface="Arial" panose="020B0604020202020204" pitchFamily="34" charset="0"/>
                <a:ea typeface="宋体" panose="02010600030101010101" pitchFamily="2" charset="-122"/>
              </a:rPr>
              <a:t>。可以</a:t>
            </a:r>
            <a:r>
              <a:rPr lang="zh-CN" altLang="en-US">
                <a:solidFill>
                  <a:srgbClr val="FF0000"/>
                </a:solidFill>
                <a:latin typeface="Arial" panose="020B0604020202020204" pitchFamily="34" charset="0"/>
                <a:ea typeface="宋体" panose="02010600030101010101" pitchFamily="2" charset="-122"/>
                <a:sym typeface="宋体" panose="02010600030101010101" pitchFamily="2" charset="-122"/>
              </a:rPr>
              <a:t>吸收或减弱振动能量</a:t>
            </a:r>
            <a:r>
              <a:rPr lang="zh-CN" altLang="en-US">
                <a:latin typeface="Arial" panose="020B0604020202020204" pitchFamily="34" charset="0"/>
                <a:ea typeface="宋体" panose="02010600030101010101" pitchFamily="2" charset="-122"/>
                <a:sym typeface="宋体" panose="02010600030101010101" pitchFamily="2" charset="-122"/>
              </a:rPr>
              <a:t>，改变线路摇摆频率，防止线路的振动或舞动</a:t>
            </a:r>
            <a:r>
              <a:rPr lang="zh-CN" altLang="en-US">
                <a:latin typeface="Arial" panose="020B0604020202020204" pitchFamily="34" charset="0"/>
                <a:ea typeface="宋体" panose="02010600030101010101" pitchFamily="2" charset="-122"/>
              </a:rPr>
              <a:t>。工作原理如下：</a:t>
            </a:r>
            <a:endParaRPr lang="zh-CN" altLang="en-US">
              <a:latin typeface="Arial" panose="020B0604020202020204" pitchFamily="34" charset="0"/>
              <a:ea typeface="宋体" panose="02010600030101010101" pitchFamily="2" charset="-122"/>
            </a:endParaRPr>
          </a:p>
        </p:txBody>
      </p:sp>
      <p:pic>
        <p:nvPicPr>
          <p:cNvPr id="80902" name="图片 14"/>
          <p:cNvPicPr>
            <a:picLocks noChangeAspect="1"/>
          </p:cNvPicPr>
          <p:nvPr/>
        </p:nvPicPr>
        <p:blipFill>
          <a:blip r:embed="rId1"/>
          <a:stretch>
            <a:fillRect/>
          </a:stretch>
        </p:blipFill>
        <p:spPr>
          <a:xfrm>
            <a:off x="5165725" y="227013"/>
            <a:ext cx="3394075" cy="2370137"/>
          </a:xfrm>
          <a:prstGeom prst="rect">
            <a:avLst/>
          </a:prstGeom>
          <a:noFill/>
          <a:ln w="9525">
            <a:noFill/>
          </a:ln>
        </p:spPr>
      </p:pic>
      <p:sp>
        <p:nvSpPr>
          <p:cNvPr id="80903" name="文本框 1"/>
          <p:cNvSpPr txBox="1"/>
          <p:nvPr/>
        </p:nvSpPr>
        <p:spPr>
          <a:xfrm>
            <a:off x="452438" y="4725988"/>
            <a:ext cx="8048625" cy="1754187"/>
          </a:xfrm>
          <a:prstGeom prst="rect">
            <a:avLst/>
          </a:prstGeom>
          <a:noFill/>
          <a:ln w="9525">
            <a:noFill/>
          </a:ln>
        </p:spPr>
        <p:txBody>
          <a:bodyPr wrap="square" anchor="t" anchorCtr="0">
            <a:spAutoFit/>
          </a:bodyPr>
          <a:p>
            <a:r>
              <a:rPr lang="en-US" altLang="zh-CN">
                <a:latin typeface="Arial" panose="020B0604020202020204" pitchFamily="34" charset="0"/>
                <a:ea typeface="宋体" panose="02010600030101010101" pitchFamily="2" charset="-122"/>
              </a:rPr>
              <a:t>       </a:t>
            </a:r>
            <a:r>
              <a:rPr lang="zh-CN" altLang="en-US">
                <a:latin typeface="Arial" panose="020B0604020202020204" pitchFamily="34" charset="0"/>
                <a:ea typeface="宋体" panose="02010600030101010101" pitchFamily="2" charset="-122"/>
              </a:rPr>
              <a:t>设某高压架空线处于锁定状态时的振动频率为</a:t>
            </a:r>
            <a:r>
              <a:rPr lang="zh-CN" altLang="en-US" i="1">
                <a:latin typeface="Arial" panose="020B0604020202020204" pitchFamily="34" charset="0"/>
                <a:ea typeface="宋体" panose="02010600030101010101" pitchFamily="2" charset="-122"/>
                <a:sym typeface="Symbol" panose="05050102010706020507" charset="0"/>
              </a:rPr>
              <a:t></a:t>
            </a:r>
            <a:r>
              <a:rPr lang="zh-CN" altLang="en-US" baseline="-25000">
                <a:latin typeface="Arial" panose="020B0604020202020204" pitchFamily="34" charset="0"/>
                <a:ea typeface="宋体" panose="02010600030101010101" pitchFamily="2" charset="-122"/>
              </a:rPr>
              <a:t>0</a:t>
            </a:r>
            <a:r>
              <a:rPr lang="zh-CN" altLang="en-US">
                <a:latin typeface="Arial" panose="020B0604020202020204" pitchFamily="34" charset="0"/>
                <a:ea typeface="宋体" panose="02010600030101010101" pitchFamily="2" charset="-122"/>
              </a:rPr>
              <a:t> ，选用固有频率接近</a:t>
            </a:r>
            <a:r>
              <a:rPr lang="zh-CN" altLang="en-US" i="1">
                <a:latin typeface="Arial" panose="020B0604020202020204" pitchFamily="34" charset="0"/>
                <a:ea typeface="宋体" panose="02010600030101010101" pitchFamily="2" charset="-122"/>
                <a:sym typeface="Symbol" panose="05050102010706020507" charset="0"/>
              </a:rPr>
              <a:t></a:t>
            </a:r>
            <a:r>
              <a:rPr lang="zh-CN" altLang="en-US" baseline="-25000">
                <a:latin typeface="Arial" panose="020B0604020202020204" pitchFamily="34" charset="0"/>
                <a:ea typeface="宋体" panose="02010600030101010101" pitchFamily="2" charset="-122"/>
                <a:sym typeface="宋体" panose="02010600030101010101" pitchFamily="2" charset="-122"/>
              </a:rPr>
              <a:t>0</a:t>
            </a:r>
            <a:r>
              <a:rPr lang="zh-CN" altLang="en-US">
                <a:latin typeface="Arial" panose="020B0604020202020204" pitchFamily="34" charset="0"/>
                <a:ea typeface="宋体" panose="02010600030101010101" pitchFamily="2" charset="-122"/>
                <a:sym typeface="宋体" panose="02010600030101010101" pitchFamily="2" charset="-122"/>
              </a:rPr>
              <a:t> </a:t>
            </a:r>
            <a:r>
              <a:rPr lang="zh-CN" altLang="en-US">
                <a:latin typeface="Arial" panose="020B0604020202020204" pitchFamily="34" charset="0"/>
                <a:ea typeface="宋体" panose="02010600030101010101" pitchFamily="2" charset="-122"/>
              </a:rPr>
              <a:t>的防振锤安装在</a:t>
            </a:r>
            <a:r>
              <a:rPr lang="zh-CN" altLang="en-US">
                <a:latin typeface="Arial" panose="020B0604020202020204" pitchFamily="34" charset="0"/>
                <a:ea typeface="宋体" panose="02010600030101010101" pitchFamily="2" charset="-122"/>
                <a:sym typeface="宋体" panose="02010600030101010101" pitchFamily="2" charset="-122"/>
              </a:rPr>
              <a:t>绝缘子两侧</a:t>
            </a:r>
            <a:r>
              <a:rPr lang="zh-CN" altLang="en-US">
                <a:latin typeface="Arial" panose="020B0604020202020204" pitchFamily="34" charset="0"/>
                <a:ea typeface="宋体" panose="02010600030101010101" pitchFamily="2" charset="-122"/>
              </a:rPr>
              <a:t>附近。在风力不大时，导线的振动带动防振锤作受迫振动,防振锤吸收导线的一部分振动能量。 当风速增大到使导线处于锁定状态，即以</a:t>
            </a:r>
            <a:r>
              <a:rPr lang="zh-CN" altLang="en-US" i="1">
                <a:latin typeface="Arial" panose="020B0604020202020204" pitchFamily="34" charset="0"/>
                <a:ea typeface="宋体" panose="02010600030101010101" pitchFamily="2" charset="-122"/>
                <a:sym typeface="Symbol" panose="05050102010706020507" charset="0"/>
              </a:rPr>
              <a:t></a:t>
            </a:r>
            <a:r>
              <a:rPr lang="zh-CN" altLang="en-US" baseline="-25000">
                <a:latin typeface="Arial" panose="020B0604020202020204" pitchFamily="34" charset="0"/>
                <a:ea typeface="宋体" panose="02010600030101010101" pitchFamily="2" charset="-122"/>
                <a:sym typeface="宋体" panose="02010600030101010101" pitchFamily="2" charset="-122"/>
              </a:rPr>
              <a:t>0</a:t>
            </a:r>
            <a:r>
              <a:rPr lang="zh-CN" altLang="en-US">
                <a:latin typeface="Arial" panose="020B0604020202020204" pitchFamily="34" charset="0"/>
                <a:ea typeface="宋体" panose="02010600030101010101" pitchFamily="2" charset="-122"/>
                <a:sym typeface="宋体" panose="02010600030101010101" pitchFamily="2" charset="-122"/>
              </a:rPr>
              <a:t> </a:t>
            </a:r>
            <a:r>
              <a:rPr lang="zh-CN" altLang="en-US">
                <a:latin typeface="Arial" panose="020B0604020202020204" pitchFamily="34" charset="0"/>
                <a:ea typeface="宋体" panose="02010600030101010101" pitchFamily="2" charset="-122"/>
              </a:rPr>
              <a:t>振动时，防振锤发生谐振，吸收导线大部分的振动能量，并把这部分能量转化为热能和声能耗散掉，从而减小导线振动的振幅。</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       实际安装架空输电线的防振锤时，还要考虑多种因素的影响。</a:t>
            </a:r>
            <a:endParaRPr lang="zh-CN" altLang="en-US">
              <a:latin typeface="Arial" panose="020B0604020202020204" pitchFamily="34" charset="0"/>
              <a:ea typeface="宋体" panose="02010600030101010101" pitchFamily="2" charset="-122"/>
            </a:endParaRPr>
          </a:p>
        </p:txBody>
      </p:sp>
      <p:sp>
        <p:nvSpPr>
          <p:cNvPr id="80904" name="文本框 6"/>
          <p:cNvSpPr txBox="1"/>
          <p:nvPr/>
        </p:nvSpPr>
        <p:spPr>
          <a:xfrm>
            <a:off x="533400" y="1487488"/>
            <a:ext cx="4133850" cy="1014412"/>
          </a:xfrm>
          <a:prstGeom prst="rect">
            <a:avLst/>
          </a:prstGeom>
          <a:noFill/>
          <a:ln w="9525">
            <a:noFill/>
          </a:ln>
        </p:spPr>
        <p:txBody>
          <a:bodyPr wrap="square" anchor="t" anchorCtr="0">
            <a:spAutoFit/>
          </a:bodyPr>
          <a:p>
            <a:r>
              <a:rPr lang="en-US" altLang="zh-CN" sz="2000" dirty="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在高压架空线路上，靠近绝缘子两侧的导线上常挂一个小锤，这种小锤叫防振锤。</a:t>
            </a:r>
            <a:endParaRPr lang="zh-CN" altLang="en-US" sz="2000" dirty="0">
              <a:latin typeface="Arial" panose="020B0604020202020204" pitchFamily="34" charset="0"/>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77154" name="Text Box 2"/>
          <p:cNvSpPr txBox="1"/>
          <p:nvPr/>
        </p:nvSpPr>
        <p:spPr>
          <a:xfrm>
            <a:off x="434975" y="1141413"/>
            <a:ext cx="8169275" cy="396875"/>
          </a:xfrm>
          <a:prstGeom prst="rect">
            <a:avLst/>
          </a:prstGeom>
          <a:noFill/>
          <a:ln w="9525">
            <a:noFill/>
          </a:ln>
        </p:spPr>
        <p:txBody>
          <a:bodyPr anchor="t" anchorCtr="0">
            <a:spAutoFit/>
          </a:bodyPr>
          <a:p>
            <a:r>
              <a:rPr lang="zh-CN" altLang="en-US" sz="2000" b="1" dirty="0">
                <a:solidFill>
                  <a:srgbClr val="000000"/>
                </a:solidFill>
                <a:latin typeface="Symbol" panose="05050102010706020507" pitchFamily="18" charset="2"/>
                <a:ea typeface="楷体_GB2312" pitchFamily="49" charset="-122"/>
              </a:rPr>
              <a:t>解：平衡时</a:t>
            </a:r>
            <a:r>
              <a:rPr lang="en-US" altLang="zh-CN" sz="2000" b="1" i="1" dirty="0">
                <a:solidFill>
                  <a:srgbClr val="000000"/>
                </a:solidFill>
                <a:latin typeface="Times New Roman" panose="02020603050405020304" pitchFamily="18" charset="0"/>
                <a:ea typeface="楷体_GB2312" pitchFamily="49" charset="-122"/>
              </a:rPr>
              <a:t>0</a:t>
            </a:r>
            <a:r>
              <a:rPr lang="en-US" altLang="zh-CN" sz="2000" b="1" dirty="0">
                <a:solidFill>
                  <a:srgbClr val="000000"/>
                </a:solidFill>
                <a:latin typeface="Symbol" panose="05050102010706020507" pitchFamily="18" charset="2"/>
                <a:ea typeface="楷体_GB2312" pitchFamily="49" charset="-122"/>
              </a:rPr>
              <a:t> </a:t>
            </a:r>
            <a:r>
              <a:rPr lang="zh-CN" altLang="en-US" sz="2000" b="1" dirty="0">
                <a:solidFill>
                  <a:srgbClr val="000000"/>
                </a:solidFill>
                <a:latin typeface="Symbol" panose="05050102010706020507" pitchFamily="18" charset="2"/>
                <a:ea typeface="楷体_GB2312" pitchFamily="49" charset="-122"/>
              </a:rPr>
              <a:t>点为坐标原点。物体运动到</a:t>
            </a:r>
            <a:r>
              <a:rPr lang="en-US" altLang="zh-CN" sz="2000" b="1" i="1" dirty="0">
                <a:solidFill>
                  <a:srgbClr val="000000"/>
                </a:solidFill>
                <a:latin typeface="Times New Roman" panose="02020603050405020304" pitchFamily="18" charset="0"/>
                <a:ea typeface="楷体_GB2312" pitchFamily="49" charset="-122"/>
              </a:rPr>
              <a:t>x</a:t>
            </a:r>
            <a:r>
              <a:rPr lang="en-US" altLang="zh-CN" sz="2000" b="1" dirty="0">
                <a:solidFill>
                  <a:srgbClr val="000000"/>
                </a:solidFill>
                <a:latin typeface="Times New Roman" panose="02020603050405020304" pitchFamily="18" charset="0"/>
                <a:ea typeface="楷体_GB2312" pitchFamily="49" charset="-122"/>
              </a:rPr>
              <a:t> </a:t>
            </a:r>
            <a:r>
              <a:rPr lang="zh-CN" altLang="en-US" sz="2000" b="1" dirty="0">
                <a:solidFill>
                  <a:srgbClr val="000000"/>
                </a:solidFill>
                <a:latin typeface="Symbol" panose="05050102010706020507" pitchFamily="18" charset="2"/>
                <a:ea typeface="楷体_GB2312" pitchFamily="49" charset="-122"/>
              </a:rPr>
              <a:t>处时，</a:t>
            </a:r>
            <a:r>
              <a:rPr lang="zh-CN" altLang="en-US" sz="2000" b="1" dirty="0">
                <a:solidFill>
                  <a:srgbClr val="000000"/>
                </a:solidFill>
                <a:latin typeface="Times New Roman" panose="02020603050405020304" pitchFamily="18" charset="0"/>
                <a:ea typeface="楷体_GB2312" pitchFamily="49" charset="-122"/>
              </a:rPr>
              <a:t>速度为</a:t>
            </a:r>
            <a:r>
              <a:rPr lang="en-US" altLang="zh-CN" sz="2000" i="1" dirty="0">
                <a:solidFill>
                  <a:srgbClr val="000000"/>
                </a:solidFill>
                <a:latin typeface="Bookman Old Style" panose="02050604050505020204" pitchFamily="18" charset="0"/>
                <a:ea typeface="宋体" panose="02010600030101010101" pitchFamily="2" charset="-122"/>
                <a:sym typeface="Symbol" panose="05050102010706020507" pitchFamily="18" charset="2"/>
              </a:rPr>
              <a:t>v</a:t>
            </a:r>
            <a:r>
              <a:rPr lang="en-US" altLang="zh-CN" sz="2000" b="1" i="1" dirty="0">
                <a:solidFill>
                  <a:srgbClr val="000000"/>
                </a:solidFill>
                <a:latin typeface="Garamond" panose="02020404030301010803" pitchFamily="18" charset="0"/>
                <a:ea typeface="宋体" panose="02010600030101010101" pitchFamily="2" charset="-122"/>
                <a:sym typeface="Symbol" panose="05050102010706020507" pitchFamily="18" charset="2"/>
              </a:rPr>
              <a:t> .</a:t>
            </a:r>
            <a:endParaRPr lang="en-US" altLang="zh-CN" sz="2000" dirty="0">
              <a:solidFill>
                <a:srgbClr val="000000"/>
              </a:solidFill>
              <a:latin typeface="Times New Roman" panose="02020603050405020304" pitchFamily="18" charset="0"/>
              <a:ea typeface="宋体" panose="02010600030101010101" pitchFamily="2" charset="-122"/>
            </a:endParaRPr>
          </a:p>
        </p:txBody>
      </p:sp>
      <p:sp>
        <p:nvSpPr>
          <p:cNvPr id="177155" name="Text Box 3"/>
          <p:cNvSpPr txBox="1"/>
          <p:nvPr/>
        </p:nvSpPr>
        <p:spPr>
          <a:xfrm>
            <a:off x="449263" y="1517650"/>
            <a:ext cx="3600450" cy="366713"/>
          </a:xfrm>
          <a:prstGeom prst="rect">
            <a:avLst/>
          </a:prstGeom>
          <a:noFill/>
          <a:ln w="9525">
            <a:noFill/>
          </a:ln>
        </p:spPr>
        <p:txBody>
          <a:bodyPr anchor="t" anchorCtr="0">
            <a:spAutoFit/>
          </a:bodyPr>
          <a:p>
            <a:r>
              <a:rPr lang="zh-CN" altLang="en-US" b="1" dirty="0">
                <a:solidFill>
                  <a:srgbClr val="FF0000"/>
                </a:solidFill>
                <a:latin typeface="Times New Roman" panose="02020603050405020304" pitchFamily="18" charset="0"/>
                <a:ea typeface="楷体_GB2312" pitchFamily="49" charset="-122"/>
              </a:rPr>
              <a:t>设此时弹簧的长度为</a:t>
            </a:r>
            <a:r>
              <a:rPr lang="en-US" altLang="zh-CN" b="1" i="1" dirty="0">
                <a:solidFill>
                  <a:srgbClr val="FF0000"/>
                </a:solidFill>
                <a:latin typeface="Times New Roman" panose="02020603050405020304" pitchFamily="18" charset="0"/>
                <a:ea typeface="楷体_GB2312" pitchFamily="49" charset="-122"/>
              </a:rPr>
              <a:t>L,</a:t>
            </a:r>
            <a:endParaRPr lang="en-US" altLang="zh-CN" b="1" dirty="0">
              <a:solidFill>
                <a:srgbClr val="FF0000"/>
              </a:solidFill>
              <a:latin typeface="Times New Roman" panose="02020603050405020304" pitchFamily="18" charset="0"/>
              <a:ea typeface="楷体_GB2312" pitchFamily="49" charset="-122"/>
            </a:endParaRPr>
          </a:p>
        </p:txBody>
      </p:sp>
      <p:graphicFrame>
        <p:nvGraphicFramePr>
          <p:cNvPr id="177156" name="Object 4"/>
          <p:cNvGraphicFramePr>
            <a:graphicFrameLocks noChangeAspect="1"/>
          </p:cNvGraphicFramePr>
          <p:nvPr/>
        </p:nvGraphicFramePr>
        <p:xfrm>
          <a:off x="1458913" y="3146425"/>
          <a:ext cx="1217612" cy="609600"/>
        </p:xfrm>
        <a:graphic>
          <a:graphicData uri="http://schemas.openxmlformats.org/presentationml/2006/ole">
            <mc:AlternateContent xmlns:mc="http://schemas.openxmlformats.org/markup-compatibility/2006">
              <mc:Choice xmlns:v="urn:schemas-microsoft-com:vml" Requires="v">
                <p:oleObj spid="_x0000_s3424" name="" r:id="rId1" imgW="736600" imgH="368300" progId="Equation.3">
                  <p:embed/>
                </p:oleObj>
              </mc:Choice>
              <mc:Fallback>
                <p:oleObj name="" r:id="rId1" imgW="736600" imgH="368300" progId="Equation.3">
                  <p:embed/>
                  <p:pic>
                    <p:nvPicPr>
                      <p:cNvPr id="0" name="图片 3423"/>
                      <p:cNvPicPr/>
                      <p:nvPr/>
                    </p:nvPicPr>
                    <p:blipFill>
                      <a:blip r:embed="rId2"/>
                      <a:stretch>
                        <a:fillRect/>
                      </a:stretch>
                    </p:blipFill>
                    <p:spPr>
                      <a:xfrm>
                        <a:off x="1458913" y="3146425"/>
                        <a:ext cx="1217612" cy="609600"/>
                      </a:xfrm>
                      <a:prstGeom prst="rect">
                        <a:avLst/>
                      </a:prstGeom>
                      <a:noFill/>
                      <a:ln w="38100">
                        <a:noFill/>
                        <a:miter/>
                      </a:ln>
                    </p:spPr>
                  </p:pic>
                </p:oleObj>
              </mc:Fallback>
            </mc:AlternateContent>
          </a:graphicData>
        </a:graphic>
      </p:graphicFrame>
      <p:sp>
        <p:nvSpPr>
          <p:cNvPr id="177157" name="Text Box 5"/>
          <p:cNvSpPr txBox="1"/>
          <p:nvPr/>
        </p:nvSpPr>
        <p:spPr>
          <a:xfrm>
            <a:off x="434975" y="3181350"/>
            <a:ext cx="1439863" cy="449263"/>
          </a:xfrm>
          <a:prstGeom prst="rect">
            <a:avLst/>
          </a:prstGeom>
          <a:noFill/>
          <a:ln w="9525">
            <a:noFill/>
          </a:ln>
        </p:spPr>
        <p:txBody>
          <a:bodyPr anchor="t" anchorCtr="0">
            <a:spAutoFit/>
          </a:bodyPr>
          <a:p>
            <a:pPr algn="just">
              <a:lnSpc>
                <a:spcPct val="130000"/>
              </a:lnSpc>
            </a:pPr>
            <a:r>
              <a:rPr lang="zh-CN" altLang="en-US" b="1" dirty="0">
                <a:solidFill>
                  <a:srgbClr val="000000"/>
                </a:solidFill>
                <a:latin typeface="Times New Roman" panose="02020603050405020304" pitchFamily="18" charset="0"/>
                <a:ea typeface="楷体_GB2312" pitchFamily="49" charset="-122"/>
              </a:rPr>
              <a:t>速度为：</a:t>
            </a:r>
            <a:endParaRPr lang="zh-CN" altLang="en-US" dirty="0">
              <a:solidFill>
                <a:srgbClr val="000000"/>
              </a:solidFill>
              <a:latin typeface="Times New Roman" panose="02020603050405020304" pitchFamily="18" charset="0"/>
              <a:ea typeface="楷体_GB2312" pitchFamily="49" charset="-122"/>
            </a:endParaRPr>
          </a:p>
        </p:txBody>
      </p:sp>
      <p:sp>
        <p:nvSpPr>
          <p:cNvPr id="177158" name="Text Box 6"/>
          <p:cNvSpPr txBox="1"/>
          <p:nvPr/>
        </p:nvSpPr>
        <p:spPr>
          <a:xfrm>
            <a:off x="434975" y="3644900"/>
            <a:ext cx="4464050" cy="449263"/>
          </a:xfrm>
          <a:prstGeom prst="rect">
            <a:avLst/>
          </a:prstGeom>
          <a:noFill/>
          <a:ln w="9525">
            <a:noFill/>
          </a:ln>
        </p:spPr>
        <p:txBody>
          <a:bodyPr anchor="t" anchorCtr="0">
            <a:spAutoFit/>
          </a:bodyPr>
          <a:p>
            <a:pPr algn="just">
              <a:lnSpc>
                <a:spcPct val="130000"/>
              </a:lnSpc>
            </a:pPr>
            <a:r>
              <a:rPr lang="zh-CN" altLang="en-US" b="1" dirty="0">
                <a:solidFill>
                  <a:srgbClr val="000000"/>
                </a:solidFill>
                <a:latin typeface="Times New Roman" panose="02020603050405020304" pitchFamily="18" charset="0"/>
                <a:ea typeface="楷体_GB2312" pitchFamily="49" charset="-122"/>
              </a:rPr>
              <a:t>弹簧、物体的动能分别为：</a:t>
            </a:r>
            <a:endParaRPr lang="zh-CN" altLang="en-US" dirty="0">
              <a:solidFill>
                <a:srgbClr val="000000"/>
              </a:solidFill>
              <a:latin typeface="Times New Roman" panose="02020603050405020304" pitchFamily="18" charset="0"/>
              <a:ea typeface="楷体_GB2312" pitchFamily="49" charset="-122"/>
            </a:endParaRPr>
          </a:p>
        </p:txBody>
      </p:sp>
      <p:graphicFrame>
        <p:nvGraphicFramePr>
          <p:cNvPr id="177159" name="Object 7"/>
          <p:cNvGraphicFramePr>
            <a:graphicFrameLocks noChangeAspect="1"/>
          </p:cNvGraphicFramePr>
          <p:nvPr/>
        </p:nvGraphicFramePr>
        <p:xfrm>
          <a:off x="574675" y="4046538"/>
          <a:ext cx="2970213" cy="685800"/>
        </p:xfrm>
        <a:graphic>
          <a:graphicData uri="http://schemas.openxmlformats.org/presentationml/2006/ole">
            <mc:AlternateContent xmlns:mc="http://schemas.openxmlformats.org/markup-compatibility/2006">
              <mc:Choice xmlns:v="urn:schemas-microsoft-com:vml" Requires="v">
                <p:oleObj spid="_x0000_s3427" name="" r:id="rId3" imgW="1866900" imgH="431800" progId="Equation.3">
                  <p:embed/>
                </p:oleObj>
              </mc:Choice>
              <mc:Fallback>
                <p:oleObj name="" r:id="rId3" imgW="1866900" imgH="431800" progId="Equation.3">
                  <p:embed/>
                  <p:pic>
                    <p:nvPicPr>
                      <p:cNvPr id="0" name="图片 3426"/>
                      <p:cNvPicPr/>
                      <p:nvPr/>
                    </p:nvPicPr>
                    <p:blipFill>
                      <a:blip r:embed="rId4"/>
                      <a:stretch>
                        <a:fillRect/>
                      </a:stretch>
                    </p:blipFill>
                    <p:spPr>
                      <a:xfrm>
                        <a:off x="574675" y="4046538"/>
                        <a:ext cx="2970213" cy="685800"/>
                      </a:xfrm>
                      <a:prstGeom prst="rect">
                        <a:avLst/>
                      </a:prstGeom>
                      <a:noFill/>
                      <a:ln w="38100">
                        <a:noFill/>
                        <a:miter/>
                      </a:ln>
                    </p:spPr>
                  </p:pic>
                </p:oleObj>
              </mc:Fallback>
            </mc:AlternateContent>
          </a:graphicData>
        </a:graphic>
      </p:graphicFrame>
      <p:graphicFrame>
        <p:nvGraphicFramePr>
          <p:cNvPr id="177160" name="Object 8"/>
          <p:cNvGraphicFramePr>
            <a:graphicFrameLocks noChangeAspect="1"/>
          </p:cNvGraphicFramePr>
          <p:nvPr/>
        </p:nvGraphicFramePr>
        <p:xfrm>
          <a:off x="587375" y="4724400"/>
          <a:ext cx="1228725" cy="593725"/>
        </p:xfrm>
        <a:graphic>
          <a:graphicData uri="http://schemas.openxmlformats.org/presentationml/2006/ole">
            <mc:AlternateContent xmlns:mc="http://schemas.openxmlformats.org/markup-compatibility/2006">
              <mc:Choice xmlns:v="urn:schemas-microsoft-com:vml" Requires="v">
                <p:oleObj spid="_x0000_s3428" name="" r:id="rId5" imgW="761365" imgH="368300" progId="Equation.3">
                  <p:embed/>
                </p:oleObj>
              </mc:Choice>
              <mc:Fallback>
                <p:oleObj name="" r:id="rId5" imgW="761365" imgH="368300" progId="Equation.3">
                  <p:embed/>
                  <p:pic>
                    <p:nvPicPr>
                      <p:cNvPr id="0" name="图片 3427"/>
                      <p:cNvPicPr/>
                      <p:nvPr/>
                    </p:nvPicPr>
                    <p:blipFill>
                      <a:blip r:embed="rId6"/>
                      <a:stretch>
                        <a:fillRect/>
                      </a:stretch>
                    </p:blipFill>
                    <p:spPr>
                      <a:xfrm>
                        <a:off x="587375" y="4724400"/>
                        <a:ext cx="1228725" cy="593725"/>
                      </a:xfrm>
                      <a:prstGeom prst="rect">
                        <a:avLst/>
                      </a:prstGeom>
                      <a:noFill/>
                      <a:ln w="38100">
                        <a:noFill/>
                        <a:miter/>
                      </a:ln>
                    </p:spPr>
                  </p:pic>
                </p:oleObj>
              </mc:Fallback>
            </mc:AlternateContent>
          </a:graphicData>
        </a:graphic>
      </p:graphicFrame>
      <p:sp>
        <p:nvSpPr>
          <p:cNvPr id="177161" name="Text Box 9"/>
          <p:cNvSpPr txBox="1"/>
          <p:nvPr/>
        </p:nvSpPr>
        <p:spPr>
          <a:xfrm>
            <a:off x="428625" y="2824163"/>
            <a:ext cx="7129463" cy="366712"/>
          </a:xfrm>
          <a:prstGeom prst="rect">
            <a:avLst/>
          </a:prstGeom>
          <a:noFill/>
          <a:ln w="9525">
            <a:noFill/>
          </a:ln>
        </p:spPr>
        <p:txBody>
          <a:bodyPr anchor="t" anchorCtr="0">
            <a:spAutoFit/>
          </a:bodyPr>
          <a:p>
            <a:r>
              <a:rPr lang="zh-CN" altLang="en-US" b="1" dirty="0">
                <a:solidFill>
                  <a:srgbClr val="CC0000"/>
                </a:solidFill>
                <a:latin typeface="楷体_GB2312" pitchFamily="49" charset="-122"/>
                <a:ea typeface="楷体_GB2312" pitchFamily="49" charset="-122"/>
              </a:rPr>
              <a:t>前提</a:t>
            </a:r>
            <a:r>
              <a:rPr lang="en-US" altLang="zh-CN" b="1" dirty="0">
                <a:solidFill>
                  <a:srgbClr val="CC0000"/>
                </a:solidFill>
                <a:latin typeface="楷体_GB2312" pitchFamily="49" charset="-122"/>
                <a:ea typeface="楷体_GB2312" pitchFamily="49" charset="-122"/>
              </a:rPr>
              <a:t>: </a:t>
            </a:r>
            <a:r>
              <a:rPr lang="zh-CN" altLang="en-US" b="1" dirty="0">
                <a:solidFill>
                  <a:srgbClr val="CC0000"/>
                </a:solidFill>
                <a:latin typeface="楷体_GB2312" pitchFamily="49" charset="-122"/>
                <a:ea typeface="楷体_GB2312" pitchFamily="49" charset="-122"/>
              </a:rPr>
              <a:t>弹簧各等长小段变形相同，位移是线性规律</a:t>
            </a:r>
            <a:endParaRPr lang="zh-CN" altLang="en-US" b="1" dirty="0">
              <a:solidFill>
                <a:srgbClr val="CC0000"/>
              </a:solidFill>
              <a:latin typeface="楷体_GB2312" pitchFamily="49" charset="-122"/>
              <a:ea typeface="楷体_GB2312" pitchFamily="49" charset="-122"/>
            </a:endParaRPr>
          </a:p>
        </p:txBody>
      </p:sp>
      <p:sp>
        <p:nvSpPr>
          <p:cNvPr id="177162" name="Text Box 10"/>
          <p:cNvSpPr txBox="1"/>
          <p:nvPr/>
        </p:nvSpPr>
        <p:spPr>
          <a:xfrm>
            <a:off x="446088" y="1933575"/>
            <a:ext cx="3455987" cy="366713"/>
          </a:xfrm>
          <a:prstGeom prst="rect">
            <a:avLst/>
          </a:prstGeom>
          <a:noFill/>
          <a:ln w="9525">
            <a:noFill/>
          </a:ln>
        </p:spPr>
        <p:txBody>
          <a:bodyPr anchor="t" anchorCtr="0">
            <a:spAutoFit/>
          </a:bodyPr>
          <a:p>
            <a:pPr eaLnBrk="0" hangingPunct="0">
              <a:spcBef>
                <a:spcPct val="50000"/>
              </a:spcBef>
            </a:pPr>
            <a:r>
              <a:rPr lang="zh-CN" altLang="en-US" b="1" dirty="0">
                <a:solidFill>
                  <a:srgbClr val="000000"/>
                </a:solidFill>
                <a:latin typeface="楷体_GB2312" pitchFamily="49" charset="-122"/>
                <a:ea typeface="楷体_GB2312" pitchFamily="49" charset="-122"/>
              </a:rPr>
              <a:t>弹簧元</a:t>
            </a:r>
            <a:r>
              <a:rPr lang="en-US" altLang="zh-CN" b="1" dirty="0">
                <a:solidFill>
                  <a:srgbClr val="000000"/>
                </a:solidFill>
                <a:latin typeface="Times New Roman" panose="02020603050405020304" pitchFamily="18" charset="0"/>
                <a:ea typeface="楷体_GB2312" pitchFamily="49" charset="-122"/>
              </a:rPr>
              <a:t>d</a:t>
            </a:r>
            <a:r>
              <a:rPr lang="en-US" altLang="zh-CN" b="1" i="1" dirty="0">
                <a:solidFill>
                  <a:srgbClr val="000000"/>
                </a:solidFill>
                <a:latin typeface="Times New Roman" panose="02020603050405020304" pitchFamily="18" charset="0"/>
                <a:ea typeface="楷体_GB2312" pitchFamily="49" charset="-122"/>
              </a:rPr>
              <a:t>l</a:t>
            </a:r>
            <a:r>
              <a:rPr lang="zh-CN" altLang="en-US" b="1" dirty="0">
                <a:solidFill>
                  <a:srgbClr val="000000"/>
                </a:solidFill>
                <a:latin typeface="楷体_GB2312" pitchFamily="49" charset="-122"/>
                <a:ea typeface="楷体_GB2312" pitchFamily="49" charset="-122"/>
              </a:rPr>
              <a:t>的质量</a:t>
            </a:r>
            <a:endParaRPr lang="zh-CN" altLang="en-US" b="1" i="1" dirty="0">
              <a:solidFill>
                <a:srgbClr val="000000"/>
              </a:solidFill>
              <a:latin typeface="Times New Roman" panose="02020603050405020304" pitchFamily="18" charset="0"/>
              <a:ea typeface="楷体_GB2312" pitchFamily="49" charset="-122"/>
            </a:endParaRPr>
          </a:p>
        </p:txBody>
      </p:sp>
      <p:graphicFrame>
        <p:nvGraphicFramePr>
          <p:cNvPr id="177163" name="Object 11"/>
          <p:cNvGraphicFramePr>
            <a:graphicFrameLocks noChangeAspect="1"/>
          </p:cNvGraphicFramePr>
          <p:nvPr/>
        </p:nvGraphicFramePr>
        <p:xfrm>
          <a:off x="2187575" y="1838325"/>
          <a:ext cx="1008063" cy="561975"/>
        </p:xfrm>
        <a:graphic>
          <a:graphicData uri="http://schemas.openxmlformats.org/presentationml/2006/ole">
            <mc:AlternateContent xmlns:mc="http://schemas.openxmlformats.org/markup-compatibility/2006">
              <mc:Choice xmlns:v="urn:schemas-microsoft-com:vml" Requires="v">
                <p:oleObj spid="_x0000_s3426" name="" r:id="rId7" imgW="660400" imgH="368300" progId="Equation.3">
                  <p:embed/>
                </p:oleObj>
              </mc:Choice>
              <mc:Fallback>
                <p:oleObj name="" r:id="rId7" imgW="660400" imgH="368300" progId="Equation.3">
                  <p:embed/>
                  <p:pic>
                    <p:nvPicPr>
                      <p:cNvPr id="0" name="图片 3425"/>
                      <p:cNvPicPr/>
                      <p:nvPr/>
                    </p:nvPicPr>
                    <p:blipFill>
                      <a:blip r:embed="rId8"/>
                      <a:stretch>
                        <a:fillRect/>
                      </a:stretch>
                    </p:blipFill>
                    <p:spPr>
                      <a:xfrm>
                        <a:off x="2187575" y="1838325"/>
                        <a:ext cx="1008063" cy="561975"/>
                      </a:xfrm>
                      <a:prstGeom prst="rect">
                        <a:avLst/>
                      </a:prstGeom>
                      <a:noFill/>
                      <a:ln w="38100">
                        <a:noFill/>
                        <a:miter/>
                      </a:ln>
                    </p:spPr>
                  </p:pic>
                </p:oleObj>
              </mc:Fallback>
            </mc:AlternateContent>
          </a:graphicData>
        </a:graphic>
      </p:graphicFrame>
      <p:sp>
        <p:nvSpPr>
          <p:cNvPr id="177164" name="Text Box 12"/>
          <p:cNvSpPr txBox="1"/>
          <p:nvPr/>
        </p:nvSpPr>
        <p:spPr>
          <a:xfrm>
            <a:off x="434975" y="2360613"/>
            <a:ext cx="1871663" cy="366712"/>
          </a:xfrm>
          <a:prstGeom prst="rect">
            <a:avLst/>
          </a:prstGeom>
          <a:noFill/>
          <a:ln w="9525">
            <a:noFill/>
          </a:ln>
        </p:spPr>
        <p:txBody>
          <a:bodyPr anchor="t" anchorCtr="0">
            <a:spAutoFit/>
          </a:bodyPr>
          <a:p>
            <a:pPr eaLnBrk="0" hangingPunct="0">
              <a:spcBef>
                <a:spcPct val="50000"/>
              </a:spcBef>
            </a:pPr>
            <a:r>
              <a:rPr lang="zh-CN" altLang="en-US" b="1" dirty="0">
                <a:solidFill>
                  <a:srgbClr val="000000"/>
                </a:solidFill>
                <a:latin typeface="楷体_GB2312" pitchFamily="49" charset="-122"/>
                <a:ea typeface="楷体_GB2312" pitchFamily="49" charset="-122"/>
              </a:rPr>
              <a:t>位移为</a:t>
            </a:r>
            <a:endParaRPr lang="zh-CN" altLang="en-US" b="1" i="1" dirty="0">
              <a:solidFill>
                <a:srgbClr val="000000"/>
              </a:solidFill>
              <a:latin typeface="Times New Roman" panose="02020603050405020304" pitchFamily="18" charset="0"/>
              <a:ea typeface="楷体_GB2312" pitchFamily="49" charset="-122"/>
            </a:endParaRPr>
          </a:p>
        </p:txBody>
      </p:sp>
      <p:graphicFrame>
        <p:nvGraphicFramePr>
          <p:cNvPr id="177165" name="Object 13"/>
          <p:cNvGraphicFramePr>
            <a:graphicFrameLocks noChangeAspect="1"/>
          </p:cNvGraphicFramePr>
          <p:nvPr/>
        </p:nvGraphicFramePr>
        <p:xfrm>
          <a:off x="1295400" y="2274888"/>
          <a:ext cx="392113" cy="576262"/>
        </p:xfrm>
        <a:graphic>
          <a:graphicData uri="http://schemas.openxmlformats.org/presentationml/2006/ole">
            <mc:AlternateContent xmlns:mc="http://schemas.openxmlformats.org/markup-compatibility/2006">
              <mc:Choice xmlns:v="urn:schemas-microsoft-com:vml" Requires="v">
                <p:oleObj spid="_x0000_s3425" name="" r:id="rId9" imgW="266700" imgH="393065" progId="Equation.3">
                  <p:embed/>
                </p:oleObj>
              </mc:Choice>
              <mc:Fallback>
                <p:oleObj name="" r:id="rId9" imgW="266700" imgH="393065" progId="Equation.3">
                  <p:embed/>
                  <p:pic>
                    <p:nvPicPr>
                      <p:cNvPr id="0" name="图片 3424"/>
                      <p:cNvPicPr/>
                      <p:nvPr/>
                    </p:nvPicPr>
                    <p:blipFill>
                      <a:blip r:embed="rId10"/>
                      <a:stretch>
                        <a:fillRect/>
                      </a:stretch>
                    </p:blipFill>
                    <p:spPr>
                      <a:xfrm>
                        <a:off x="1295400" y="2274888"/>
                        <a:ext cx="392113" cy="576262"/>
                      </a:xfrm>
                      <a:prstGeom prst="rect">
                        <a:avLst/>
                      </a:prstGeom>
                      <a:noFill/>
                      <a:ln w="38100">
                        <a:noFill/>
                        <a:miter/>
                      </a:ln>
                    </p:spPr>
                  </p:pic>
                </p:oleObj>
              </mc:Fallback>
            </mc:AlternateContent>
          </a:graphicData>
        </a:graphic>
      </p:graphicFrame>
      <p:grpSp>
        <p:nvGrpSpPr>
          <p:cNvPr id="177166" name="Group 14"/>
          <p:cNvGrpSpPr/>
          <p:nvPr/>
        </p:nvGrpSpPr>
        <p:grpSpPr>
          <a:xfrm>
            <a:off x="6100763" y="1871663"/>
            <a:ext cx="1041400" cy="1293812"/>
            <a:chOff x="4513" y="3249"/>
            <a:chExt cx="656" cy="815"/>
          </a:xfrm>
        </p:grpSpPr>
        <p:sp>
          <p:nvSpPr>
            <p:cNvPr id="101391" name="Line 15"/>
            <p:cNvSpPr/>
            <p:nvPr/>
          </p:nvSpPr>
          <p:spPr>
            <a:xfrm>
              <a:off x="5169" y="3710"/>
              <a:ext cx="0" cy="336"/>
            </a:xfrm>
            <a:prstGeom prst="line">
              <a:avLst/>
            </a:prstGeom>
            <a:ln w="19050" cap="flat" cmpd="sng">
              <a:solidFill>
                <a:srgbClr val="0000FF"/>
              </a:solidFill>
              <a:prstDash val="solid"/>
              <a:round/>
              <a:headEnd type="none" w="med" len="med"/>
              <a:tailEnd type="none" w="med" len="med"/>
            </a:ln>
          </p:spPr>
        </p:sp>
        <p:sp>
          <p:nvSpPr>
            <p:cNvPr id="101392" name="Line 16"/>
            <p:cNvSpPr/>
            <p:nvPr/>
          </p:nvSpPr>
          <p:spPr>
            <a:xfrm>
              <a:off x="4521" y="3874"/>
              <a:ext cx="648" cy="0"/>
            </a:xfrm>
            <a:prstGeom prst="line">
              <a:avLst/>
            </a:prstGeom>
            <a:ln w="19050" cap="flat" cmpd="sng">
              <a:solidFill>
                <a:srgbClr val="0000FF"/>
              </a:solidFill>
              <a:prstDash val="solid"/>
              <a:round/>
              <a:headEnd type="triangle" w="med" len="med"/>
              <a:tailEnd type="triangle" w="med" len="med"/>
            </a:ln>
          </p:spPr>
        </p:sp>
        <p:sp>
          <p:nvSpPr>
            <p:cNvPr id="101393" name="Line 17"/>
            <p:cNvSpPr/>
            <p:nvPr/>
          </p:nvSpPr>
          <p:spPr>
            <a:xfrm flipH="1">
              <a:off x="4513" y="3744"/>
              <a:ext cx="0" cy="270"/>
            </a:xfrm>
            <a:prstGeom prst="line">
              <a:avLst/>
            </a:prstGeom>
            <a:ln w="19050" cap="flat" cmpd="sng">
              <a:solidFill>
                <a:srgbClr val="FF0000"/>
              </a:solidFill>
              <a:prstDash val="solid"/>
              <a:round/>
              <a:headEnd type="none" w="med" len="med"/>
              <a:tailEnd type="none" w="med" len="med"/>
            </a:ln>
          </p:spPr>
        </p:sp>
        <p:sp>
          <p:nvSpPr>
            <p:cNvPr id="101394" name="Line 18"/>
            <p:cNvSpPr/>
            <p:nvPr/>
          </p:nvSpPr>
          <p:spPr>
            <a:xfrm flipH="1">
              <a:off x="4513" y="3249"/>
              <a:ext cx="0" cy="415"/>
            </a:xfrm>
            <a:prstGeom prst="line">
              <a:avLst/>
            </a:prstGeom>
            <a:ln w="19050" cap="flat" cmpd="sng">
              <a:solidFill>
                <a:srgbClr val="FF0000"/>
              </a:solidFill>
              <a:prstDash val="solid"/>
              <a:round/>
              <a:headEnd type="none" w="med" len="med"/>
              <a:tailEnd type="none" w="med" len="med"/>
            </a:ln>
          </p:spPr>
        </p:sp>
        <p:sp>
          <p:nvSpPr>
            <p:cNvPr id="101395" name="Text Box 19"/>
            <p:cNvSpPr txBox="1"/>
            <p:nvPr/>
          </p:nvSpPr>
          <p:spPr>
            <a:xfrm>
              <a:off x="4740" y="3814"/>
              <a:ext cx="272" cy="250"/>
            </a:xfrm>
            <a:prstGeom prst="rect">
              <a:avLst/>
            </a:prstGeom>
            <a:noFill/>
            <a:ln w="19050">
              <a:noFill/>
            </a:ln>
          </p:spPr>
          <p:txBody>
            <a:bodyPr anchor="t" anchorCtr="0">
              <a:spAutoFit/>
            </a:bodyPr>
            <a:p>
              <a:pPr eaLnBrk="0" hangingPunct="0">
                <a:spcBef>
                  <a:spcPct val="50000"/>
                </a:spcBef>
              </a:pPr>
              <a:r>
                <a:rPr lang="en-US" altLang="zh-CN" sz="2000" b="1" i="1" dirty="0">
                  <a:solidFill>
                    <a:srgbClr val="000000"/>
                  </a:solidFill>
                  <a:latin typeface="Times New Roman" panose="02020603050405020304" pitchFamily="18" charset="0"/>
                  <a:ea typeface="宋体" panose="02010600030101010101" pitchFamily="2" charset="-122"/>
                </a:rPr>
                <a:t>x</a:t>
              </a:r>
              <a:endParaRPr lang="en-US" altLang="zh-CN" sz="2000" b="1" i="1" dirty="0">
                <a:solidFill>
                  <a:srgbClr val="000000"/>
                </a:solidFill>
                <a:latin typeface="Times New Roman" panose="02020603050405020304" pitchFamily="18" charset="0"/>
                <a:ea typeface="宋体" panose="02010600030101010101" pitchFamily="2" charset="-122"/>
              </a:endParaRPr>
            </a:p>
          </p:txBody>
        </p:sp>
      </p:grpSp>
      <p:sp>
        <p:nvSpPr>
          <p:cNvPr id="101396" name="Text Box 20"/>
          <p:cNvSpPr txBox="1"/>
          <p:nvPr/>
        </p:nvSpPr>
        <p:spPr>
          <a:xfrm>
            <a:off x="8316913" y="2243138"/>
            <a:ext cx="574675" cy="396875"/>
          </a:xfrm>
          <a:prstGeom prst="rect">
            <a:avLst/>
          </a:prstGeom>
          <a:noFill/>
          <a:ln w="9525">
            <a:noFill/>
          </a:ln>
        </p:spPr>
        <p:txBody>
          <a:bodyPr anchor="t" anchorCtr="0">
            <a:spAutoFit/>
          </a:bodyPr>
          <a:p>
            <a:pPr eaLnBrk="0" hangingPunct="0">
              <a:spcBef>
                <a:spcPct val="50000"/>
              </a:spcBef>
            </a:pPr>
            <a:r>
              <a:rPr lang="en-US" altLang="zh-CN" sz="2000" b="1" i="1" dirty="0">
                <a:latin typeface="Times New Roman" panose="02020603050405020304" pitchFamily="18" charset="0"/>
                <a:ea typeface="宋体" panose="02010600030101010101" pitchFamily="2" charset="-122"/>
              </a:rPr>
              <a:t>x</a:t>
            </a:r>
            <a:endParaRPr lang="en-US" altLang="zh-CN" sz="2000" b="1" i="1" dirty="0">
              <a:latin typeface="Times New Roman" panose="02020603050405020304" pitchFamily="18" charset="0"/>
              <a:ea typeface="宋体" panose="02010600030101010101" pitchFamily="2" charset="-122"/>
            </a:endParaRPr>
          </a:p>
        </p:txBody>
      </p:sp>
      <p:grpSp>
        <p:nvGrpSpPr>
          <p:cNvPr id="101397" name="Group 21"/>
          <p:cNvGrpSpPr/>
          <p:nvPr/>
        </p:nvGrpSpPr>
        <p:grpSpPr>
          <a:xfrm>
            <a:off x="4140200" y="1524000"/>
            <a:ext cx="4391025" cy="1327150"/>
            <a:chOff x="2608" y="1283"/>
            <a:chExt cx="2766" cy="836"/>
          </a:xfrm>
        </p:grpSpPr>
        <p:sp>
          <p:nvSpPr>
            <p:cNvPr id="101398" name="Line 22"/>
            <p:cNvSpPr/>
            <p:nvPr/>
          </p:nvSpPr>
          <p:spPr>
            <a:xfrm>
              <a:off x="2608" y="1963"/>
              <a:ext cx="2301" cy="0"/>
            </a:xfrm>
            <a:prstGeom prst="line">
              <a:avLst/>
            </a:prstGeom>
            <a:ln w="76200" cap="flat" cmpd="sng">
              <a:solidFill>
                <a:srgbClr val="FFFF00"/>
              </a:solidFill>
              <a:prstDash val="solid"/>
              <a:round/>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00"/>
              </a:extrusionClr>
            </a:sp3d>
          </p:spPr>
        </p:sp>
        <p:sp>
          <p:nvSpPr>
            <p:cNvPr id="101399" name="Line 23"/>
            <p:cNvSpPr/>
            <p:nvPr/>
          </p:nvSpPr>
          <p:spPr>
            <a:xfrm>
              <a:off x="2640" y="1414"/>
              <a:ext cx="0" cy="528"/>
            </a:xfrm>
            <a:prstGeom prst="line">
              <a:avLst/>
            </a:prstGeom>
            <a:ln w="76200" cap="flat" cmpd="sng">
              <a:solidFill>
                <a:srgbClr val="FFFF00"/>
              </a:solidFill>
              <a:prstDash val="solid"/>
              <a:round/>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00"/>
              </a:extrusionClr>
            </a:sp3d>
          </p:spPr>
        </p:sp>
        <p:sp>
          <p:nvSpPr>
            <p:cNvPr id="101400" name="Rectangle 24"/>
            <p:cNvSpPr/>
            <p:nvPr/>
          </p:nvSpPr>
          <p:spPr>
            <a:xfrm>
              <a:off x="4361" y="1606"/>
              <a:ext cx="240" cy="288"/>
            </a:xfrm>
            <a:prstGeom prst="rect">
              <a:avLst/>
            </a:prstGeom>
            <a:gradFill rotWithShape="0">
              <a:gsLst>
                <a:gs pos="0">
                  <a:srgbClr val="66CCFF"/>
                </a:gs>
                <a:gs pos="100000">
                  <a:srgbClr val="3333FF"/>
                </a:gs>
              </a:gsLst>
              <a:path path="shape">
                <a:fillToRect l="50000" t="50000" r="50000" b="50000"/>
              </a:path>
              <a:tileRect/>
            </a:gradFill>
            <a:ln w="9525"/>
            <a:scene3d>
              <a:camera prst="legacyObliqueTopRight">
                <a:rot lat="0" lon="0" rev="0"/>
              </a:camera>
              <a:lightRig rig="legacyFlat3" dir="b"/>
            </a:scene3d>
            <a:sp3d extrusionH="112700" prstMaterial="legacyMatte">
              <a:bevelT w="13500" h="13500" prst="angle"/>
              <a:bevelB w="13500" h="13500" prst="angle"/>
              <a:extrusionClr>
                <a:srgbClr val="3333FF"/>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101401" name="Line 25"/>
            <p:cNvSpPr/>
            <p:nvPr/>
          </p:nvSpPr>
          <p:spPr>
            <a:xfrm>
              <a:off x="2699" y="1752"/>
              <a:ext cx="336" cy="0"/>
            </a:xfrm>
            <a:prstGeom prst="line">
              <a:avLst/>
            </a:prstGeom>
            <a:ln w="38100" cap="flat" cmpd="sng">
              <a:solidFill>
                <a:schemeClr val="tx1"/>
              </a:solidFill>
              <a:prstDash val="solid"/>
              <a:round/>
              <a:headEnd type="none" w="med" len="med"/>
              <a:tailEnd type="none" w="med" len="med"/>
            </a:ln>
          </p:spPr>
        </p:sp>
        <p:grpSp>
          <p:nvGrpSpPr>
            <p:cNvPr id="101402" name="Group 26"/>
            <p:cNvGrpSpPr/>
            <p:nvPr/>
          </p:nvGrpSpPr>
          <p:grpSpPr>
            <a:xfrm>
              <a:off x="3024" y="1606"/>
              <a:ext cx="1296" cy="288"/>
              <a:chOff x="3024" y="1440"/>
              <a:chExt cx="1296" cy="288"/>
            </a:xfrm>
          </p:grpSpPr>
          <p:sp>
            <p:nvSpPr>
              <p:cNvPr id="101403" name="Freeform 27"/>
              <p:cNvSpPr/>
              <p:nvPr/>
            </p:nvSpPr>
            <p:spPr>
              <a:xfrm>
                <a:off x="3696" y="1440"/>
                <a:ext cx="624" cy="288"/>
              </a:xfrm>
              <a:custGeom>
                <a:avLst/>
                <a:gdLst/>
                <a:ahLst/>
                <a:cxnLst>
                  <a:cxn ang="0">
                    <a:pos x="0" y="78"/>
                  </a:cxn>
                  <a:cxn ang="0">
                    <a:pos x="8" y="0"/>
                  </a:cxn>
                  <a:cxn ang="0">
                    <a:pos x="18" y="78"/>
                  </a:cxn>
                  <a:cxn ang="0">
                    <a:pos x="28" y="0"/>
                  </a:cxn>
                  <a:cxn ang="0">
                    <a:pos x="40" y="78"/>
                  </a:cxn>
                  <a:cxn ang="0">
                    <a:pos x="51" y="0"/>
                  </a:cxn>
                  <a:cxn ang="0">
                    <a:pos x="63" y="78"/>
                  </a:cxn>
                  <a:cxn ang="0">
                    <a:pos x="74" y="0"/>
                  </a:cxn>
                  <a:cxn ang="0">
                    <a:pos x="85" y="78"/>
                  </a:cxn>
                  <a:cxn ang="0">
                    <a:pos x="98" y="0"/>
                  </a:cxn>
                  <a:cxn ang="0">
                    <a:pos x="109" y="78"/>
                  </a:cxn>
                  <a:cxn ang="0">
                    <a:pos x="116" y="37"/>
                  </a:cxn>
                </a:cxnLst>
                <a:pathLst>
                  <a:path w="3360" h="984">
                    <a:moveTo>
                      <a:pt x="0" y="912"/>
                    </a:moveTo>
                    <a:cubicBezTo>
                      <a:pt x="76" y="456"/>
                      <a:pt x="152" y="0"/>
                      <a:pt x="240" y="0"/>
                    </a:cubicBezTo>
                    <a:cubicBezTo>
                      <a:pt x="328" y="0"/>
                      <a:pt x="432" y="912"/>
                      <a:pt x="528" y="912"/>
                    </a:cubicBezTo>
                    <a:cubicBezTo>
                      <a:pt x="624" y="912"/>
                      <a:pt x="712" y="0"/>
                      <a:pt x="816" y="0"/>
                    </a:cubicBezTo>
                    <a:cubicBezTo>
                      <a:pt x="920" y="0"/>
                      <a:pt x="1040" y="912"/>
                      <a:pt x="1152" y="912"/>
                    </a:cubicBezTo>
                    <a:cubicBezTo>
                      <a:pt x="1264" y="912"/>
                      <a:pt x="1376" y="0"/>
                      <a:pt x="1488" y="0"/>
                    </a:cubicBezTo>
                    <a:cubicBezTo>
                      <a:pt x="1600" y="0"/>
                      <a:pt x="1712" y="912"/>
                      <a:pt x="1824" y="912"/>
                    </a:cubicBezTo>
                    <a:cubicBezTo>
                      <a:pt x="1936" y="912"/>
                      <a:pt x="2056" y="0"/>
                      <a:pt x="2160" y="0"/>
                    </a:cubicBezTo>
                    <a:cubicBezTo>
                      <a:pt x="2264" y="0"/>
                      <a:pt x="2336" y="912"/>
                      <a:pt x="2448" y="912"/>
                    </a:cubicBezTo>
                    <a:cubicBezTo>
                      <a:pt x="2560" y="912"/>
                      <a:pt x="2712" y="0"/>
                      <a:pt x="2832" y="0"/>
                    </a:cubicBezTo>
                    <a:cubicBezTo>
                      <a:pt x="2952" y="0"/>
                      <a:pt x="3080" y="840"/>
                      <a:pt x="3168" y="912"/>
                    </a:cubicBezTo>
                    <a:cubicBezTo>
                      <a:pt x="3256" y="984"/>
                      <a:pt x="3328" y="512"/>
                      <a:pt x="3360" y="432"/>
                    </a:cubicBezTo>
                  </a:path>
                </a:pathLst>
              </a:custGeom>
              <a:noFill/>
              <a:ln w="28575" cap="flat" cmpd="sng">
                <a:solidFill>
                  <a:schemeClr val="tx1"/>
                </a:solidFill>
                <a:prstDash val="solid"/>
                <a:round/>
                <a:headEnd type="none" w="med" len="med"/>
                <a:tailEnd type="none" w="med" len="med"/>
              </a:ln>
            </p:spPr>
            <p:txBody>
              <a:bodyPr/>
              <a:p>
                <a:endParaRPr lang="zh-CN" altLang="en-US"/>
              </a:p>
            </p:txBody>
          </p:sp>
          <p:sp>
            <p:nvSpPr>
              <p:cNvPr id="101404" name="Freeform 28"/>
              <p:cNvSpPr/>
              <p:nvPr/>
            </p:nvSpPr>
            <p:spPr>
              <a:xfrm flipH="1">
                <a:off x="3024" y="1440"/>
                <a:ext cx="672" cy="288"/>
              </a:xfrm>
              <a:custGeom>
                <a:avLst/>
                <a:gdLst/>
                <a:ahLst/>
                <a:cxnLst>
                  <a:cxn ang="0">
                    <a:pos x="0" y="78"/>
                  </a:cxn>
                  <a:cxn ang="0">
                    <a:pos x="10" y="0"/>
                  </a:cxn>
                  <a:cxn ang="0">
                    <a:pos x="21" y="78"/>
                  </a:cxn>
                  <a:cxn ang="0">
                    <a:pos x="33" y="0"/>
                  </a:cxn>
                  <a:cxn ang="0">
                    <a:pos x="46" y="78"/>
                  </a:cxn>
                  <a:cxn ang="0">
                    <a:pos x="60" y="0"/>
                  </a:cxn>
                  <a:cxn ang="0">
                    <a:pos x="73" y="78"/>
                  </a:cxn>
                  <a:cxn ang="0">
                    <a:pos x="86" y="0"/>
                  </a:cxn>
                  <a:cxn ang="0">
                    <a:pos x="98" y="78"/>
                  </a:cxn>
                  <a:cxn ang="0">
                    <a:pos x="113" y="0"/>
                  </a:cxn>
                  <a:cxn ang="0">
                    <a:pos x="127" y="78"/>
                  </a:cxn>
                  <a:cxn ang="0">
                    <a:pos x="134" y="37"/>
                  </a:cxn>
                </a:cxnLst>
                <a:pathLst>
                  <a:path w="3360" h="984">
                    <a:moveTo>
                      <a:pt x="0" y="912"/>
                    </a:moveTo>
                    <a:cubicBezTo>
                      <a:pt x="76" y="456"/>
                      <a:pt x="152" y="0"/>
                      <a:pt x="240" y="0"/>
                    </a:cubicBezTo>
                    <a:cubicBezTo>
                      <a:pt x="328" y="0"/>
                      <a:pt x="432" y="912"/>
                      <a:pt x="528" y="912"/>
                    </a:cubicBezTo>
                    <a:cubicBezTo>
                      <a:pt x="624" y="912"/>
                      <a:pt x="712" y="0"/>
                      <a:pt x="816" y="0"/>
                    </a:cubicBezTo>
                    <a:cubicBezTo>
                      <a:pt x="920" y="0"/>
                      <a:pt x="1040" y="912"/>
                      <a:pt x="1152" y="912"/>
                    </a:cubicBezTo>
                    <a:cubicBezTo>
                      <a:pt x="1264" y="912"/>
                      <a:pt x="1376" y="0"/>
                      <a:pt x="1488" y="0"/>
                    </a:cubicBezTo>
                    <a:cubicBezTo>
                      <a:pt x="1600" y="0"/>
                      <a:pt x="1712" y="912"/>
                      <a:pt x="1824" y="912"/>
                    </a:cubicBezTo>
                    <a:cubicBezTo>
                      <a:pt x="1936" y="912"/>
                      <a:pt x="2056" y="0"/>
                      <a:pt x="2160" y="0"/>
                    </a:cubicBezTo>
                    <a:cubicBezTo>
                      <a:pt x="2264" y="0"/>
                      <a:pt x="2336" y="912"/>
                      <a:pt x="2448" y="912"/>
                    </a:cubicBezTo>
                    <a:cubicBezTo>
                      <a:pt x="2560" y="912"/>
                      <a:pt x="2712" y="0"/>
                      <a:pt x="2832" y="0"/>
                    </a:cubicBezTo>
                    <a:cubicBezTo>
                      <a:pt x="2952" y="0"/>
                      <a:pt x="3080" y="840"/>
                      <a:pt x="3168" y="912"/>
                    </a:cubicBezTo>
                    <a:cubicBezTo>
                      <a:pt x="3256" y="984"/>
                      <a:pt x="3328" y="512"/>
                      <a:pt x="3360" y="432"/>
                    </a:cubicBezTo>
                  </a:path>
                </a:pathLst>
              </a:custGeom>
              <a:noFill/>
              <a:ln w="28575" cap="flat" cmpd="sng">
                <a:solidFill>
                  <a:schemeClr val="tx1"/>
                </a:solidFill>
                <a:prstDash val="solid"/>
                <a:round/>
                <a:headEnd type="none" w="med" len="med"/>
                <a:tailEnd type="none" w="med" len="med"/>
              </a:ln>
            </p:spPr>
            <p:txBody>
              <a:bodyPr/>
              <a:p>
                <a:endParaRPr lang="zh-CN" altLang="en-US"/>
              </a:p>
            </p:txBody>
          </p:sp>
        </p:grpSp>
        <p:sp>
          <p:nvSpPr>
            <p:cNvPr id="101405" name="Text Box 29"/>
            <p:cNvSpPr txBox="1"/>
            <p:nvPr/>
          </p:nvSpPr>
          <p:spPr>
            <a:xfrm>
              <a:off x="4332" y="1283"/>
              <a:ext cx="317" cy="250"/>
            </a:xfrm>
            <a:prstGeom prst="rect">
              <a:avLst/>
            </a:prstGeom>
            <a:noFill/>
            <a:ln w="9525">
              <a:noFill/>
            </a:ln>
          </p:spPr>
          <p:txBody>
            <a:bodyPr anchor="t" anchorCtr="0">
              <a:spAutoFit/>
            </a:bodyPr>
            <a:p>
              <a:pPr eaLnBrk="0" hangingPunct="0">
                <a:spcBef>
                  <a:spcPct val="50000"/>
                </a:spcBef>
              </a:pPr>
              <a:r>
                <a:rPr lang="en-US" altLang="zh-CN" sz="2000" b="1" i="1" dirty="0">
                  <a:latin typeface="Times New Roman" panose="02020603050405020304" pitchFamily="18" charset="0"/>
                  <a:ea typeface="宋体" panose="02010600030101010101" pitchFamily="2" charset="-122"/>
                </a:rPr>
                <a:t>M</a:t>
              </a:r>
              <a:endParaRPr lang="en-US" altLang="zh-CN" sz="2000" b="1" i="1" dirty="0">
                <a:latin typeface="Times New Roman" panose="02020603050405020304" pitchFamily="18" charset="0"/>
                <a:ea typeface="宋体" panose="02010600030101010101" pitchFamily="2" charset="-122"/>
              </a:endParaRPr>
            </a:p>
          </p:txBody>
        </p:sp>
        <p:sp>
          <p:nvSpPr>
            <p:cNvPr id="101406" name="Text Box 30"/>
            <p:cNvSpPr txBox="1"/>
            <p:nvPr/>
          </p:nvSpPr>
          <p:spPr>
            <a:xfrm>
              <a:off x="3515" y="1888"/>
              <a:ext cx="544" cy="231"/>
            </a:xfrm>
            <a:prstGeom prst="rect">
              <a:avLst/>
            </a:prstGeom>
            <a:noFill/>
            <a:ln w="9525">
              <a:noFill/>
            </a:ln>
          </p:spPr>
          <p:txBody>
            <a:bodyPr anchor="t" anchorCtr="0">
              <a:spAutoFit/>
            </a:bodyPr>
            <a:p>
              <a:pPr algn="ctr" eaLnBrk="0" hangingPunct="0">
                <a:spcBef>
                  <a:spcPct val="50000"/>
                </a:spcBef>
              </a:pPr>
              <a:r>
                <a:rPr lang="en-US" altLang="zh-CN" b="1" i="1" dirty="0">
                  <a:latin typeface="Times New Roman" panose="02020603050405020304" pitchFamily="18" charset="0"/>
                  <a:ea typeface="宋体" panose="02010600030101010101" pitchFamily="2" charset="-122"/>
                </a:rPr>
                <a:t>0</a:t>
              </a:r>
              <a:endParaRPr lang="en-US" altLang="zh-CN" b="1" i="1" dirty="0">
                <a:latin typeface="Times New Roman" panose="02020603050405020304" pitchFamily="18" charset="0"/>
                <a:ea typeface="宋体" panose="02010600030101010101" pitchFamily="2" charset="-122"/>
              </a:endParaRPr>
            </a:p>
          </p:txBody>
        </p:sp>
        <p:sp>
          <p:nvSpPr>
            <p:cNvPr id="101407" name="Line 31"/>
            <p:cNvSpPr/>
            <p:nvPr/>
          </p:nvSpPr>
          <p:spPr>
            <a:xfrm>
              <a:off x="4316" y="1728"/>
              <a:ext cx="90" cy="0"/>
            </a:xfrm>
            <a:prstGeom prst="line">
              <a:avLst/>
            </a:prstGeom>
            <a:ln w="28575" cap="flat" cmpd="sng">
              <a:solidFill>
                <a:srgbClr val="000000"/>
              </a:solidFill>
              <a:prstDash val="solid"/>
              <a:round/>
              <a:headEnd type="none" w="med" len="med"/>
              <a:tailEnd type="none" w="lg" len="lg"/>
            </a:ln>
          </p:spPr>
        </p:sp>
        <p:sp>
          <p:nvSpPr>
            <p:cNvPr id="101408" name="Line 32"/>
            <p:cNvSpPr/>
            <p:nvPr/>
          </p:nvSpPr>
          <p:spPr>
            <a:xfrm>
              <a:off x="3860" y="1947"/>
              <a:ext cx="1514" cy="0"/>
            </a:xfrm>
            <a:prstGeom prst="line">
              <a:avLst/>
            </a:prstGeom>
            <a:ln w="25400" cap="flat" cmpd="sng">
              <a:solidFill>
                <a:srgbClr val="FF0000"/>
              </a:solidFill>
              <a:prstDash val="solid"/>
              <a:round/>
              <a:headEnd type="none" w="med" len="med"/>
              <a:tailEnd type="triangle" w="med" len="med"/>
            </a:ln>
          </p:spPr>
        </p:sp>
      </p:grpSp>
      <p:grpSp>
        <p:nvGrpSpPr>
          <p:cNvPr id="177185" name="Group 33"/>
          <p:cNvGrpSpPr/>
          <p:nvPr/>
        </p:nvGrpSpPr>
        <p:grpSpPr>
          <a:xfrm>
            <a:off x="7308850" y="1936750"/>
            <a:ext cx="503238" cy="306388"/>
            <a:chOff x="4604" y="1568"/>
            <a:chExt cx="317" cy="193"/>
          </a:xfrm>
        </p:grpSpPr>
        <p:sp>
          <p:nvSpPr>
            <p:cNvPr id="101410" name="Line 34"/>
            <p:cNvSpPr/>
            <p:nvPr/>
          </p:nvSpPr>
          <p:spPr>
            <a:xfrm>
              <a:off x="4604" y="1752"/>
              <a:ext cx="272" cy="0"/>
            </a:xfrm>
            <a:prstGeom prst="line">
              <a:avLst/>
            </a:prstGeom>
            <a:ln w="28575" cap="flat" cmpd="sng">
              <a:solidFill>
                <a:srgbClr val="000000"/>
              </a:solidFill>
              <a:prstDash val="solid"/>
              <a:round/>
              <a:headEnd type="none" w="med" len="med"/>
              <a:tailEnd type="triangle" w="med" len="lg"/>
            </a:ln>
          </p:spPr>
        </p:sp>
        <p:graphicFrame>
          <p:nvGraphicFramePr>
            <p:cNvPr id="101411" name="Object 35"/>
            <p:cNvGraphicFramePr>
              <a:graphicFrameLocks noChangeAspect="1"/>
            </p:cNvGraphicFramePr>
            <p:nvPr/>
          </p:nvGraphicFramePr>
          <p:xfrm>
            <a:off x="4745" y="1568"/>
            <a:ext cx="176" cy="193"/>
          </p:xfrm>
          <a:graphic>
            <a:graphicData uri="http://schemas.openxmlformats.org/presentationml/2006/ole">
              <mc:AlternateContent xmlns:mc="http://schemas.openxmlformats.org/markup-compatibility/2006">
                <mc:Choice xmlns:v="urn:schemas-microsoft-com:vml" Requires="v">
                  <p:oleObj spid="_x0000_s3430" name="" r:id="rId11" imgW="127000" imgH="139700" progId="Equation.3">
                    <p:embed/>
                  </p:oleObj>
                </mc:Choice>
                <mc:Fallback>
                  <p:oleObj name="" r:id="rId11" imgW="127000" imgH="139700" progId="Equation.3">
                    <p:embed/>
                    <p:pic>
                      <p:nvPicPr>
                        <p:cNvPr id="0" name="图片 3429"/>
                        <p:cNvPicPr/>
                        <p:nvPr/>
                      </p:nvPicPr>
                      <p:blipFill>
                        <a:blip r:embed="rId12"/>
                        <a:stretch>
                          <a:fillRect/>
                        </a:stretch>
                      </p:blipFill>
                      <p:spPr>
                        <a:xfrm>
                          <a:off x="4745" y="1568"/>
                          <a:ext cx="176" cy="193"/>
                        </a:xfrm>
                        <a:prstGeom prst="rect">
                          <a:avLst/>
                        </a:prstGeom>
                        <a:noFill/>
                        <a:ln w="38100">
                          <a:noFill/>
                          <a:miter/>
                        </a:ln>
                      </p:spPr>
                    </p:pic>
                  </p:oleObj>
                </mc:Fallback>
              </mc:AlternateContent>
            </a:graphicData>
          </a:graphic>
        </p:graphicFrame>
      </p:grpSp>
      <p:grpSp>
        <p:nvGrpSpPr>
          <p:cNvPr id="177188" name="Group 36"/>
          <p:cNvGrpSpPr/>
          <p:nvPr/>
        </p:nvGrpSpPr>
        <p:grpSpPr>
          <a:xfrm>
            <a:off x="4284663" y="1468438"/>
            <a:ext cx="1657350" cy="835025"/>
            <a:chOff x="2789" y="482"/>
            <a:chExt cx="1044" cy="526"/>
          </a:xfrm>
        </p:grpSpPr>
        <p:sp>
          <p:nvSpPr>
            <p:cNvPr id="101413" name="Text Box 37"/>
            <p:cNvSpPr txBox="1"/>
            <p:nvPr/>
          </p:nvSpPr>
          <p:spPr>
            <a:xfrm>
              <a:off x="3016" y="527"/>
              <a:ext cx="817" cy="250"/>
            </a:xfrm>
            <a:prstGeom prst="rect">
              <a:avLst/>
            </a:prstGeom>
            <a:noFill/>
            <a:ln w="9525">
              <a:noFill/>
            </a:ln>
          </p:spPr>
          <p:txBody>
            <a:bodyPr anchor="t" anchorCtr="0">
              <a:spAutoFit/>
            </a:bodyPr>
            <a:p>
              <a:pPr algn="ctr" eaLnBrk="0" hangingPunct="0">
                <a:spcBef>
                  <a:spcPct val="50000"/>
                </a:spcBef>
              </a:pPr>
              <a:r>
                <a:rPr lang="en-US" altLang="zh-CN" sz="2000" b="1" dirty="0">
                  <a:solidFill>
                    <a:srgbClr val="FF0000"/>
                  </a:solidFill>
                  <a:latin typeface="Times New Roman" panose="02020603050405020304" pitchFamily="18" charset="0"/>
                  <a:ea typeface="宋体" panose="02010600030101010101" pitchFamily="2" charset="-122"/>
                </a:rPr>
                <a:t>d</a:t>
              </a:r>
              <a:r>
                <a:rPr lang="en-US" altLang="zh-CN" sz="2000" b="1" i="1" dirty="0">
                  <a:solidFill>
                    <a:srgbClr val="FF0000"/>
                  </a:solidFill>
                  <a:latin typeface="Times New Roman" panose="02020603050405020304" pitchFamily="18" charset="0"/>
                  <a:ea typeface="宋体" panose="02010600030101010101" pitchFamily="2" charset="-122"/>
                </a:rPr>
                <a:t>l</a:t>
              </a:r>
              <a:endParaRPr lang="en-US" altLang="zh-CN" sz="2000" b="1" i="1" dirty="0">
                <a:solidFill>
                  <a:srgbClr val="FF0000"/>
                </a:solidFill>
                <a:latin typeface="Times New Roman" panose="02020603050405020304" pitchFamily="18" charset="0"/>
                <a:ea typeface="宋体" panose="02010600030101010101" pitchFamily="2" charset="-122"/>
              </a:endParaRPr>
            </a:p>
          </p:txBody>
        </p:sp>
        <p:sp>
          <p:nvSpPr>
            <p:cNvPr id="101414" name="Line 38"/>
            <p:cNvSpPr/>
            <p:nvPr/>
          </p:nvSpPr>
          <p:spPr>
            <a:xfrm>
              <a:off x="3310" y="672"/>
              <a:ext cx="0" cy="336"/>
            </a:xfrm>
            <a:prstGeom prst="line">
              <a:avLst/>
            </a:prstGeom>
            <a:ln w="38100" cap="flat" cmpd="sng">
              <a:solidFill>
                <a:srgbClr val="0000FF"/>
              </a:solidFill>
              <a:prstDash val="solid"/>
              <a:round/>
              <a:headEnd type="none" w="med" len="med"/>
              <a:tailEnd type="none" w="med" len="med"/>
            </a:ln>
          </p:spPr>
        </p:sp>
        <p:sp>
          <p:nvSpPr>
            <p:cNvPr id="101415" name="Line 39"/>
            <p:cNvSpPr/>
            <p:nvPr/>
          </p:nvSpPr>
          <p:spPr>
            <a:xfrm>
              <a:off x="3550" y="672"/>
              <a:ext cx="0" cy="336"/>
            </a:xfrm>
            <a:prstGeom prst="line">
              <a:avLst/>
            </a:prstGeom>
            <a:ln w="38100" cap="flat" cmpd="sng">
              <a:solidFill>
                <a:srgbClr val="0000FF"/>
              </a:solidFill>
              <a:prstDash val="solid"/>
              <a:round/>
              <a:headEnd type="none" w="med" len="med"/>
              <a:tailEnd type="none" w="med" len="med"/>
            </a:ln>
          </p:spPr>
        </p:sp>
        <p:sp>
          <p:nvSpPr>
            <p:cNvPr id="101416" name="Line 40"/>
            <p:cNvSpPr/>
            <p:nvPr/>
          </p:nvSpPr>
          <p:spPr>
            <a:xfrm>
              <a:off x="2822" y="720"/>
              <a:ext cx="480" cy="0"/>
            </a:xfrm>
            <a:prstGeom prst="line">
              <a:avLst/>
            </a:prstGeom>
            <a:ln w="25400" cap="flat" cmpd="sng">
              <a:solidFill>
                <a:srgbClr val="0000FF"/>
              </a:solidFill>
              <a:prstDash val="solid"/>
              <a:round/>
              <a:headEnd type="triangle" w="med" len="med"/>
              <a:tailEnd type="triangle" w="med" len="med"/>
            </a:ln>
          </p:spPr>
        </p:sp>
        <p:sp>
          <p:nvSpPr>
            <p:cNvPr id="101417" name="Text Box 41"/>
            <p:cNvSpPr txBox="1"/>
            <p:nvPr/>
          </p:nvSpPr>
          <p:spPr>
            <a:xfrm>
              <a:off x="2789" y="482"/>
              <a:ext cx="635" cy="288"/>
            </a:xfrm>
            <a:prstGeom prst="rect">
              <a:avLst/>
            </a:prstGeom>
            <a:noFill/>
            <a:ln w="9525">
              <a:noFill/>
            </a:ln>
          </p:spPr>
          <p:txBody>
            <a:bodyPr anchor="t" anchorCtr="0">
              <a:spAutoFit/>
            </a:bodyPr>
            <a:p>
              <a:pPr algn="ctr" eaLnBrk="0" hangingPunct="0">
                <a:spcBef>
                  <a:spcPct val="50000"/>
                </a:spcBef>
              </a:pPr>
              <a:r>
                <a:rPr lang="en-US" altLang="zh-CN" sz="2400" b="1" i="1" dirty="0">
                  <a:latin typeface="Times New Roman" panose="02020603050405020304" pitchFamily="18" charset="0"/>
                  <a:ea typeface="宋体" panose="02010600030101010101" pitchFamily="2" charset="-122"/>
                </a:rPr>
                <a:t>l</a:t>
              </a:r>
              <a:endParaRPr lang="en-US" altLang="zh-CN" sz="2400" b="1" i="1" dirty="0">
                <a:latin typeface="Times New Roman" panose="02020603050405020304" pitchFamily="18" charset="0"/>
                <a:ea typeface="宋体" panose="02010600030101010101" pitchFamily="2" charset="-122"/>
              </a:endParaRPr>
            </a:p>
          </p:txBody>
        </p:sp>
        <p:sp>
          <p:nvSpPr>
            <p:cNvPr id="101418" name="Line 42"/>
            <p:cNvSpPr/>
            <p:nvPr/>
          </p:nvSpPr>
          <p:spPr>
            <a:xfrm>
              <a:off x="3310" y="770"/>
              <a:ext cx="227" cy="0"/>
            </a:xfrm>
            <a:prstGeom prst="line">
              <a:avLst/>
            </a:prstGeom>
            <a:ln w="9525" cap="flat" cmpd="sng">
              <a:solidFill>
                <a:srgbClr val="FF0000"/>
              </a:solidFill>
              <a:prstDash val="solid"/>
              <a:round/>
              <a:headEnd type="triangle" w="med" len="med"/>
              <a:tailEnd type="triangle" w="med" len="med"/>
            </a:ln>
          </p:spPr>
        </p:sp>
      </p:grpSp>
      <p:sp>
        <p:nvSpPr>
          <p:cNvPr id="101419" name="Text Box 43"/>
          <p:cNvSpPr txBox="1"/>
          <p:nvPr/>
        </p:nvSpPr>
        <p:spPr>
          <a:xfrm>
            <a:off x="468313" y="476250"/>
            <a:ext cx="8280400" cy="701675"/>
          </a:xfrm>
          <a:prstGeom prst="rect">
            <a:avLst/>
          </a:prstGeom>
          <a:noFill/>
          <a:ln w="9525">
            <a:noFill/>
          </a:ln>
        </p:spPr>
        <p:txBody>
          <a:bodyPr anchor="t" anchorCtr="0">
            <a:spAutoFit/>
          </a:bodyPr>
          <a:p>
            <a:pPr eaLnBrk="0" hangingPunct="0">
              <a:spcBef>
                <a:spcPct val="50000"/>
              </a:spcBef>
            </a:pPr>
            <a:r>
              <a:rPr lang="en-US" altLang="zh-CN" b="1" dirty="0">
                <a:solidFill>
                  <a:srgbClr val="CC3300"/>
                </a:solidFill>
                <a:latin typeface="Arial" panose="020B0604020202020204" pitchFamily="34" charset="0"/>
                <a:ea typeface="宋体" panose="02010600030101010101" pitchFamily="2" charset="-122"/>
              </a:rPr>
              <a:t>【</a:t>
            </a:r>
            <a:r>
              <a:rPr lang="zh-CN" altLang="en-US" b="1" dirty="0">
                <a:solidFill>
                  <a:srgbClr val="CC3300"/>
                </a:solidFill>
                <a:latin typeface="Arial" panose="020B0604020202020204" pitchFamily="34" charset="0"/>
                <a:ea typeface="宋体" panose="02010600030101010101" pitchFamily="2" charset="-122"/>
              </a:rPr>
              <a:t>练习</a:t>
            </a:r>
            <a:r>
              <a:rPr lang="en-US" altLang="zh-CN" b="1" dirty="0">
                <a:solidFill>
                  <a:srgbClr val="CC3300"/>
                </a:solidFill>
                <a:latin typeface="Arial" panose="020B0604020202020204" pitchFamily="34" charset="0"/>
                <a:ea typeface="宋体" panose="02010600030101010101" pitchFamily="2" charset="-122"/>
              </a:rPr>
              <a:t>】</a:t>
            </a:r>
            <a:r>
              <a:rPr lang="zh-CN" altLang="en-US" sz="2000" b="1" dirty="0">
                <a:solidFill>
                  <a:srgbClr val="000000"/>
                </a:solidFill>
                <a:latin typeface="楷体_GB2312" pitchFamily="49" charset="-122"/>
                <a:ea typeface="楷体_GB2312" pitchFamily="49" charset="-122"/>
              </a:rPr>
              <a:t>劲度系数为</a:t>
            </a:r>
            <a:r>
              <a:rPr lang="en-US" altLang="zh-CN" sz="2000" b="1" i="1" dirty="0">
                <a:solidFill>
                  <a:srgbClr val="000000"/>
                </a:solidFill>
                <a:latin typeface="Times New Roman" panose="02020603050405020304" pitchFamily="18" charset="0"/>
                <a:ea typeface="黑体" panose="02010609060101010101" pitchFamily="2" charset="-122"/>
              </a:rPr>
              <a:t>k</a:t>
            </a:r>
            <a:r>
              <a:rPr lang="zh-CN" altLang="en-US" sz="2000" b="1" dirty="0">
                <a:solidFill>
                  <a:srgbClr val="000000"/>
                </a:solidFill>
                <a:latin typeface="黑体" panose="02010609060101010101" pitchFamily="2" charset="-122"/>
                <a:ea typeface="黑体" panose="02010609060101010101" pitchFamily="2" charset="-122"/>
              </a:rPr>
              <a:t>、</a:t>
            </a:r>
            <a:r>
              <a:rPr lang="zh-CN" altLang="en-US" sz="2000" b="1" dirty="0">
                <a:solidFill>
                  <a:srgbClr val="CC0000"/>
                </a:solidFill>
                <a:latin typeface="楷体_GB2312" pitchFamily="49" charset="-122"/>
                <a:ea typeface="楷体_GB2312" pitchFamily="49" charset="-122"/>
              </a:rPr>
              <a:t>质量为</a:t>
            </a:r>
            <a:r>
              <a:rPr lang="en-US" altLang="zh-CN" sz="2000" b="1" i="1" dirty="0">
                <a:solidFill>
                  <a:srgbClr val="CC0000"/>
                </a:solidFill>
                <a:latin typeface="Times New Roman" panose="02020603050405020304" pitchFamily="18" charset="0"/>
                <a:ea typeface="黑体" panose="02010609060101010101" pitchFamily="2" charset="-122"/>
              </a:rPr>
              <a:t>m</a:t>
            </a:r>
            <a:r>
              <a:rPr lang="en-US" altLang="zh-CN" sz="2000" b="1" i="1" dirty="0">
                <a:solidFill>
                  <a:srgbClr val="000000"/>
                </a:solidFill>
                <a:latin typeface="Times New Roman" panose="02020603050405020304" pitchFamily="18" charset="0"/>
                <a:ea typeface="黑体" panose="02010609060101010101" pitchFamily="2" charset="-122"/>
              </a:rPr>
              <a:t> </a:t>
            </a:r>
            <a:r>
              <a:rPr lang="zh-CN" altLang="en-US" sz="2000" b="1" dirty="0">
                <a:solidFill>
                  <a:srgbClr val="000000"/>
                </a:solidFill>
                <a:latin typeface="楷体_GB2312" pitchFamily="49" charset="-122"/>
                <a:ea typeface="楷体_GB2312" pitchFamily="49" charset="-122"/>
              </a:rPr>
              <a:t>的均匀弹簧，一端固定，另一端系一质量为</a:t>
            </a:r>
            <a:r>
              <a:rPr lang="en-US" altLang="zh-CN" sz="2000" b="1" i="1" dirty="0">
                <a:solidFill>
                  <a:srgbClr val="000000"/>
                </a:solidFill>
                <a:latin typeface="Times New Roman" panose="02020603050405020304" pitchFamily="18" charset="0"/>
                <a:ea typeface="黑体" panose="02010609060101010101" pitchFamily="2" charset="-122"/>
              </a:rPr>
              <a:t>M</a:t>
            </a:r>
            <a:r>
              <a:rPr lang="en-US" altLang="zh-CN" sz="800" b="1" dirty="0">
                <a:solidFill>
                  <a:srgbClr val="000000"/>
                </a:solidFill>
                <a:latin typeface="黑体" panose="02010609060101010101" pitchFamily="2" charset="-122"/>
                <a:ea typeface="黑体" panose="02010609060101010101" pitchFamily="2" charset="-122"/>
              </a:rPr>
              <a:t> </a:t>
            </a:r>
            <a:r>
              <a:rPr lang="zh-CN" altLang="en-US" sz="2000" b="1" dirty="0">
                <a:solidFill>
                  <a:srgbClr val="000000"/>
                </a:solidFill>
                <a:latin typeface="楷体_GB2312" pitchFamily="49" charset="-122"/>
                <a:ea typeface="楷体_GB2312" pitchFamily="49" charset="-122"/>
              </a:rPr>
              <a:t>的物体，在光滑水平面内作直线运动。求解其运动。</a:t>
            </a:r>
            <a:r>
              <a:rPr lang="en-US" altLang="zh-CN" sz="2000" b="1" dirty="0">
                <a:solidFill>
                  <a:srgbClr val="000000"/>
                </a:solidFill>
                <a:latin typeface="黑体" panose="02010609060101010101" pitchFamily="2" charset="-122"/>
                <a:ea typeface="黑体" panose="02010609060101010101" pitchFamily="2" charset="-122"/>
              </a:rPr>
              <a:t>(</a:t>
            </a:r>
            <a:r>
              <a:rPr lang="en-US" altLang="zh-CN" sz="800" b="1" dirty="0">
                <a:solidFill>
                  <a:srgbClr val="000000"/>
                </a:solidFill>
                <a:latin typeface="黑体" panose="02010609060101010101" pitchFamily="2" charset="-122"/>
                <a:ea typeface="黑体" panose="02010609060101010101" pitchFamily="2" charset="-122"/>
              </a:rPr>
              <a:t> </a:t>
            </a:r>
            <a:r>
              <a:rPr lang="en-US" altLang="zh-CN" sz="2000" b="1" i="1" dirty="0">
                <a:solidFill>
                  <a:srgbClr val="000000"/>
                </a:solidFill>
                <a:latin typeface="Times New Roman" panose="02020603050405020304" pitchFamily="18" charset="0"/>
                <a:ea typeface="黑体" panose="02010609060101010101" pitchFamily="2" charset="-122"/>
              </a:rPr>
              <a:t>m </a:t>
            </a:r>
            <a:r>
              <a:rPr lang="en-US" altLang="zh-CN" sz="2000" b="1" dirty="0">
                <a:solidFill>
                  <a:srgbClr val="000000"/>
                </a:solidFill>
                <a:latin typeface="Times New Roman" panose="02020603050405020304" pitchFamily="18" charset="0"/>
                <a:ea typeface="黑体" panose="02010609060101010101" pitchFamily="2" charset="-122"/>
              </a:rPr>
              <a:t>&lt; </a:t>
            </a:r>
            <a:r>
              <a:rPr lang="en-US" altLang="zh-CN" sz="2000" b="1" i="1" dirty="0">
                <a:solidFill>
                  <a:srgbClr val="000000"/>
                </a:solidFill>
                <a:latin typeface="Times New Roman" panose="02020603050405020304" pitchFamily="18" charset="0"/>
                <a:ea typeface="黑体" panose="02010609060101010101" pitchFamily="2" charset="-122"/>
              </a:rPr>
              <a:t>M</a:t>
            </a:r>
            <a:r>
              <a:rPr lang="en-US" altLang="zh-CN" sz="800" b="1" i="1" dirty="0">
                <a:solidFill>
                  <a:srgbClr val="000000"/>
                </a:solidFill>
                <a:latin typeface="黑体" panose="02010609060101010101" pitchFamily="2" charset="-122"/>
                <a:ea typeface="黑体" panose="02010609060101010101" pitchFamily="2" charset="-122"/>
              </a:rPr>
              <a:t> </a:t>
            </a:r>
            <a:r>
              <a:rPr lang="en-US" altLang="zh-CN" sz="2000" b="1" dirty="0">
                <a:solidFill>
                  <a:srgbClr val="000000"/>
                </a:solidFill>
                <a:latin typeface="黑体" panose="02010609060101010101" pitchFamily="2" charset="-122"/>
                <a:ea typeface="黑体" panose="02010609060101010101" pitchFamily="2" charset="-122"/>
              </a:rPr>
              <a:t>)</a:t>
            </a:r>
            <a:endParaRPr lang="en-US" altLang="zh-CN" sz="2000" b="1" dirty="0">
              <a:solidFill>
                <a:srgbClr val="000000"/>
              </a:solidFill>
              <a:latin typeface="黑体" panose="02010609060101010101" pitchFamily="2" charset="-122"/>
              <a:ea typeface="黑体" panose="02010609060101010101" pitchFamily="2" charset="-122"/>
            </a:endParaRPr>
          </a:p>
        </p:txBody>
      </p:sp>
      <p:sp>
        <p:nvSpPr>
          <p:cNvPr id="177196" name="Text Box 44"/>
          <p:cNvSpPr txBox="1"/>
          <p:nvPr/>
        </p:nvSpPr>
        <p:spPr>
          <a:xfrm>
            <a:off x="419100" y="5319713"/>
            <a:ext cx="3398838" cy="366712"/>
          </a:xfrm>
          <a:prstGeom prst="rect">
            <a:avLst/>
          </a:prstGeom>
          <a:noFill/>
          <a:ln w="9525">
            <a:noFill/>
          </a:ln>
        </p:spPr>
        <p:txBody>
          <a:bodyPr anchor="t" anchorCtr="0">
            <a:spAutoFit/>
          </a:bodyPr>
          <a:p>
            <a:pPr algn="just"/>
            <a:r>
              <a:rPr lang="zh-CN" altLang="en-US" b="1" dirty="0">
                <a:solidFill>
                  <a:srgbClr val="000000"/>
                </a:solidFill>
                <a:latin typeface="Symbol" panose="05050102010706020507" pitchFamily="18" charset="2"/>
                <a:ea typeface="楷体_GB2312" pitchFamily="49" charset="-122"/>
              </a:rPr>
              <a:t>系统弹性势能</a:t>
            </a:r>
            <a:r>
              <a:rPr lang="zh-CN" altLang="en-US" b="1" dirty="0">
                <a:solidFill>
                  <a:srgbClr val="000000"/>
                </a:solidFill>
                <a:latin typeface="Times New Roman" panose="02020603050405020304" pitchFamily="18" charset="0"/>
                <a:ea typeface="楷体_GB2312" pitchFamily="49" charset="-122"/>
              </a:rPr>
              <a:t>为</a:t>
            </a:r>
            <a:endParaRPr lang="zh-CN" altLang="en-US" b="1" dirty="0">
              <a:solidFill>
                <a:srgbClr val="000000"/>
              </a:solidFill>
              <a:latin typeface="Times New Roman" panose="02020603050405020304" pitchFamily="18" charset="0"/>
              <a:ea typeface="楷体_GB2312" pitchFamily="49" charset="-122"/>
            </a:endParaRPr>
          </a:p>
        </p:txBody>
      </p:sp>
      <p:graphicFrame>
        <p:nvGraphicFramePr>
          <p:cNvPr id="177197" name="Object 45"/>
          <p:cNvGraphicFramePr>
            <a:graphicFrameLocks noChangeAspect="1"/>
          </p:cNvGraphicFramePr>
          <p:nvPr/>
        </p:nvGraphicFramePr>
        <p:xfrm>
          <a:off x="2182813" y="5345113"/>
          <a:ext cx="1074737" cy="347662"/>
        </p:xfrm>
        <a:graphic>
          <a:graphicData uri="http://schemas.openxmlformats.org/presentationml/2006/ole">
            <mc:AlternateContent xmlns:mc="http://schemas.openxmlformats.org/markup-compatibility/2006">
              <mc:Choice xmlns:v="urn:schemas-microsoft-com:vml" Requires="v">
                <p:oleObj spid="_x0000_s3432" name="" r:id="rId13" imgW="711200" imgH="228600" progId="Equation.3">
                  <p:embed/>
                </p:oleObj>
              </mc:Choice>
              <mc:Fallback>
                <p:oleObj name="" r:id="rId13" imgW="711200" imgH="228600" progId="Equation.3">
                  <p:embed/>
                  <p:pic>
                    <p:nvPicPr>
                      <p:cNvPr id="0" name="图片 3431"/>
                      <p:cNvPicPr/>
                      <p:nvPr/>
                    </p:nvPicPr>
                    <p:blipFill>
                      <a:blip r:embed="rId14"/>
                      <a:stretch>
                        <a:fillRect/>
                      </a:stretch>
                    </p:blipFill>
                    <p:spPr>
                      <a:xfrm>
                        <a:off x="2182813" y="5345113"/>
                        <a:ext cx="1074737" cy="347662"/>
                      </a:xfrm>
                      <a:prstGeom prst="rect">
                        <a:avLst/>
                      </a:prstGeom>
                      <a:noFill/>
                      <a:ln w="38100">
                        <a:noFill/>
                        <a:miter/>
                      </a:ln>
                    </p:spPr>
                  </p:pic>
                </p:oleObj>
              </mc:Fallback>
            </mc:AlternateContent>
          </a:graphicData>
        </a:graphic>
      </p:graphicFrame>
      <p:sp>
        <p:nvSpPr>
          <p:cNvPr id="177198" name="Text Box 46"/>
          <p:cNvSpPr txBox="1"/>
          <p:nvPr/>
        </p:nvSpPr>
        <p:spPr>
          <a:xfrm>
            <a:off x="3779838" y="3228975"/>
            <a:ext cx="4038600" cy="366713"/>
          </a:xfrm>
          <a:prstGeom prst="rect">
            <a:avLst/>
          </a:prstGeom>
          <a:noFill/>
          <a:ln w="9525">
            <a:noFill/>
          </a:ln>
        </p:spPr>
        <p:txBody>
          <a:bodyPr anchor="t" anchorCtr="0">
            <a:spAutoFit/>
          </a:bodyPr>
          <a:p>
            <a:pPr algn="just"/>
            <a:r>
              <a:rPr lang="zh-CN" altLang="en-US" b="1" dirty="0">
                <a:solidFill>
                  <a:srgbClr val="0000CC"/>
                </a:solidFill>
                <a:latin typeface="Symbol" panose="05050102010706020507" pitchFamily="18" charset="2"/>
                <a:ea typeface="楷体_GB2312" pitchFamily="49" charset="-122"/>
              </a:rPr>
              <a:t>系统机械能守恒，有</a:t>
            </a:r>
            <a:endParaRPr lang="zh-CN" altLang="en-US" b="1" dirty="0">
              <a:solidFill>
                <a:srgbClr val="0000CC"/>
              </a:solidFill>
              <a:latin typeface="Times New Roman" panose="02020603050405020304" pitchFamily="18" charset="0"/>
              <a:ea typeface="楷体_GB2312" pitchFamily="49" charset="-122"/>
            </a:endParaRPr>
          </a:p>
        </p:txBody>
      </p:sp>
      <p:sp>
        <p:nvSpPr>
          <p:cNvPr id="177199" name="Rectangle 47"/>
          <p:cNvSpPr/>
          <p:nvPr/>
        </p:nvSpPr>
        <p:spPr>
          <a:xfrm>
            <a:off x="6159500" y="3703638"/>
            <a:ext cx="1512888" cy="366712"/>
          </a:xfrm>
          <a:prstGeom prst="rect">
            <a:avLst/>
          </a:prstGeom>
          <a:noFill/>
          <a:ln w="9525">
            <a:noFill/>
          </a:ln>
        </p:spPr>
        <p:txBody>
          <a:bodyPr anchor="t" anchorCtr="0">
            <a:spAutoFit/>
          </a:bodyPr>
          <a:p>
            <a:r>
              <a:rPr lang="zh-CN" altLang="en-US" b="1" dirty="0">
                <a:solidFill>
                  <a:srgbClr val="000000"/>
                </a:solidFill>
                <a:latin typeface="Symbol" panose="05050102010706020507" pitchFamily="18" charset="2"/>
                <a:ea typeface="楷体_GB2312" pitchFamily="49" charset="-122"/>
              </a:rPr>
              <a:t>常数</a:t>
            </a:r>
            <a:endParaRPr lang="zh-CN" altLang="en-US" b="1" dirty="0">
              <a:solidFill>
                <a:srgbClr val="000000"/>
              </a:solidFill>
              <a:latin typeface="Symbol" panose="05050102010706020507" pitchFamily="18" charset="2"/>
              <a:ea typeface="楷体_GB2312" pitchFamily="49" charset="-122"/>
            </a:endParaRPr>
          </a:p>
        </p:txBody>
      </p:sp>
      <p:graphicFrame>
        <p:nvGraphicFramePr>
          <p:cNvPr id="177200" name="Object 48"/>
          <p:cNvGraphicFramePr>
            <a:graphicFrameLocks noChangeAspect="1"/>
          </p:cNvGraphicFramePr>
          <p:nvPr/>
        </p:nvGraphicFramePr>
        <p:xfrm>
          <a:off x="3900488" y="3605213"/>
          <a:ext cx="2305050" cy="579437"/>
        </p:xfrm>
        <a:graphic>
          <a:graphicData uri="http://schemas.openxmlformats.org/presentationml/2006/ole">
            <mc:AlternateContent xmlns:mc="http://schemas.openxmlformats.org/markup-compatibility/2006">
              <mc:Choice xmlns:v="urn:schemas-microsoft-com:vml" Requires="v">
                <p:oleObj spid="_x0000_s3431" name="" r:id="rId15" imgW="1460500" imgH="368300" progId="Equation.3">
                  <p:embed/>
                </p:oleObj>
              </mc:Choice>
              <mc:Fallback>
                <p:oleObj name="" r:id="rId15" imgW="1460500" imgH="368300" progId="Equation.3">
                  <p:embed/>
                  <p:pic>
                    <p:nvPicPr>
                      <p:cNvPr id="0" name="图片 3430"/>
                      <p:cNvPicPr/>
                      <p:nvPr/>
                    </p:nvPicPr>
                    <p:blipFill>
                      <a:blip r:embed="rId16"/>
                      <a:stretch>
                        <a:fillRect/>
                      </a:stretch>
                    </p:blipFill>
                    <p:spPr>
                      <a:xfrm>
                        <a:off x="3900488" y="3605213"/>
                        <a:ext cx="2305050" cy="579437"/>
                      </a:xfrm>
                      <a:prstGeom prst="rect">
                        <a:avLst/>
                      </a:prstGeom>
                      <a:noFill/>
                      <a:ln w="38100">
                        <a:noFill/>
                        <a:miter/>
                      </a:ln>
                    </p:spPr>
                  </p:pic>
                </p:oleObj>
              </mc:Fallback>
            </mc:AlternateContent>
          </a:graphicData>
        </a:graphic>
      </p:graphicFrame>
      <p:sp>
        <p:nvSpPr>
          <p:cNvPr id="177201" name="Rectangle 49"/>
          <p:cNvSpPr/>
          <p:nvPr/>
        </p:nvSpPr>
        <p:spPr>
          <a:xfrm>
            <a:off x="6013450" y="4291013"/>
            <a:ext cx="1439863" cy="366712"/>
          </a:xfrm>
          <a:prstGeom prst="rect">
            <a:avLst/>
          </a:prstGeom>
          <a:noFill/>
          <a:ln w="9525">
            <a:noFill/>
          </a:ln>
        </p:spPr>
        <p:txBody>
          <a:bodyPr anchor="t" anchorCtr="0">
            <a:spAutoFit/>
          </a:bodyPr>
          <a:p>
            <a:r>
              <a:rPr lang="zh-CN" altLang="en-US" b="1" dirty="0">
                <a:solidFill>
                  <a:srgbClr val="000000"/>
                </a:solidFill>
                <a:latin typeface="Symbol" panose="05050102010706020507" pitchFamily="18" charset="2"/>
                <a:ea typeface="楷体_GB2312" pitchFamily="49" charset="-122"/>
              </a:rPr>
              <a:t>常数</a:t>
            </a:r>
            <a:endParaRPr lang="zh-CN" altLang="en-US" b="1" dirty="0">
              <a:solidFill>
                <a:srgbClr val="000000"/>
              </a:solidFill>
              <a:latin typeface="Symbol" panose="05050102010706020507" pitchFamily="18" charset="2"/>
              <a:ea typeface="楷体_GB2312" pitchFamily="49" charset="-122"/>
            </a:endParaRPr>
          </a:p>
        </p:txBody>
      </p:sp>
      <p:graphicFrame>
        <p:nvGraphicFramePr>
          <p:cNvPr id="177202" name="Object 50"/>
          <p:cNvGraphicFramePr>
            <a:graphicFrameLocks noChangeAspect="1"/>
          </p:cNvGraphicFramePr>
          <p:nvPr/>
        </p:nvGraphicFramePr>
        <p:xfrm>
          <a:off x="3886200" y="4194175"/>
          <a:ext cx="2089150" cy="577850"/>
        </p:xfrm>
        <a:graphic>
          <a:graphicData uri="http://schemas.openxmlformats.org/presentationml/2006/ole">
            <mc:AlternateContent xmlns:mc="http://schemas.openxmlformats.org/markup-compatibility/2006">
              <mc:Choice xmlns:v="urn:schemas-microsoft-com:vml" Requires="v">
                <p:oleObj spid="_x0000_s3429" name="" r:id="rId17" imgW="1333500" imgH="368300" progId="Equation.3">
                  <p:embed/>
                </p:oleObj>
              </mc:Choice>
              <mc:Fallback>
                <p:oleObj name="" r:id="rId17" imgW="1333500" imgH="368300" progId="Equation.3">
                  <p:embed/>
                  <p:pic>
                    <p:nvPicPr>
                      <p:cNvPr id="0" name="图片 3428"/>
                      <p:cNvPicPr/>
                      <p:nvPr/>
                    </p:nvPicPr>
                    <p:blipFill>
                      <a:blip r:embed="rId18"/>
                      <a:stretch>
                        <a:fillRect/>
                      </a:stretch>
                    </p:blipFill>
                    <p:spPr>
                      <a:xfrm>
                        <a:off x="3886200" y="4194175"/>
                        <a:ext cx="2089150" cy="577850"/>
                      </a:xfrm>
                      <a:prstGeom prst="rect">
                        <a:avLst/>
                      </a:prstGeom>
                      <a:noFill/>
                      <a:ln w="38100">
                        <a:noFill/>
                        <a:miter/>
                      </a:ln>
                    </p:spPr>
                  </p:pic>
                </p:oleObj>
              </mc:Fallback>
            </mc:AlternateContent>
          </a:graphicData>
        </a:graphic>
      </p:graphicFrame>
      <p:sp>
        <p:nvSpPr>
          <p:cNvPr id="177203" name="Text Box 51"/>
          <p:cNvSpPr txBox="1"/>
          <p:nvPr/>
        </p:nvSpPr>
        <p:spPr>
          <a:xfrm>
            <a:off x="3492500" y="4756150"/>
            <a:ext cx="4968875" cy="366713"/>
          </a:xfrm>
          <a:prstGeom prst="rect">
            <a:avLst/>
          </a:prstGeom>
          <a:noFill/>
          <a:ln w="9525">
            <a:noFill/>
          </a:ln>
        </p:spPr>
        <p:txBody>
          <a:bodyPr anchor="t" anchorCtr="0">
            <a:spAutoFit/>
          </a:bodyPr>
          <a:p>
            <a:r>
              <a:rPr lang="zh-CN" altLang="en-US" b="1" dirty="0">
                <a:solidFill>
                  <a:srgbClr val="000000"/>
                </a:solidFill>
                <a:latin typeface="Symbol" panose="05050102010706020507" pitchFamily="18" charset="2"/>
                <a:ea typeface="楷体_GB2312" pitchFamily="49" charset="-122"/>
              </a:rPr>
              <a:t>将上式对时间求导，整理后可得</a:t>
            </a:r>
            <a:endParaRPr lang="zh-CN" altLang="en-US" b="1" dirty="0">
              <a:solidFill>
                <a:srgbClr val="000000"/>
              </a:solidFill>
              <a:latin typeface="Times New Roman" panose="02020603050405020304" pitchFamily="18" charset="0"/>
              <a:ea typeface="楷体_GB2312" pitchFamily="49" charset="-122"/>
            </a:endParaRPr>
          </a:p>
        </p:txBody>
      </p:sp>
      <p:graphicFrame>
        <p:nvGraphicFramePr>
          <p:cNvPr id="177204" name="Object 52"/>
          <p:cNvGraphicFramePr>
            <a:graphicFrameLocks noChangeAspect="1"/>
          </p:cNvGraphicFramePr>
          <p:nvPr/>
        </p:nvGraphicFramePr>
        <p:xfrm>
          <a:off x="3862388" y="5195888"/>
          <a:ext cx="1862137" cy="569912"/>
        </p:xfrm>
        <a:graphic>
          <a:graphicData uri="http://schemas.openxmlformats.org/presentationml/2006/ole">
            <mc:AlternateContent xmlns:mc="http://schemas.openxmlformats.org/markup-compatibility/2006">
              <mc:Choice xmlns:v="urn:schemas-microsoft-com:vml" Requires="v">
                <p:oleObj spid="_x0000_s3436" name="" r:id="rId19" imgW="1206500" imgH="368300" progId="Equation.3">
                  <p:embed/>
                </p:oleObj>
              </mc:Choice>
              <mc:Fallback>
                <p:oleObj name="" r:id="rId19" imgW="1206500" imgH="368300" progId="Equation.3">
                  <p:embed/>
                  <p:pic>
                    <p:nvPicPr>
                      <p:cNvPr id="0" name="图片 3435"/>
                      <p:cNvPicPr/>
                      <p:nvPr/>
                    </p:nvPicPr>
                    <p:blipFill>
                      <a:blip r:embed="rId20"/>
                      <a:stretch>
                        <a:fillRect/>
                      </a:stretch>
                    </p:blipFill>
                    <p:spPr>
                      <a:xfrm>
                        <a:off x="3862388" y="5195888"/>
                        <a:ext cx="1862137" cy="569912"/>
                      </a:xfrm>
                      <a:prstGeom prst="rect">
                        <a:avLst/>
                      </a:prstGeom>
                      <a:noFill/>
                      <a:ln w="38100">
                        <a:noFill/>
                        <a:miter/>
                      </a:ln>
                    </p:spPr>
                  </p:pic>
                </p:oleObj>
              </mc:Fallback>
            </mc:AlternateContent>
          </a:graphicData>
        </a:graphic>
      </p:graphicFrame>
      <p:sp>
        <p:nvSpPr>
          <p:cNvPr id="177205" name="AutoShape 53"/>
          <p:cNvSpPr/>
          <p:nvPr/>
        </p:nvSpPr>
        <p:spPr>
          <a:xfrm>
            <a:off x="5191125" y="5805488"/>
            <a:ext cx="533400" cy="100012"/>
          </a:xfrm>
          <a:prstGeom prst="notchedRightArrow">
            <a:avLst>
              <a:gd name="adj1" fmla="val 50000"/>
              <a:gd name="adj2" fmla="val 133087"/>
            </a:avLst>
          </a:prstGeom>
          <a:solidFill>
            <a:srgbClr val="66FF66"/>
          </a:solidFill>
          <a:ln w="9525" cap="flat" cmpd="sng">
            <a:solidFill>
              <a:srgbClr val="FF00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aphicFrame>
        <p:nvGraphicFramePr>
          <p:cNvPr id="177206" name="Object 54"/>
          <p:cNvGraphicFramePr>
            <a:graphicFrameLocks noChangeAspect="1"/>
          </p:cNvGraphicFramePr>
          <p:nvPr/>
        </p:nvGraphicFramePr>
        <p:xfrm>
          <a:off x="5854700" y="5511800"/>
          <a:ext cx="2030413" cy="692150"/>
        </p:xfrm>
        <a:graphic>
          <a:graphicData uri="http://schemas.openxmlformats.org/presentationml/2006/ole">
            <mc:AlternateContent xmlns:mc="http://schemas.openxmlformats.org/markup-compatibility/2006">
              <mc:Choice xmlns:v="urn:schemas-microsoft-com:vml" Requires="v">
                <p:oleObj spid="_x0000_s3434" name="" r:id="rId21" imgW="1346200" imgH="457200" progId="Equation.3">
                  <p:embed/>
                </p:oleObj>
              </mc:Choice>
              <mc:Fallback>
                <p:oleObj name="" r:id="rId21" imgW="1346200" imgH="457200" progId="Equation.3">
                  <p:embed/>
                  <p:pic>
                    <p:nvPicPr>
                      <p:cNvPr id="0" name="图片 3433"/>
                      <p:cNvPicPr/>
                      <p:nvPr/>
                    </p:nvPicPr>
                    <p:blipFill>
                      <a:blip r:embed="rId22"/>
                      <a:stretch>
                        <a:fillRect/>
                      </a:stretch>
                    </p:blipFill>
                    <p:spPr>
                      <a:xfrm>
                        <a:off x="5854700" y="5511800"/>
                        <a:ext cx="2030413" cy="692150"/>
                      </a:xfrm>
                      <a:prstGeom prst="rect">
                        <a:avLst/>
                      </a:prstGeom>
                      <a:noFill/>
                      <a:ln w="38100">
                        <a:noFill/>
                        <a:miter/>
                      </a:ln>
                    </p:spPr>
                  </p:pic>
                </p:oleObj>
              </mc:Fallback>
            </mc:AlternateContent>
          </a:graphicData>
        </a:graphic>
      </p:graphicFrame>
      <p:grpSp>
        <p:nvGrpSpPr>
          <p:cNvPr id="177207" name="Group 55"/>
          <p:cNvGrpSpPr/>
          <p:nvPr/>
        </p:nvGrpSpPr>
        <p:grpSpPr>
          <a:xfrm>
            <a:off x="6454775" y="5065713"/>
            <a:ext cx="1670050" cy="1198562"/>
            <a:chOff x="3864" y="1525"/>
            <a:chExt cx="1510" cy="1307"/>
          </a:xfrm>
        </p:grpSpPr>
        <p:sp>
          <p:nvSpPr>
            <p:cNvPr id="101432" name="AutoShape 56"/>
            <p:cNvSpPr/>
            <p:nvPr/>
          </p:nvSpPr>
          <p:spPr>
            <a:xfrm>
              <a:off x="3864" y="2016"/>
              <a:ext cx="816" cy="816"/>
            </a:xfrm>
            <a:prstGeom prst="wedgeRoundRectCallout">
              <a:avLst>
                <a:gd name="adj1" fmla="val 87500"/>
                <a:gd name="adj2" fmla="val -66421"/>
                <a:gd name="adj3" fmla="val 16667"/>
              </a:avLst>
            </a:prstGeom>
            <a:noFill/>
            <a:ln w="31750" cap="flat" cmpd="sng">
              <a:solidFill>
                <a:srgbClr val="0000FF"/>
              </a:solidFill>
              <a:prstDash val="sysDot"/>
              <a:miter/>
              <a:headEnd type="none" w="med" len="med"/>
              <a:tailEnd type="none" w="med" len="med"/>
            </a:ln>
          </p:spPr>
          <p:txBody>
            <a:bodyPr anchor="t" anchorCtr="0"/>
            <a:p>
              <a:pPr algn="ctr"/>
              <a:endParaRPr lang="zh-CN" altLang="zh-CN" sz="2000" dirty="0">
                <a:solidFill>
                  <a:srgbClr val="000000"/>
                </a:solidFill>
                <a:latin typeface="Times New Roman" panose="02020603050405020304" pitchFamily="18" charset="0"/>
                <a:ea typeface="宋体" panose="02010600030101010101" pitchFamily="2" charset="-122"/>
              </a:endParaRPr>
            </a:p>
          </p:txBody>
        </p:sp>
        <p:graphicFrame>
          <p:nvGraphicFramePr>
            <p:cNvPr id="101433" name="Object 57"/>
            <p:cNvGraphicFramePr>
              <a:graphicFrameLocks noChangeAspect="1"/>
            </p:cNvGraphicFramePr>
            <p:nvPr/>
          </p:nvGraphicFramePr>
          <p:xfrm>
            <a:off x="5012" y="1525"/>
            <a:ext cx="362" cy="362"/>
          </p:xfrm>
          <a:graphic>
            <a:graphicData uri="http://schemas.openxmlformats.org/presentationml/2006/ole">
              <mc:AlternateContent xmlns:mc="http://schemas.openxmlformats.org/markup-compatibility/2006">
                <mc:Choice xmlns:v="urn:schemas-microsoft-com:vml" Requires="v">
                  <p:oleObj spid="_x0000_s3435" name="" r:id="rId23" imgW="203200" imgH="203200" progId="Equation.3">
                    <p:embed/>
                  </p:oleObj>
                </mc:Choice>
                <mc:Fallback>
                  <p:oleObj name="" r:id="rId23" imgW="203200" imgH="203200" progId="Equation.3">
                    <p:embed/>
                    <p:pic>
                      <p:nvPicPr>
                        <p:cNvPr id="0" name="图片 3434"/>
                        <p:cNvPicPr/>
                        <p:nvPr/>
                      </p:nvPicPr>
                      <p:blipFill>
                        <a:blip r:embed="rId24"/>
                        <a:stretch>
                          <a:fillRect/>
                        </a:stretch>
                      </p:blipFill>
                      <p:spPr>
                        <a:xfrm>
                          <a:off x="5012" y="1525"/>
                          <a:ext cx="362" cy="362"/>
                        </a:xfrm>
                        <a:prstGeom prst="rect">
                          <a:avLst/>
                        </a:prstGeom>
                        <a:noFill/>
                        <a:ln w="38100">
                          <a:noFill/>
                          <a:miter/>
                        </a:ln>
                      </p:spPr>
                    </p:pic>
                  </p:oleObj>
                </mc:Fallback>
              </mc:AlternateContent>
            </a:graphicData>
          </a:graphic>
        </p:graphicFrame>
      </p:grpSp>
      <p:sp>
        <p:nvSpPr>
          <p:cNvPr id="177210" name="Text Box 58"/>
          <p:cNvSpPr txBox="1"/>
          <p:nvPr/>
        </p:nvSpPr>
        <p:spPr>
          <a:xfrm>
            <a:off x="6964363" y="3257550"/>
            <a:ext cx="1657350" cy="1711325"/>
          </a:xfrm>
          <a:prstGeom prst="rect">
            <a:avLst/>
          </a:prstGeom>
          <a:noFill/>
          <a:ln w="9525" cap="flat" cmpd="sng">
            <a:solidFill>
              <a:srgbClr val="CC0000"/>
            </a:solidFill>
            <a:prstDash val="solid"/>
            <a:miter/>
            <a:headEnd type="none" w="med" len="med"/>
            <a:tailEnd type="none" w="med" len="med"/>
          </a:ln>
        </p:spPr>
        <p:txBody>
          <a:bodyPr anchor="t" anchorCtr="0">
            <a:spAutoFit/>
          </a:bodyPr>
          <a:p>
            <a:pPr>
              <a:lnSpc>
                <a:spcPct val="110000"/>
              </a:lnSpc>
            </a:pPr>
            <a:r>
              <a:rPr lang="en-US" altLang="zh-CN" sz="1600" b="1" dirty="0">
                <a:solidFill>
                  <a:srgbClr val="000000"/>
                </a:solidFill>
                <a:latin typeface="Symbol" panose="05050102010706020507" pitchFamily="18" charset="2"/>
                <a:ea typeface="楷体_GB2312" pitchFamily="49" charset="-122"/>
              </a:rPr>
              <a:t>       </a:t>
            </a:r>
            <a:r>
              <a:rPr lang="zh-CN" altLang="en-US" sz="1600" b="1" dirty="0">
                <a:solidFill>
                  <a:srgbClr val="000000"/>
                </a:solidFill>
                <a:latin typeface="Symbol" panose="05050102010706020507" pitchFamily="18" charset="2"/>
                <a:ea typeface="楷体_GB2312" pitchFamily="49" charset="-122"/>
              </a:rPr>
              <a:t>因此，弹簧质量小于物体质量，且系统作微运动时，弹簧振子的运动可视为是简谐运动。</a:t>
            </a:r>
            <a:endParaRPr lang="zh-CN" altLang="en-US" sz="1600" b="1" dirty="0">
              <a:solidFill>
                <a:srgbClr val="000000"/>
              </a:solidFill>
              <a:latin typeface="Times New Roman" panose="02020603050405020304" pitchFamily="18" charset="0"/>
              <a:ea typeface="楷体_GB2312" pitchFamily="49" charset="-122"/>
            </a:endParaRPr>
          </a:p>
        </p:txBody>
      </p:sp>
      <p:graphicFrame>
        <p:nvGraphicFramePr>
          <p:cNvPr id="177211" name="Object 59"/>
          <p:cNvGraphicFramePr>
            <a:graphicFrameLocks noChangeAspect="1"/>
          </p:cNvGraphicFramePr>
          <p:nvPr/>
        </p:nvGraphicFramePr>
        <p:xfrm>
          <a:off x="539750" y="5805488"/>
          <a:ext cx="3097213" cy="420687"/>
        </p:xfrm>
        <a:graphic>
          <a:graphicData uri="http://schemas.openxmlformats.org/presentationml/2006/ole">
            <mc:AlternateContent xmlns:mc="http://schemas.openxmlformats.org/markup-compatibility/2006">
              <mc:Choice xmlns:v="urn:schemas-microsoft-com:vml" Requires="v">
                <p:oleObj spid="_x0000_s3433" name="" r:id="rId25" imgW="1879600" imgH="254000" progId="Equation.3">
                  <p:embed/>
                </p:oleObj>
              </mc:Choice>
              <mc:Fallback>
                <p:oleObj name="" r:id="rId25" imgW="1879600" imgH="254000" progId="Equation.3">
                  <p:embed/>
                  <p:pic>
                    <p:nvPicPr>
                      <p:cNvPr id="0" name="图片 3432"/>
                      <p:cNvPicPr/>
                      <p:nvPr/>
                    </p:nvPicPr>
                    <p:blipFill>
                      <a:blip r:embed="rId26"/>
                      <a:stretch>
                        <a:fillRect/>
                      </a:stretch>
                    </p:blipFill>
                    <p:spPr>
                      <a:xfrm>
                        <a:off x="539750" y="5805488"/>
                        <a:ext cx="3097213" cy="420687"/>
                      </a:xfrm>
                      <a:prstGeom prst="rect">
                        <a:avLst/>
                      </a:prstGeom>
                      <a:noFill/>
                      <a:ln w="9525" cap="flat" cmpd="sng">
                        <a:solidFill>
                          <a:srgbClr val="CC0000"/>
                        </a:solidFill>
                        <a:prstDash val="solid"/>
                        <a:miter/>
                        <a:headEnd type="none" w="med" len="med"/>
                        <a:tailEnd type="none" w="med" len="med"/>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7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71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71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71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71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71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716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716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716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71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71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715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71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715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716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719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7719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77198">
                                            <p:txEl>
                                              <p:charRg st="0" end="10"/>
                                            </p:txEl>
                                          </p:spTgt>
                                        </p:tgtEl>
                                        <p:attrNameLst>
                                          <p:attrName>style.visibility</p:attrName>
                                        </p:attrNameLst>
                                      </p:cBhvr>
                                      <p:to>
                                        <p:strVal val="visible"/>
                                      </p:to>
                                    </p:set>
                                    <p:animEffect transition="in" filter="wipe(left)">
                                      <p:cBhvr>
                                        <p:cTn id="75" dur="500"/>
                                        <p:tgtEl>
                                          <p:spTgt spid="177198">
                                            <p:txEl>
                                              <p:charRg st="0" end="1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77200"/>
                                        </p:tgtEl>
                                        <p:attrNameLst>
                                          <p:attrName>style.visibility</p:attrName>
                                        </p:attrNameLst>
                                      </p:cBhvr>
                                      <p:to>
                                        <p:strVal val="visible"/>
                                      </p:to>
                                    </p:set>
                                  </p:childTnLst>
                                </p:cTn>
                              </p:par>
                            </p:childTnLst>
                          </p:cTn>
                        </p:par>
                        <p:par>
                          <p:cTn id="80" fill="hold">
                            <p:stCondLst>
                              <p:cond delay="0"/>
                            </p:stCondLst>
                            <p:childTnLst>
                              <p:par>
                                <p:cTn id="81" presetID="22" presetClass="entr" presetSubtype="8" fill="hold" grpId="0" nodeType="afterEffect">
                                  <p:stCondLst>
                                    <p:cond delay="0"/>
                                  </p:stCondLst>
                                  <p:childTnLst>
                                    <p:set>
                                      <p:cBhvr>
                                        <p:cTn id="82" dur="1" fill="hold">
                                          <p:stCondLst>
                                            <p:cond delay="0"/>
                                          </p:stCondLst>
                                        </p:cTn>
                                        <p:tgtEl>
                                          <p:spTgt spid="177199">
                                            <p:txEl>
                                              <p:charRg st="0" end="3"/>
                                            </p:txEl>
                                          </p:spTgt>
                                        </p:tgtEl>
                                        <p:attrNameLst>
                                          <p:attrName>style.visibility</p:attrName>
                                        </p:attrNameLst>
                                      </p:cBhvr>
                                      <p:to>
                                        <p:strVal val="visible"/>
                                      </p:to>
                                    </p:set>
                                    <p:animEffect transition="in" filter="wipe(left)">
                                      <p:cBhvr>
                                        <p:cTn id="83" dur="500"/>
                                        <p:tgtEl>
                                          <p:spTgt spid="177199">
                                            <p:txEl>
                                              <p:charRg st="0" end="3"/>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177202"/>
                                        </p:tgtEl>
                                        <p:attrNameLst>
                                          <p:attrName>style.visibility</p:attrName>
                                        </p:attrNameLst>
                                      </p:cBhvr>
                                      <p:to>
                                        <p:strVal val="visible"/>
                                      </p:to>
                                    </p:set>
                                  </p:childTnLst>
                                </p:cTn>
                              </p:par>
                            </p:childTnLst>
                          </p:cTn>
                        </p:par>
                        <p:par>
                          <p:cTn id="88" fill="hold">
                            <p:stCondLst>
                              <p:cond delay="0"/>
                            </p:stCondLst>
                            <p:childTnLst>
                              <p:par>
                                <p:cTn id="89" presetID="22" presetClass="entr" presetSubtype="8" fill="hold" grpId="0" nodeType="afterEffect">
                                  <p:stCondLst>
                                    <p:cond delay="0"/>
                                  </p:stCondLst>
                                  <p:childTnLst>
                                    <p:set>
                                      <p:cBhvr>
                                        <p:cTn id="90" dur="1" fill="hold">
                                          <p:stCondLst>
                                            <p:cond delay="0"/>
                                          </p:stCondLst>
                                        </p:cTn>
                                        <p:tgtEl>
                                          <p:spTgt spid="177201">
                                            <p:txEl>
                                              <p:charRg st="0" end="3"/>
                                            </p:txEl>
                                          </p:spTgt>
                                        </p:tgtEl>
                                        <p:attrNameLst>
                                          <p:attrName>style.visibility</p:attrName>
                                        </p:attrNameLst>
                                      </p:cBhvr>
                                      <p:to>
                                        <p:strVal val="visible"/>
                                      </p:to>
                                    </p:set>
                                    <p:animEffect transition="in" filter="wipe(left)">
                                      <p:cBhvr>
                                        <p:cTn id="91" dur="500"/>
                                        <p:tgtEl>
                                          <p:spTgt spid="177201">
                                            <p:txEl>
                                              <p:charRg st="0" end="3"/>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77203">
                                            <p:txEl>
                                              <p:charRg st="0" end="15"/>
                                            </p:txEl>
                                          </p:spTgt>
                                        </p:tgtEl>
                                        <p:attrNameLst>
                                          <p:attrName>style.visibility</p:attrName>
                                        </p:attrNameLst>
                                      </p:cBhvr>
                                      <p:to>
                                        <p:strVal val="visible"/>
                                      </p:to>
                                    </p:set>
                                    <p:animEffect transition="in" filter="wipe(left)">
                                      <p:cBhvr>
                                        <p:cTn id="96" dur="500"/>
                                        <p:tgtEl>
                                          <p:spTgt spid="177203">
                                            <p:txEl>
                                              <p:charRg st="0" end="15"/>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7720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177205"/>
                                        </p:tgtEl>
                                        <p:attrNameLst>
                                          <p:attrName>style.visibility</p:attrName>
                                        </p:attrNameLst>
                                      </p:cBhvr>
                                      <p:to>
                                        <p:strVal val="visible"/>
                                      </p:to>
                                    </p:set>
                                    <p:animEffect transition="in" filter="wipe(left)">
                                      <p:cBhvr>
                                        <p:cTn id="105" dur="500"/>
                                        <p:tgtEl>
                                          <p:spTgt spid="177205"/>
                                        </p:tgtEl>
                                      </p:cBhvr>
                                    </p:animEffec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177206"/>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177207"/>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177211"/>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177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p:bldP spid="177155" grpId="0"/>
      <p:bldP spid="177157" grpId="0"/>
      <p:bldP spid="177158" grpId="0"/>
      <p:bldP spid="177161" grpId="0"/>
      <p:bldP spid="177162" grpId="0"/>
      <p:bldP spid="177164" grpId="0"/>
      <p:bldP spid="177196" grpId="0"/>
      <p:bldP spid="177198" grpId="0" build="p"/>
      <p:bldP spid="177199" grpId="0" advAuto="1000" build="p"/>
      <p:bldP spid="177201" grpId="0" advAuto="1000" build="p"/>
      <p:bldP spid="177203" grpId="0" build="p"/>
      <p:bldP spid="177205" grpId="0" bldLvl="0" animBg="1"/>
      <p:bldP spid="177210" grpId="0" bldLvl="0" animBg="1"/>
    </p:bld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Correct"/>
</p:tagLst>
</file>

<file path=ppt/tags/tag10.xml><?xml version="1.0" encoding="utf-8"?>
<p:tagLst xmlns:p="http://schemas.openxmlformats.org/presentationml/2006/main">
  <p:tag name="RAINPROBLEM" val="ProblemSubmit"/>
  <p:tag name="RAINPROBLEMTYPE" val="MultipleChoice"/>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 val="ProblemSetting"/>
  <p:tag name="RAINPROBLEMTYPE" val="MultipleChoice"/>
</p:tagLst>
</file>

<file path=ppt/tags/tag16.xml><?xml version="1.0" encoding="utf-8"?>
<p:tagLst xmlns:p="http://schemas.openxmlformats.org/presentationml/2006/main">
  <p:tag name="RAINPROBLEM" val="MultipleChoice"/>
  <p:tag name="PROBLEMSCORE" val="1.0"/>
</p:tagLst>
</file>

<file path=ppt/tags/tag17.xml><?xml version="1.0" encoding="utf-8"?>
<p:tagLst xmlns:p="http://schemas.openxmlformats.org/presentationml/2006/main">
  <p:tag name="KSO_WM_MEDIACOVER_FLAG" val="1"/>
  <p:tag name="KSO_WM_UNIT_MEDIACOVER_BTN_STATE" val="1"/>
  <p:tag name="KSO_WM_UNIT_MEDIACOVER_BTNRECT" val="0*0*0*0"/>
</p:tagLst>
</file>

<file path=ppt/tags/tag18.xml><?xml version="1.0" encoding="utf-8"?>
<p:tagLst xmlns:p="http://schemas.openxmlformats.org/presentationml/2006/main">
  <p:tag name="KSO_WM_MEDIACOVER_FLAG" val="1"/>
  <p:tag name="KSO_WM_UNIT_MEDIACOVER_BTN_STATE" val="1"/>
  <p:tag name="KSO_WM_UNIT_MEDIACOVER_BTNRECT" val="2791*1931*627*627"/>
  <p:tag name="KSO_WM_UNIT_MEDIACOVER_STYLEID" val="1"/>
  <p:tag name="KSO_WM_UNIT_MEDIACOVER_TEXTSTATE" val="0"/>
  <p:tag name="KSO_WM_UNIT_MEDIACOVER_BTN_POS" val="c"/>
  <p:tag name="KSO_WM_UNIT_MEDIACOVER_BTN_STYLE" val="ee0bc779c1f3d7f3e90c96344320e69a"/>
  <p:tag name="KSO_WM_UNIT_MEDIACOVER_RGB" val="000000"/>
  <p:tag name="KSO_WM_UNIT_MEDIACOVER_TRANSPARENCY" val="0.5"/>
</p:tagLst>
</file>

<file path=ppt/tags/tag19.xml><?xml version="1.0" encoding="utf-8"?>
<p:tagLst xmlns:p="http://schemas.openxmlformats.org/presentationml/2006/main">
  <p:tag name="KSO_WM_MEDIACOVER_FLAG" val="1"/>
  <p:tag name="KSO_WM_UNIT_MEDIACOVER_BTN_STATE" val="1"/>
  <p:tag name="KSO_WM_UNIT_MEDIACOVER_BTNRECT" val="2760*2232*627*627"/>
  <p:tag name="KSO_WM_UNIT_MEDIACOVER_STYLEID" val="1"/>
  <p:tag name="KSO_WM_UNIT_MEDIACOVER_TEXTSTATE" val="0"/>
  <p:tag name="KSO_WM_UNIT_MEDIACOVER_BTN_POS" val="c"/>
  <p:tag name="KSO_WM_UNIT_MEDIACOVER_BTN_STYLE" val="ee0bc779c1f3d7f3e90c96344320e69a"/>
  <p:tag name="KSO_WM_UNIT_MEDIACOVER_RGB" val="000000"/>
  <p:tag name="KSO_WM_UNIT_MEDIACOVER_TRANSPARENCY" val="0.5"/>
</p:tagLst>
</file>

<file path=ppt/tags/tag20.xml><?xml version="1.0" encoding="utf-8"?>
<p:tagLst xmlns:p="http://schemas.openxmlformats.org/presentationml/2006/main">
  <p:tag name="KSO_WM_MEDIACOVER_FLAG" val="1"/>
  <p:tag name="KSO_WM_UNIT_MEDIACOVER_BTN_STATE" val="1"/>
  <p:tag name="KSO_WM_UNIT_MEDIACOVER_BTNRECT" val="3932*2815*627*627"/>
  <p:tag name="KSO_WM_UNIT_MEDIACOVER_STYLEID" val="1"/>
  <p:tag name="KSO_WM_UNIT_MEDIACOVER_TEXTSTATE" val="0"/>
  <p:tag name="KSO_WM_UNIT_MEDIACOVER_BTN_POS" val="c"/>
  <p:tag name="KSO_WM_UNIT_MEDIACOVER_BTN_STYLE" val="ee0bc779c1f3d7f3e90c96344320e69a"/>
  <p:tag name="KSO_WM_UNIT_MEDIACOVER_RGB" val="000000"/>
  <p:tag name="KSO_WM_UNIT_MEDIACOVER_TRANSPARENCY" val="0.5"/>
</p:tagLst>
</file>

<file path=ppt/tags/tag21.xml><?xml version="1.0" encoding="utf-8"?>
<p:tagLst xmlns:p="http://schemas.openxmlformats.org/presentationml/2006/main">
  <p:tag name="KSO_WM_DOC_GUID" val="{c8fc0ae9-c5b9-49be-8a4c-d770611839ba}"/>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8221</Words>
  <Application>WPS 演示</Application>
  <PresentationFormat>全屏显示(4:3)</PresentationFormat>
  <Paragraphs>1243</Paragraphs>
  <Slides>84</Slides>
  <Notes>7</Notes>
  <HiddenSlides>0</HiddenSlides>
  <MMClips>7</MMClips>
  <ScaleCrop>false</ScaleCrop>
  <HeadingPairs>
    <vt:vector size="8" baseType="variant">
      <vt:variant>
        <vt:lpstr>已用的字体</vt:lpstr>
      </vt:variant>
      <vt:variant>
        <vt:i4>30</vt:i4>
      </vt:variant>
      <vt:variant>
        <vt:lpstr>主题</vt:lpstr>
      </vt:variant>
      <vt:variant>
        <vt:i4>3</vt:i4>
      </vt:variant>
      <vt:variant>
        <vt:lpstr>嵌入 OLE 服务器</vt:lpstr>
      </vt:variant>
      <vt:variant>
        <vt:i4>420</vt:i4>
      </vt:variant>
      <vt:variant>
        <vt:lpstr>幻灯片标题</vt:lpstr>
      </vt:variant>
      <vt:variant>
        <vt:i4>84</vt:i4>
      </vt:variant>
    </vt:vector>
  </HeadingPairs>
  <TitlesOfParts>
    <vt:vector size="537" baseType="lpstr">
      <vt:lpstr>Arial</vt:lpstr>
      <vt:lpstr>宋体</vt:lpstr>
      <vt:lpstr>Wingdings</vt:lpstr>
      <vt:lpstr>Times New Roman</vt:lpstr>
      <vt:lpstr>隶书</vt:lpstr>
      <vt:lpstr>楷体_GB2312</vt:lpstr>
      <vt:lpstr>新宋体</vt:lpstr>
      <vt:lpstr>Monotype Sorts</vt:lpstr>
      <vt:lpstr>Wingdings</vt:lpstr>
      <vt:lpstr>华文新魏</vt:lpstr>
      <vt:lpstr>Symbol</vt:lpstr>
      <vt:lpstr>Impact</vt:lpstr>
      <vt:lpstr>黑体</vt:lpstr>
      <vt:lpstr>Bookman Old Style</vt:lpstr>
      <vt:lpstr>Garamond</vt:lpstr>
      <vt:lpstr>MT Extra</vt:lpstr>
      <vt:lpstr>微软雅黑</vt:lpstr>
      <vt:lpstr>Arial Unicode MS</vt:lpstr>
      <vt:lpstr>Calibri</vt:lpstr>
      <vt:lpstr>MS PGothic</vt:lpstr>
      <vt:lpstr>华文宋体</vt:lpstr>
      <vt:lpstr>Arial</vt:lpstr>
      <vt:lpstr>Symbol</vt:lpstr>
      <vt:lpstr>等线</vt:lpstr>
      <vt:lpstr>楷体_GB2312</vt:lpstr>
      <vt:lpstr>方正姚体</vt:lpstr>
      <vt:lpstr>华文仿宋</vt:lpstr>
      <vt:lpstr>仿宋</vt:lpstr>
      <vt:lpstr>方正舒体</vt:lpstr>
      <vt:lpstr>方正粗黑宋简体</vt:lpstr>
      <vt:lpstr>默认设计模板</vt:lpstr>
      <vt:lpstr>4_默认设计模板</vt:lpstr>
      <vt:lpstr>2_默认设计模板</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Equation.DSMT4</vt:lpstr>
      <vt:lpstr>Equation.3</vt:lpstr>
      <vt:lpstr>Equation.DSMT4</vt:lpstr>
      <vt:lpstr>Equation.3</vt:lpstr>
      <vt:lpstr>Equation.3</vt:lpstr>
      <vt:lpstr>Equation.3</vt:lpstr>
      <vt:lpstr>Equation.3</vt:lpstr>
      <vt:lpstr>Equation.3</vt:lpstr>
      <vt:lpstr>Equation.DSMT4</vt:lpstr>
      <vt:lpstr>Equation.3</vt:lpstr>
      <vt:lpstr>Equation.3</vt:lpstr>
      <vt:lpstr>Equation.DSMT4</vt:lpstr>
      <vt:lpstr>Equation.DSMT4</vt:lpstr>
      <vt:lpstr>Equation.3</vt:lpstr>
      <vt:lpstr>Equation.3</vt:lpstr>
      <vt:lpstr>Equation.DSMT4</vt:lpstr>
      <vt:lpstr>Equation.3</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Equation.KSEE3</vt:lpstr>
      <vt:lpstr>Equation.3</vt:lpstr>
      <vt:lpstr>Equation.KSEE3</vt:lpstr>
      <vt:lpstr>Equation.KSEE3</vt:lpstr>
      <vt:lpstr>Equation.KSEE3</vt:lpstr>
      <vt:lpstr>Equation.KSEE3</vt:lpstr>
      <vt:lpstr>Equation.KSEE3</vt:lpstr>
      <vt:lpstr>Equation.3</vt:lpstr>
      <vt:lpstr>Equation.KSEE3</vt:lpstr>
      <vt:lpstr>Equation.3</vt:lpstr>
      <vt:lpstr>Equation.3</vt:lpstr>
      <vt:lpstr>Equation.3</vt:lpstr>
      <vt:lpstr>Equation.3</vt:lpstr>
      <vt:lpstr>Equation.3</vt:lpstr>
      <vt:lpstr>Equation.3</vt:lpstr>
      <vt:lpstr>Equation.KSEE3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john</cp:lastModifiedBy>
  <cp:revision>453</cp:revision>
  <dcterms:created xsi:type="dcterms:W3CDTF">2008-03-15T12:51:25Z</dcterms:created>
  <dcterms:modified xsi:type="dcterms:W3CDTF">2022-03-28T13:06:35Z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2052-11.1.0.10463</vt:lpwstr>
  </property>
  <property fmtid="{D5CDD505-2E9C-101B-9397-08002B2CF9AE}" pid="3" name="ICV">
    <vt:lpwstr>C0137DA7B65B42D3B488A35E18092BE4</vt:lpwstr>
  </property>
</Properties>
</file>